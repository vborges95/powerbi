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649200" cy="7315200"/>
  <p:notesSz cx="126492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90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690" y="2267712"/>
            <a:ext cx="1075182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97380" y="4096512"/>
            <a:ext cx="885444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228600"/>
            <a:ext cx="12192000" cy="323850"/>
          </a:xfrm>
          <a:custGeom>
            <a:avLst/>
            <a:gdLst/>
            <a:ahLst/>
            <a:cxnLst/>
            <a:rect l="l" t="t" r="r" b="b"/>
            <a:pathLst>
              <a:path w="12192000" h="323850">
                <a:moveTo>
                  <a:pt x="12191999" y="323849"/>
                </a:moveTo>
                <a:lnTo>
                  <a:pt x="0" y="3238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23849"/>
                </a:lnTo>
                <a:close/>
              </a:path>
            </a:pathLst>
          </a:custGeom>
          <a:solidFill>
            <a:srgbClr val="3B3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8600" y="548640"/>
            <a:ext cx="12192000" cy="3810"/>
          </a:xfrm>
          <a:custGeom>
            <a:avLst/>
            <a:gdLst/>
            <a:ahLst/>
            <a:cxnLst/>
            <a:rect l="l" t="t" r="r" b="b"/>
            <a:pathLst>
              <a:path w="12192000" h="3809">
                <a:moveTo>
                  <a:pt x="0" y="3809"/>
                </a:moveTo>
                <a:lnTo>
                  <a:pt x="12191999" y="3809"/>
                </a:lnTo>
                <a:lnTo>
                  <a:pt x="12191999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>
              <a:alpha val="109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8600" y="1762124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5">
                <a:moveTo>
                  <a:pt x="0" y="8255"/>
                </a:moveTo>
                <a:lnTo>
                  <a:pt x="12191999" y="8255"/>
                </a:lnTo>
                <a:lnTo>
                  <a:pt x="12191999" y="0"/>
                </a:lnTo>
                <a:lnTo>
                  <a:pt x="0" y="0"/>
                </a:lnTo>
                <a:lnTo>
                  <a:pt x="0" y="8255"/>
                </a:lnTo>
                <a:close/>
              </a:path>
            </a:pathLst>
          </a:custGeom>
          <a:solidFill>
            <a:srgbClr val="000000">
              <a:alpha val="109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8600" y="1762124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5">
                <a:moveTo>
                  <a:pt x="0" y="64135"/>
                </a:moveTo>
                <a:lnTo>
                  <a:pt x="12191999" y="64135"/>
                </a:lnTo>
                <a:lnTo>
                  <a:pt x="12191999" y="0"/>
                </a:lnTo>
                <a:lnTo>
                  <a:pt x="0" y="0"/>
                </a:lnTo>
                <a:lnTo>
                  <a:pt x="0" y="64135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28600" y="552449"/>
            <a:ext cx="12192000" cy="1209675"/>
          </a:xfrm>
          <a:custGeom>
            <a:avLst/>
            <a:gdLst/>
            <a:ahLst/>
            <a:cxnLst/>
            <a:rect l="l" t="t" r="r" b="b"/>
            <a:pathLst>
              <a:path w="12192000" h="1209675">
                <a:moveTo>
                  <a:pt x="12191999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209674"/>
                </a:lnTo>
                <a:close/>
              </a:path>
            </a:pathLst>
          </a:custGeom>
          <a:solidFill>
            <a:srgbClr val="F2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2460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14338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3674" y="285813"/>
            <a:ext cx="296291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2460" y="1682496"/>
            <a:ext cx="1138428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00728" y="6803136"/>
            <a:ext cx="4047744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2460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07424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9074" y="219075"/>
            <a:ext cx="12211050" cy="6867525"/>
            <a:chOff x="219074" y="219075"/>
            <a:chExt cx="12211050" cy="6867525"/>
          </a:xfrm>
        </p:grpSpPr>
        <p:sp>
          <p:nvSpPr>
            <p:cNvPr id="4" name="object 4"/>
            <p:cNvSpPr/>
            <p:nvPr/>
          </p:nvSpPr>
          <p:spPr>
            <a:xfrm>
              <a:off x="228599" y="228599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850" y="419099"/>
              <a:ext cx="12096750" cy="5876925"/>
            </a:xfrm>
            <a:custGeom>
              <a:avLst/>
              <a:gdLst/>
              <a:ahLst/>
              <a:cxnLst/>
              <a:rect l="l" t="t" r="r" b="b"/>
              <a:pathLst>
                <a:path w="12096750" h="5876925">
                  <a:moveTo>
                    <a:pt x="11940328" y="5753099"/>
                  </a:moveTo>
                  <a:lnTo>
                    <a:pt x="156419" y="5753099"/>
                  </a:lnTo>
                  <a:lnTo>
                    <a:pt x="147858" y="5743574"/>
                  </a:lnTo>
                  <a:lnTo>
                    <a:pt x="115631" y="5705474"/>
                  </a:lnTo>
                  <a:lnTo>
                    <a:pt x="86877" y="5667374"/>
                  </a:lnTo>
                  <a:lnTo>
                    <a:pt x="61872" y="5629274"/>
                  </a:lnTo>
                  <a:lnTo>
                    <a:pt x="40858" y="5591174"/>
                  </a:lnTo>
                  <a:lnTo>
                    <a:pt x="31910" y="5562599"/>
                  </a:lnTo>
                  <a:lnTo>
                    <a:pt x="27839" y="5553074"/>
                  </a:lnTo>
                  <a:lnTo>
                    <a:pt x="14272" y="5514974"/>
                  </a:lnTo>
                  <a:lnTo>
                    <a:pt x="11572" y="5495924"/>
                  </a:lnTo>
                  <a:lnTo>
                    <a:pt x="9151" y="5486399"/>
                  </a:lnTo>
                  <a:lnTo>
                    <a:pt x="7010" y="5476874"/>
                  </a:lnTo>
                  <a:lnTo>
                    <a:pt x="5154" y="5467349"/>
                  </a:lnTo>
                  <a:lnTo>
                    <a:pt x="3579" y="5457824"/>
                  </a:lnTo>
                  <a:lnTo>
                    <a:pt x="2293" y="5438774"/>
                  </a:lnTo>
                  <a:lnTo>
                    <a:pt x="1289" y="5429249"/>
                  </a:lnTo>
                  <a:lnTo>
                    <a:pt x="465" y="5419727"/>
                  </a:lnTo>
                  <a:lnTo>
                    <a:pt x="0" y="5400674"/>
                  </a:lnTo>
                  <a:lnTo>
                    <a:pt x="0" y="476249"/>
                  </a:lnTo>
                  <a:lnTo>
                    <a:pt x="2194" y="429559"/>
                  </a:lnTo>
                  <a:lnTo>
                    <a:pt x="9151" y="383338"/>
                  </a:lnTo>
                  <a:lnTo>
                    <a:pt x="20501" y="338000"/>
                  </a:lnTo>
                  <a:lnTo>
                    <a:pt x="36252" y="293997"/>
                  </a:lnTo>
                  <a:lnTo>
                    <a:pt x="56230" y="251744"/>
                  </a:lnTo>
                  <a:lnTo>
                    <a:pt x="80262" y="211659"/>
                  </a:lnTo>
                  <a:lnTo>
                    <a:pt x="108099" y="174116"/>
                  </a:lnTo>
                  <a:lnTo>
                    <a:pt x="139490" y="139490"/>
                  </a:lnTo>
                  <a:lnTo>
                    <a:pt x="174116" y="108099"/>
                  </a:lnTo>
                  <a:lnTo>
                    <a:pt x="211659" y="80262"/>
                  </a:lnTo>
                  <a:lnTo>
                    <a:pt x="251744" y="56230"/>
                  </a:lnTo>
                  <a:lnTo>
                    <a:pt x="293997" y="36252"/>
                  </a:lnTo>
                  <a:lnTo>
                    <a:pt x="338000" y="20501"/>
                  </a:lnTo>
                  <a:lnTo>
                    <a:pt x="383338" y="9151"/>
                  </a:lnTo>
                  <a:lnTo>
                    <a:pt x="429568" y="2287"/>
                  </a:lnTo>
                  <a:lnTo>
                    <a:pt x="476249" y="0"/>
                  </a:lnTo>
                  <a:lnTo>
                    <a:pt x="11620499" y="0"/>
                  </a:lnTo>
                  <a:lnTo>
                    <a:pt x="11667180" y="2287"/>
                  </a:lnTo>
                  <a:lnTo>
                    <a:pt x="11713410" y="9151"/>
                  </a:lnTo>
                  <a:lnTo>
                    <a:pt x="11758748" y="20501"/>
                  </a:lnTo>
                  <a:lnTo>
                    <a:pt x="11802751" y="36252"/>
                  </a:lnTo>
                  <a:lnTo>
                    <a:pt x="11845003" y="56230"/>
                  </a:lnTo>
                  <a:lnTo>
                    <a:pt x="11885088" y="80262"/>
                  </a:lnTo>
                  <a:lnTo>
                    <a:pt x="11922631" y="108099"/>
                  </a:lnTo>
                  <a:lnTo>
                    <a:pt x="11957258" y="139490"/>
                  </a:lnTo>
                  <a:lnTo>
                    <a:pt x="11988648" y="174116"/>
                  </a:lnTo>
                  <a:lnTo>
                    <a:pt x="12016485" y="211659"/>
                  </a:lnTo>
                  <a:lnTo>
                    <a:pt x="12040517" y="251744"/>
                  </a:lnTo>
                  <a:lnTo>
                    <a:pt x="12060495" y="293997"/>
                  </a:lnTo>
                  <a:lnTo>
                    <a:pt x="12076246" y="338000"/>
                  </a:lnTo>
                  <a:lnTo>
                    <a:pt x="12087598" y="383338"/>
                  </a:lnTo>
                  <a:lnTo>
                    <a:pt x="12094347" y="428638"/>
                  </a:lnTo>
                  <a:lnTo>
                    <a:pt x="12096749" y="476249"/>
                  </a:lnTo>
                  <a:lnTo>
                    <a:pt x="12096749" y="5400674"/>
                  </a:lnTo>
                  <a:lnTo>
                    <a:pt x="12096283" y="5419727"/>
                  </a:lnTo>
                  <a:lnTo>
                    <a:pt x="12095459" y="5429249"/>
                  </a:lnTo>
                  <a:lnTo>
                    <a:pt x="12094456" y="5438774"/>
                  </a:lnTo>
                  <a:lnTo>
                    <a:pt x="12093169" y="5457824"/>
                  </a:lnTo>
                  <a:lnTo>
                    <a:pt x="12091594" y="5467349"/>
                  </a:lnTo>
                  <a:lnTo>
                    <a:pt x="12089737" y="5476874"/>
                  </a:lnTo>
                  <a:lnTo>
                    <a:pt x="12087597" y="5486399"/>
                  </a:lnTo>
                  <a:lnTo>
                    <a:pt x="12085175" y="5495924"/>
                  </a:lnTo>
                  <a:lnTo>
                    <a:pt x="12082475" y="5514974"/>
                  </a:lnTo>
                  <a:lnTo>
                    <a:pt x="12068908" y="5553074"/>
                  </a:lnTo>
                  <a:lnTo>
                    <a:pt x="12064836" y="5562599"/>
                  </a:lnTo>
                  <a:lnTo>
                    <a:pt x="12060494" y="5581649"/>
                  </a:lnTo>
                  <a:lnTo>
                    <a:pt x="12040512" y="5619749"/>
                  </a:lnTo>
                  <a:lnTo>
                    <a:pt x="12016484" y="5657849"/>
                  </a:lnTo>
                  <a:lnTo>
                    <a:pt x="11988643" y="5695949"/>
                  </a:lnTo>
                  <a:lnTo>
                    <a:pt x="11957257" y="5734049"/>
                  </a:lnTo>
                  <a:lnTo>
                    <a:pt x="11948889" y="5743574"/>
                  </a:lnTo>
                  <a:lnTo>
                    <a:pt x="11940328" y="5753099"/>
                  </a:lnTo>
                  <a:close/>
                </a:path>
                <a:path w="12096750" h="5876925">
                  <a:moveTo>
                    <a:pt x="11904200" y="5781674"/>
                  </a:moveTo>
                  <a:lnTo>
                    <a:pt x="192547" y="5781674"/>
                  </a:lnTo>
                  <a:lnTo>
                    <a:pt x="183248" y="5772149"/>
                  </a:lnTo>
                  <a:lnTo>
                    <a:pt x="174120" y="5762624"/>
                  </a:lnTo>
                  <a:lnTo>
                    <a:pt x="165173" y="5753099"/>
                  </a:lnTo>
                  <a:lnTo>
                    <a:pt x="11931574" y="5753099"/>
                  </a:lnTo>
                  <a:lnTo>
                    <a:pt x="11922628" y="5762624"/>
                  </a:lnTo>
                  <a:lnTo>
                    <a:pt x="11913499" y="5772149"/>
                  </a:lnTo>
                  <a:lnTo>
                    <a:pt x="11904200" y="5781674"/>
                  </a:lnTo>
                  <a:close/>
                </a:path>
                <a:path w="12096750" h="5876925">
                  <a:moveTo>
                    <a:pt x="11875287" y="5800724"/>
                  </a:moveTo>
                  <a:lnTo>
                    <a:pt x="221460" y="5800724"/>
                  </a:lnTo>
                  <a:lnTo>
                    <a:pt x="211659" y="5791199"/>
                  </a:lnTo>
                  <a:lnTo>
                    <a:pt x="202018" y="5781674"/>
                  </a:lnTo>
                  <a:lnTo>
                    <a:pt x="11894729" y="5781674"/>
                  </a:lnTo>
                  <a:lnTo>
                    <a:pt x="11885087" y="5791199"/>
                  </a:lnTo>
                  <a:lnTo>
                    <a:pt x="11875287" y="5800724"/>
                  </a:lnTo>
                  <a:close/>
                </a:path>
                <a:path w="12096750" h="5876925">
                  <a:moveTo>
                    <a:pt x="11845001" y="5819774"/>
                  </a:moveTo>
                  <a:lnTo>
                    <a:pt x="251747" y="5819774"/>
                  </a:lnTo>
                  <a:lnTo>
                    <a:pt x="241504" y="5810249"/>
                  </a:lnTo>
                  <a:lnTo>
                    <a:pt x="231408" y="5800724"/>
                  </a:lnTo>
                  <a:lnTo>
                    <a:pt x="11865340" y="5800724"/>
                  </a:lnTo>
                  <a:lnTo>
                    <a:pt x="11855244" y="5810249"/>
                  </a:lnTo>
                  <a:lnTo>
                    <a:pt x="11845001" y="5819774"/>
                  </a:lnTo>
                  <a:close/>
                </a:path>
                <a:path w="12096750" h="5876925">
                  <a:moveTo>
                    <a:pt x="11824121" y="5829299"/>
                  </a:moveTo>
                  <a:lnTo>
                    <a:pt x="272626" y="5829299"/>
                  </a:lnTo>
                  <a:lnTo>
                    <a:pt x="262125" y="5819774"/>
                  </a:lnTo>
                  <a:lnTo>
                    <a:pt x="11834622" y="5819774"/>
                  </a:lnTo>
                  <a:lnTo>
                    <a:pt x="11824121" y="5829299"/>
                  </a:lnTo>
                  <a:close/>
                </a:path>
                <a:path w="12096750" h="5876925">
                  <a:moveTo>
                    <a:pt x="11802750" y="5838824"/>
                  </a:moveTo>
                  <a:lnTo>
                    <a:pt x="293996" y="5838824"/>
                  </a:lnTo>
                  <a:lnTo>
                    <a:pt x="283250" y="5829299"/>
                  </a:lnTo>
                  <a:lnTo>
                    <a:pt x="11813497" y="5829299"/>
                  </a:lnTo>
                  <a:lnTo>
                    <a:pt x="11802750" y="5838824"/>
                  </a:lnTo>
                  <a:close/>
                </a:path>
                <a:path w="12096750" h="5876925">
                  <a:moveTo>
                    <a:pt x="11780941" y="5848349"/>
                  </a:moveTo>
                  <a:lnTo>
                    <a:pt x="315806" y="5848349"/>
                  </a:lnTo>
                  <a:lnTo>
                    <a:pt x="304853" y="5838824"/>
                  </a:lnTo>
                  <a:lnTo>
                    <a:pt x="11791894" y="5838824"/>
                  </a:lnTo>
                  <a:lnTo>
                    <a:pt x="11780941" y="5848349"/>
                  </a:lnTo>
                  <a:close/>
                </a:path>
                <a:path w="12096750" h="5876925">
                  <a:moveTo>
                    <a:pt x="11747515" y="5857874"/>
                  </a:moveTo>
                  <a:lnTo>
                    <a:pt x="349231" y="5857874"/>
                  </a:lnTo>
                  <a:lnTo>
                    <a:pt x="338001" y="5848349"/>
                  </a:lnTo>
                  <a:lnTo>
                    <a:pt x="11758745" y="5848349"/>
                  </a:lnTo>
                  <a:lnTo>
                    <a:pt x="11747515" y="5857874"/>
                  </a:lnTo>
                  <a:close/>
                </a:path>
                <a:path w="12096750" h="5876925">
                  <a:moveTo>
                    <a:pt x="11713409" y="5867399"/>
                  </a:moveTo>
                  <a:lnTo>
                    <a:pt x="383338" y="5867399"/>
                  </a:lnTo>
                  <a:lnTo>
                    <a:pt x="371899" y="5857874"/>
                  </a:lnTo>
                  <a:lnTo>
                    <a:pt x="11724848" y="5857874"/>
                  </a:lnTo>
                  <a:lnTo>
                    <a:pt x="11713409" y="5867399"/>
                  </a:lnTo>
                  <a:close/>
                </a:path>
                <a:path w="12096750" h="5876925">
                  <a:moveTo>
                    <a:pt x="11620498" y="5876924"/>
                  </a:moveTo>
                  <a:lnTo>
                    <a:pt x="476249" y="5876924"/>
                  </a:lnTo>
                  <a:lnTo>
                    <a:pt x="464558" y="5867399"/>
                  </a:lnTo>
                  <a:lnTo>
                    <a:pt x="11632191" y="5867399"/>
                  </a:lnTo>
                  <a:lnTo>
                    <a:pt x="11620498" y="5876924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0099" y="419099"/>
              <a:ext cx="628650" cy="0"/>
            </a:xfrm>
            <a:custGeom>
              <a:avLst/>
              <a:gdLst/>
              <a:ahLst/>
              <a:cxnLst/>
              <a:rect l="l" t="t" r="r" b="b"/>
              <a:pathLst>
                <a:path w="628650">
                  <a:moveTo>
                    <a:pt x="0" y="0"/>
                  </a:moveTo>
                  <a:lnTo>
                    <a:pt x="62864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420599" y="895349"/>
              <a:ext cx="0" cy="4924425"/>
            </a:xfrm>
            <a:custGeom>
              <a:avLst/>
              <a:gdLst/>
              <a:ahLst/>
              <a:cxnLst/>
              <a:rect l="l" t="t" r="r" b="b"/>
              <a:pathLst>
                <a:path h="4924425">
                  <a:moveTo>
                    <a:pt x="0" y="0"/>
                  </a:moveTo>
                  <a:lnTo>
                    <a:pt x="0" y="492442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38446" y="6013874"/>
              <a:ext cx="245953" cy="2459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0099" y="6296024"/>
              <a:ext cx="11144250" cy="0"/>
            </a:xfrm>
            <a:custGeom>
              <a:avLst/>
              <a:gdLst/>
              <a:ahLst/>
              <a:cxnLst/>
              <a:rect l="l" t="t" r="r" b="b"/>
              <a:pathLst>
                <a:path w="11144250">
                  <a:moveTo>
                    <a:pt x="11144248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047" y="6013872"/>
              <a:ext cx="245952" cy="2459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3850" y="895349"/>
              <a:ext cx="0" cy="4924425"/>
            </a:xfrm>
            <a:custGeom>
              <a:avLst/>
              <a:gdLst/>
              <a:ahLst/>
              <a:cxnLst/>
              <a:rect l="l" t="t" r="r" b="b"/>
              <a:pathLst>
                <a:path h="4924425">
                  <a:moveTo>
                    <a:pt x="0" y="49244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046" y="455297"/>
              <a:ext cx="245954" cy="24595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8599" y="228600"/>
              <a:ext cx="1200150" cy="6067425"/>
            </a:xfrm>
            <a:custGeom>
              <a:avLst/>
              <a:gdLst/>
              <a:ahLst/>
              <a:cxnLst/>
              <a:rect l="l" t="t" r="r" b="b"/>
              <a:pathLst>
                <a:path w="1200150" h="6067425">
                  <a:moveTo>
                    <a:pt x="1200149" y="6067424"/>
                  </a:moveTo>
                  <a:lnTo>
                    <a:pt x="0" y="6067424"/>
                  </a:lnTo>
                  <a:lnTo>
                    <a:pt x="0" y="0"/>
                  </a:lnTo>
                  <a:lnTo>
                    <a:pt x="900112" y="0"/>
                  </a:lnTo>
                  <a:lnTo>
                    <a:pt x="944137" y="3245"/>
                  </a:lnTo>
                  <a:lnTo>
                    <a:pt x="987209" y="12916"/>
                  </a:lnTo>
                  <a:lnTo>
                    <a:pt x="1028395" y="28805"/>
                  </a:lnTo>
                  <a:lnTo>
                    <a:pt x="1066804" y="50565"/>
                  </a:lnTo>
                  <a:lnTo>
                    <a:pt x="1101606" y="77722"/>
                  </a:lnTo>
                  <a:lnTo>
                    <a:pt x="1132047" y="109693"/>
                  </a:lnTo>
                  <a:lnTo>
                    <a:pt x="1157464" y="145786"/>
                  </a:lnTo>
                  <a:lnTo>
                    <a:pt x="1177310" y="185218"/>
                  </a:lnTo>
                  <a:lnTo>
                    <a:pt x="1191160" y="227133"/>
                  </a:lnTo>
                  <a:lnTo>
                    <a:pt x="1198708" y="270628"/>
                  </a:lnTo>
                  <a:lnTo>
                    <a:pt x="1200149" y="606742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599" y="228600"/>
              <a:ext cx="1200150" cy="6067425"/>
            </a:xfrm>
            <a:custGeom>
              <a:avLst/>
              <a:gdLst/>
              <a:ahLst/>
              <a:cxnLst/>
              <a:rect l="l" t="t" r="r" b="b"/>
              <a:pathLst>
                <a:path w="1200150" h="6067425">
                  <a:moveTo>
                    <a:pt x="0" y="0"/>
                  </a:moveTo>
                  <a:lnTo>
                    <a:pt x="900112" y="0"/>
                  </a:lnTo>
                  <a:lnTo>
                    <a:pt x="907475" y="180"/>
                  </a:lnTo>
                  <a:lnTo>
                    <a:pt x="914834" y="359"/>
                  </a:lnTo>
                  <a:lnTo>
                    <a:pt x="958646" y="5765"/>
                  </a:lnTo>
                  <a:lnTo>
                    <a:pt x="965833" y="7378"/>
                  </a:lnTo>
                  <a:lnTo>
                    <a:pt x="973016" y="8989"/>
                  </a:lnTo>
                  <a:lnTo>
                    <a:pt x="1014931" y="22838"/>
                  </a:lnTo>
                  <a:lnTo>
                    <a:pt x="1021665" y="25823"/>
                  </a:lnTo>
                  <a:lnTo>
                    <a:pt x="1028396" y="28804"/>
                  </a:lnTo>
                  <a:lnTo>
                    <a:pt x="1066804" y="50565"/>
                  </a:lnTo>
                  <a:lnTo>
                    <a:pt x="1072826" y="54805"/>
                  </a:lnTo>
                  <a:lnTo>
                    <a:pt x="1078845" y="59043"/>
                  </a:lnTo>
                  <a:lnTo>
                    <a:pt x="1112270" y="87878"/>
                  </a:lnTo>
                  <a:lnTo>
                    <a:pt x="1117350" y="93212"/>
                  </a:lnTo>
                  <a:lnTo>
                    <a:pt x="1122427" y="98543"/>
                  </a:lnTo>
                  <a:lnTo>
                    <a:pt x="1149584" y="133345"/>
                  </a:lnTo>
                  <a:lnTo>
                    <a:pt x="1153525" y="139567"/>
                  </a:lnTo>
                  <a:lnTo>
                    <a:pt x="1157465" y="145786"/>
                  </a:lnTo>
                  <a:lnTo>
                    <a:pt x="1177310" y="185218"/>
                  </a:lnTo>
                  <a:lnTo>
                    <a:pt x="1179962" y="192089"/>
                  </a:lnTo>
                  <a:lnTo>
                    <a:pt x="1182613" y="198957"/>
                  </a:lnTo>
                  <a:lnTo>
                    <a:pt x="1194384" y="241503"/>
                  </a:lnTo>
                  <a:lnTo>
                    <a:pt x="1195644" y="248760"/>
                  </a:lnTo>
                  <a:lnTo>
                    <a:pt x="1196904" y="256012"/>
                  </a:lnTo>
                  <a:lnTo>
                    <a:pt x="1200149" y="300037"/>
                  </a:lnTo>
                  <a:lnTo>
                    <a:pt x="1200149" y="6067424"/>
                  </a:lnTo>
                  <a:lnTo>
                    <a:pt x="0" y="6067424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D6A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8599" y="228600"/>
              <a:ext cx="1200150" cy="1114425"/>
            </a:xfrm>
            <a:custGeom>
              <a:avLst/>
              <a:gdLst/>
              <a:ahLst/>
              <a:cxnLst/>
              <a:rect l="l" t="t" r="r" b="b"/>
              <a:pathLst>
                <a:path w="1200150" h="1114425">
                  <a:moveTo>
                    <a:pt x="1200149" y="1114424"/>
                  </a:moveTo>
                  <a:lnTo>
                    <a:pt x="0" y="1114424"/>
                  </a:lnTo>
                  <a:lnTo>
                    <a:pt x="0" y="0"/>
                  </a:lnTo>
                  <a:lnTo>
                    <a:pt x="921543" y="0"/>
                  </a:lnTo>
                  <a:lnTo>
                    <a:pt x="962423" y="3013"/>
                  </a:lnTo>
                  <a:lnTo>
                    <a:pt x="1002419" y="11993"/>
                  </a:lnTo>
                  <a:lnTo>
                    <a:pt x="1040663" y="26747"/>
                  </a:lnTo>
                  <a:lnTo>
                    <a:pt x="1076328" y="46953"/>
                  </a:lnTo>
                  <a:lnTo>
                    <a:pt x="1108645" y="72170"/>
                  </a:lnTo>
                  <a:lnTo>
                    <a:pt x="1136911" y="101858"/>
                  </a:lnTo>
                  <a:lnTo>
                    <a:pt x="1160513" y="135373"/>
                  </a:lnTo>
                  <a:lnTo>
                    <a:pt x="1178942" y="171988"/>
                  </a:lnTo>
                  <a:lnTo>
                    <a:pt x="1191802" y="210909"/>
                  </a:lnTo>
                  <a:lnTo>
                    <a:pt x="1198811" y="251297"/>
                  </a:lnTo>
                  <a:lnTo>
                    <a:pt x="1200149" y="111442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8599" y="228600"/>
              <a:ext cx="1200150" cy="1114425"/>
            </a:xfrm>
            <a:custGeom>
              <a:avLst/>
              <a:gdLst/>
              <a:ahLst/>
              <a:cxnLst/>
              <a:rect l="l" t="t" r="r" b="b"/>
              <a:pathLst>
                <a:path w="1200150" h="1114425">
                  <a:moveTo>
                    <a:pt x="0" y="0"/>
                  </a:moveTo>
                  <a:lnTo>
                    <a:pt x="921543" y="0"/>
                  </a:lnTo>
                  <a:lnTo>
                    <a:pt x="928380" y="167"/>
                  </a:lnTo>
                  <a:lnTo>
                    <a:pt x="935214" y="333"/>
                  </a:lnTo>
                  <a:lnTo>
                    <a:pt x="975896" y="5353"/>
                  </a:lnTo>
                  <a:lnTo>
                    <a:pt x="982570" y="6851"/>
                  </a:lnTo>
                  <a:lnTo>
                    <a:pt x="989239" y="8347"/>
                  </a:lnTo>
                  <a:lnTo>
                    <a:pt x="1028161" y="21207"/>
                  </a:lnTo>
                  <a:lnTo>
                    <a:pt x="1034414" y="23978"/>
                  </a:lnTo>
                  <a:lnTo>
                    <a:pt x="1040664" y="26747"/>
                  </a:lnTo>
                  <a:lnTo>
                    <a:pt x="1076328" y="46953"/>
                  </a:lnTo>
                  <a:lnTo>
                    <a:pt x="1081921" y="50891"/>
                  </a:lnTo>
                  <a:lnTo>
                    <a:pt x="1087510" y="54825"/>
                  </a:lnTo>
                  <a:lnTo>
                    <a:pt x="1118547" y="81601"/>
                  </a:lnTo>
                  <a:lnTo>
                    <a:pt x="1123264" y="86554"/>
                  </a:lnTo>
                  <a:lnTo>
                    <a:pt x="1127978" y="91504"/>
                  </a:lnTo>
                  <a:lnTo>
                    <a:pt x="1153196" y="123820"/>
                  </a:lnTo>
                  <a:lnTo>
                    <a:pt x="1156855" y="129598"/>
                  </a:lnTo>
                  <a:lnTo>
                    <a:pt x="1160513" y="135372"/>
                  </a:lnTo>
                  <a:lnTo>
                    <a:pt x="1178942" y="171988"/>
                  </a:lnTo>
                  <a:lnTo>
                    <a:pt x="1181404" y="178369"/>
                  </a:lnTo>
                  <a:lnTo>
                    <a:pt x="1183865" y="184745"/>
                  </a:lnTo>
                  <a:lnTo>
                    <a:pt x="1194796" y="224252"/>
                  </a:lnTo>
                  <a:lnTo>
                    <a:pt x="1195966" y="230991"/>
                  </a:lnTo>
                  <a:lnTo>
                    <a:pt x="1197136" y="237725"/>
                  </a:lnTo>
                  <a:lnTo>
                    <a:pt x="1200149" y="278606"/>
                  </a:lnTo>
                  <a:lnTo>
                    <a:pt x="1200149" y="1114424"/>
                  </a:lnTo>
                  <a:lnTo>
                    <a:pt x="0" y="1114424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D6A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474" y="342899"/>
              <a:ext cx="952499" cy="9524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28749" y="228599"/>
              <a:ext cx="10991850" cy="1114425"/>
            </a:xfrm>
            <a:custGeom>
              <a:avLst/>
              <a:gdLst/>
              <a:ahLst/>
              <a:cxnLst/>
              <a:rect l="l" t="t" r="r" b="b"/>
              <a:pathLst>
                <a:path w="10991850" h="1114425">
                  <a:moveTo>
                    <a:pt x="10991849" y="1114424"/>
                  </a:moveTo>
                  <a:lnTo>
                    <a:pt x="0" y="1114424"/>
                  </a:lnTo>
                  <a:lnTo>
                    <a:pt x="0" y="0"/>
                  </a:lnTo>
                  <a:lnTo>
                    <a:pt x="10991849" y="0"/>
                  </a:lnTo>
                  <a:lnTo>
                    <a:pt x="10991849" y="1114424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463674" y="295338"/>
            <a:ext cx="48698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latin typeface="Segoe UI"/>
                <a:cs typeface="Segoe UI"/>
              </a:rPr>
              <a:t>Formação</a:t>
            </a:r>
            <a:r>
              <a:rPr sz="3200" b="0" spc="-70" dirty="0">
                <a:latin typeface="Segoe UI"/>
                <a:cs typeface="Segoe UI"/>
              </a:rPr>
              <a:t> </a:t>
            </a:r>
            <a:r>
              <a:rPr sz="3200" b="0" dirty="0">
                <a:latin typeface="Segoe UI"/>
                <a:cs typeface="Segoe UI"/>
              </a:rPr>
              <a:t>Power</a:t>
            </a:r>
            <a:r>
              <a:rPr sz="3200" b="0" spc="-65" dirty="0">
                <a:latin typeface="Segoe UI"/>
                <a:cs typeface="Segoe UI"/>
              </a:rPr>
              <a:t> </a:t>
            </a:r>
            <a:r>
              <a:rPr sz="3200" b="0" dirty="0">
                <a:latin typeface="Segoe UI"/>
                <a:cs typeface="Segoe UI"/>
              </a:rPr>
              <a:t>BI</a:t>
            </a:r>
            <a:r>
              <a:rPr sz="3200" b="0" spc="-65" dirty="0">
                <a:latin typeface="Segoe UI"/>
                <a:cs typeface="Segoe UI"/>
              </a:rPr>
              <a:t> </a:t>
            </a:r>
            <a:r>
              <a:rPr sz="3200" b="0" spc="-10" dirty="0">
                <a:latin typeface="Segoe UI"/>
                <a:cs typeface="Segoe UI"/>
              </a:rPr>
              <a:t>Analyst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29469" y="849312"/>
            <a:ext cx="189483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315" dirty="0">
                <a:solidFill>
                  <a:srgbClr val="252423"/>
                </a:solidFill>
                <a:latin typeface="Trebuchet MS"/>
                <a:cs typeface="Trebuchet MS"/>
              </a:rPr>
              <a:t>92,31</a:t>
            </a:r>
            <a:r>
              <a:rPr sz="4500" spc="-2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4500" spc="-150" dirty="0">
                <a:solidFill>
                  <a:srgbClr val="252423"/>
                </a:solidFill>
                <a:latin typeface="Trebuchet MS"/>
                <a:cs typeface="Trebuchet MS"/>
              </a:rPr>
              <a:t>Mi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00227" y="887412"/>
            <a:ext cx="16681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75" dirty="0">
                <a:solidFill>
                  <a:srgbClr val="252423"/>
                </a:solidFill>
                <a:latin typeface="Trebuchet MS"/>
                <a:cs typeface="Trebuchet MS"/>
              </a:rPr>
              <a:t>861</a:t>
            </a:r>
            <a:r>
              <a:rPr sz="4500" spc="-29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4500" spc="-155" dirty="0">
                <a:solidFill>
                  <a:srgbClr val="252423"/>
                </a:solidFill>
                <a:latin typeface="Trebuchet MS"/>
                <a:cs typeface="Trebuchet MS"/>
              </a:rPr>
              <a:t>Mil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65091" y="1582737"/>
            <a:ext cx="1938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Soma</a:t>
            </a:r>
            <a:r>
              <a:rPr sz="12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de</a:t>
            </a:r>
            <a:r>
              <a:rPr sz="12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Unidades</a:t>
            </a:r>
            <a:r>
              <a:rPr sz="12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Vendidas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39719" y="887412"/>
            <a:ext cx="189483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315" dirty="0">
                <a:solidFill>
                  <a:srgbClr val="252423"/>
                </a:solidFill>
                <a:latin typeface="Trebuchet MS"/>
                <a:cs typeface="Trebuchet MS"/>
              </a:rPr>
              <a:t>79,30</a:t>
            </a:r>
            <a:r>
              <a:rPr sz="4500" spc="-2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4500" spc="-150" dirty="0">
                <a:solidFill>
                  <a:srgbClr val="252423"/>
                </a:solidFill>
                <a:latin typeface="Trebuchet MS"/>
                <a:cs typeface="Trebuchet MS"/>
              </a:rPr>
              <a:t>Mi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20880" y="1582737"/>
            <a:ext cx="932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Soma</a:t>
            </a:r>
            <a:r>
              <a:rPr sz="12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de</a:t>
            </a: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605D5C"/>
                </a:solidFill>
                <a:latin typeface="Segoe UI"/>
                <a:cs typeface="Segoe UI"/>
              </a:rPr>
              <a:t>CPV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25793" y="887412"/>
            <a:ext cx="189483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315" dirty="0">
                <a:solidFill>
                  <a:srgbClr val="252423"/>
                </a:solidFill>
                <a:latin typeface="Trebuchet MS"/>
                <a:cs typeface="Trebuchet MS"/>
              </a:rPr>
              <a:t>13,02</a:t>
            </a:r>
            <a:r>
              <a:rPr sz="4500" spc="-2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4500" spc="-150" dirty="0">
                <a:solidFill>
                  <a:srgbClr val="252423"/>
                </a:solidFill>
                <a:latin typeface="Trebuchet MS"/>
                <a:cs typeface="Trebuchet MS"/>
              </a:rPr>
              <a:t>Mi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758883" y="1582737"/>
            <a:ext cx="1028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Soma</a:t>
            </a:r>
            <a:r>
              <a:rPr sz="12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de</a:t>
            </a: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Lucro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63674" y="1531243"/>
            <a:ext cx="1814195" cy="4508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554990">
              <a:lnSpc>
                <a:spcPct val="100000"/>
              </a:lnSpc>
              <a:spcBef>
                <a:spcPts val="204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Soma</a:t>
            </a:r>
            <a:r>
              <a:rPr sz="12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de</a:t>
            </a: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Vendas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252423"/>
                </a:solidFill>
                <a:latin typeface="Trebuchet MS"/>
                <a:cs typeface="Trebuchet MS"/>
              </a:rPr>
              <a:t>Mês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00758" y="3518634"/>
            <a:ext cx="2647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Segoe UI"/>
                <a:cs typeface="Segoe UI"/>
              </a:rPr>
              <a:t>5</a:t>
            </a:r>
            <a:r>
              <a:rPr sz="900" b="1" spc="5" dirty="0">
                <a:latin typeface="Segoe UI"/>
                <a:cs typeface="Segoe UI"/>
              </a:rPr>
              <a:t> </a:t>
            </a:r>
            <a:r>
              <a:rPr sz="900" b="1" spc="-25" dirty="0"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34976" y="2680434"/>
            <a:ext cx="3308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Segoe UI"/>
                <a:cs typeface="Segoe UI"/>
              </a:rPr>
              <a:t>10</a:t>
            </a:r>
            <a:r>
              <a:rPr sz="900" b="1" spc="10" dirty="0">
                <a:latin typeface="Segoe UI"/>
                <a:cs typeface="Segoe UI"/>
              </a:rPr>
              <a:t> </a:t>
            </a:r>
            <a:r>
              <a:rPr sz="900" b="1" spc="-25" dirty="0"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60334" y="2543702"/>
            <a:ext cx="139700" cy="7804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4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35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67168" y="3797300"/>
            <a:ext cx="361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Segoe UI"/>
                <a:cs typeface="Segoe UI"/>
              </a:rPr>
              <a:t>março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88610" y="3797300"/>
            <a:ext cx="2692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Segoe UI"/>
                <a:cs typeface="Segoe UI"/>
              </a:rPr>
              <a:t>abril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50968" y="3797300"/>
            <a:ext cx="2940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latin typeface="Segoe UI"/>
                <a:cs typeface="Segoe UI"/>
              </a:rPr>
              <a:t>maio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05439" y="3797300"/>
            <a:ext cx="1191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5510" algn="l"/>
              </a:tabLst>
            </a:pPr>
            <a:r>
              <a:rPr sz="900" b="1" spc="-10" dirty="0">
                <a:latin typeface="Segoe UI"/>
                <a:cs typeface="Segoe UI"/>
              </a:rPr>
              <a:t>junho</a:t>
            </a:r>
            <a:r>
              <a:rPr sz="900" b="1" dirty="0">
                <a:latin typeface="Segoe UI"/>
                <a:cs typeface="Segoe UI"/>
              </a:rPr>
              <a:t>	</a:t>
            </a:r>
            <a:r>
              <a:rPr sz="900" b="1" spc="-10" dirty="0">
                <a:latin typeface="Segoe UI"/>
                <a:cs typeface="Segoe UI"/>
              </a:rPr>
              <a:t>julho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27030" y="3797300"/>
            <a:ext cx="3917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Segoe UI"/>
                <a:cs typeface="Segoe UI"/>
              </a:rPr>
              <a:t>agosto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859187" y="3797300"/>
            <a:ext cx="577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Segoe UI"/>
                <a:cs typeface="Segoe UI"/>
              </a:rPr>
              <a:t>novembro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740446" y="3797300"/>
            <a:ext cx="565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Segoe UI"/>
                <a:cs typeface="Segoe UI"/>
              </a:rPr>
              <a:t>dezembro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374065" y="2343964"/>
            <a:ext cx="9672955" cy="2028189"/>
            <a:chOff x="2374065" y="2343964"/>
            <a:chExt cx="9672955" cy="2028189"/>
          </a:xfrm>
        </p:grpSpPr>
        <p:sp>
          <p:nvSpPr>
            <p:cNvPr id="39" name="object 39"/>
            <p:cNvSpPr/>
            <p:nvPr/>
          </p:nvSpPr>
          <p:spPr>
            <a:xfrm>
              <a:off x="2397878" y="2367777"/>
              <a:ext cx="9625330" cy="1172210"/>
            </a:xfrm>
            <a:custGeom>
              <a:avLst/>
              <a:gdLst/>
              <a:ahLst/>
              <a:cxnLst/>
              <a:rect l="l" t="t" r="r" b="b"/>
              <a:pathLst>
                <a:path w="9625330" h="1172210">
                  <a:moveTo>
                    <a:pt x="0" y="966957"/>
                  </a:moveTo>
                  <a:lnTo>
                    <a:pt x="875008" y="851324"/>
                  </a:lnTo>
                  <a:lnTo>
                    <a:pt x="1750016" y="1138101"/>
                  </a:lnTo>
                  <a:lnTo>
                    <a:pt x="2625025" y="907107"/>
                  </a:lnTo>
                  <a:lnTo>
                    <a:pt x="3500033" y="1033602"/>
                  </a:lnTo>
                  <a:lnTo>
                    <a:pt x="4375042" y="478935"/>
                  </a:lnTo>
                  <a:lnTo>
                    <a:pt x="5250050" y="716308"/>
                  </a:lnTo>
                  <a:lnTo>
                    <a:pt x="6125059" y="1091537"/>
                  </a:lnTo>
                  <a:lnTo>
                    <a:pt x="7000067" y="1002004"/>
                  </a:lnTo>
                  <a:lnTo>
                    <a:pt x="7875075" y="0"/>
                  </a:lnTo>
                  <a:lnTo>
                    <a:pt x="8750084" y="1172072"/>
                  </a:lnTo>
                  <a:lnTo>
                    <a:pt x="9625092" y="63205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86224" y="3962399"/>
              <a:ext cx="714375" cy="381000"/>
            </a:xfrm>
            <a:custGeom>
              <a:avLst/>
              <a:gdLst/>
              <a:ahLst/>
              <a:cxnLst/>
              <a:rect l="l" t="t" r="r" b="b"/>
              <a:pathLst>
                <a:path w="714375" h="381000">
                  <a:moveTo>
                    <a:pt x="0" y="0"/>
                  </a:moveTo>
                  <a:lnTo>
                    <a:pt x="714374" y="0"/>
                  </a:lnTo>
                  <a:lnTo>
                    <a:pt x="71437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57149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176365" y="4070381"/>
            <a:ext cx="5346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Segoe UI"/>
                <a:cs typeface="Segoe UI"/>
              </a:rPr>
              <a:t>Bar</a:t>
            </a:r>
            <a:r>
              <a:rPr sz="1000" b="1" spc="-10" dirty="0">
                <a:latin typeface="Segoe UI"/>
                <a:cs typeface="Segoe UI"/>
              </a:rPr>
              <a:t> </a:t>
            </a:r>
            <a:r>
              <a:rPr sz="1000" b="1" spc="-20" dirty="0">
                <a:latin typeface="Segoe UI"/>
                <a:cs typeface="Segoe UI"/>
              </a:rPr>
              <a:t>Chat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800599" y="3962400"/>
            <a:ext cx="714375" cy="381000"/>
          </a:xfrm>
          <a:custGeom>
            <a:avLst/>
            <a:gdLst/>
            <a:ahLst/>
            <a:cxnLst/>
            <a:rect l="l" t="t" r="r" b="b"/>
            <a:pathLst>
              <a:path w="714375" h="381000">
                <a:moveTo>
                  <a:pt x="0" y="0"/>
                </a:moveTo>
                <a:lnTo>
                  <a:pt x="714374" y="0"/>
                </a:lnTo>
                <a:lnTo>
                  <a:pt x="71437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605D5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872285" y="4070381"/>
            <a:ext cx="5708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Segoe UI"/>
                <a:cs typeface="Segoe UI"/>
              </a:rPr>
              <a:t>Pie</a:t>
            </a:r>
            <a:r>
              <a:rPr sz="1000" b="1" spc="-15" dirty="0">
                <a:latin typeface="Segoe UI"/>
                <a:cs typeface="Segoe UI"/>
              </a:rPr>
              <a:t> </a:t>
            </a:r>
            <a:r>
              <a:rPr sz="1000" b="1" spc="-10" dirty="0">
                <a:latin typeface="Segoe UI"/>
                <a:cs typeface="Segoe UI"/>
              </a:rPr>
              <a:t>Chart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428874" y="4729162"/>
            <a:ext cx="9525" cy="1009650"/>
          </a:xfrm>
          <a:custGeom>
            <a:avLst/>
            <a:gdLst/>
            <a:ahLst/>
            <a:cxnLst/>
            <a:rect l="l" t="t" r="r" b="b"/>
            <a:pathLst>
              <a:path w="9525" h="10096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0096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0096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0096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0096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0096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0096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0096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0096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0096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0096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0096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0096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0096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0096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0096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0096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0096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0096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0096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5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5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0096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0096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309316" y="5749924"/>
            <a:ext cx="248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224212" y="4729162"/>
            <a:ext cx="805180" cy="1009650"/>
            <a:chOff x="3224212" y="4729162"/>
            <a:chExt cx="805180" cy="1009650"/>
          </a:xfrm>
        </p:grpSpPr>
        <p:sp>
          <p:nvSpPr>
            <p:cNvPr id="47" name="object 47"/>
            <p:cNvSpPr/>
            <p:nvPr/>
          </p:nvSpPr>
          <p:spPr>
            <a:xfrm>
              <a:off x="3224212" y="4729162"/>
              <a:ext cx="9525" cy="1009650"/>
            </a:xfrm>
            <a:custGeom>
              <a:avLst/>
              <a:gdLst/>
              <a:ahLst/>
              <a:cxnLst/>
              <a:rect l="l" t="t" r="r" b="b"/>
              <a:pathLst>
                <a:path w="9525" h="1009650">
                  <a:moveTo>
                    <a:pt x="6077" y="1009649"/>
                  </a:moveTo>
                  <a:lnTo>
                    <a:pt x="3447" y="1009649"/>
                  </a:lnTo>
                  <a:lnTo>
                    <a:pt x="2324" y="1009184"/>
                  </a:lnTo>
                  <a:lnTo>
                    <a:pt x="464" y="1007325"/>
                  </a:lnTo>
                  <a:lnTo>
                    <a:pt x="0" y="1006202"/>
                  </a:lnTo>
                  <a:lnTo>
                    <a:pt x="0" y="1003572"/>
                  </a:lnTo>
                  <a:lnTo>
                    <a:pt x="464" y="1002449"/>
                  </a:lnTo>
                  <a:lnTo>
                    <a:pt x="2324" y="1000589"/>
                  </a:lnTo>
                  <a:lnTo>
                    <a:pt x="3447" y="1000124"/>
                  </a:lnTo>
                  <a:lnTo>
                    <a:pt x="6077" y="1000124"/>
                  </a:lnTo>
                  <a:lnTo>
                    <a:pt x="7200" y="1000589"/>
                  </a:lnTo>
                  <a:lnTo>
                    <a:pt x="9060" y="1002449"/>
                  </a:lnTo>
                  <a:lnTo>
                    <a:pt x="9524" y="1003572"/>
                  </a:lnTo>
                  <a:lnTo>
                    <a:pt x="9524" y="1006202"/>
                  </a:lnTo>
                  <a:lnTo>
                    <a:pt x="9060" y="1007325"/>
                  </a:lnTo>
                  <a:lnTo>
                    <a:pt x="7200" y="1009184"/>
                  </a:lnTo>
                  <a:lnTo>
                    <a:pt x="6077" y="1009649"/>
                  </a:lnTo>
                  <a:close/>
                </a:path>
                <a:path w="9525" h="1009650">
                  <a:moveTo>
                    <a:pt x="6077" y="962024"/>
                  </a:moveTo>
                  <a:lnTo>
                    <a:pt x="3447" y="962024"/>
                  </a:lnTo>
                  <a:lnTo>
                    <a:pt x="2324" y="961559"/>
                  </a:lnTo>
                  <a:lnTo>
                    <a:pt x="464" y="959700"/>
                  </a:lnTo>
                  <a:lnTo>
                    <a:pt x="0" y="958577"/>
                  </a:lnTo>
                  <a:lnTo>
                    <a:pt x="0" y="955947"/>
                  </a:lnTo>
                  <a:lnTo>
                    <a:pt x="464" y="954824"/>
                  </a:lnTo>
                  <a:lnTo>
                    <a:pt x="2324" y="952964"/>
                  </a:lnTo>
                  <a:lnTo>
                    <a:pt x="3447" y="952499"/>
                  </a:lnTo>
                  <a:lnTo>
                    <a:pt x="6077" y="952499"/>
                  </a:lnTo>
                  <a:lnTo>
                    <a:pt x="7200" y="952964"/>
                  </a:lnTo>
                  <a:lnTo>
                    <a:pt x="9060" y="954824"/>
                  </a:lnTo>
                  <a:lnTo>
                    <a:pt x="9524" y="955947"/>
                  </a:lnTo>
                  <a:lnTo>
                    <a:pt x="9524" y="958577"/>
                  </a:lnTo>
                  <a:lnTo>
                    <a:pt x="9060" y="959700"/>
                  </a:lnTo>
                  <a:lnTo>
                    <a:pt x="7200" y="961559"/>
                  </a:lnTo>
                  <a:lnTo>
                    <a:pt x="6077" y="962024"/>
                  </a:lnTo>
                  <a:close/>
                </a:path>
                <a:path w="9525" h="1009650">
                  <a:moveTo>
                    <a:pt x="6077" y="914399"/>
                  </a:moveTo>
                  <a:lnTo>
                    <a:pt x="3447" y="914399"/>
                  </a:lnTo>
                  <a:lnTo>
                    <a:pt x="2324" y="913934"/>
                  </a:lnTo>
                  <a:lnTo>
                    <a:pt x="464" y="912075"/>
                  </a:lnTo>
                  <a:lnTo>
                    <a:pt x="0" y="910952"/>
                  </a:lnTo>
                  <a:lnTo>
                    <a:pt x="0" y="908322"/>
                  </a:lnTo>
                  <a:lnTo>
                    <a:pt x="464" y="907199"/>
                  </a:lnTo>
                  <a:lnTo>
                    <a:pt x="2324" y="905339"/>
                  </a:lnTo>
                  <a:lnTo>
                    <a:pt x="3447" y="904874"/>
                  </a:lnTo>
                  <a:lnTo>
                    <a:pt x="6077" y="904874"/>
                  </a:lnTo>
                  <a:lnTo>
                    <a:pt x="7200" y="905339"/>
                  </a:lnTo>
                  <a:lnTo>
                    <a:pt x="9060" y="907199"/>
                  </a:lnTo>
                  <a:lnTo>
                    <a:pt x="9524" y="908322"/>
                  </a:lnTo>
                  <a:lnTo>
                    <a:pt x="9524" y="910952"/>
                  </a:lnTo>
                  <a:lnTo>
                    <a:pt x="9060" y="912075"/>
                  </a:lnTo>
                  <a:lnTo>
                    <a:pt x="7200" y="913934"/>
                  </a:lnTo>
                  <a:lnTo>
                    <a:pt x="6077" y="914399"/>
                  </a:lnTo>
                  <a:close/>
                </a:path>
                <a:path w="9525" h="1009650">
                  <a:moveTo>
                    <a:pt x="6077" y="866774"/>
                  </a:moveTo>
                  <a:lnTo>
                    <a:pt x="3447" y="866774"/>
                  </a:lnTo>
                  <a:lnTo>
                    <a:pt x="2324" y="866309"/>
                  </a:lnTo>
                  <a:lnTo>
                    <a:pt x="464" y="864450"/>
                  </a:lnTo>
                  <a:lnTo>
                    <a:pt x="0" y="863327"/>
                  </a:lnTo>
                  <a:lnTo>
                    <a:pt x="0" y="860697"/>
                  </a:lnTo>
                  <a:lnTo>
                    <a:pt x="464" y="859574"/>
                  </a:lnTo>
                  <a:lnTo>
                    <a:pt x="2324" y="857714"/>
                  </a:lnTo>
                  <a:lnTo>
                    <a:pt x="3447" y="857249"/>
                  </a:lnTo>
                  <a:lnTo>
                    <a:pt x="6077" y="857249"/>
                  </a:lnTo>
                  <a:lnTo>
                    <a:pt x="7200" y="857714"/>
                  </a:lnTo>
                  <a:lnTo>
                    <a:pt x="9060" y="859574"/>
                  </a:lnTo>
                  <a:lnTo>
                    <a:pt x="9524" y="860697"/>
                  </a:lnTo>
                  <a:lnTo>
                    <a:pt x="9524" y="863327"/>
                  </a:lnTo>
                  <a:lnTo>
                    <a:pt x="9060" y="864450"/>
                  </a:lnTo>
                  <a:lnTo>
                    <a:pt x="7200" y="866309"/>
                  </a:lnTo>
                  <a:lnTo>
                    <a:pt x="6077" y="866774"/>
                  </a:lnTo>
                  <a:close/>
                </a:path>
                <a:path w="9525" h="1009650">
                  <a:moveTo>
                    <a:pt x="6077" y="819149"/>
                  </a:moveTo>
                  <a:lnTo>
                    <a:pt x="3447" y="819149"/>
                  </a:lnTo>
                  <a:lnTo>
                    <a:pt x="2324" y="818684"/>
                  </a:lnTo>
                  <a:lnTo>
                    <a:pt x="464" y="816825"/>
                  </a:lnTo>
                  <a:lnTo>
                    <a:pt x="0" y="815702"/>
                  </a:lnTo>
                  <a:lnTo>
                    <a:pt x="0" y="813072"/>
                  </a:lnTo>
                  <a:lnTo>
                    <a:pt x="464" y="811949"/>
                  </a:lnTo>
                  <a:lnTo>
                    <a:pt x="2324" y="810089"/>
                  </a:lnTo>
                  <a:lnTo>
                    <a:pt x="3447" y="809624"/>
                  </a:lnTo>
                  <a:lnTo>
                    <a:pt x="6077" y="809624"/>
                  </a:lnTo>
                  <a:lnTo>
                    <a:pt x="7200" y="810089"/>
                  </a:lnTo>
                  <a:lnTo>
                    <a:pt x="9060" y="811949"/>
                  </a:lnTo>
                  <a:lnTo>
                    <a:pt x="9524" y="813072"/>
                  </a:lnTo>
                  <a:lnTo>
                    <a:pt x="9524" y="815702"/>
                  </a:lnTo>
                  <a:lnTo>
                    <a:pt x="9060" y="816825"/>
                  </a:lnTo>
                  <a:lnTo>
                    <a:pt x="7200" y="818684"/>
                  </a:lnTo>
                  <a:lnTo>
                    <a:pt x="6077" y="819149"/>
                  </a:lnTo>
                  <a:close/>
                </a:path>
                <a:path w="9525" h="1009650">
                  <a:moveTo>
                    <a:pt x="6077" y="771524"/>
                  </a:moveTo>
                  <a:lnTo>
                    <a:pt x="3447" y="771524"/>
                  </a:lnTo>
                  <a:lnTo>
                    <a:pt x="2324" y="771059"/>
                  </a:lnTo>
                  <a:lnTo>
                    <a:pt x="464" y="769200"/>
                  </a:lnTo>
                  <a:lnTo>
                    <a:pt x="0" y="768077"/>
                  </a:lnTo>
                  <a:lnTo>
                    <a:pt x="0" y="765447"/>
                  </a:lnTo>
                  <a:lnTo>
                    <a:pt x="464" y="764324"/>
                  </a:lnTo>
                  <a:lnTo>
                    <a:pt x="2324" y="762464"/>
                  </a:lnTo>
                  <a:lnTo>
                    <a:pt x="3447" y="761999"/>
                  </a:lnTo>
                  <a:lnTo>
                    <a:pt x="6077" y="761999"/>
                  </a:lnTo>
                  <a:lnTo>
                    <a:pt x="7200" y="762464"/>
                  </a:lnTo>
                  <a:lnTo>
                    <a:pt x="9060" y="764324"/>
                  </a:lnTo>
                  <a:lnTo>
                    <a:pt x="9524" y="765447"/>
                  </a:lnTo>
                  <a:lnTo>
                    <a:pt x="9524" y="768077"/>
                  </a:lnTo>
                  <a:lnTo>
                    <a:pt x="9060" y="769200"/>
                  </a:lnTo>
                  <a:lnTo>
                    <a:pt x="7200" y="771059"/>
                  </a:lnTo>
                  <a:lnTo>
                    <a:pt x="6077" y="771524"/>
                  </a:lnTo>
                  <a:close/>
                </a:path>
                <a:path w="9525" h="1009650">
                  <a:moveTo>
                    <a:pt x="6077" y="723899"/>
                  </a:moveTo>
                  <a:lnTo>
                    <a:pt x="3447" y="723899"/>
                  </a:lnTo>
                  <a:lnTo>
                    <a:pt x="2324" y="723434"/>
                  </a:lnTo>
                  <a:lnTo>
                    <a:pt x="464" y="721575"/>
                  </a:lnTo>
                  <a:lnTo>
                    <a:pt x="0" y="720452"/>
                  </a:lnTo>
                  <a:lnTo>
                    <a:pt x="0" y="717822"/>
                  </a:lnTo>
                  <a:lnTo>
                    <a:pt x="464" y="716699"/>
                  </a:lnTo>
                  <a:lnTo>
                    <a:pt x="2324" y="714839"/>
                  </a:lnTo>
                  <a:lnTo>
                    <a:pt x="3447" y="714374"/>
                  </a:lnTo>
                  <a:lnTo>
                    <a:pt x="6077" y="714374"/>
                  </a:lnTo>
                  <a:lnTo>
                    <a:pt x="7200" y="714839"/>
                  </a:lnTo>
                  <a:lnTo>
                    <a:pt x="9060" y="716699"/>
                  </a:lnTo>
                  <a:lnTo>
                    <a:pt x="9524" y="717822"/>
                  </a:lnTo>
                  <a:lnTo>
                    <a:pt x="9524" y="720452"/>
                  </a:lnTo>
                  <a:lnTo>
                    <a:pt x="9060" y="721575"/>
                  </a:lnTo>
                  <a:lnTo>
                    <a:pt x="7200" y="723434"/>
                  </a:lnTo>
                  <a:lnTo>
                    <a:pt x="6077" y="723899"/>
                  </a:lnTo>
                  <a:close/>
                </a:path>
                <a:path w="9525" h="1009650">
                  <a:moveTo>
                    <a:pt x="6077" y="676274"/>
                  </a:moveTo>
                  <a:lnTo>
                    <a:pt x="3447" y="676274"/>
                  </a:lnTo>
                  <a:lnTo>
                    <a:pt x="2324" y="675809"/>
                  </a:lnTo>
                  <a:lnTo>
                    <a:pt x="464" y="673950"/>
                  </a:lnTo>
                  <a:lnTo>
                    <a:pt x="0" y="672827"/>
                  </a:lnTo>
                  <a:lnTo>
                    <a:pt x="0" y="670197"/>
                  </a:lnTo>
                  <a:lnTo>
                    <a:pt x="464" y="669074"/>
                  </a:lnTo>
                  <a:lnTo>
                    <a:pt x="2324" y="667214"/>
                  </a:lnTo>
                  <a:lnTo>
                    <a:pt x="3447" y="666749"/>
                  </a:lnTo>
                  <a:lnTo>
                    <a:pt x="6077" y="666749"/>
                  </a:lnTo>
                  <a:lnTo>
                    <a:pt x="7200" y="667214"/>
                  </a:lnTo>
                  <a:lnTo>
                    <a:pt x="9060" y="669074"/>
                  </a:lnTo>
                  <a:lnTo>
                    <a:pt x="9524" y="670197"/>
                  </a:lnTo>
                  <a:lnTo>
                    <a:pt x="9524" y="672827"/>
                  </a:lnTo>
                  <a:lnTo>
                    <a:pt x="9060" y="673950"/>
                  </a:lnTo>
                  <a:lnTo>
                    <a:pt x="7200" y="675809"/>
                  </a:lnTo>
                  <a:lnTo>
                    <a:pt x="6077" y="676274"/>
                  </a:lnTo>
                  <a:close/>
                </a:path>
                <a:path w="9525" h="1009650">
                  <a:moveTo>
                    <a:pt x="6077" y="628649"/>
                  </a:moveTo>
                  <a:lnTo>
                    <a:pt x="3447" y="628649"/>
                  </a:lnTo>
                  <a:lnTo>
                    <a:pt x="2324" y="628184"/>
                  </a:lnTo>
                  <a:lnTo>
                    <a:pt x="464" y="626325"/>
                  </a:lnTo>
                  <a:lnTo>
                    <a:pt x="0" y="625202"/>
                  </a:lnTo>
                  <a:lnTo>
                    <a:pt x="0" y="622572"/>
                  </a:lnTo>
                  <a:lnTo>
                    <a:pt x="464" y="621449"/>
                  </a:lnTo>
                  <a:lnTo>
                    <a:pt x="2324" y="619589"/>
                  </a:lnTo>
                  <a:lnTo>
                    <a:pt x="3447" y="619124"/>
                  </a:lnTo>
                  <a:lnTo>
                    <a:pt x="6077" y="619124"/>
                  </a:lnTo>
                  <a:lnTo>
                    <a:pt x="7200" y="619589"/>
                  </a:lnTo>
                  <a:lnTo>
                    <a:pt x="9060" y="621449"/>
                  </a:lnTo>
                  <a:lnTo>
                    <a:pt x="9524" y="622572"/>
                  </a:lnTo>
                  <a:lnTo>
                    <a:pt x="9524" y="625202"/>
                  </a:lnTo>
                  <a:lnTo>
                    <a:pt x="9060" y="626325"/>
                  </a:lnTo>
                  <a:lnTo>
                    <a:pt x="7200" y="628184"/>
                  </a:lnTo>
                  <a:lnTo>
                    <a:pt x="6077" y="628649"/>
                  </a:lnTo>
                  <a:close/>
                </a:path>
                <a:path w="9525" h="1009650">
                  <a:moveTo>
                    <a:pt x="6077" y="581024"/>
                  </a:moveTo>
                  <a:lnTo>
                    <a:pt x="3447" y="581024"/>
                  </a:lnTo>
                  <a:lnTo>
                    <a:pt x="2324" y="580559"/>
                  </a:lnTo>
                  <a:lnTo>
                    <a:pt x="464" y="578700"/>
                  </a:lnTo>
                  <a:lnTo>
                    <a:pt x="0" y="577577"/>
                  </a:lnTo>
                  <a:lnTo>
                    <a:pt x="0" y="574947"/>
                  </a:lnTo>
                  <a:lnTo>
                    <a:pt x="464" y="573824"/>
                  </a:lnTo>
                  <a:lnTo>
                    <a:pt x="2324" y="571964"/>
                  </a:lnTo>
                  <a:lnTo>
                    <a:pt x="3447" y="571499"/>
                  </a:lnTo>
                  <a:lnTo>
                    <a:pt x="6077" y="571499"/>
                  </a:lnTo>
                  <a:lnTo>
                    <a:pt x="7200" y="571964"/>
                  </a:lnTo>
                  <a:lnTo>
                    <a:pt x="9060" y="573824"/>
                  </a:lnTo>
                  <a:lnTo>
                    <a:pt x="9524" y="574947"/>
                  </a:lnTo>
                  <a:lnTo>
                    <a:pt x="9524" y="577577"/>
                  </a:lnTo>
                  <a:lnTo>
                    <a:pt x="9060" y="578700"/>
                  </a:lnTo>
                  <a:lnTo>
                    <a:pt x="7200" y="580559"/>
                  </a:lnTo>
                  <a:lnTo>
                    <a:pt x="6077" y="581024"/>
                  </a:lnTo>
                  <a:close/>
                </a:path>
                <a:path w="9525" h="1009650">
                  <a:moveTo>
                    <a:pt x="6077" y="533399"/>
                  </a:moveTo>
                  <a:lnTo>
                    <a:pt x="3447" y="533399"/>
                  </a:lnTo>
                  <a:lnTo>
                    <a:pt x="2324" y="532934"/>
                  </a:lnTo>
                  <a:lnTo>
                    <a:pt x="464" y="531075"/>
                  </a:lnTo>
                  <a:lnTo>
                    <a:pt x="0" y="529952"/>
                  </a:lnTo>
                  <a:lnTo>
                    <a:pt x="0" y="527322"/>
                  </a:lnTo>
                  <a:lnTo>
                    <a:pt x="464" y="526199"/>
                  </a:lnTo>
                  <a:lnTo>
                    <a:pt x="2324" y="524339"/>
                  </a:lnTo>
                  <a:lnTo>
                    <a:pt x="3447" y="523874"/>
                  </a:lnTo>
                  <a:lnTo>
                    <a:pt x="6077" y="523874"/>
                  </a:lnTo>
                  <a:lnTo>
                    <a:pt x="7200" y="524339"/>
                  </a:lnTo>
                  <a:lnTo>
                    <a:pt x="9060" y="526199"/>
                  </a:lnTo>
                  <a:lnTo>
                    <a:pt x="9524" y="527322"/>
                  </a:lnTo>
                  <a:lnTo>
                    <a:pt x="9524" y="529952"/>
                  </a:lnTo>
                  <a:lnTo>
                    <a:pt x="9060" y="531075"/>
                  </a:lnTo>
                  <a:lnTo>
                    <a:pt x="7200" y="532934"/>
                  </a:lnTo>
                  <a:lnTo>
                    <a:pt x="6077" y="533399"/>
                  </a:lnTo>
                  <a:close/>
                </a:path>
                <a:path w="9525" h="1009650">
                  <a:moveTo>
                    <a:pt x="6077" y="485774"/>
                  </a:moveTo>
                  <a:lnTo>
                    <a:pt x="3447" y="485774"/>
                  </a:lnTo>
                  <a:lnTo>
                    <a:pt x="2324" y="485309"/>
                  </a:lnTo>
                  <a:lnTo>
                    <a:pt x="464" y="483450"/>
                  </a:lnTo>
                  <a:lnTo>
                    <a:pt x="0" y="482327"/>
                  </a:lnTo>
                  <a:lnTo>
                    <a:pt x="0" y="479697"/>
                  </a:lnTo>
                  <a:lnTo>
                    <a:pt x="464" y="478574"/>
                  </a:lnTo>
                  <a:lnTo>
                    <a:pt x="2324" y="476714"/>
                  </a:lnTo>
                  <a:lnTo>
                    <a:pt x="3447" y="476249"/>
                  </a:lnTo>
                  <a:lnTo>
                    <a:pt x="6077" y="476249"/>
                  </a:lnTo>
                  <a:lnTo>
                    <a:pt x="7200" y="476714"/>
                  </a:lnTo>
                  <a:lnTo>
                    <a:pt x="9060" y="478574"/>
                  </a:lnTo>
                  <a:lnTo>
                    <a:pt x="9524" y="479697"/>
                  </a:lnTo>
                  <a:lnTo>
                    <a:pt x="9524" y="482327"/>
                  </a:lnTo>
                  <a:lnTo>
                    <a:pt x="9060" y="483450"/>
                  </a:lnTo>
                  <a:lnTo>
                    <a:pt x="7200" y="485309"/>
                  </a:lnTo>
                  <a:lnTo>
                    <a:pt x="6077" y="485774"/>
                  </a:lnTo>
                  <a:close/>
                </a:path>
                <a:path w="9525" h="1009650">
                  <a:moveTo>
                    <a:pt x="6077" y="438149"/>
                  </a:moveTo>
                  <a:lnTo>
                    <a:pt x="3447" y="438149"/>
                  </a:lnTo>
                  <a:lnTo>
                    <a:pt x="2324" y="437684"/>
                  </a:lnTo>
                  <a:lnTo>
                    <a:pt x="464" y="435825"/>
                  </a:lnTo>
                  <a:lnTo>
                    <a:pt x="0" y="434702"/>
                  </a:lnTo>
                  <a:lnTo>
                    <a:pt x="0" y="432072"/>
                  </a:lnTo>
                  <a:lnTo>
                    <a:pt x="464" y="430949"/>
                  </a:lnTo>
                  <a:lnTo>
                    <a:pt x="2324" y="429089"/>
                  </a:lnTo>
                  <a:lnTo>
                    <a:pt x="3447" y="428624"/>
                  </a:lnTo>
                  <a:lnTo>
                    <a:pt x="6077" y="428624"/>
                  </a:lnTo>
                  <a:lnTo>
                    <a:pt x="7200" y="429089"/>
                  </a:lnTo>
                  <a:lnTo>
                    <a:pt x="9060" y="430949"/>
                  </a:lnTo>
                  <a:lnTo>
                    <a:pt x="9524" y="432072"/>
                  </a:lnTo>
                  <a:lnTo>
                    <a:pt x="9524" y="434702"/>
                  </a:lnTo>
                  <a:lnTo>
                    <a:pt x="9060" y="435825"/>
                  </a:lnTo>
                  <a:lnTo>
                    <a:pt x="7200" y="437684"/>
                  </a:lnTo>
                  <a:lnTo>
                    <a:pt x="6077" y="438149"/>
                  </a:lnTo>
                  <a:close/>
                </a:path>
                <a:path w="9525" h="1009650">
                  <a:moveTo>
                    <a:pt x="6077" y="390524"/>
                  </a:moveTo>
                  <a:lnTo>
                    <a:pt x="3447" y="390524"/>
                  </a:lnTo>
                  <a:lnTo>
                    <a:pt x="2324" y="390059"/>
                  </a:lnTo>
                  <a:lnTo>
                    <a:pt x="464" y="388200"/>
                  </a:lnTo>
                  <a:lnTo>
                    <a:pt x="0" y="387077"/>
                  </a:lnTo>
                  <a:lnTo>
                    <a:pt x="0" y="384447"/>
                  </a:lnTo>
                  <a:lnTo>
                    <a:pt x="464" y="383324"/>
                  </a:lnTo>
                  <a:lnTo>
                    <a:pt x="2324" y="381464"/>
                  </a:lnTo>
                  <a:lnTo>
                    <a:pt x="3447" y="380999"/>
                  </a:lnTo>
                  <a:lnTo>
                    <a:pt x="6077" y="380999"/>
                  </a:lnTo>
                  <a:lnTo>
                    <a:pt x="7200" y="381464"/>
                  </a:lnTo>
                  <a:lnTo>
                    <a:pt x="9060" y="383324"/>
                  </a:lnTo>
                  <a:lnTo>
                    <a:pt x="9524" y="384447"/>
                  </a:lnTo>
                  <a:lnTo>
                    <a:pt x="9524" y="387077"/>
                  </a:lnTo>
                  <a:lnTo>
                    <a:pt x="9060" y="388200"/>
                  </a:lnTo>
                  <a:lnTo>
                    <a:pt x="7200" y="390059"/>
                  </a:lnTo>
                  <a:lnTo>
                    <a:pt x="6077" y="390524"/>
                  </a:lnTo>
                  <a:close/>
                </a:path>
                <a:path w="9525" h="1009650">
                  <a:moveTo>
                    <a:pt x="6077" y="342899"/>
                  </a:moveTo>
                  <a:lnTo>
                    <a:pt x="3447" y="342899"/>
                  </a:lnTo>
                  <a:lnTo>
                    <a:pt x="2324" y="342434"/>
                  </a:lnTo>
                  <a:lnTo>
                    <a:pt x="464" y="340575"/>
                  </a:lnTo>
                  <a:lnTo>
                    <a:pt x="0" y="339452"/>
                  </a:lnTo>
                  <a:lnTo>
                    <a:pt x="0" y="336822"/>
                  </a:lnTo>
                  <a:lnTo>
                    <a:pt x="464" y="335699"/>
                  </a:lnTo>
                  <a:lnTo>
                    <a:pt x="2324" y="333839"/>
                  </a:lnTo>
                  <a:lnTo>
                    <a:pt x="3447" y="333374"/>
                  </a:lnTo>
                  <a:lnTo>
                    <a:pt x="6077" y="333374"/>
                  </a:lnTo>
                  <a:lnTo>
                    <a:pt x="7200" y="333839"/>
                  </a:lnTo>
                  <a:lnTo>
                    <a:pt x="9060" y="335699"/>
                  </a:lnTo>
                  <a:lnTo>
                    <a:pt x="9524" y="336822"/>
                  </a:lnTo>
                  <a:lnTo>
                    <a:pt x="9524" y="339452"/>
                  </a:lnTo>
                  <a:lnTo>
                    <a:pt x="9060" y="340575"/>
                  </a:lnTo>
                  <a:lnTo>
                    <a:pt x="7200" y="342434"/>
                  </a:lnTo>
                  <a:lnTo>
                    <a:pt x="6077" y="342899"/>
                  </a:lnTo>
                  <a:close/>
                </a:path>
                <a:path w="9525" h="1009650">
                  <a:moveTo>
                    <a:pt x="6077" y="295274"/>
                  </a:moveTo>
                  <a:lnTo>
                    <a:pt x="3447" y="295274"/>
                  </a:lnTo>
                  <a:lnTo>
                    <a:pt x="2324" y="294809"/>
                  </a:lnTo>
                  <a:lnTo>
                    <a:pt x="464" y="292950"/>
                  </a:lnTo>
                  <a:lnTo>
                    <a:pt x="0" y="291827"/>
                  </a:lnTo>
                  <a:lnTo>
                    <a:pt x="0" y="289197"/>
                  </a:lnTo>
                  <a:lnTo>
                    <a:pt x="464" y="288074"/>
                  </a:lnTo>
                  <a:lnTo>
                    <a:pt x="2324" y="286214"/>
                  </a:lnTo>
                  <a:lnTo>
                    <a:pt x="3447" y="285749"/>
                  </a:lnTo>
                  <a:lnTo>
                    <a:pt x="6077" y="285749"/>
                  </a:lnTo>
                  <a:lnTo>
                    <a:pt x="7200" y="286214"/>
                  </a:lnTo>
                  <a:lnTo>
                    <a:pt x="9060" y="288074"/>
                  </a:lnTo>
                  <a:lnTo>
                    <a:pt x="9524" y="289197"/>
                  </a:lnTo>
                  <a:lnTo>
                    <a:pt x="9524" y="291827"/>
                  </a:lnTo>
                  <a:lnTo>
                    <a:pt x="9060" y="292950"/>
                  </a:lnTo>
                  <a:lnTo>
                    <a:pt x="7200" y="294809"/>
                  </a:lnTo>
                  <a:lnTo>
                    <a:pt x="6077" y="295274"/>
                  </a:lnTo>
                  <a:close/>
                </a:path>
                <a:path w="9525" h="1009650">
                  <a:moveTo>
                    <a:pt x="6077" y="247649"/>
                  </a:moveTo>
                  <a:lnTo>
                    <a:pt x="3447" y="247649"/>
                  </a:lnTo>
                  <a:lnTo>
                    <a:pt x="2324" y="247184"/>
                  </a:lnTo>
                  <a:lnTo>
                    <a:pt x="464" y="245325"/>
                  </a:lnTo>
                  <a:lnTo>
                    <a:pt x="0" y="244202"/>
                  </a:lnTo>
                  <a:lnTo>
                    <a:pt x="0" y="241572"/>
                  </a:lnTo>
                  <a:lnTo>
                    <a:pt x="464" y="240449"/>
                  </a:lnTo>
                  <a:lnTo>
                    <a:pt x="2324" y="238589"/>
                  </a:lnTo>
                  <a:lnTo>
                    <a:pt x="3447" y="238124"/>
                  </a:lnTo>
                  <a:lnTo>
                    <a:pt x="6077" y="238124"/>
                  </a:lnTo>
                  <a:lnTo>
                    <a:pt x="7200" y="238589"/>
                  </a:lnTo>
                  <a:lnTo>
                    <a:pt x="9060" y="240449"/>
                  </a:lnTo>
                  <a:lnTo>
                    <a:pt x="9524" y="241572"/>
                  </a:lnTo>
                  <a:lnTo>
                    <a:pt x="9524" y="244202"/>
                  </a:lnTo>
                  <a:lnTo>
                    <a:pt x="9060" y="245325"/>
                  </a:lnTo>
                  <a:lnTo>
                    <a:pt x="7200" y="247184"/>
                  </a:lnTo>
                  <a:lnTo>
                    <a:pt x="6077" y="247649"/>
                  </a:lnTo>
                  <a:close/>
                </a:path>
                <a:path w="9525" h="1009650">
                  <a:moveTo>
                    <a:pt x="6077" y="200024"/>
                  </a:moveTo>
                  <a:lnTo>
                    <a:pt x="3447" y="200024"/>
                  </a:lnTo>
                  <a:lnTo>
                    <a:pt x="2324" y="199559"/>
                  </a:lnTo>
                  <a:lnTo>
                    <a:pt x="464" y="197700"/>
                  </a:lnTo>
                  <a:lnTo>
                    <a:pt x="0" y="196577"/>
                  </a:lnTo>
                  <a:lnTo>
                    <a:pt x="0" y="193947"/>
                  </a:lnTo>
                  <a:lnTo>
                    <a:pt x="464" y="192824"/>
                  </a:lnTo>
                  <a:lnTo>
                    <a:pt x="2324" y="190964"/>
                  </a:lnTo>
                  <a:lnTo>
                    <a:pt x="3447" y="190499"/>
                  </a:lnTo>
                  <a:lnTo>
                    <a:pt x="6077" y="190499"/>
                  </a:lnTo>
                  <a:lnTo>
                    <a:pt x="7200" y="190964"/>
                  </a:lnTo>
                  <a:lnTo>
                    <a:pt x="9060" y="192824"/>
                  </a:lnTo>
                  <a:lnTo>
                    <a:pt x="9524" y="193947"/>
                  </a:lnTo>
                  <a:lnTo>
                    <a:pt x="9524" y="196577"/>
                  </a:lnTo>
                  <a:lnTo>
                    <a:pt x="9060" y="197700"/>
                  </a:lnTo>
                  <a:lnTo>
                    <a:pt x="7200" y="199559"/>
                  </a:lnTo>
                  <a:lnTo>
                    <a:pt x="6077" y="200024"/>
                  </a:lnTo>
                  <a:close/>
                </a:path>
                <a:path w="9525" h="1009650">
                  <a:moveTo>
                    <a:pt x="6077" y="152399"/>
                  </a:moveTo>
                  <a:lnTo>
                    <a:pt x="3447" y="152399"/>
                  </a:lnTo>
                  <a:lnTo>
                    <a:pt x="2324" y="151934"/>
                  </a:lnTo>
                  <a:lnTo>
                    <a:pt x="464" y="150075"/>
                  </a:lnTo>
                  <a:lnTo>
                    <a:pt x="0" y="148952"/>
                  </a:lnTo>
                  <a:lnTo>
                    <a:pt x="0" y="146322"/>
                  </a:lnTo>
                  <a:lnTo>
                    <a:pt x="464" y="145199"/>
                  </a:lnTo>
                  <a:lnTo>
                    <a:pt x="2324" y="143339"/>
                  </a:lnTo>
                  <a:lnTo>
                    <a:pt x="3447" y="142874"/>
                  </a:lnTo>
                  <a:lnTo>
                    <a:pt x="6077" y="142874"/>
                  </a:lnTo>
                  <a:lnTo>
                    <a:pt x="7200" y="143339"/>
                  </a:lnTo>
                  <a:lnTo>
                    <a:pt x="9060" y="145199"/>
                  </a:lnTo>
                  <a:lnTo>
                    <a:pt x="9524" y="146322"/>
                  </a:lnTo>
                  <a:lnTo>
                    <a:pt x="9524" y="148952"/>
                  </a:lnTo>
                  <a:lnTo>
                    <a:pt x="9060" y="150075"/>
                  </a:lnTo>
                  <a:lnTo>
                    <a:pt x="7200" y="151934"/>
                  </a:lnTo>
                  <a:lnTo>
                    <a:pt x="6077" y="152399"/>
                  </a:lnTo>
                  <a:close/>
                </a:path>
                <a:path w="9525" h="1009650">
                  <a:moveTo>
                    <a:pt x="6077" y="104774"/>
                  </a:moveTo>
                  <a:lnTo>
                    <a:pt x="3447" y="104774"/>
                  </a:lnTo>
                  <a:lnTo>
                    <a:pt x="2324" y="104309"/>
                  </a:lnTo>
                  <a:lnTo>
                    <a:pt x="464" y="102450"/>
                  </a:lnTo>
                  <a:lnTo>
                    <a:pt x="0" y="101327"/>
                  </a:lnTo>
                  <a:lnTo>
                    <a:pt x="0" y="98697"/>
                  </a:lnTo>
                  <a:lnTo>
                    <a:pt x="464" y="97574"/>
                  </a:lnTo>
                  <a:lnTo>
                    <a:pt x="2324" y="95715"/>
                  </a:lnTo>
                  <a:lnTo>
                    <a:pt x="3447" y="95249"/>
                  </a:lnTo>
                  <a:lnTo>
                    <a:pt x="6077" y="95249"/>
                  </a:lnTo>
                  <a:lnTo>
                    <a:pt x="7200" y="95715"/>
                  </a:lnTo>
                  <a:lnTo>
                    <a:pt x="9060" y="97574"/>
                  </a:lnTo>
                  <a:lnTo>
                    <a:pt x="9524" y="98697"/>
                  </a:lnTo>
                  <a:lnTo>
                    <a:pt x="9524" y="101327"/>
                  </a:lnTo>
                  <a:lnTo>
                    <a:pt x="9060" y="102450"/>
                  </a:lnTo>
                  <a:lnTo>
                    <a:pt x="7200" y="104309"/>
                  </a:lnTo>
                  <a:lnTo>
                    <a:pt x="6077" y="104774"/>
                  </a:lnTo>
                  <a:close/>
                </a:path>
                <a:path w="9525" h="1009650">
                  <a:moveTo>
                    <a:pt x="6077" y="57149"/>
                  </a:moveTo>
                  <a:lnTo>
                    <a:pt x="3447" y="57149"/>
                  </a:lnTo>
                  <a:lnTo>
                    <a:pt x="2324" y="56684"/>
                  </a:lnTo>
                  <a:lnTo>
                    <a:pt x="464" y="54825"/>
                  </a:lnTo>
                  <a:lnTo>
                    <a:pt x="0" y="53702"/>
                  </a:lnTo>
                  <a:lnTo>
                    <a:pt x="0" y="51072"/>
                  </a:lnTo>
                  <a:lnTo>
                    <a:pt x="464" y="49949"/>
                  </a:lnTo>
                  <a:lnTo>
                    <a:pt x="2324" y="48089"/>
                  </a:lnTo>
                  <a:lnTo>
                    <a:pt x="3447" y="47624"/>
                  </a:lnTo>
                  <a:lnTo>
                    <a:pt x="6077" y="47624"/>
                  </a:lnTo>
                  <a:lnTo>
                    <a:pt x="7200" y="48089"/>
                  </a:lnTo>
                  <a:lnTo>
                    <a:pt x="9060" y="49949"/>
                  </a:lnTo>
                  <a:lnTo>
                    <a:pt x="9524" y="51072"/>
                  </a:lnTo>
                  <a:lnTo>
                    <a:pt x="9524" y="53702"/>
                  </a:lnTo>
                  <a:lnTo>
                    <a:pt x="9060" y="54825"/>
                  </a:lnTo>
                  <a:lnTo>
                    <a:pt x="7200" y="56684"/>
                  </a:lnTo>
                  <a:lnTo>
                    <a:pt x="6077" y="57149"/>
                  </a:lnTo>
                  <a:close/>
                </a:path>
                <a:path w="9525" h="1009650">
                  <a:moveTo>
                    <a:pt x="6077" y="9524"/>
                  </a:moveTo>
                  <a:lnTo>
                    <a:pt x="3447" y="9524"/>
                  </a:lnTo>
                  <a:lnTo>
                    <a:pt x="2324" y="9059"/>
                  </a:lnTo>
                  <a:lnTo>
                    <a:pt x="464" y="7200"/>
                  </a:lnTo>
                  <a:lnTo>
                    <a:pt x="0" y="6077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6077" y="0"/>
                  </a:lnTo>
                  <a:lnTo>
                    <a:pt x="7200" y="464"/>
                  </a:lnTo>
                  <a:lnTo>
                    <a:pt x="9060" y="2324"/>
                  </a:lnTo>
                  <a:lnTo>
                    <a:pt x="9524" y="3447"/>
                  </a:lnTo>
                  <a:lnTo>
                    <a:pt x="9524" y="6077"/>
                  </a:lnTo>
                  <a:lnTo>
                    <a:pt x="9060" y="7200"/>
                  </a:lnTo>
                  <a:lnTo>
                    <a:pt x="7200" y="9059"/>
                  </a:lnTo>
                  <a:lnTo>
                    <a:pt x="6077" y="952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19549" y="4729162"/>
              <a:ext cx="9524" cy="1009649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869183" y="5749924"/>
            <a:ext cx="310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40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34084" y="5734684"/>
            <a:ext cx="780415" cy="3302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spc="-4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460334" y="4979479"/>
            <a:ext cx="139700" cy="4902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30" dirty="0">
                <a:solidFill>
                  <a:srgbClr val="252423"/>
                </a:solidFill>
                <a:latin typeface="Trebuchet MS"/>
                <a:cs typeface="Trebuchet MS"/>
              </a:rPr>
              <a:t>Segmento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754485" y="4801734"/>
            <a:ext cx="601980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GOVERN…</a:t>
            </a:r>
            <a:endParaRPr sz="900">
              <a:latin typeface="Segoe UI"/>
              <a:cs typeface="Segoe UI"/>
            </a:endParaRPr>
          </a:p>
          <a:p>
            <a:pPr marL="12700" marR="5080" indent="50165" algn="just">
              <a:lnSpc>
                <a:spcPct val="1615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SMALL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ENTERPRI… MIDMAR…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428874" y="4400550"/>
            <a:ext cx="1814830" cy="1333500"/>
            <a:chOff x="2428874" y="4400550"/>
            <a:chExt cx="1814830" cy="1333500"/>
          </a:xfrm>
        </p:grpSpPr>
        <p:sp>
          <p:nvSpPr>
            <p:cNvPr id="54" name="object 54"/>
            <p:cNvSpPr/>
            <p:nvPr/>
          </p:nvSpPr>
          <p:spPr>
            <a:xfrm>
              <a:off x="2428874" y="4803498"/>
              <a:ext cx="1567815" cy="152400"/>
            </a:xfrm>
            <a:custGeom>
              <a:avLst/>
              <a:gdLst/>
              <a:ahLst/>
              <a:cxnLst/>
              <a:rect l="l" t="t" r="r" b="b"/>
              <a:pathLst>
                <a:path w="1567814" h="152400">
                  <a:moveTo>
                    <a:pt x="1567553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1567553" y="0"/>
                  </a:lnTo>
                  <a:lnTo>
                    <a:pt x="1567553" y="152399"/>
                  </a:lnTo>
                  <a:close/>
                </a:path>
              </a:pathLst>
            </a:custGeom>
            <a:solidFill>
              <a:srgbClr val="6A23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428874" y="5025058"/>
              <a:ext cx="1356360" cy="152400"/>
            </a:xfrm>
            <a:custGeom>
              <a:avLst/>
              <a:gdLst/>
              <a:ahLst/>
              <a:cxnLst/>
              <a:rect l="l" t="t" r="r" b="b"/>
              <a:pathLst>
                <a:path w="1356360" h="152400">
                  <a:moveTo>
                    <a:pt x="1355741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1355741" y="0"/>
                  </a:lnTo>
                  <a:lnTo>
                    <a:pt x="1355741" y="152399"/>
                  </a:lnTo>
                  <a:close/>
                </a:path>
              </a:pathLst>
            </a:custGeom>
            <a:solidFill>
              <a:srgbClr val="7D37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428874" y="5246618"/>
              <a:ext cx="619125" cy="152400"/>
            </a:xfrm>
            <a:custGeom>
              <a:avLst/>
              <a:gdLst/>
              <a:ahLst/>
              <a:cxnLst/>
              <a:rect l="l" t="t" r="r" b="b"/>
              <a:pathLst>
                <a:path w="619125" h="152400">
                  <a:moveTo>
                    <a:pt x="618857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618857" y="0"/>
                  </a:lnTo>
                  <a:lnTo>
                    <a:pt x="618857" y="152399"/>
                  </a:lnTo>
                  <a:close/>
                </a:path>
              </a:pathLst>
            </a:custGeom>
            <a:solidFill>
              <a:srgbClr val="BE7E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428874" y="5468178"/>
              <a:ext cx="73025" cy="152400"/>
            </a:xfrm>
            <a:custGeom>
              <a:avLst/>
              <a:gdLst/>
              <a:ahLst/>
              <a:cxnLst/>
              <a:rect l="l" t="t" r="r" b="b"/>
              <a:pathLst>
                <a:path w="73025" h="152400">
                  <a:moveTo>
                    <a:pt x="72997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72997" y="0"/>
                  </a:lnTo>
                  <a:lnTo>
                    <a:pt x="72997" y="152399"/>
                  </a:lnTo>
                  <a:close/>
                </a:path>
              </a:pathLst>
            </a:custGeom>
            <a:solidFill>
              <a:srgbClr val="ECB3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62424" y="4714874"/>
              <a:ext cx="76200" cy="1019175"/>
            </a:xfrm>
            <a:custGeom>
              <a:avLst/>
              <a:gdLst/>
              <a:ahLst/>
              <a:cxnLst/>
              <a:rect l="l" t="t" r="r" b="b"/>
              <a:pathLst>
                <a:path w="76200" h="1019175">
                  <a:moveTo>
                    <a:pt x="43152" y="1019174"/>
                  </a:moveTo>
                  <a:lnTo>
                    <a:pt x="33047" y="1019174"/>
                  </a:lnTo>
                  <a:lnTo>
                    <a:pt x="28187" y="1018208"/>
                  </a:lnTo>
                  <a:lnTo>
                    <a:pt x="966" y="990987"/>
                  </a:lnTo>
                  <a:lnTo>
                    <a:pt x="0" y="986127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3152" y="0"/>
                  </a:lnTo>
                  <a:lnTo>
                    <a:pt x="75233" y="28187"/>
                  </a:lnTo>
                  <a:lnTo>
                    <a:pt x="76199" y="33047"/>
                  </a:lnTo>
                  <a:lnTo>
                    <a:pt x="76199" y="986127"/>
                  </a:lnTo>
                  <a:lnTo>
                    <a:pt x="48012" y="1018208"/>
                  </a:lnTo>
                  <a:lnTo>
                    <a:pt x="43152" y="1019174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162424" y="4714874"/>
              <a:ext cx="76200" cy="811530"/>
            </a:xfrm>
            <a:custGeom>
              <a:avLst/>
              <a:gdLst/>
              <a:ahLst/>
              <a:cxnLst/>
              <a:rect l="l" t="t" r="r" b="b"/>
              <a:pathLst>
                <a:path w="76200" h="811529">
                  <a:moveTo>
                    <a:pt x="43152" y="811179"/>
                  </a:moveTo>
                  <a:lnTo>
                    <a:pt x="33047" y="811179"/>
                  </a:lnTo>
                  <a:lnTo>
                    <a:pt x="28187" y="810213"/>
                  </a:lnTo>
                  <a:lnTo>
                    <a:pt x="966" y="782992"/>
                  </a:lnTo>
                  <a:lnTo>
                    <a:pt x="0" y="77813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3152" y="0"/>
                  </a:lnTo>
                  <a:lnTo>
                    <a:pt x="75233" y="28187"/>
                  </a:lnTo>
                  <a:lnTo>
                    <a:pt x="76199" y="33047"/>
                  </a:lnTo>
                  <a:lnTo>
                    <a:pt x="76199" y="778132"/>
                  </a:lnTo>
                  <a:lnTo>
                    <a:pt x="48012" y="810213"/>
                  </a:lnTo>
                  <a:lnTo>
                    <a:pt x="43152" y="81117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162424" y="4714874"/>
              <a:ext cx="76200" cy="811530"/>
            </a:xfrm>
            <a:custGeom>
              <a:avLst/>
              <a:gdLst/>
              <a:ahLst/>
              <a:cxnLst/>
              <a:rect l="l" t="t" r="r" b="b"/>
              <a:pathLst>
                <a:path w="76200" h="811529">
                  <a:moveTo>
                    <a:pt x="38099" y="0"/>
                  </a:moveTo>
                  <a:lnTo>
                    <a:pt x="43152" y="0"/>
                  </a:lnTo>
                  <a:lnTo>
                    <a:pt x="48012" y="966"/>
                  </a:lnTo>
                  <a:lnTo>
                    <a:pt x="73299" y="23519"/>
                  </a:lnTo>
                  <a:lnTo>
                    <a:pt x="75233" y="28187"/>
                  </a:lnTo>
                  <a:lnTo>
                    <a:pt x="76199" y="33047"/>
                  </a:lnTo>
                  <a:lnTo>
                    <a:pt x="76199" y="38099"/>
                  </a:lnTo>
                  <a:lnTo>
                    <a:pt x="76199" y="773080"/>
                  </a:lnTo>
                  <a:lnTo>
                    <a:pt x="76199" y="778132"/>
                  </a:lnTo>
                  <a:lnTo>
                    <a:pt x="75233" y="782992"/>
                  </a:lnTo>
                  <a:lnTo>
                    <a:pt x="73299" y="787660"/>
                  </a:lnTo>
                  <a:lnTo>
                    <a:pt x="71366" y="792328"/>
                  </a:lnTo>
                  <a:lnTo>
                    <a:pt x="38099" y="811180"/>
                  </a:lnTo>
                  <a:lnTo>
                    <a:pt x="33047" y="811179"/>
                  </a:lnTo>
                  <a:lnTo>
                    <a:pt x="2900" y="787660"/>
                  </a:lnTo>
                  <a:lnTo>
                    <a:pt x="966" y="782992"/>
                  </a:lnTo>
                  <a:lnTo>
                    <a:pt x="0" y="778132"/>
                  </a:lnTo>
                  <a:lnTo>
                    <a:pt x="0" y="773080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701" y="4400550"/>
              <a:ext cx="685799" cy="171449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1463674" y="3797300"/>
            <a:ext cx="2525395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7395">
              <a:lnSpc>
                <a:spcPct val="100000"/>
              </a:lnSpc>
              <a:spcBef>
                <a:spcPts val="100"/>
              </a:spcBef>
              <a:tabLst>
                <a:tab pos="1567815" algn="l"/>
              </a:tabLst>
            </a:pPr>
            <a:r>
              <a:rPr sz="900" b="1" spc="-10" dirty="0">
                <a:latin typeface="Segoe UI"/>
                <a:cs typeface="Segoe UI"/>
              </a:rPr>
              <a:t>janeiro</a:t>
            </a:r>
            <a:r>
              <a:rPr sz="900" b="1" dirty="0">
                <a:latin typeface="Segoe UI"/>
                <a:cs typeface="Segoe UI"/>
              </a:rPr>
              <a:t>	</a:t>
            </a:r>
            <a:r>
              <a:rPr sz="900" b="1" spc="-10" dirty="0">
                <a:latin typeface="Segoe UI"/>
                <a:cs typeface="Segoe UI"/>
              </a:rPr>
              <a:t>fevereiro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Segmento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  <a:tabLst>
                <a:tab pos="2078989" algn="l"/>
              </a:tabLst>
            </a:pP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Soma</a:t>
            </a:r>
            <a:r>
              <a:rPr sz="900" b="1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de</a:t>
            </a:r>
            <a:r>
              <a:rPr sz="900" b="1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Vendas</a:t>
            </a:r>
            <a:r>
              <a:rPr sz="900" b="1" spc="28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1,40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39,42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845174" y="3937905"/>
            <a:ext cx="2087245" cy="40640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635">
              <a:lnSpc>
                <a:spcPct val="100000"/>
              </a:lnSpc>
              <a:spcBef>
                <a:spcPts val="190"/>
              </a:spcBef>
            </a:pPr>
            <a:r>
              <a:rPr sz="900" spc="-25" dirty="0">
                <a:solidFill>
                  <a:srgbClr val="252423"/>
                </a:solidFill>
                <a:latin typeface="Tahoma"/>
                <a:cs typeface="Tahoma"/>
              </a:rPr>
              <a:t>Mês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rebuchet MS"/>
                <a:cs typeface="Trebuchet MS"/>
              </a:rPr>
              <a:t>Produto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619875" y="4729162"/>
            <a:ext cx="9525" cy="1009650"/>
          </a:xfrm>
          <a:custGeom>
            <a:avLst/>
            <a:gdLst/>
            <a:ahLst/>
            <a:cxnLst/>
            <a:rect l="l" t="t" r="r" b="b"/>
            <a:pathLst>
              <a:path w="9525" h="10096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0096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0096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0096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0096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0096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0096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0096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0096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0096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0096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0096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0096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0096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0096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0096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0096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0096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0096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0096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5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5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0096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0096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500316" y="5749924"/>
            <a:ext cx="248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807325" y="4729162"/>
            <a:ext cx="9525" cy="1009650"/>
          </a:xfrm>
          <a:custGeom>
            <a:avLst/>
            <a:gdLst/>
            <a:ahLst/>
            <a:cxnLst/>
            <a:rect l="l" t="t" r="r" b="b"/>
            <a:pathLst>
              <a:path w="9525" h="10096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0096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0096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0096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0096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0096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0096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0096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0096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0096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0096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0096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0096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0096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0096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0096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0096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0096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0096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0096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5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5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0096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0096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120334" y="5734684"/>
            <a:ext cx="847090" cy="3302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549275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4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841834" y="5029968"/>
            <a:ext cx="139700" cy="3892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Produto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056808" y="4801734"/>
            <a:ext cx="490220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Paseo</a:t>
            </a:r>
            <a:endParaRPr sz="900">
              <a:latin typeface="Segoe UI"/>
              <a:cs typeface="Segoe UI"/>
            </a:endParaRPr>
          </a:p>
          <a:p>
            <a:pPr marL="281940">
              <a:lnSpc>
                <a:spcPct val="100000"/>
              </a:lnSpc>
              <a:spcBef>
                <a:spcPts val="665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VTT</a:t>
            </a:r>
            <a:endParaRPr sz="900">
              <a:latin typeface="Segoe UI"/>
              <a:cs typeface="Segoe UI"/>
            </a:endParaRPr>
          </a:p>
          <a:p>
            <a:pPr marL="12700" marR="5080" indent="52705">
              <a:lnSpc>
                <a:spcPct val="1615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Amarilla Carretera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619875" y="4400550"/>
            <a:ext cx="2005330" cy="1333500"/>
            <a:chOff x="6619875" y="4400550"/>
            <a:chExt cx="2005330" cy="1333500"/>
          </a:xfrm>
        </p:grpSpPr>
        <p:sp>
          <p:nvSpPr>
            <p:cNvPr id="71" name="object 71"/>
            <p:cNvSpPr/>
            <p:nvPr/>
          </p:nvSpPr>
          <p:spPr>
            <a:xfrm>
              <a:off x="6619875" y="4803498"/>
              <a:ext cx="1609090" cy="152400"/>
            </a:xfrm>
            <a:custGeom>
              <a:avLst/>
              <a:gdLst/>
              <a:ahLst/>
              <a:cxnLst/>
              <a:rect l="l" t="t" r="r" b="b"/>
              <a:pathLst>
                <a:path w="1609090" h="152400">
                  <a:moveTo>
                    <a:pt x="1608780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1608780" y="0"/>
                  </a:lnTo>
                  <a:lnTo>
                    <a:pt x="1608780" y="152399"/>
                  </a:lnTo>
                  <a:close/>
                </a:path>
              </a:pathLst>
            </a:custGeom>
            <a:solidFill>
              <a:srgbClr val="6D5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619875" y="5025058"/>
              <a:ext cx="897255" cy="152400"/>
            </a:xfrm>
            <a:custGeom>
              <a:avLst/>
              <a:gdLst/>
              <a:ahLst/>
              <a:cxnLst/>
              <a:rect l="l" t="t" r="r" b="b"/>
              <a:pathLst>
                <a:path w="897254" h="152400">
                  <a:moveTo>
                    <a:pt x="897147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897147" y="0"/>
                  </a:lnTo>
                  <a:lnTo>
                    <a:pt x="897147" y="152399"/>
                  </a:lnTo>
                  <a:close/>
                </a:path>
              </a:pathLst>
            </a:custGeom>
            <a:solidFill>
              <a:srgbClr val="D0C1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619875" y="5246618"/>
              <a:ext cx="845185" cy="152400"/>
            </a:xfrm>
            <a:custGeom>
              <a:avLst/>
              <a:gdLst/>
              <a:ahLst/>
              <a:cxnLst/>
              <a:rect l="l" t="t" r="r" b="b"/>
              <a:pathLst>
                <a:path w="845184" h="152400">
                  <a:moveTo>
                    <a:pt x="844750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844750" y="0"/>
                  </a:lnTo>
                  <a:lnTo>
                    <a:pt x="844750" y="152399"/>
                  </a:lnTo>
                  <a:close/>
                </a:path>
              </a:pathLst>
            </a:custGeom>
            <a:solidFill>
              <a:srgbClr val="D9C8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619875" y="5468178"/>
              <a:ext cx="737235" cy="152400"/>
            </a:xfrm>
            <a:custGeom>
              <a:avLst/>
              <a:gdLst/>
              <a:ahLst/>
              <a:cxnLst/>
              <a:rect l="l" t="t" r="r" b="b"/>
              <a:pathLst>
                <a:path w="737234" h="152400">
                  <a:moveTo>
                    <a:pt x="736720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736720" y="0"/>
                  </a:lnTo>
                  <a:lnTo>
                    <a:pt x="736720" y="152399"/>
                  </a:lnTo>
                  <a:close/>
                </a:path>
              </a:pathLst>
            </a:custGeom>
            <a:solidFill>
              <a:srgbClr val="E7D8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543925" y="4714874"/>
              <a:ext cx="76200" cy="1019175"/>
            </a:xfrm>
            <a:custGeom>
              <a:avLst/>
              <a:gdLst/>
              <a:ahLst/>
              <a:cxnLst/>
              <a:rect l="l" t="t" r="r" b="b"/>
              <a:pathLst>
                <a:path w="76200" h="1019175">
                  <a:moveTo>
                    <a:pt x="43152" y="1019174"/>
                  </a:moveTo>
                  <a:lnTo>
                    <a:pt x="33047" y="1019174"/>
                  </a:lnTo>
                  <a:lnTo>
                    <a:pt x="28187" y="1018208"/>
                  </a:lnTo>
                  <a:lnTo>
                    <a:pt x="966" y="990987"/>
                  </a:lnTo>
                  <a:lnTo>
                    <a:pt x="0" y="986127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3152" y="0"/>
                  </a:lnTo>
                  <a:lnTo>
                    <a:pt x="75233" y="28187"/>
                  </a:lnTo>
                  <a:lnTo>
                    <a:pt x="76199" y="33047"/>
                  </a:lnTo>
                  <a:lnTo>
                    <a:pt x="76199" y="986127"/>
                  </a:lnTo>
                  <a:lnTo>
                    <a:pt x="48012" y="1018208"/>
                  </a:lnTo>
                  <a:lnTo>
                    <a:pt x="43152" y="1019174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543925" y="4714874"/>
              <a:ext cx="76200" cy="673735"/>
            </a:xfrm>
            <a:custGeom>
              <a:avLst/>
              <a:gdLst/>
              <a:ahLst/>
              <a:cxnLst/>
              <a:rect l="l" t="t" r="r" b="b"/>
              <a:pathLst>
                <a:path w="76200" h="673735">
                  <a:moveTo>
                    <a:pt x="43152" y="673691"/>
                  </a:moveTo>
                  <a:lnTo>
                    <a:pt x="33047" y="673691"/>
                  </a:lnTo>
                  <a:lnTo>
                    <a:pt x="28187" y="672725"/>
                  </a:lnTo>
                  <a:lnTo>
                    <a:pt x="966" y="645504"/>
                  </a:lnTo>
                  <a:lnTo>
                    <a:pt x="0" y="64064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3152" y="0"/>
                  </a:lnTo>
                  <a:lnTo>
                    <a:pt x="75233" y="28187"/>
                  </a:lnTo>
                  <a:lnTo>
                    <a:pt x="76199" y="33047"/>
                  </a:lnTo>
                  <a:lnTo>
                    <a:pt x="76199" y="640644"/>
                  </a:lnTo>
                  <a:lnTo>
                    <a:pt x="48012" y="672725"/>
                  </a:lnTo>
                  <a:lnTo>
                    <a:pt x="43152" y="673691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543925" y="4714874"/>
              <a:ext cx="76200" cy="673735"/>
            </a:xfrm>
            <a:custGeom>
              <a:avLst/>
              <a:gdLst/>
              <a:ahLst/>
              <a:cxnLst/>
              <a:rect l="l" t="t" r="r" b="b"/>
              <a:pathLst>
                <a:path w="76200" h="673735">
                  <a:moveTo>
                    <a:pt x="38099" y="0"/>
                  </a:moveTo>
                  <a:lnTo>
                    <a:pt x="43152" y="0"/>
                  </a:lnTo>
                  <a:lnTo>
                    <a:pt x="48012" y="966"/>
                  </a:lnTo>
                  <a:lnTo>
                    <a:pt x="73299" y="23519"/>
                  </a:lnTo>
                  <a:lnTo>
                    <a:pt x="75233" y="28187"/>
                  </a:lnTo>
                  <a:lnTo>
                    <a:pt x="76199" y="33047"/>
                  </a:lnTo>
                  <a:lnTo>
                    <a:pt x="76199" y="38099"/>
                  </a:lnTo>
                  <a:lnTo>
                    <a:pt x="76199" y="635591"/>
                  </a:lnTo>
                  <a:lnTo>
                    <a:pt x="57348" y="668858"/>
                  </a:lnTo>
                  <a:lnTo>
                    <a:pt x="38099" y="673691"/>
                  </a:lnTo>
                  <a:lnTo>
                    <a:pt x="33047" y="673691"/>
                  </a:lnTo>
                  <a:lnTo>
                    <a:pt x="28187" y="672725"/>
                  </a:lnTo>
                  <a:lnTo>
                    <a:pt x="23519" y="670791"/>
                  </a:lnTo>
                  <a:lnTo>
                    <a:pt x="18851" y="668858"/>
                  </a:lnTo>
                  <a:lnTo>
                    <a:pt x="0" y="640644"/>
                  </a:lnTo>
                  <a:lnTo>
                    <a:pt x="0" y="635591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1816" y="4400550"/>
              <a:ext cx="685799" cy="171449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5845174" y="4399160"/>
            <a:ext cx="14109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Soma</a:t>
            </a:r>
            <a:r>
              <a:rPr sz="900" b="1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de</a:t>
            </a:r>
            <a:r>
              <a:rPr sz="900" b="1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Vendas</a:t>
            </a:r>
            <a:r>
              <a:rPr sz="900" b="1" spc="28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11,42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973417" y="4399160"/>
            <a:ext cx="4584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27,10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0125074" y="295274"/>
            <a:ext cx="2295525" cy="600075"/>
          </a:xfrm>
          <a:custGeom>
            <a:avLst/>
            <a:gdLst/>
            <a:ahLst/>
            <a:cxnLst/>
            <a:rect l="l" t="t" r="r" b="b"/>
            <a:pathLst>
              <a:path w="2295525" h="600075">
                <a:moveTo>
                  <a:pt x="2295524" y="600074"/>
                </a:moveTo>
                <a:lnTo>
                  <a:pt x="0" y="600074"/>
                </a:lnTo>
                <a:lnTo>
                  <a:pt x="0" y="0"/>
                </a:lnTo>
                <a:lnTo>
                  <a:pt x="2295524" y="0"/>
                </a:lnTo>
                <a:lnTo>
                  <a:pt x="2295524" y="6000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0253661" y="395287"/>
            <a:ext cx="1000125" cy="285750"/>
          </a:xfrm>
          <a:prstGeom prst="rect">
            <a:avLst/>
          </a:prstGeom>
          <a:solidFill>
            <a:srgbClr val="FFFFFF"/>
          </a:solidFill>
          <a:ln w="9524">
            <a:solidFill>
              <a:srgbClr val="E9E9E9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434"/>
              </a:spcBef>
            </a:pPr>
            <a:r>
              <a:rPr sz="1000" b="1" dirty="0">
                <a:solidFill>
                  <a:srgbClr val="252423"/>
                </a:solidFill>
                <a:latin typeface="Segoe UI"/>
                <a:cs typeface="Segoe UI"/>
              </a:rPr>
              <a:t>01/01/2014</a:t>
            </a:r>
            <a:r>
              <a:rPr sz="1000" b="1" spc="24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100" spc="-50" dirty="0">
                <a:solidFill>
                  <a:srgbClr val="252423"/>
                </a:solidFill>
                <a:latin typeface="Arial MT"/>
                <a:cs typeface="Arial MT"/>
              </a:rPr>
              <a:t>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1320461" y="395287"/>
            <a:ext cx="1000125" cy="285750"/>
          </a:xfrm>
          <a:prstGeom prst="rect">
            <a:avLst/>
          </a:prstGeom>
          <a:solidFill>
            <a:srgbClr val="FFFFFF"/>
          </a:solidFill>
          <a:ln w="9524">
            <a:solidFill>
              <a:srgbClr val="E9E9E9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434"/>
              </a:spcBef>
            </a:pPr>
            <a:r>
              <a:rPr sz="1000" b="1" dirty="0">
                <a:solidFill>
                  <a:srgbClr val="252423"/>
                </a:solidFill>
                <a:latin typeface="Segoe UI"/>
                <a:cs typeface="Segoe UI"/>
              </a:rPr>
              <a:t>01/12/2014</a:t>
            </a:r>
            <a:r>
              <a:rPr sz="1000" b="1" spc="24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100" spc="-50" dirty="0">
                <a:solidFill>
                  <a:srgbClr val="252423"/>
                </a:solidFill>
                <a:latin typeface="Arial MT"/>
                <a:cs typeface="Arial MT"/>
              </a:rPr>
              <a:t>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693150" y="482600"/>
            <a:ext cx="1228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52423"/>
                </a:solidFill>
                <a:latin typeface="Segoe UI"/>
                <a:cs typeface="Segoe UI"/>
              </a:rPr>
              <a:t>Selecione</a:t>
            </a:r>
            <a:r>
              <a:rPr sz="1200" b="1" spc="-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200" b="1" dirty="0">
                <a:solidFill>
                  <a:srgbClr val="252423"/>
                </a:solidFill>
                <a:latin typeface="Segoe UI"/>
                <a:cs typeface="Segoe UI"/>
              </a:rPr>
              <a:t>a</a:t>
            </a:r>
            <a:r>
              <a:rPr sz="1200" b="1" spc="-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200" b="1" spc="-10" dirty="0">
                <a:solidFill>
                  <a:srgbClr val="252423"/>
                </a:solidFill>
                <a:latin typeface="Segoe UI"/>
                <a:cs typeface="Segoe UI"/>
              </a:rPr>
              <a:t>data: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1715749" y="3962400"/>
            <a:ext cx="704850" cy="381000"/>
          </a:xfrm>
          <a:custGeom>
            <a:avLst/>
            <a:gdLst/>
            <a:ahLst/>
            <a:cxnLst/>
            <a:rect l="l" t="t" r="r" b="b"/>
            <a:pathLst>
              <a:path w="704850" h="381000">
                <a:moveTo>
                  <a:pt x="0" y="0"/>
                </a:moveTo>
                <a:lnTo>
                  <a:pt x="704849" y="0"/>
                </a:lnTo>
                <a:lnTo>
                  <a:pt x="704849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605D5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11921082" y="4070381"/>
            <a:ext cx="41020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latin typeface="Segoe UI"/>
                <a:cs typeface="Segoe UI"/>
              </a:rPr>
              <a:t>Map…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1001374" y="3962400"/>
            <a:ext cx="714375" cy="381000"/>
          </a:xfrm>
          <a:custGeom>
            <a:avLst/>
            <a:gdLst/>
            <a:ahLst/>
            <a:cxnLst/>
            <a:rect l="l" t="t" r="r" b="b"/>
            <a:pathLst>
              <a:path w="714375" h="381000">
                <a:moveTo>
                  <a:pt x="0" y="0"/>
                </a:moveTo>
                <a:lnTo>
                  <a:pt x="714374" y="0"/>
                </a:lnTo>
                <a:lnTo>
                  <a:pt x="71437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605D5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11122321" y="4070381"/>
            <a:ext cx="4724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Segoe UI"/>
                <a:cs typeface="Segoe UI"/>
              </a:rPr>
              <a:t>Tremap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045575" y="3797300"/>
            <a:ext cx="1818639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  <a:tabLst>
                <a:tab pos="1007744" algn="l"/>
              </a:tabLst>
            </a:pPr>
            <a:r>
              <a:rPr sz="900" b="1" spc="-10" dirty="0">
                <a:latin typeface="Segoe UI"/>
                <a:cs typeface="Segoe UI"/>
              </a:rPr>
              <a:t>setembro</a:t>
            </a:r>
            <a:r>
              <a:rPr sz="900" b="1" dirty="0">
                <a:latin typeface="Segoe UI"/>
                <a:cs typeface="Segoe UI"/>
              </a:rPr>
              <a:t>	</a:t>
            </a:r>
            <a:r>
              <a:rPr sz="900" b="1" spc="-10" dirty="0">
                <a:latin typeface="Segoe UI"/>
                <a:cs typeface="Segoe UI"/>
              </a:rPr>
              <a:t>outubro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252423"/>
                </a:solidFill>
                <a:latin typeface="Trebuchet MS"/>
                <a:cs typeface="Trebuchet MS"/>
              </a:rPr>
              <a:t>País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9050972" y="4364672"/>
            <a:ext cx="3329304" cy="1691005"/>
            <a:chOff x="9050972" y="4364672"/>
            <a:chExt cx="3329304" cy="1691005"/>
          </a:xfrm>
        </p:grpSpPr>
        <p:sp>
          <p:nvSpPr>
            <p:cNvPr id="91" name="object 91"/>
            <p:cNvSpPr/>
            <p:nvPr/>
          </p:nvSpPr>
          <p:spPr>
            <a:xfrm>
              <a:off x="9058274" y="4371974"/>
              <a:ext cx="1423035" cy="842644"/>
            </a:xfrm>
            <a:custGeom>
              <a:avLst/>
              <a:gdLst/>
              <a:ahLst/>
              <a:cxnLst/>
              <a:rect l="l" t="t" r="r" b="b"/>
              <a:pathLst>
                <a:path w="1423034" h="842645">
                  <a:moveTo>
                    <a:pt x="1422570" y="842297"/>
                  </a:moveTo>
                  <a:lnTo>
                    <a:pt x="0" y="842297"/>
                  </a:lnTo>
                  <a:lnTo>
                    <a:pt x="0" y="0"/>
                  </a:lnTo>
                  <a:lnTo>
                    <a:pt x="1422570" y="0"/>
                  </a:lnTo>
                  <a:lnTo>
                    <a:pt x="1422570" y="842297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058274" y="4371974"/>
              <a:ext cx="1423035" cy="842644"/>
            </a:xfrm>
            <a:custGeom>
              <a:avLst/>
              <a:gdLst/>
              <a:ahLst/>
              <a:cxnLst/>
              <a:rect l="l" t="t" r="r" b="b"/>
              <a:pathLst>
                <a:path w="1423034" h="842645">
                  <a:moveTo>
                    <a:pt x="0" y="0"/>
                  </a:moveTo>
                  <a:lnTo>
                    <a:pt x="1422570" y="0"/>
                  </a:lnTo>
                  <a:lnTo>
                    <a:pt x="1422570" y="842297"/>
                  </a:lnTo>
                  <a:lnTo>
                    <a:pt x="0" y="842297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058274" y="5214271"/>
              <a:ext cx="1423035" cy="834390"/>
            </a:xfrm>
            <a:custGeom>
              <a:avLst/>
              <a:gdLst/>
              <a:ahLst/>
              <a:cxnLst/>
              <a:rect l="l" t="t" r="r" b="b"/>
              <a:pathLst>
                <a:path w="1423034" h="834389">
                  <a:moveTo>
                    <a:pt x="1422570" y="834102"/>
                  </a:moveTo>
                  <a:lnTo>
                    <a:pt x="0" y="834102"/>
                  </a:lnTo>
                  <a:lnTo>
                    <a:pt x="0" y="0"/>
                  </a:lnTo>
                  <a:lnTo>
                    <a:pt x="1422570" y="0"/>
                  </a:lnTo>
                  <a:lnTo>
                    <a:pt x="1422570" y="834102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9058274" y="5214271"/>
              <a:ext cx="1423035" cy="834390"/>
            </a:xfrm>
            <a:custGeom>
              <a:avLst/>
              <a:gdLst/>
              <a:ahLst/>
              <a:cxnLst/>
              <a:rect l="l" t="t" r="r" b="b"/>
              <a:pathLst>
                <a:path w="1423034" h="834389">
                  <a:moveTo>
                    <a:pt x="0" y="0"/>
                  </a:moveTo>
                  <a:lnTo>
                    <a:pt x="1422570" y="0"/>
                  </a:lnTo>
                  <a:lnTo>
                    <a:pt x="1422570" y="834102"/>
                  </a:lnTo>
                  <a:lnTo>
                    <a:pt x="0" y="83410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0480845" y="4371974"/>
              <a:ext cx="1310640" cy="883285"/>
            </a:xfrm>
            <a:custGeom>
              <a:avLst/>
              <a:gdLst/>
              <a:ahLst/>
              <a:cxnLst/>
              <a:rect l="l" t="t" r="r" b="b"/>
              <a:pathLst>
                <a:path w="1310640" h="883285">
                  <a:moveTo>
                    <a:pt x="1310602" y="882838"/>
                  </a:moveTo>
                  <a:lnTo>
                    <a:pt x="0" y="882838"/>
                  </a:lnTo>
                  <a:lnTo>
                    <a:pt x="0" y="0"/>
                  </a:lnTo>
                  <a:lnTo>
                    <a:pt x="1310602" y="0"/>
                  </a:lnTo>
                  <a:lnTo>
                    <a:pt x="1310602" y="882838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0480845" y="4371974"/>
              <a:ext cx="1310640" cy="883285"/>
            </a:xfrm>
            <a:custGeom>
              <a:avLst/>
              <a:gdLst/>
              <a:ahLst/>
              <a:cxnLst/>
              <a:rect l="l" t="t" r="r" b="b"/>
              <a:pathLst>
                <a:path w="1310640" h="883285">
                  <a:moveTo>
                    <a:pt x="0" y="0"/>
                  </a:moveTo>
                  <a:lnTo>
                    <a:pt x="1310602" y="0"/>
                  </a:lnTo>
                  <a:lnTo>
                    <a:pt x="1310602" y="882838"/>
                  </a:lnTo>
                  <a:lnTo>
                    <a:pt x="0" y="882838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480845" y="5254813"/>
              <a:ext cx="1310640" cy="793750"/>
            </a:xfrm>
            <a:custGeom>
              <a:avLst/>
              <a:gdLst/>
              <a:ahLst/>
              <a:cxnLst/>
              <a:rect l="l" t="t" r="r" b="b"/>
              <a:pathLst>
                <a:path w="1310640" h="793750">
                  <a:moveTo>
                    <a:pt x="1310602" y="793561"/>
                  </a:moveTo>
                  <a:lnTo>
                    <a:pt x="0" y="793561"/>
                  </a:lnTo>
                  <a:lnTo>
                    <a:pt x="0" y="0"/>
                  </a:lnTo>
                  <a:lnTo>
                    <a:pt x="1310602" y="0"/>
                  </a:lnTo>
                  <a:lnTo>
                    <a:pt x="1310602" y="793561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0480845" y="5254813"/>
              <a:ext cx="1310640" cy="793750"/>
            </a:xfrm>
            <a:custGeom>
              <a:avLst/>
              <a:gdLst/>
              <a:ahLst/>
              <a:cxnLst/>
              <a:rect l="l" t="t" r="r" b="b"/>
              <a:pathLst>
                <a:path w="1310640" h="793750">
                  <a:moveTo>
                    <a:pt x="0" y="0"/>
                  </a:moveTo>
                  <a:lnTo>
                    <a:pt x="1310602" y="0"/>
                  </a:lnTo>
                  <a:lnTo>
                    <a:pt x="1310602" y="793561"/>
                  </a:lnTo>
                  <a:lnTo>
                    <a:pt x="0" y="79356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1791448" y="4371974"/>
              <a:ext cx="581660" cy="1676400"/>
            </a:xfrm>
            <a:custGeom>
              <a:avLst/>
              <a:gdLst/>
              <a:ahLst/>
              <a:cxnLst/>
              <a:rect l="l" t="t" r="r" b="b"/>
              <a:pathLst>
                <a:path w="581659" h="1676400">
                  <a:moveTo>
                    <a:pt x="581526" y="1676399"/>
                  </a:moveTo>
                  <a:lnTo>
                    <a:pt x="0" y="1676399"/>
                  </a:lnTo>
                  <a:lnTo>
                    <a:pt x="0" y="0"/>
                  </a:lnTo>
                  <a:lnTo>
                    <a:pt x="581526" y="0"/>
                  </a:lnTo>
                  <a:lnTo>
                    <a:pt x="581526" y="1676399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1791448" y="4371974"/>
              <a:ext cx="581660" cy="1676400"/>
            </a:xfrm>
            <a:custGeom>
              <a:avLst/>
              <a:gdLst/>
              <a:ahLst/>
              <a:cxnLst/>
              <a:rect l="l" t="t" r="r" b="b"/>
              <a:pathLst>
                <a:path w="581659" h="1676400">
                  <a:moveTo>
                    <a:pt x="0" y="0"/>
                  </a:moveTo>
                  <a:lnTo>
                    <a:pt x="581526" y="0"/>
                  </a:lnTo>
                  <a:lnTo>
                    <a:pt x="581526" y="1676399"/>
                  </a:lnTo>
                  <a:lnTo>
                    <a:pt x="0" y="1676399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9093200" y="5249100"/>
            <a:ext cx="4445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Canada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9093200" y="4406881"/>
            <a:ext cx="18161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United</a:t>
            </a:r>
            <a:r>
              <a:rPr sz="10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States</a:t>
            </a:r>
            <a:r>
              <a:rPr sz="10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sz="10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Amer…</a:t>
            </a:r>
            <a:r>
              <a:rPr sz="1000" spc="46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France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0515698" y="5289730"/>
            <a:ext cx="5308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Germany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1826278" y="4406881"/>
            <a:ext cx="427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Mexico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704254" y="5962054"/>
            <a:ext cx="258445" cy="258445"/>
          </a:xfrm>
          <a:custGeom>
            <a:avLst/>
            <a:gdLst/>
            <a:ahLst/>
            <a:cxnLst/>
            <a:rect l="l" t="t" r="r" b="b"/>
            <a:pathLst>
              <a:path w="258444" h="258445">
                <a:moveTo>
                  <a:pt x="0" y="119955"/>
                </a:moveTo>
                <a:lnTo>
                  <a:pt x="258365" y="119955"/>
                </a:lnTo>
              </a:path>
              <a:path w="258444" h="258445">
                <a:moveTo>
                  <a:pt x="138410" y="0"/>
                </a:moveTo>
                <a:lnTo>
                  <a:pt x="258365" y="119955"/>
                </a:lnTo>
                <a:lnTo>
                  <a:pt x="138410" y="258365"/>
                </a:lnTo>
              </a:path>
            </a:pathLst>
          </a:custGeom>
          <a:ln w="47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9074" y="219075"/>
            <a:ext cx="12211050" cy="6867525"/>
            <a:chOff x="219074" y="219075"/>
            <a:chExt cx="12211050" cy="6867525"/>
          </a:xfrm>
        </p:grpSpPr>
        <p:sp>
          <p:nvSpPr>
            <p:cNvPr id="4" name="object 4"/>
            <p:cNvSpPr/>
            <p:nvPr/>
          </p:nvSpPr>
          <p:spPr>
            <a:xfrm>
              <a:off x="228599" y="228599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850" y="419099"/>
              <a:ext cx="12096750" cy="5876925"/>
            </a:xfrm>
            <a:custGeom>
              <a:avLst/>
              <a:gdLst/>
              <a:ahLst/>
              <a:cxnLst/>
              <a:rect l="l" t="t" r="r" b="b"/>
              <a:pathLst>
                <a:path w="12096750" h="5876925">
                  <a:moveTo>
                    <a:pt x="11940328" y="5753099"/>
                  </a:moveTo>
                  <a:lnTo>
                    <a:pt x="156419" y="5753099"/>
                  </a:lnTo>
                  <a:lnTo>
                    <a:pt x="147858" y="5743574"/>
                  </a:lnTo>
                  <a:lnTo>
                    <a:pt x="115631" y="5705474"/>
                  </a:lnTo>
                  <a:lnTo>
                    <a:pt x="86877" y="5667374"/>
                  </a:lnTo>
                  <a:lnTo>
                    <a:pt x="61872" y="5629274"/>
                  </a:lnTo>
                  <a:lnTo>
                    <a:pt x="40858" y="5591174"/>
                  </a:lnTo>
                  <a:lnTo>
                    <a:pt x="31910" y="5562599"/>
                  </a:lnTo>
                  <a:lnTo>
                    <a:pt x="27839" y="5553074"/>
                  </a:lnTo>
                  <a:lnTo>
                    <a:pt x="14272" y="5514974"/>
                  </a:lnTo>
                  <a:lnTo>
                    <a:pt x="11572" y="5495924"/>
                  </a:lnTo>
                  <a:lnTo>
                    <a:pt x="9151" y="5486399"/>
                  </a:lnTo>
                  <a:lnTo>
                    <a:pt x="7010" y="5476874"/>
                  </a:lnTo>
                  <a:lnTo>
                    <a:pt x="5154" y="5467349"/>
                  </a:lnTo>
                  <a:lnTo>
                    <a:pt x="3579" y="5457824"/>
                  </a:lnTo>
                  <a:lnTo>
                    <a:pt x="2293" y="5438774"/>
                  </a:lnTo>
                  <a:lnTo>
                    <a:pt x="1289" y="5429249"/>
                  </a:lnTo>
                  <a:lnTo>
                    <a:pt x="465" y="5419727"/>
                  </a:lnTo>
                  <a:lnTo>
                    <a:pt x="0" y="5400674"/>
                  </a:lnTo>
                  <a:lnTo>
                    <a:pt x="0" y="476249"/>
                  </a:lnTo>
                  <a:lnTo>
                    <a:pt x="2194" y="429559"/>
                  </a:lnTo>
                  <a:lnTo>
                    <a:pt x="9151" y="383338"/>
                  </a:lnTo>
                  <a:lnTo>
                    <a:pt x="20501" y="338000"/>
                  </a:lnTo>
                  <a:lnTo>
                    <a:pt x="36252" y="293997"/>
                  </a:lnTo>
                  <a:lnTo>
                    <a:pt x="56230" y="251744"/>
                  </a:lnTo>
                  <a:lnTo>
                    <a:pt x="80262" y="211659"/>
                  </a:lnTo>
                  <a:lnTo>
                    <a:pt x="108099" y="174116"/>
                  </a:lnTo>
                  <a:lnTo>
                    <a:pt x="139490" y="139490"/>
                  </a:lnTo>
                  <a:lnTo>
                    <a:pt x="174116" y="108099"/>
                  </a:lnTo>
                  <a:lnTo>
                    <a:pt x="211659" y="80262"/>
                  </a:lnTo>
                  <a:lnTo>
                    <a:pt x="251744" y="56230"/>
                  </a:lnTo>
                  <a:lnTo>
                    <a:pt x="293997" y="36252"/>
                  </a:lnTo>
                  <a:lnTo>
                    <a:pt x="338000" y="20501"/>
                  </a:lnTo>
                  <a:lnTo>
                    <a:pt x="383338" y="9151"/>
                  </a:lnTo>
                  <a:lnTo>
                    <a:pt x="429568" y="2287"/>
                  </a:lnTo>
                  <a:lnTo>
                    <a:pt x="476249" y="0"/>
                  </a:lnTo>
                  <a:lnTo>
                    <a:pt x="11620499" y="0"/>
                  </a:lnTo>
                  <a:lnTo>
                    <a:pt x="11667180" y="2287"/>
                  </a:lnTo>
                  <a:lnTo>
                    <a:pt x="11713410" y="9151"/>
                  </a:lnTo>
                  <a:lnTo>
                    <a:pt x="11758748" y="20501"/>
                  </a:lnTo>
                  <a:lnTo>
                    <a:pt x="11802751" y="36252"/>
                  </a:lnTo>
                  <a:lnTo>
                    <a:pt x="11845003" y="56230"/>
                  </a:lnTo>
                  <a:lnTo>
                    <a:pt x="11885088" y="80262"/>
                  </a:lnTo>
                  <a:lnTo>
                    <a:pt x="11922631" y="108099"/>
                  </a:lnTo>
                  <a:lnTo>
                    <a:pt x="11957258" y="139490"/>
                  </a:lnTo>
                  <a:lnTo>
                    <a:pt x="11988648" y="174116"/>
                  </a:lnTo>
                  <a:lnTo>
                    <a:pt x="12016485" y="211659"/>
                  </a:lnTo>
                  <a:lnTo>
                    <a:pt x="12040517" y="251744"/>
                  </a:lnTo>
                  <a:lnTo>
                    <a:pt x="12060495" y="293997"/>
                  </a:lnTo>
                  <a:lnTo>
                    <a:pt x="12076246" y="338000"/>
                  </a:lnTo>
                  <a:lnTo>
                    <a:pt x="12087598" y="383338"/>
                  </a:lnTo>
                  <a:lnTo>
                    <a:pt x="12094347" y="428638"/>
                  </a:lnTo>
                  <a:lnTo>
                    <a:pt x="12096749" y="476249"/>
                  </a:lnTo>
                  <a:lnTo>
                    <a:pt x="12096749" y="5400674"/>
                  </a:lnTo>
                  <a:lnTo>
                    <a:pt x="12096283" y="5419727"/>
                  </a:lnTo>
                  <a:lnTo>
                    <a:pt x="12095459" y="5429249"/>
                  </a:lnTo>
                  <a:lnTo>
                    <a:pt x="12094456" y="5438774"/>
                  </a:lnTo>
                  <a:lnTo>
                    <a:pt x="12093169" y="5457824"/>
                  </a:lnTo>
                  <a:lnTo>
                    <a:pt x="12091594" y="5467349"/>
                  </a:lnTo>
                  <a:lnTo>
                    <a:pt x="12089737" y="5476874"/>
                  </a:lnTo>
                  <a:lnTo>
                    <a:pt x="12087597" y="5486399"/>
                  </a:lnTo>
                  <a:lnTo>
                    <a:pt x="12085175" y="5495924"/>
                  </a:lnTo>
                  <a:lnTo>
                    <a:pt x="12082475" y="5514974"/>
                  </a:lnTo>
                  <a:lnTo>
                    <a:pt x="12068908" y="5553074"/>
                  </a:lnTo>
                  <a:lnTo>
                    <a:pt x="12064836" y="5562599"/>
                  </a:lnTo>
                  <a:lnTo>
                    <a:pt x="12060494" y="5581649"/>
                  </a:lnTo>
                  <a:lnTo>
                    <a:pt x="12040512" y="5619749"/>
                  </a:lnTo>
                  <a:lnTo>
                    <a:pt x="12016484" y="5657849"/>
                  </a:lnTo>
                  <a:lnTo>
                    <a:pt x="11988643" y="5695949"/>
                  </a:lnTo>
                  <a:lnTo>
                    <a:pt x="11957257" y="5734049"/>
                  </a:lnTo>
                  <a:lnTo>
                    <a:pt x="11948889" y="5743574"/>
                  </a:lnTo>
                  <a:lnTo>
                    <a:pt x="11940328" y="5753099"/>
                  </a:lnTo>
                  <a:close/>
                </a:path>
                <a:path w="12096750" h="5876925">
                  <a:moveTo>
                    <a:pt x="11904200" y="5781674"/>
                  </a:moveTo>
                  <a:lnTo>
                    <a:pt x="192547" y="5781674"/>
                  </a:lnTo>
                  <a:lnTo>
                    <a:pt x="183248" y="5772149"/>
                  </a:lnTo>
                  <a:lnTo>
                    <a:pt x="174120" y="5762624"/>
                  </a:lnTo>
                  <a:lnTo>
                    <a:pt x="165173" y="5753099"/>
                  </a:lnTo>
                  <a:lnTo>
                    <a:pt x="11931574" y="5753099"/>
                  </a:lnTo>
                  <a:lnTo>
                    <a:pt x="11922628" y="5762624"/>
                  </a:lnTo>
                  <a:lnTo>
                    <a:pt x="11913499" y="5772149"/>
                  </a:lnTo>
                  <a:lnTo>
                    <a:pt x="11904200" y="5781674"/>
                  </a:lnTo>
                  <a:close/>
                </a:path>
                <a:path w="12096750" h="5876925">
                  <a:moveTo>
                    <a:pt x="11875287" y="5800724"/>
                  </a:moveTo>
                  <a:lnTo>
                    <a:pt x="221460" y="5800724"/>
                  </a:lnTo>
                  <a:lnTo>
                    <a:pt x="211659" y="5791199"/>
                  </a:lnTo>
                  <a:lnTo>
                    <a:pt x="202018" y="5781674"/>
                  </a:lnTo>
                  <a:lnTo>
                    <a:pt x="11894729" y="5781674"/>
                  </a:lnTo>
                  <a:lnTo>
                    <a:pt x="11885087" y="5791199"/>
                  </a:lnTo>
                  <a:lnTo>
                    <a:pt x="11875287" y="5800724"/>
                  </a:lnTo>
                  <a:close/>
                </a:path>
                <a:path w="12096750" h="5876925">
                  <a:moveTo>
                    <a:pt x="11845001" y="5819774"/>
                  </a:moveTo>
                  <a:lnTo>
                    <a:pt x="251747" y="5819774"/>
                  </a:lnTo>
                  <a:lnTo>
                    <a:pt x="241504" y="5810249"/>
                  </a:lnTo>
                  <a:lnTo>
                    <a:pt x="231408" y="5800724"/>
                  </a:lnTo>
                  <a:lnTo>
                    <a:pt x="11865340" y="5800724"/>
                  </a:lnTo>
                  <a:lnTo>
                    <a:pt x="11855244" y="5810249"/>
                  </a:lnTo>
                  <a:lnTo>
                    <a:pt x="11845001" y="5819774"/>
                  </a:lnTo>
                  <a:close/>
                </a:path>
                <a:path w="12096750" h="5876925">
                  <a:moveTo>
                    <a:pt x="11824121" y="5829299"/>
                  </a:moveTo>
                  <a:lnTo>
                    <a:pt x="272626" y="5829299"/>
                  </a:lnTo>
                  <a:lnTo>
                    <a:pt x="262125" y="5819774"/>
                  </a:lnTo>
                  <a:lnTo>
                    <a:pt x="11834622" y="5819774"/>
                  </a:lnTo>
                  <a:lnTo>
                    <a:pt x="11824121" y="5829299"/>
                  </a:lnTo>
                  <a:close/>
                </a:path>
                <a:path w="12096750" h="5876925">
                  <a:moveTo>
                    <a:pt x="11802750" y="5838824"/>
                  </a:moveTo>
                  <a:lnTo>
                    <a:pt x="293996" y="5838824"/>
                  </a:lnTo>
                  <a:lnTo>
                    <a:pt x="283250" y="5829299"/>
                  </a:lnTo>
                  <a:lnTo>
                    <a:pt x="11813497" y="5829299"/>
                  </a:lnTo>
                  <a:lnTo>
                    <a:pt x="11802750" y="5838824"/>
                  </a:lnTo>
                  <a:close/>
                </a:path>
                <a:path w="12096750" h="5876925">
                  <a:moveTo>
                    <a:pt x="11780941" y="5848349"/>
                  </a:moveTo>
                  <a:lnTo>
                    <a:pt x="315806" y="5848349"/>
                  </a:lnTo>
                  <a:lnTo>
                    <a:pt x="304853" y="5838824"/>
                  </a:lnTo>
                  <a:lnTo>
                    <a:pt x="11791894" y="5838824"/>
                  </a:lnTo>
                  <a:lnTo>
                    <a:pt x="11780941" y="5848349"/>
                  </a:lnTo>
                  <a:close/>
                </a:path>
                <a:path w="12096750" h="5876925">
                  <a:moveTo>
                    <a:pt x="11747515" y="5857874"/>
                  </a:moveTo>
                  <a:lnTo>
                    <a:pt x="349231" y="5857874"/>
                  </a:lnTo>
                  <a:lnTo>
                    <a:pt x="338001" y="5848349"/>
                  </a:lnTo>
                  <a:lnTo>
                    <a:pt x="11758745" y="5848349"/>
                  </a:lnTo>
                  <a:lnTo>
                    <a:pt x="11747515" y="5857874"/>
                  </a:lnTo>
                  <a:close/>
                </a:path>
                <a:path w="12096750" h="5876925">
                  <a:moveTo>
                    <a:pt x="11713409" y="5867399"/>
                  </a:moveTo>
                  <a:lnTo>
                    <a:pt x="383338" y="5867399"/>
                  </a:lnTo>
                  <a:lnTo>
                    <a:pt x="371899" y="5857874"/>
                  </a:lnTo>
                  <a:lnTo>
                    <a:pt x="11724848" y="5857874"/>
                  </a:lnTo>
                  <a:lnTo>
                    <a:pt x="11713409" y="5867399"/>
                  </a:lnTo>
                  <a:close/>
                </a:path>
                <a:path w="12096750" h="5876925">
                  <a:moveTo>
                    <a:pt x="11620498" y="5876924"/>
                  </a:moveTo>
                  <a:lnTo>
                    <a:pt x="476249" y="5876924"/>
                  </a:lnTo>
                  <a:lnTo>
                    <a:pt x="464558" y="5867399"/>
                  </a:lnTo>
                  <a:lnTo>
                    <a:pt x="11632191" y="5867399"/>
                  </a:lnTo>
                  <a:lnTo>
                    <a:pt x="11620498" y="5876924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0099" y="419099"/>
              <a:ext cx="628650" cy="0"/>
            </a:xfrm>
            <a:custGeom>
              <a:avLst/>
              <a:gdLst/>
              <a:ahLst/>
              <a:cxnLst/>
              <a:rect l="l" t="t" r="r" b="b"/>
              <a:pathLst>
                <a:path w="628650">
                  <a:moveTo>
                    <a:pt x="0" y="0"/>
                  </a:moveTo>
                  <a:lnTo>
                    <a:pt x="62864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420599" y="895349"/>
              <a:ext cx="0" cy="4924425"/>
            </a:xfrm>
            <a:custGeom>
              <a:avLst/>
              <a:gdLst/>
              <a:ahLst/>
              <a:cxnLst/>
              <a:rect l="l" t="t" r="r" b="b"/>
              <a:pathLst>
                <a:path h="4924425">
                  <a:moveTo>
                    <a:pt x="0" y="0"/>
                  </a:moveTo>
                  <a:lnTo>
                    <a:pt x="0" y="492442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38446" y="6013874"/>
              <a:ext cx="245953" cy="2459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0099" y="6296024"/>
              <a:ext cx="11144250" cy="0"/>
            </a:xfrm>
            <a:custGeom>
              <a:avLst/>
              <a:gdLst/>
              <a:ahLst/>
              <a:cxnLst/>
              <a:rect l="l" t="t" r="r" b="b"/>
              <a:pathLst>
                <a:path w="11144250">
                  <a:moveTo>
                    <a:pt x="11144248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047" y="6013872"/>
              <a:ext cx="245952" cy="2459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3850" y="895349"/>
              <a:ext cx="0" cy="4924425"/>
            </a:xfrm>
            <a:custGeom>
              <a:avLst/>
              <a:gdLst/>
              <a:ahLst/>
              <a:cxnLst/>
              <a:rect l="l" t="t" r="r" b="b"/>
              <a:pathLst>
                <a:path h="4924425">
                  <a:moveTo>
                    <a:pt x="0" y="49244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046" y="455297"/>
              <a:ext cx="245954" cy="24595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8599" y="228600"/>
              <a:ext cx="1200150" cy="6067425"/>
            </a:xfrm>
            <a:custGeom>
              <a:avLst/>
              <a:gdLst/>
              <a:ahLst/>
              <a:cxnLst/>
              <a:rect l="l" t="t" r="r" b="b"/>
              <a:pathLst>
                <a:path w="1200150" h="6067425">
                  <a:moveTo>
                    <a:pt x="1200149" y="6067424"/>
                  </a:moveTo>
                  <a:lnTo>
                    <a:pt x="0" y="6067424"/>
                  </a:lnTo>
                  <a:lnTo>
                    <a:pt x="0" y="0"/>
                  </a:lnTo>
                  <a:lnTo>
                    <a:pt x="900112" y="0"/>
                  </a:lnTo>
                  <a:lnTo>
                    <a:pt x="944137" y="3245"/>
                  </a:lnTo>
                  <a:lnTo>
                    <a:pt x="987209" y="12916"/>
                  </a:lnTo>
                  <a:lnTo>
                    <a:pt x="1028395" y="28805"/>
                  </a:lnTo>
                  <a:lnTo>
                    <a:pt x="1066804" y="50565"/>
                  </a:lnTo>
                  <a:lnTo>
                    <a:pt x="1101606" y="77722"/>
                  </a:lnTo>
                  <a:lnTo>
                    <a:pt x="1132047" y="109693"/>
                  </a:lnTo>
                  <a:lnTo>
                    <a:pt x="1157464" y="145786"/>
                  </a:lnTo>
                  <a:lnTo>
                    <a:pt x="1177310" y="185218"/>
                  </a:lnTo>
                  <a:lnTo>
                    <a:pt x="1191160" y="227133"/>
                  </a:lnTo>
                  <a:lnTo>
                    <a:pt x="1198708" y="270628"/>
                  </a:lnTo>
                  <a:lnTo>
                    <a:pt x="1200149" y="606742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599" y="228600"/>
              <a:ext cx="1200150" cy="6067425"/>
            </a:xfrm>
            <a:custGeom>
              <a:avLst/>
              <a:gdLst/>
              <a:ahLst/>
              <a:cxnLst/>
              <a:rect l="l" t="t" r="r" b="b"/>
              <a:pathLst>
                <a:path w="1200150" h="6067425">
                  <a:moveTo>
                    <a:pt x="0" y="0"/>
                  </a:moveTo>
                  <a:lnTo>
                    <a:pt x="900112" y="0"/>
                  </a:lnTo>
                  <a:lnTo>
                    <a:pt x="907475" y="180"/>
                  </a:lnTo>
                  <a:lnTo>
                    <a:pt x="914834" y="359"/>
                  </a:lnTo>
                  <a:lnTo>
                    <a:pt x="958646" y="5765"/>
                  </a:lnTo>
                  <a:lnTo>
                    <a:pt x="965833" y="7378"/>
                  </a:lnTo>
                  <a:lnTo>
                    <a:pt x="973016" y="8989"/>
                  </a:lnTo>
                  <a:lnTo>
                    <a:pt x="1014931" y="22838"/>
                  </a:lnTo>
                  <a:lnTo>
                    <a:pt x="1021665" y="25823"/>
                  </a:lnTo>
                  <a:lnTo>
                    <a:pt x="1028396" y="28804"/>
                  </a:lnTo>
                  <a:lnTo>
                    <a:pt x="1066804" y="50565"/>
                  </a:lnTo>
                  <a:lnTo>
                    <a:pt x="1072826" y="54805"/>
                  </a:lnTo>
                  <a:lnTo>
                    <a:pt x="1078845" y="59043"/>
                  </a:lnTo>
                  <a:lnTo>
                    <a:pt x="1112270" y="87878"/>
                  </a:lnTo>
                  <a:lnTo>
                    <a:pt x="1117350" y="93212"/>
                  </a:lnTo>
                  <a:lnTo>
                    <a:pt x="1122427" y="98543"/>
                  </a:lnTo>
                  <a:lnTo>
                    <a:pt x="1149584" y="133345"/>
                  </a:lnTo>
                  <a:lnTo>
                    <a:pt x="1153525" y="139567"/>
                  </a:lnTo>
                  <a:lnTo>
                    <a:pt x="1157465" y="145786"/>
                  </a:lnTo>
                  <a:lnTo>
                    <a:pt x="1177310" y="185218"/>
                  </a:lnTo>
                  <a:lnTo>
                    <a:pt x="1179962" y="192089"/>
                  </a:lnTo>
                  <a:lnTo>
                    <a:pt x="1182613" y="198957"/>
                  </a:lnTo>
                  <a:lnTo>
                    <a:pt x="1194384" y="241503"/>
                  </a:lnTo>
                  <a:lnTo>
                    <a:pt x="1195644" y="248760"/>
                  </a:lnTo>
                  <a:lnTo>
                    <a:pt x="1196904" y="256012"/>
                  </a:lnTo>
                  <a:lnTo>
                    <a:pt x="1200149" y="300037"/>
                  </a:lnTo>
                  <a:lnTo>
                    <a:pt x="1200149" y="6067424"/>
                  </a:lnTo>
                  <a:lnTo>
                    <a:pt x="0" y="6067424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D6A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8599" y="228600"/>
              <a:ext cx="1200150" cy="1114425"/>
            </a:xfrm>
            <a:custGeom>
              <a:avLst/>
              <a:gdLst/>
              <a:ahLst/>
              <a:cxnLst/>
              <a:rect l="l" t="t" r="r" b="b"/>
              <a:pathLst>
                <a:path w="1200150" h="1114425">
                  <a:moveTo>
                    <a:pt x="1200149" y="1114424"/>
                  </a:moveTo>
                  <a:lnTo>
                    <a:pt x="0" y="1114424"/>
                  </a:lnTo>
                  <a:lnTo>
                    <a:pt x="0" y="0"/>
                  </a:lnTo>
                  <a:lnTo>
                    <a:pt x="921543" y="0"/>
                  </a:lnTo>
                  <a:lnTo>
                    <a:pt x="962423" y="3013"/>
                  </a:lnTo>
                  <a:lnTo>
                    <a:pt x="1002419" y="11993"/>
                  </a:lnTo>
                  <a:lnTo>
                    <a:pt x="1040663" y="26747"/>
                  </a:lnTo>
                  <a:lnTo>
                    <a:pt x="1076328" y="46953"/>
                  </a:lnTo>
                  <a:lnTo>
                    <a:pt x="1108645" y="72170"/>
                  </a:lnTo>
                  <a:lnTo>
                    <a:pt x="1136911" y="101858"/>
                  </a:lnTo>
                  <a:lnTo>
                    <a:pt x="1160513" y="135373"/>
                  </a:lnTo>
                  <a:lnTo>
                    <a:pt x="1178942" y="171988"/>
                  </a:lnTo>
                  <a:lnTo>
                    <a:pt x="1191802" y="210909"/>
                  </a:lnTo>
                  <a:lnTo>
                    <a:pt x="1198811" y="251297"/>
                  </a:lnTo>
                  <a:lnTo>
                    <a:pt x="1200149" y="111442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8599" y="228600"/>
              <a:ext cx="1200150" cy="1114425"/>
            </a:xfrm>
            <a:custGeom>
              <a:avLst/>
              <a:gdLst/>
              <a:ahLst/>
              <a:cxnLst/>
              <a:rect l="l" t="t" r="r" b="b"/>
              <a:pathLst>
                <a:path w="1200150" h="1114425">
                  <a:moveTo>
                    <a:pt x="0" y="0"/>
                  </a:moveTo>
                  <a:lnTo>
                    <a:pt x="921543" y="0"/>
                  </a:lnTo>
                  <a:lnTo>
                    <a:pt x="928380" y="167"/>
                  </a:lnTo>
                  <a:lnTo>
                    <a:pt x="935214" y="333"/>
                  </a:lnTo>
                  <a:lnTo>
                    <a:pt x="975896" y="5353"/>
                  </a:lnTo>
                  <a:lnTo>
                    <a:pt x="982570" y="6851"/>
                  </a:lnTo>
                  <a:lnTo>
                    <a:pt x="989239" y="8347"/>
                  </a:lnTo>
                  <a:lnTo>
                    <a:pt x="1028161" y="21207"/>
                  </a:lnTo>
                  <a:lnTo>
                    <a:pt x="1034414" y="23978"/>
                  </a:lnTo>
                  <a:lnTo>
                    <a:pt x="1040664" y="26747"/>
                  </a:lnTo>
                  <a:lnTo>
                    <a:pt x="1076328" y="46953"/>
                  </a:lnTo>
                  <a:lnTo>
                    <a:pt x="1081921" y="50891"/>
                  </a:lnTo>
                  <a:lnTo>
                    <a:pt x="1087510" y="54825"/>
                  </a:lnTo>
                  <a:lnTo>
                    <a:pt x="1118547" y="81601"/>
                  </a:lnTo>
                  <a:lnTo>
                    <a:pt x="1123264" y="86554"/>
                  </a:lnTo>
                  <a:lnTo>
                    <a:pt x="1127978" y="91504"/>
                  </a:lnTo>
                  <a:lnTo>
                    <a:pt x="1153196" y="123820"/>
                  </a:lnTo>
                  <a:lnTo>
                    <a:pt x="1156855" y="129598"/>
                  </a:lnTo>
                  <a:lnTo>
                    <a:pt x="1160513" y="135372"/>
                  </a:lnTo>
                  <a:lnTo>
                    <a:pt x="1178942" y="171988"/>
                  </a:lnTo>
                  <a:lnTo>
                    <a:pt x="1181404" y="178369"/>
                  </a:lnTo>
                  <a:lnTo>
                    <a:pt x="1183865" y="184745"/>
                  </a:lnTo>
                  <a:lnTo>
                    <a:pt x="1194796" y="224252"/>
                  </a:lnTo>
                  <a:lnTo>
                    <a:pt x="1195966" y="230991"/>
                  </a:lnTo>
                  <a:lnTo>
                    <a:pt x="1197136" y="237725"/>
                  </a:lnTo>
                  <a:lnTo>
                    <a:pt x="1200149" y="278606"/>
                  </a:lnTo>
                  <a:lnTo>
                    <a:pt x="1200149" y="1114424"/>
                  </a:lnTo>
                  <a:lnTo>
                    <a:pt x="0" y="1114424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D6A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474" y="342899"/>
              <a:ext cx="952499" cy="9524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28749" y="228599"/>
              <a:ext cx="10991850" cy="1114425"/>
            </a:xfrm>
            <a:custGeom>
              <a:avLst/>
              <a:gdLst/>
              <a:ahLst/>
              <a:cxnLst/>
              <a:rect l="l" t="t" r="r" b="b"/>
              <a:pathLst>
                <a:path w="10991850" h="1114425">
                  <a:moveTo>
                    <a:pt x="10991849" y="1114424"/>
                  </a:moveTo>
                  <a:lnTo>
                    <a:pt x="0" y="1114424"/>
                  </a:lnTo>
                  <a:lnTo>
                    <a:pt x="0" y="0"/>
                  </a:lnTo>
                  <a:lnTo>
                    <a:pt x="10991849" y="0"/>
                  </a:lnTo>
                  <a:lnTo>
                    <a:pt x="10991849" y="1114424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FORMAÇÃO</a:t>
            </a:r>
            <a:r>
              <a:rPr spc="-35" dirty="0"/>
              <a:t> </a:t>
            </a:r>
            <a:r>
              <a:rPr dirty="0"/>
              <a:t>BI</a:t>
            </a:r>
            <a:r>
              <a:rPr spc="-35" dirty="0"/>
              <a:t> </a:t>
            </a:r>
            <a:r>
              <a:rPr spc="-10" dirty="0"/>
              <a:t>ANALYST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463674" y="943038"/>
            <a:ext cx="2277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52423"/>
                </a:solidFill>
                <a:latin typeface="Segoe UI"/>
                <a:cs typeface="Segoe UI"/>
              </a:rPr>
              <a:t>Report</a:t>
            </a:r>
            <a:r>
              <a:rPr sz="1400" b="1" spc="-2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252423"/>
                </a:solidFill>
                <a:latin typeface="Segoe UI"/>
                <a:cs typeface="Segoe UI"/>
              </a:rPr>
              <a:t>de</a:t>
            </a:r>
            <a:r>
              <a:rPr sz="1400" b="1" spc="-2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252423"/>
                </a:solidFill>
                <a:latin typeface="Segoe UI"/>
                <a:cs typeface="Segoe UI"/>
              </a:rPr>
              <a:t>Lucro</a:t>
            </a:r>
            <a:r>
              <a:rPr sz="1400" b="1" spc="-2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252423"/>
                </a:solidFill>
                <a:latin typeface="Segoe UI"/>
                <a:cs typeface="Segoe UI"/>
              </a:rPr>
              <a:t>Detalhado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0442" y="2481494"/>
            <a:ext cx="4467860" cy="3763010"/>
            <a:chOff x="680442" y="2481494"/>
            <a:chExt cx="4467860" cy="3763010"/>
          </a:xfrm>
        </p:grpSpPr>
        <p:sp>
          <p:nvSpPr>
            <p:cNvPr id="22" name="object 22"/>
            <p:cNvSpPr/>
            <p:nvPr/>
          </p:nvSpPr>
          <p:spPr>
            <a:xfrm>
              <a:off x="704254" y="5962054"/>
              <a:ext cx="258445" cy="258445"/>
            </a:xfrm>
            <a:custGeom>
              <a:avLst/>
              <a:gdLst/>
              <a:ahLst/>
              <a:cxnLst/>
              <a:rect l="l" t="t" r="r" b="b"/>
              <a:pathLst>
                <a:path w="258444" h="258445">
                  <a:moveTo>
                    <a:pt x="0" y="119955"/>
                  </a:moveTo>
                  <a:lnTo>
                    <a:pt x="258365" y="119955"/>
                  </a:lnTo>
                </a:path>
                <a:path w="258444" h="258445">
                  <a:moveTo>
                    <a:pt x="138410" y="0"/>
                  </a:moveTo>
                  <a:lnTo>
                    <a:pt x="258365" y="119955"/>
                  </a:lnTo>
                  <a:lnTo>
                    <a:pt x="138410" y="258365"/>
                  </a:lnTo>
                </a:path>
              </a:pathLst>
            </a:custGeom>
            <a:ln w="47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43224" y="3629256"/>
              <a:ext cx="485775" cy="285750"/>
            </a:xfrm>
            <a:custGeom>
              <a:avLst/>
              <a:gdLst/>
              <a:ahLst/>
              <a:cxnLst/>
              <a:rect l="l" t="t" r="r" b="b"/>
              <a:pathLst>
                <a:path w="485775" h="285750">
                  <a:moveTo>
                    <a:pt x="0" y="285749"/>
                  </a:moveTo>
                  <a:lnTo>
                    <a:pt x="45482" y="282109"/>
                  </a:lnTo>
                  <a:lnTo>
                    <a:pt x="85352" y="271864"/>
                  </a:lnTo>
                  <a:lnTo>
                    <a:pt x="120472" y="256031"/>
                  </a:lnTo>
                  <a:lnTo>
                    <a:pt x="179916" y="211666"/>
                  </a:lnTo>
                  <a:lnTo>
                    <a:pt x="230725" y="157141"/>
                  </a:lnTo>
                  <a:lnTo>
                    <a:pt x="255049" y="128608"/>
                  </a:lnTo>
                  <a:lnTo>
                    <a:pt x="279806" y="100583"/>
                  </a:lnTo>
                  <a:lnTo>
                    <a:pt x="334069" y="50122"/>
                  </a:lnTo>
                  <a:lnTo>
                    <a:pt x="400422" y="13885"/>
                  </a:lnTo>
                  <a:lnTo>
                    <a:pt x="440292" y="3640"/>
                  </a:lnTo>
                  <a:lnTo>
                    <a:pt x="485774" y="0"/>
                  </a:lnTo>
                </a:path>
              </a:pathLst>
            </a:custGeom>
            <a:ln w="14287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43224" y="2486256"/>
              <a:ext cx="2200275" cy="2286000"/>
            </a:xfrm>
            <a:custGeom>
              <a:avLst/>
              <a:gdLst/>
              <a:ahLst/>
              <a:cxnLst/>
              <a:rect l="l" t="t" r="r" b="b"/>
              <a:pathLst>
                <a:path w="2200275" h="2286000">
                  <a:moveTo>
                    <a:pt x="0" y="1428749"/>
                  </a:moveTo>
                  <a:lnTo>
                    <a:pt x="45482" y="1432390"/>
                  </a:lnTo>
                  <a:lnTo>
                    <a:pt x="85352" y="1442635"/>
                  </a:lnTo>
                  <a:lnTo>
                    <a:pt x="120472" y="1458467"/>
                  </a:lnTo>
                  <a:lnTo>
                    <a:pt x="179916" y="1502833"/>
                  </a:lnTo>
                  <a:lnTo>
                    <a:pt x="230725" y="1557358"/>
                  </a:lnTo>
                  <a:lnTo>
                    <a:pt x="255049" y="1585891"/>
                  </a:lnTo>
                  <a:lnTo>
                    <a:pt x="279806" y="1613915"/>
                  </a:lnTo>
                  <a:lnTo>
                    <a:pt x="334069" y="1664377"/>
                  </a:lnTo>
                  <a:lnTo>
                    <a:pt x="400422" y="1700614"/>
                  </a:lnTo>
                  <a:lnTo>
                    <a:pt x="440292" y="1710859"/>
                  </a:lnTo>
                  <a:lnTo>
                    <a:pt x="485774" y="1714499"/>
                  </a:lnTo>
                </a:path>
                <a:path w="2200275" h="2286000">
                  <a:moveTo>
                    <a:pt x="1714499" y="1142999"/>
                  </a:moveTo>
                  <a:lnTo>
                    <a:pt x="1757313" y="1130163"/>
                  </a:lnTo>
                  <a:lnTo>
                    <a:pt x="1795146" y="1093886"/>
                  </a:lnTo>
                  <a:lnTo>
                    <a:pt x="1828709" y="1037518"/>
                  </a:lnTo>
                  <a:lnTo>
                    <a:pt x="1858714" y="964406"/>
                  </a:lnTo>
                  <a:lnTo>
                    <a:pt x="1872605" y="922618"/>
                  </a:lnTo>
                  <a:lnTo>
                    <a:pt x="1885873" y="877899"/>
                  </a:lnTo>
                  <a:lnTo>
                    <a:pt x="1898607" y="830670"/>
                  </a:lnTo>
                  <a:lnTo>
                    <a:pt x="1910897" y="781347"/>
                  </a:lnTo>
                  <a:lnTo>
                    <a:pt x="1922831" y="730350"/>
                  </a:lnTo>
                  <a:lnTo>
                    <a:pt x="1934498" y="678098"/>
                  </a:lnTo>
                  <a:lnTo>
                    <a:pt x="1945987" y="625008"/>
                  </a:lnTo>
                  <a:lnTo>
                    <a:pt x="1957387" y="571499"/>
                  </a:lnTo>
                  <a:lnTo>
                    <a:pt x="1968787" y="517991"/>
                  </a:lnTo>
                  <a:lnTo>
                    <a:pt x="1980276" y="464901"/>
                  </a:lnTo>
                  <a:lnTo>
                    <a:pt x="1991943" y="412649"/>
                  </a:lnTo>
                  <a:lnTo>
                    <a:pt x="2003877" y="361652"/>
                  </a:lnTo>
                  <a:lnTo>
                    <a:pt x="2016167" y="312329"/>
                  </a:lnTo>
                  <a:lnTo>
                    <a:pt x="2028901" y="265100"/>
                  </a:lnTo>
                  <a:lnTo>
                    <a:pt x="2042169" y="220381"/>
                  </a:lnTo>
                  <a:lnTo>
                    <a:pt x="2056060" y="178593"/>
                  </a:lnTo>
                  <a:lnTo>
                    <a:pt x="2070662" y="140154"/>
                  </a:lnTo>
                  <a:lnTo>
                    <a:pt x="2102357" y="74995"/>
                  </a:lnTo>
                  <a:lnTo>
                    <a:pt x="2137966" y="28254"/>
                  </a:lnTo>
                  <a:lnTo>
                    <a:pt x="2178200" y="3278"/>
                  </a:lnTo>
                  <a:lnTo>
                    <a:pt x="2200274" y="0"/>
                  </a:lnTo>
                </a:path>
                <a:path w="2200275" h="2286000">
                  <a:moveTo>
                    <a:pt x="1714499" y="1142999"/>
                  </a:moveTo>
                  <a:lnTo>
                    <a:pt x="1777706" y="1128436"/>
                  </a:lnTo>
                  <a:lnTo>
                    <a:pt x="1830213" y="1088694"/>
                  </a:lnTo>
                  <a:lnTo>
                    <a:pt x="1874536" y="1029699"/>
                  </a:lnTo>
                  <a:lnTo>
                    <a:pt x="1894416" y="994833"/>
                  </a:lnTo>
                  <a:lnTo>
                    <a:pt x="1913194" y="957375"/>
                  </a:lnTo>
                  <a:lnTo>
                    <a:pt x="1931186" y="918065"/>
                  </a:lnTo>
                  <a:lnTo>
                    <a:pt x="1948706" y="877645"/>
                  </a:lnTo>
                  <a:lnTo>
                    <a:pt x="1966068" y="836854"/>
                  </a:lnTo>
                  <a:lnTo>
                    <a:pt x="1983588" y="796434"/>
                  </a:lnTo>
                  <a:lnTo>
                    <a:pt x="2001579" y="757124"/>
                  </a:lnTo>
                  <a:lnTo>
                    <a:pt x="2020358" y="719666"/>
                  </a:lnTo>
                  <a:lnTo>
                    <a:pt x="2040238" y="684800"/>
                  </a:lnTo>
                  <a:lnTo>
                    <a:pt x="2084561" y="625805"/>
                  </a:lnTo>
                  <a:lnTo>
                    <a:pt x="2137067" y="586063"/>
                  </a:lnTo>
                  <a:lnTo>
                    <a:pt x="2167176" y="575264"/>
                  </a:lnTo>
                  <a:lnTo>
                    <a:pt x="2200274" y="571499"/>
                  </a:lnTo>
                </a:path>
                <a:path w="2200275" h="2286000">
                  <a:moveTo>
                    <a:pt x="1714499" y="1142999"/>
                  </a:moveTo>
                  <a:lnTo>
                    <a:pt x="1858714" y="1142999"/>
                  </a:lnTo>
                  <a:lnTo>
                    <a:pt x="1957387" y="1142999"/>
                  </a:lnTo>
                  <a:lnTo>
                    <a:pt x="2056060" y="1142999"/>
                  </a:lnTo>
                  <a:lnTo>
                    <a:pt x="2200274" y="1142999"/>
                  </a:lnTo>
                </a:path>
                <a:path w="2200275" h="2286000">
                  <a:moveTo>
                    <a:pt x="1714499" y="1142999"/>
                  </a:moveTo>
                  <a:lnTo>
                    <a:pt x="1777706" y="1157563"/>
                  </a:lnTo>
                  <a:lnTo>
                    <a:pt x="1830213" y="1197305"/>
                  </a:lnTo>
                  <a:lnTo>
                    <a:pt x="1874536" y="1256300"/>
                  </a:lnTo>
                  <a:lnTo>
                    <a:pt x="1894416" y="1291166"/>
                  </a:lnTo>
                  <a:lnTo>
                    <a:pt x="1913194" y="1328624"/>
                  </a:lnTo>
                  <a:lnTo>
                    <a:pt x="1931186" y="1367934"/>
                  </a:lnTo>
                  <a:lnTo>
                    <a:pt x="1948706" y="1408354"/>
                  </a:lnTo>
                  <a:lnTo>
                    <a:pt x="1966068" y="1449145"/>
                  </a:lnTo>
                  <a:lnTo>
                    <a:pt x="1983588" y="1489565"/>
                  </a:lnTo>
                  <a:lnTo>
                    <a:pt x="2001579" y="1528874"/>
                  </a:lnTo>
                  <a:lnTo>
                    <a:pt x="2020358" y="1566333"/>
                  </a:lnTo>
                  <a:lnTo>
                    <a:pt x="2040238" y="1601199"/>
                  </a:lnTo>
                  <a:lnTo>
                    <a:pt x="2084561" y="1660194"/>
                  </a:lnTo>
                  <a:lnTo>
                    <a:pt x="2137067" y="1699936"/>
                  </a:lnTo>
                  <a:lnTo>
                    <a:pt x="2167176" y="1710735"/>
                  </a:lnTo>
                  <a:lnTo>
                    <a:pt x="2200274" y="1714499"/>
                  </a:lnTo>
                </a:path>
                <a:path w="2200275" h="2286000">
                  <a:moveTo>
                    <a:pt x="1714499" y="1142999"/>
                  </a:moveTo>
                  <a:lnTo>
                    <a:pt x="1757313" y="1155836"/>
                  </a:lnTo>
                  <a:lnTo>
                    <a:pt x="1795146" y="1192113"/>
                  </a:lnTo>
                  <a:lnTo>
                    <a:pt x="1828709" y="1248481"/>
                  </a:lnTo>
                  <a:lnTo>
                    <a:pt x="1858714" y="1321593"/>
                  </a:lnTo>
                  <a:lnTo>
                    <a:pt x="1872605" y="1363381"/>
                  </a:lnTo>
                  <a:lnTo>
                    <a:pt x="1885873" y="1408099"/>
                  </a:lnTo>
                  <a:lnTo>
                    <a:pt x="1898607" y="1455329"/>
                  </a:lnTo>
                  <a:lnTo>
                    <a:pt x="1910897" y="1504652"/>
                  </a:lnTo>
                  <a:lnTo>
                    <a:pt x="1922831" y="1555649"/>
                  </a:lnTo>
                  <a:lnTo>
                    <a:pt x="1934498" y="1607901"/>
                  </a:lnTo>
                  <a:lnTo>
                    <a:pt x="1945987" y="1660991"/>
                  </a:lnTo>
                  <a:lnTo>
                    <a:pt x="1957387" y="1714499"/>
                  </a:lnTo>
                  <a:lnTo>
                    <a:pt x="1968787" y="1768008"/>
                  </a:lnTo>
                  <a:lnTo>
                    <a:pt x="1980276" y="1821097"/>
                  </a:lnTo>
                  <a:lnTo>
                    <a:pt x="1991943" y="1873350"/>
                  </a:lnTo>
                  <a:lnTo>
                    <a:pt x="2003877" y="1924347"/>
                  </a:lnTo>
                  <a:lnTo>
                    <a:pt x="2016167" y="1973669"/>
                  </a:lnTo>
                  <a:lnTo>
                    <a:pt x="2028901" y="2020899"/>
                  </a:lnTo>
                  <a:lnTo>
                    <a:pt x="2042169" y="2065617"/>
                  </a:lnTo>
                  <a:lnTo>
                    <a:pt x="2056060" y="2107405"/>
                  </a:lnTo>
                  <a:lnTo>
                    <a:pt x="2070662" y="2145845"/>
                  </a:lnTo>
                  <a:lnTo>
                    <a:pt x="2102357" y="2211004"/>
                  </a:lnTo>
                  <a:lnTo>
                    <a:pt x="2137966" y="2257745"/>
                  </a:lnTo>
                  <a:lnTo>
                    <a:pt x="2178200" y="2282720"/>
                  </a:lnTo>
                  <a:lnTo>
                    <a:pt x="2200274" y="2285999"/>
                  </a:lnTo>
                </a:path>
              </a:pathLst>
            </a:custGeom>
            <a:ln w="9524">
              <a:solidFill>
                <a:srgbClr val="EDEC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4499" y="3867381"/>
              <a:ext cx="1238250" cy="95250"/>
            </a:xfrm>
            <a:custGeom>
              <a:avLst/>
              <a:gdLst/>
              <a:ahLst/>
              <a:cxnLst/>
              <a:rect l="l" t="t" r="r" b="b"/>
              <a:pathLst>
                <a:path w="1238250" h="95250">
                  <a:moveTo>
                    <a:pt x="0" y="0"/>
                  </a:moveTo>
                  <a:lnTo>
                    <a:pt x="1238249" y="0"/>
                  </a:lnTo>
                  <a:lnTo>
                    <a:pt x="1238249" y="95249"/>
                  </a:lnTo>
                  <a:lnTo>
                    <a:pt x="0" y="95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C7C6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14499" y="3867381"/>
              <a:ext cx="1238250" cy="95250"/>
            </a:xfrm>
            <a:custGeom>
              <a:avLst/>
              <a:gdLst/>
              <a:ahLst/>
              <a:cxnLst/>
              <a:rect l="l" t="t" r="r" b="b"/>
              <a:pathLst>
                <a:path w="1238250" h="95250">
                  <a:moveTo>
                    <a:pt x="1238249" y="95249"/>
                  </a:moveTo>
                  <a:lnTo>
                    <a:pt x="0" y="95249"/>
                  </a:lnTo>
                  <a:lnTo>
                    <a:pt x="0" y="0"/>
                  </a:lnTo>
                  <a:lnTo>
                    <a:pt x="1238249" y="0"/>
                  </a:lnTo>
                  <a:lnTo>
                    <a:pt x="1238249" y="95249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749425" y="3968982"/>
            <a:ext cx="819150" cy="295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</a:pPr>
            <a:r>
              <a:rPr sz="900" b="1" dirty="0">
                <a:solidFill>
                  <a:srgbClr val="252423"/>
                </a:solidFill>
                <a:latin typeface="Segoe UI"/>
                <a:cs typeface="Segoe UI"/>
              </a:rPr>
              <a:t>Soma</a:t>
            </a:r>
            <a:r>
              <a:rPr sz="900" b="1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252423"/>
                </a:solidFill>
                <a:latin typeface="Segoe UI"/>
                <a:cs typeface="Segoe UI"/>
              </a:rPr>
              <a:t>de</a:t>
            </a:r>
            <a:r>
              <a:rPr sz="900" b="1" spc="-5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900" b="1" spc="-10" dirty="0">
                <a:solidFill>
                  <a:srgbClr val="252423"/>
                </a:solidFill>
                <a:latin typeface="Segoe UI"/>
                <a:cs typeface="Segoe UI"/>
              </a:rPr>
              <a:t>Lucro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65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16.893.702,26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24237" y="3576869"/>
            <a:ext cx="1247775" cy="104775"/>
            <a:chOff x="3424237" y="3576869"/>
            <a:chExt cx="1247775" cy="104775"/>
          </a:xfrm>
        </p:grpSpPr>
        <p:sp>
          <p:nvSpPr>
            <p:cNvPr id="29" name="object 29"/>
            <p:cNvSpPr/>
            <p:nvPr/>
          </p:nvSpPr>
          <p:spPr>
            <a:xfrm>
              <a:off x="3797991" y="3581632"/>
              <a:ext cx="869315" cy="95250"/>
            </a:xfrm>
            <a:custGeom>
              <a:avLst/>
              <a:gdLst/>
              <a:ahLst/>
              <a:cxnLst/>
              <a:rect l="l" t="t" r="r" b="b"/>
              <a:pathLst>
                <a:path w="869314" h="95250">
                  <a:moveTo>
                    <a:pt x="0" y="95249"/>
                  </a:moveTo>
                  <a:lnTo>
                    <a:pt x="869258" y="95249"/>
                  </a:lnTo>
                  <a:lnTo>
                    <a:pt x="869258" y="0"/>
                  </a:lnTo>
                  <a:lnTo>
                    <a:pt x="0" y="0"/>
                  </a:lnTo>
                  <a:lnTo>
                    <a:pt x="0" y="95249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29000" y="3581632"/>
              <a:ext cx="1238250" cy="95250"/>
            </a:xfrm>
            <a:custGeom>
              <a:avLst/>
              <a:gdLst/>
              <a:ahLst/>
              <a:cxnLst/>
              <a:rect l="l" t="t" r="r" b="b"/>
              <a:pathLst>
                <a:path w="1238250" h="95250">
                  <a:moveTo>
                    <a:pt x="0" y="0"/>
                  </a:moveTo>
                  <a:lnTo>
                    <a:pt x="1238249" y="0"/>
                  </a:lnTo>
                  <a:lnTo>
                    <a:pt x="1238249" y="95249"/>
                  </a:lnTo>
                  <a:lnTo>
                    <a:pt x="0" y="952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C7C6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29000" y="3581632"/>
              <a:ext cx="369570" cy="95250"/>
            </a:xfrm>
            <a:custGeom>
              <a:avLst/>
              <a:gdLst/>
              <a:ahLst/>
              <a:cxnLst/>
              <a:rect l="l" t="t" r="r" b="b"/>
              <a:pathLst>
                <a:path w="369570" h="95250">
                  <a:moveTo>
                    <a:pt x="368991" y="95249"/>
                  </a:moveTo>
                  <a:lnTo>
                    <a:pt x="0" y="95249"/>
                  </a:lnTo>
                  <a:lnTo>
                    <a:pt x="0" y="0"/>
                  </a:lnTo>
                  <a:lnTo>
                    <a:pt x="368991" y="0"/>
                  </a:lnTo>
                  <a:lnTo>
                    <a:pt x="368991" y="95249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463925" y="3683232"/>
            <a:ext cx="654685" cy="295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</a:pPr>
            <a:r>
              <a:rPr sz="900" b="1" spc="-20" dirty="0">
                <a:solidFill>
                  <a:srgbClr val="252423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65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3.878.464,51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429000" y="4153132"/>
            <a:ext cx="1238250" cy="95250"/>
          </a:xfrm>
          <a:custGeom>
            <a:avLst/>
            <a:gdLst/>
            <a:ahLst/>
            <a:cxnLst/>
            <a:rect l="l" t="t" r="r" b="b"/>
            <a:pathLst>
              <a:path w="1238250" h="95250">
                <a:moveTo>
                  <a:pt x="1238249" y="95249"/>
                </a:moveTo>
                <a:lnTo>
                  <a:pt x="0" y="95249"/>
                </a:lnTo>
                <a:lnTo>
                  <a:pt x="0" y="0"/>
                </a:lnTo>
                <a:lnTo>
                  <a:pt x="1238249" y="0"/>
                </a:lnTo>
                <a:lnTo>
                  <a:pt x="1238249" y="95249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463925" y="4254732"/>
            <a:ext cx="716280" cy="295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</a:pPr>
            <a:r>
              <a:rPr sz="900" spc="-20" dirty="0">
                <a:solidFill>
                  <a:srgbClr val="252423"/>
                </a:solidFill>
                <a:latin typeface="Segoe UI"/>
                <a:cs typeface="Segoe UI"/>
              </a:rPr>
              <a:t>2014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65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13.015.237,75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143499" y="2438631"/>
            <a:ext cx="1238250" cy="666750"/>
            <a:chOff x="5143499" y="2438631"/>
            <a:chExt cx="1238250" cy="666750"/>
          </a:xfrm>
        </p:grpSpPr>
        <p:sp>
          <p:nvSpPr>
            <p:cNvPr id="36" name="object 36"/>
            <p:cNvSpPr/>
            <p:nvPr/>
          </p:nvSpPr>
          <p:spPr>
            <a:xfrm>
              <a:off x="6033438" y="2438631"/>
              <a:ext cx="348615" cy="95250"/>
            </a:xfrm>
            <a:custGeom>
              <a:avLst/>
              <a:gdLst/>
              <a:ahLst/>
              <a:cxnLst/>
              <a:rect l="l" t="t" r="r" b="b"/>
              <a:pathLst>
                <a:path w="348614" h="95250">
                  <a:moveTo>
                    <a:pt x="0" y="95249"/>
                  </a:moveTo>
                  <a:lnTo>
                    <a:pt x="348311" y="95249"/>
                  </a:lnTo>
                  <a:lnTo>
                    <a:pt x="348311" y="0"/>
                  </a:lnTo>
                  <a:lnTo>
                    <a:pt x="0" y="0"/>
                  </a:lnTo>
                  <a:lnTo>
                    <a:pt x="0" y="95249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43499" y="2438631"/>
              <a:ext cx="890269" cy="95250"/>
            </a:xfrm>
            <a:custGeom>
              <a:avLst/>
              <a:gdLst/>
              <a:ahLst/>
              <a:cxnLst/>
              <a:rect l="l" t="t" r="r" b="b"/>
              <a:pathLst>
                <a:path w="890270" h="95250">
                  <a:moveTo>
                    <a:pt x="889938" y="95249"/>
                  </a:moveTo>
                  <a:lnTo>
                    <a:pt x="0" y="95249"/>
                  </a:lnTo>
                  <a:lnTo>
                    <a:pt x="0" y="0"/>
                  </a:lnTo>
                  <a:lnTo>
                    <a:pt x="889938" y="0"/>
                  </a:lnTo>
                  <a:lnTo>
                    <a:pt x="889938" y="95249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41920" y="3010131"/>
              <a:ext cx="340360" cy="95250"/>
            </a:xfrm>
            <a:custGeom>
              <a:avLst/>
              <a:gdLst/>
              <a:ahLst/>
              <a:cxnLst/>
              <a:rect l="l" t="t" r="r" b="b"/>
              <a:pathLst>
                <a:path w="340360" h="95250">
                  <a:moveTo>
                    <a:pt x="0" y="95249"/>
                  </a:moveTo>
                  <a:lnTo>
                    <a:pt x="339828" y="95249"/>
                  </a:lnTo>
                  <a:lnTo>
                    <a:pt x="339828" y="0"/>
                  </a:lnTo>
                  <a:lnTo>
                    <a:pt x="0" y="0"/>
                  </a:lnTo>
                  <a:lnTo>
                    <a:pt x="0" y="95249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143499" y="3010131"/>
              <a:ext cx="898525" cy="95250"/>
            </a:xfrm>
            <a:custGeom>
              <a:avLst/>
              <a:gdLst/>
              <a:ahLst/>
              <a:cxnLst/>
              <a:rect l="l" t="t" r="r" b="b"/>
              <a:pathLst>
                <a:path w="898525" h="95250">
                  <a:moveTo>
                    <a:pt x="898421" y="95249"/>
                  </a:moveTo>
                  <a:lnTo>
                    <a:pt x="0" y="95249"/>
                  </a:lnTo>
                  <a:lnTo>
                    <a:pt x="0" y="0"/>
                  </a:lnTo>
                  <a:lnTo>
                    <a:pt x="898421" y="0"/>
                  </a:lnTo>
                  <a:lnTo>
                    <a:pt x="898421" y="95249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178424" y="2540231"/>
            <a:ext cx="568325" cy="867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</a:pPr>
            <a:r>
              <a:rPr sz="900" spc="-10" dirty="0">
                <a:solidFill>
                  <a:srgbClr val="252423"/>
                </a:solidFill>
                <a:latin typeface="Segoe UI"/>
                <a:cs typeface="Segoe UI"/>
              </a:rPr>
              <a:t>Canada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65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803.671,78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ts val="1065"/>
              </a:lnSpc>
            </a:pPr>
            <a:r>
              <a:rPr sz="900" spc="-10" dirty="0">
                <a:solidFill>
                  <a:srgbClr val="252423"/>
                </a:solidFill>
                <a:latin typeface="Segoe UI"/>
                <a:cs typeface="Segoe UI"/>
              </a:rPr>
              <a:t>France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65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811.332,17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143499" y="3581632"/>
            <a:ext cx="1238250" cy="95250"/>
          </a:xfrm>
          <a:custGeom>
            <a:avLst/>
            <a:gdLst/>
            <a:ahLst/>
            <a:cxnLst/>
            <a:rect l="l" t="t" r="r" b="b"/>
            <a:pathLst>
              <a:path w="1238250" h="95250">
                <a:moveTo>
                  <a:pt x="1238249" y="95249"/>
                </a:moveTo>
                <a:lnTo>
                  <a:pt x="0" y="95249"/>
                </a:lnTo>
                <a:lnTo>
                  <a:pt x="0" y="0"/>
                </a:lnTo>
                <a:lnTo>
                  <a:pt x="1238249" y="0"/>
                </a:lnTo>
                <a:lnTo>
                  <a:pt x="1238249" y="95249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178424" y="3683232"/>
            <a:ext cx="654685" cy="295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</a:pPr>
            <a:r>
              <a:rPr sz="900" spc="-10" dirty="0">
                <a:solidFill>
                  <a:srgbClr val="252423"/>
                </a:solidFill>
                <a:latin typeface="Segoe UI"/>
                <a:cs typeface="Segoe UI"/>
              </a:rPr>
              <a:t>Germany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65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1.118.219,47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143499" y="4153132"/>
            <a:ext cx="1238250" cy="95250"/>
            <a:chOff x="5143499" y="4153132"/>
            <a:chExt cx="1238250" cy="95250"/>
          </a:xfrm>
        </p:grpSpPr>
        <p:sp>
          <p:nvSpPr>
            <p:cNvPr id="44" name="object 44"/>
            <p:cNvSpPr/>
            <p:nvPr/>
          </p:nvSpPr>
          <p:spPr>
            <a:xfrm>
              <a:off x="5799787" y="4153132"/>
              <a:ext cx="582295" cy="95250"/>
            </a:xfrm>
            <a:custGeom>
              <a:avLst/>
              <a:gdLst/>
              <a:ahLst/>
              <a:cxnLst/>
              <a:rect l="l" t="t" r="r" b="b"/>
              <a:pathLst>
                <a:path w="582295" h="95250">
                  <a:moveTo>
                    <a:pt x="0" y="95249"/>
                  </a:moveTo>
                  <a:lnTo>
                    <a:pt x="581962" y="95249"/>
                  </a:lnTo>
                  <a:lnTo>
                    <a:pt x="581962" y="0"/>
                  </a:lnTo>
                  <a:lnTo>
                    <a:pt x="0" y="0"/>
                  </a:lnTo>
                  <a:lnTo>
                    <a:pt x="0" y="95249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143499" y="4153132"/>
              <a:ext cx="656590" cy="95250"/>
            </a:xfrm>
            <a:custGeom>
              <a:avLst/>
              <a:gdLst/>
              <a:ahLst/>
              <a:cxnLst/>
              <a:rect l="l" t="t" r="r" b="b"/>
              <a:pathLst>
                <a:path w="656589" h="95250">
                  <a:moveTo>
                    <a:pt x="656287" y="95249"/>
                  </a:moveTo>
                  <a:lnTo>
                    <a:pt x="0" y="95249"/>
                  </a:lnTo>
                  <a:lnTo>
                    <a:pt x="0" y="0"/>
                  </a:lnTo>
                  <a:lnTo>
                    <a:pt x="656287" y="0"/>
                  </a:lnTo>
                  <a:lnTo>
                    <a:pt x="656287" y="95249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178424" y="4254732"/>
            <a:ext cx="568325" cy="295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</a:pPr>
            <a:r>
              <a:rPr sz="900" spc="-10" dirty="0">
                <a:solidFill>
                  <a:srgbClr val="252423"/>
                </a:solidFill>
                <a:latin typeface="Segoe UI"/>
                <a:cs typeface="Segoe UI"/>
              </a:rPr>
              <a:t>Mexico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ts val="1065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592.670,26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143499" y="4724631"/>
            <a:ext cx="1238250" cy="95250"/>
            <a:chOff x="5143499" y="4724631"/>
            <a:chExt cx="1238250" cy="95250"/>
          </a:xfrm>
        </p:grpSpPr>
        <p:sp>
          <p:nvSpPr>
            <p:cNvPr id="48" name="object 48"/>
            <p:cNvSpPr/>
            <p:nvPr/>
          </p:nvSpPr>
          <p:spPr>
            <a:xfrm>
              <a:off x="5755383" y="4724631"/>
              <a:ext cx="626745" cy="95250"/>
            </a:xfrm>
            <a:custGeom>
              <a:avLst/>
              <a:gdLst/>
              <a:ahLst/>
              <a:cxnLst/>
              <a:rect l="l" t="t" r="r" b="b"/>
              <a:pathLst>
                <a:path w="626745" h="95250">
                  <a:moveTo>
                    <a:pt x="0" y="95249"/>
                  </a:moveTo>
                  <a:lnTo>
                    <a:pt x="626365" y="95249"/>
                  </a:lnTo>
                  <a:lnTo>
                    <a:pt x="626365" y="0"/>
                  </a:lnTo>
                  <a:lnTo>
                    <a:pt x="0" y="0"/>
                  </a:lnTo>
                  <a:lnTo>
                    <a:pt x="0" y="95249"/>
                  </a:lnTo>
                  <a:close/>
                </a:path>
              </a:pathLst>
            </a:custGeom>
            <a:solidFill>
              <a:srgbClr val="ED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43499" y="4724631"/>
              <a:ext cx="612140" cy="95250"/>
            </a:xfrm>
            <a:custGeom>
              <a:avLst/>
              <a:gdLst/>
              <a:ahLst/>
              <a:cxnLst/>
              <a:rect l="l" t="t" r="r" b="b"/>
              <a:pathLst>
                <a:path w="612139" h="95250">
                  <a:moveTo>
                    <a:pt x="611884" y="95249"/>
                  </a:moveTo>
                  <a:lnTo>
                    <a:pt x="0" y="95249"/>
                  </a:lnTo>
                  <a:lnTo>
                    <a:pt x="0" y="0"/>
                  </a:lnTo>
                  <a:lnTo>
                    <a:pt x="611884" y="0"/>
                  </a:lnTo>
                  <a:lnTo>
                    <a:pt x="611884" y="95249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178424" y="4826231"/>
            <a:ext cx="1243330" cy="2959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60"/>
              </a:spcBef>
            </a:pPr>
            <a:r>
              <a:rPr sz="900" dirty="0">
                <a:solidFill>
                  <a:srgbClr val="252423"/>
                </a:solidFill>
                <a:latin typeface="Segoe UI"/>
                <a:cs typeface="Segoe UI"/>
              </a:rPr>
              <a:t>United</a:t>
            </a:r>
            <a:r>
              <a:rPr sz="900" spc="-2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252423"/>
                </a:solidFill>
                <a:latin typeface="Segoe UI"/>
                <a:cs typeface="Segoe UI"/>
              </a:rPr>
              <a:t>States</a:t>
            </a:r>
            <a:r>
              <a:rPr sz="900" spc="-2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252423"/>
                </a:solidFill>
                <a:latin typeface="Segoe UI"/>
                <a:cs typeface="Segoe UI"/>
              </a:rPr>
              <a:t>of</a:t>
            </a:r>
            <a:r>
              <a:rPr sz="900" spc="-2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252423"/>
                </a:solidFill>
                <a:latin typeface="Segoe UI"/>
                <a:cs typeface="Segoe UI"/>
              </a:rPr>
              <a:t>Ameri…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552.570,83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476374" y="1390649"/>
            <a:ext cx="6143625" cy="542925"/>
          </a:xfrm>
          <a:custGeom>
            <a:avLst/>
            <a:gdLst/>
            <a:ahLst/>
            <a:cxnLst/>
            <a:rect l="l" t="t" r="r" b="b"/>
            <a:pathLst>
              <a:path w="6143625" h="542925">
                <a:moveTo>
                  <a:pt x="6143624" y="542924"/>
                </a:moveTo>
                <a:lnTo>
                  <a:pt x="0" y="542924"/>
                </a:lnTo>
                <a:lnTo>
                  <a:pt x="0" y="0"/>
                </a:lnTo>
                <a:lnTo>
                  <a:pt x="6143624" y="0"/>
                </a:lnTo>
                <a:lnTo>
                  <a:pt x="6143624" y="542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403600" y="1330325"/>
            <a:ext cx="1327785" cy="54356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50"/>
              </a:spcBef>
              <a:tabLst>
                <a:tab pos="1158240" algn="l"/>
              </a:tabLst>
            </a:pPr>
            <a:r>
              <a:rPr sz="1200" u="heavy" spc="-25" dirty="0">
                <a:solidFill>
                  <a:srgbClr val="252423"/>
                </a:solidFill>
                <a:uFill>
                  <a:solidFill>
                    <a:srgbClr val="118CFF"/>
                  </a:solidFill>
                </a:uFill>
                <a:latin typeface="Trebuchet MS"/>
                <a:cs typeface="Trebuchet MS"/>
              </a:rPr>
              <a:t>Ano</a:t>
            </a:r>
            <a:r>
              <a:rPr sz="1200" u="heavy" dirty="0">
                <a:solidFill>
                  <a:srgbClr val="252423"/>
                </a:solidFill>
                <a:uFill>
                  <a:solidFill>
                    <a:srgbClr val="118CFF"/>
                  </a:solidFill>
                </a:uFill>
                <a:latin typeface="Trebuchet MS"/>
                <a:cs typeface="Trebuchet MS"/>
              </a:rPr>
              <a:t>	</a:t>
            </a:r>
            <a:r>
              <a:rPr sz="2250" u="heavy" spc="-75" baseline="-5555" dirty="0">
                <a:solidFill>
                  <a:srgbClr val="B3B0AC"/>
                </a:solidFill>
                <a:uFill>
                  <a:solidFill>
                    <a:srgbClr val="118CFF"/>
                  </a:solidFill>
                </a:uFill>
                <a:latin typeface="Segoe UI"/>
                <a:cs typeface="Segoe UI"/>
              </a:rPr>
              <a:t>×</a:t>
            </a:r>
            <a:endParaRPr sz="2250" baseline="-5555">
              <a:latin typeface="Segoe UI"/>
              <a:cs typeface="Segoe UI"/>
            </a:endParaRPr>
          </a:p>
          <a:p>
            <a:pPr marL="25400">
              <a:lnSpc>
                <a:spcPct val="100000"/>
              </a:lnSpc>
              <a:spcBef>
                <a:spcPts val="45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18099" y="1425575"/>
            <a:ext cx="13277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158240" algn="l"/>
              </a:tabLst>
            </a:pPr>
            <a:r>
              <a:rPr sz="1200" u="heavy" spc="-20" dirty="0">
                <a:solidFill>
                  <a:srgbClr val="252423"/>
                </a:solidFill>
                <a:uFill>
                  <a:solidFill>
                    <a:srgbClr val="118CFF"/>
                  </a:solidFill>
                </a:uFill>
                <a:latin typeface="Trebuchet MS"/>
                <a:cs typeface="Trebuchet MS"/>
              </a:rPr>
              <a:t>País</a:t>
            </a:r>
            <a:r>
              <a:rPr sz="1200" u="heavy" dirty="0">
                <a:solidFill>
                  <a:srgbClr val="252423"/>
                </a:solidFill>
                <a:uFill>
                  <a:solidFill>
                    <a:srgbClr val="118CFF"/>
                  </a:solidFill>
                </a:uFill>
                <a:latin typeface="Trebuchet MS"/>
                <a:cs typeface="Trebuchet MS"/>
              </a:rPr>
              <a:t>	</a:t>
            </a:r>
            <a:r>
              <a:rPr sz="2250" u="heavy" spc="-75" baseline="-5555" dirty="0">
                <a:solidFill>
                  <a:srgbClr val="B3B0AC"/>
                </a:solidFill>
                <a:uFill>
                  <a:solidFill>
                    <a:srgbClr val="118CFF"/>
                  </a:solidFill>
                </a:uFill>
                <a:latin typeface="Segoe UI"/>
                <a:cs typeface="Segoe UI"/>
              </a:rPr>
              <a:t>×</a:t>
            </a:r>
            <a:endParaRPr sz="2250" baseline="-5555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702550" y="1304988"/>
            <a:ext cx="21316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Lucro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Segmento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707947" y="1564322"/>
            <a:ext cx="4672330" cy="2595880"/>
            <a:chOff x="7707947" y="1564322"/>
            <a:chExt cx="4672330" cy="2595880"/>
          </a:xfrm>
        </p:grpSpPr>
        <p:sp>
          <p:nvSpPr>
            <p:cNvPr id="56" name="object 56"/>
            <p:cNvSpPr/>
            <p:nvPr/>
          </p:nvSpPr>
          <p:spPr>
            <a:xfrm>
              <a:off x="7715249" y="1571624"/>
              <a:ext cx="3030220" cy="2581275"/>
            </a:xfrm>
            <a:custGeom>
              <a:avLst/>
              <a:gdLst/>
              <a:ahLst/>
              <a:cxnLst/>
              <a:rect l="l" t="t" r="r" b="b"/>
              <a:pathLst>
                <a:path w="3030220" h="2581275">
                  <a:moveTo>
                    <a:pt x="3029599" y="2581274"/>
                  </a:moveTo>
                  <a:lnTo>
                    <a:pt x="0" y="2581274"/>
                  </a:lnTo>
                  <a:lnTo>
                    <a:pt x="0" y="0"/>
                  </a:lnTo>
                  <a:lnTo>
                    <a:pt x="3029599" y="0"/>
                  </a:lnTo>
                  <a:lnTo>
                    <a:pt x="3029599" y="258127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715249" y="1571624"/>
              <a:ext cx="3030220" cy="2581275"/>
            </a:xfrm>
            <a:custGeom>
              <a:avLst/>
              <a:gdLst/>
              <a:ahLst/>
              <a:cxnLst/>
              <a:rect l="l" t="t" r="r" b="b"/>
              <a:pathLst>
                <a:path w="3030220" h="2581275">
                  <a:moveTo>
                    <a:pt x="0" y="0"/>
                  </a:moveTo>
                  <a:lnTo>
                    <a:pt x="3029599" y="0"/>
                  </a:lnTo>
                  <a:lnTo>
                    <a:pt x="3029599" y="2581274"/>
                  </a:lnTo>
                  <a:lnTo>
                    <a:pt x="0" y="2581274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744848" y="1571624"/>
              <a:ext cx="1628139" cy="1747520"/>
            </a:xfrm>
            <a:custGeom>
              <a:avLst/>
              <a:gdLst/>
              <a:ahLst/>
              <a:cxnLst/>
              <a:rect l="l" t="t" r="r" b="b"/>
              <a:pathLst>
                <a:path w="1628140" h="1747520">
                  <a:moveTo>
                    <a:pt x="1628125" y="1747471"/>
                  </a:moveTo>
                  <a:lnTo>
                    <a:pt x="0" y="1747471"/>
                  </a:lnTo>
                  <a:lnTo>
                    <a:pt x="0" y="0"/>
                  </a:lnTo>
                  <a:lnTo>
                    <a:pt x="1628125" y="0"/>
                  </a:lnTo>
                  <a:lnTo>
                    <a:pt x="1628125" y="1747471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744848" y="1571624"/>
              <a:ext cx="1628139" cy="1747520"/>
            </a:xfrm>
            <a:custGeom>
              <a:avLst/>
              <a:gdLst/>
              <a:ahLst/>
              <a:cxnLst/>
              <a:rect l="l" t="t" r="r" b="b"/>
              <a:pathLst>
                <a:path w="1628140" h="1747520">
                  <a:moveTo>
                    <a:pt x="0" y="0"/>
                  </a:moveTo>
                  <a:lnTo>
                    <a:pt x="1628125" y="0"/>
                  </a:lnTo>
                  <a:lnTo>
                    <a:pt x="1628125" y="1747471"/>
                  </a:lnTo>
                  <a:lnTo>
                    <a:pt x="0" y="1747471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744848" y="3319096"/>
              <a:ext cx="1084580" cy="834390"/>
            </a:xfrm>
            <a:custGeom>
              <a:avLst/>
              <a:gdLst/>
              <a:ahLst/>
              <a:cxnLst/>
              <a:rect l="l" t="t" r="r" b="b"/>
              <a:pathLst>
                <a:path w="1084579" h="834389">
                  <a:moveTo>
                    <a:pt x="1084482" y="833803"/>
                  </a:moveTo>
                  <a:lnTo>
                    <a:pt x="0" y="833803"/>
                  </a:lnTo>
                  <a:lnTo>
                    <a:pt x="0" y="0"/>
                  </a:lnTo>
                  <a:lnTo>
                    <a:pt x="1084482" y="0"/>
                  </a:lnTo>
                  <a:lnTo>
                    <a:pt x="1084482" y="833803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744848" y="3319096"/>
              <a:ext cx="1084580" cy="834390"/>
            </a:xfrm>
            <a:custGeom>
              <a:avLst/>
              <a:gdLst/>
              <a:ahLst/>
              <a:cxnLst/>
              <a:rect l="l" t="t" r="r" b="b"/>
              <a:pathLst>
                <a:path w="1084579" h="834389">
                  <a:moveTo>
                    <a:pt x="0" y="0"/>
                  </a:moveTo>
                  <a:lnTo>
                    <a:pt x="1084482" y="0"/>
                  </a:lnTo>
                  <a:lnTo>
                    <a:pt x="1084482" y="833803"/>
                  </a:lnTo>
                  <a:lnTo>
                    <a:pt x="0" y="833803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1829331" y="3319096"/>
              <a:ext cx="544195" cy="834390"/>
            </a:xfrm>
            <a:custGeom>
              <a:avLst/>
              <a:gdLst/>
              <a:ahLst/>
              <a:cxnLst/>
              <a:rect l="l" t="t" r="r" b="b"/>
              <a:pathLst>
                <a:path w="544195" h="834389">
                  <a:moveTo>
                    <a:pt x="543642" y="833803"/>
                  </a:moveTo>
                  <a:lnTo>
                    <a:pt x="0" y="833803"/>
                  </a:lnTo>
                  <a:lnTo>
                    <a:pt x="0" y="0"/>
                  </a:lnTo>
                  <a:lnTo>
                    <a:pt x="543642" y="0"/>
                  </a:lnTo>
                  <a:lnTo>
                    <a:pt x="543642" y="833803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1829331" y="3319096"/>
              <a:ext cx="544195" cy="834390"/>
            </a:xfrm>
            <a:custGeom>
              <a:avLst/>
              <a:gdLst/>
              <a:ahLst/>
              <a:cxnLst/>
              <a:rect l="l" t="t" r="r" b="b"/>
              <a:pathLst>
                <a:path w="544195" h="834389">
                  <a:moveTo>
                    <a:pt x="0" y="0"/>
                  </a:moveTo>
                  <a:lnTo>
                    <a:pt x="543642" y="0"/>
                  </a:lnTo>
                  <a:lnTo>
                    <a:pt x="543642" y="833803"/>
                  </a:lnTo>
                  <a:lnTo>
                    <a:pt x="0" y="833803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750175" y="1606532"/>
            <a:ext cx="859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GOVERNMENT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779719" y="1606532"/>
            <a:ext cx="998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SMALL</a:t>
            </a:r>
            <a:r>
              <a:rPr sz="10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BUSINESS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779719" y="3353923"/>
            <a:ext cx="999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CHANNEL</a:t>
            </a:r>
            <a:r>
              <a:rPr sz="10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Segoe UI"/>
                <a:cs typeface="Segoe UI"/>
              </a:rPr>
              <a:t>PART…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1864230" y="3353923"/>
            <a:ext cx="4699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MIDM…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8253400" y="4895850"/>
            <a:ext cx="4105275" cy="1019175"/>
          </a:xfrm>
          <a:custGeom>
            <a:avLst/>
            <a:gdLst/>
            <a:ahLst/>
            <a:cxnLst/>
            <a:rect l="l" t="t" r="r" b="b"/>
            <a:pathLst>
              <a:path w="4105275" h="1019175">
                <a:moveTo>
                  <a:pt x="9525" y="1013104"/>
                </a:moveTo>
                <a:lnTo>
                  <a:pt x="9067" y="1011986"/>
                </a:lnTo>
                <a:lnTo>
                  <a:pt x="7200" y="1010119"/>
                </a:lnTo>
                <a:lnTo>
                  <a:pt x="6083" y="1009650"/>
                </a:lnTo>
                <a:lnTo>
                  <a:pt x="3454" y="1009650"/>
                </a:lnTo>
                <a:lnTo>
                  <a:pt x="2336" y="1010119"/>
                </a:lnTo>
                <a:lnTo>
                  <a:pt x="469" y="1011986"/>
                </a:lnTo>
                <a:lnTo>
                  <a:pt x="0" y="1013104"/>
                </a:lnTo>
                <a:lnTo>
                  <a:pt x="0" y="1015733"/>
                </a:lnTo>
                <a:lnTo>
                  <a:pt x="469" y="1016850"/>
                </a:lnTo>
                <a:lnTo>
                  <a:pt x="2336" y="1018717"/>
                </a:lnTo>
                <a:lnTo>
                  <a:pt x="3454" y="1019175"/>
                </a:lnTo>
                <a:lnTo>
                  <a:pt x="6083" y="1019175"/>
                </a:lnTo>
                <a:lnTo>
                  <a:pt x="7200" y="1018717"/>
                </a:lnTo>
                <a:lnTo>
                  <a:pt x="9067" y="1016850"/>
                </a:lnTo>
                <a:lnTo>
                  <a:pt x="9525" y="1015733"/>
                </a:lnTo>
                <a:lnTo>
                  <a:pt x="9525" y="1013104"/>
                </a:lnTo>
                <a:close/>
              </a:path>
              <a:path w="4105275" h="1019175">
                <a:moveTo>
                  <a:pt x="9525" y="508279"/>
                </a:moveTo>
                <a:lnTo>
                  <a:pt x="9067" y="507161"/>
                </a:lnTo>
                <a:lnTo>
                  <a:pt x="7200" y="505294"/>
                </a:lnTo>
                <a:lnTo>
                  <a:pt x="6083" y="504825"/>
                </a:lnTo>
                <a:lnTo>
                  <a:pt x="3454" y="504825"/>
                </a:lnTo>
                <a:lnTo>
                  <a:pt x="2336" y="505294"/>
                </a:lnTo>
                <a:lnTo>
                  <a:pt x="469" y="507161"/>
                </a:lnTo>
                <a:lnTo>
                  <a:pt x="0" y="508279"/>
                </a:lnTo>
                <a:lnTo>
                  <a:pt x="0" y="510908"/>
                </a:lnTo>
                <a:lnTo>
                  <a:pt x="469" y="512025"/>
                </a:lnTo>
                <a:lnTo>
                  <a:pt x="2336" y="513892"/>
                </a:lnTo>
                <a:lnTo>
                  <a:pt x="3454" y="514350"/>
                </a:lnTo>
                <a:lnTo>
                  <a:pt x="6083" y="514350"/>
                </a:lnTo>
                <a:lnTo>
                  <a:pt x="7200" y="513892"/>
                </a:lnTo>
                <a:lnTo>
                  <a:pt x="9067" y="512025"/>
                </a:lnTo>
                <a:lnTo>
                  <a:pt x="9525" y="510908"/>
                </a:lnTo>
                <a:lnTo>
                  <a:pt x="9525" y="508279"/>
                </a:lnTo>
                <a:close/>
              </a:path>
              <a:path w="4105275" h="1019175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4105275" h="1019175">
                <a:moveTo>
                  <a:pt x="57150" y="1013104"/>
                </a:moveTo>
                <a:lnTo>
                  <a:pt x="56692" y="1011986"/>
                </a:lnTo>
                <a:lnTo>
                  <a:pt x="54825" y="1010119"/>
                </a:lnTo>
                <a:lnTo>
                  <a:pt x="53708" y="1009650"/>
                </a:lnTo>
                <a:lnTo>
                  <a:pt x="51079" y="1009650"/>
                </a:lnTo>
                <a:lnTo>
                  <a:pt x="49961" y="1010119"/>
                </a:lnTo>
                <a:lnTo>
                  <a:pt x="48094" y="1011986"/>
                </a:lnTo>
                <a:lnTo>
                  <a:pt x="47625" y="1013104"/>
                </a:lnTo>
                <a:lnTo>
                  <a:pt x="47625" y="1015733"/>
                </a:lnTo>
                <a:lnTo>
                  <a:pt x="48094" y="1016850"/>
                </a:lnTo>
                <a:lnTo>
                  <a:pt x="49961" y="1018717"/>
                </a:lnTo>
                <a:lnTo>
                  <a:pt x="51079" y="1019175"/>
                </a:lnTo>
                <a:lnTo>
                  <a:pt x="53708" y="1019175"/>
                </a:lnTo>
                <a:lnTo>
                  <a:pt x="54825" y="1018717"/>
                </a:lnTo>
                <a:lnTo>
                  <a:pt x="56692" y="1016850"/>
                </a:lnTo>
                <a:lnTo>
                  <a:pt x="57150" y="1015733"/>
                </a:lnTo>
                <a:lnTo>
                  <a:pt x="57150" y="1013104"/>
                </a:lnTo>
                <a:close/>
              </a:path>
              <a:path w="4105275" h="1019175">
                <a:moveTo>
                  <a:pt x="57150" y="508279"/>
                </a:moveTo>
                <a:lnTo>
                  <a:pt x="56692" y="507161"/>
                </a:lnTo>
                <a:lnTo>
                  <a:pt x="54825" y="505294"/>
                </a:lnTo>
                <a:lnTo>
                  <a:pt x="53708" y="504825"/>
                </a:lnTo>
                <a:lnTo>
                  <a:pt x="51079" y="504825"/>
                </a:lnTo>
                <a:lnTo>
                  <a:pt x="49961" y="505294"/>
                </a:lnTo>
                <a:lnTo>
                  <a:pt x="48094" y="507161"/>
                </a:lnTo>
                <a:lnTo>
                  <a:pt x="47625" y="508279"/>
                </a:lnTo>
                <a:lnTo>
                  <a:pt x="47625" y="510908"/>
                </a:lnTo>
                <a:lnTo>
                  <a:pt x="48094" y="512025"/>
                </a:lnTo>
                <a:lnTo>
                  <a:pt x="49961" y="513892"/>
                </a:lnTo>
                <a:lnTo>
                  <a:pt x="51079" y="514350"/>
                </a:lnTo>
                <a:lnTo>
                  <a:pt x="53708" y="514350"/>
                </a:lnTo>
                <a:lnTo>
                  <a:pt x="54825" y="513892"/>
                </a:lnTo>
                <a:lnTo>
                  <a:pt x="56692" y="512025"/>
                </a:lnTo>
                <a:lnTo>
                  <a:pt x="57150" y="510908"/>
                </a:lnTo>
                <a:lnTo>
                  <a:pt x="57150" y="508279"/>
                </a:lnTo>
                <a:close/>
              </a:path>
              <a:path w="4105275" h="1019175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4105275" h="1019175">
                <a:moveTo>
                  <a:pt x="104775" y="1013104"/>
                </a:moveTo>
                <a:lnTo>
                  <a:pt x="104317" y="1011986"/>
                </a:lnTo>
                <a:lnTo>
                  <a:pt x="102450" y="1010119"/>
                </a:lnTo>
                <a:lnTo>
                  <a:pt x="101333" y="1009650"/>
                </a:lnTo>
                <a:lnTo>
                  <a:pt x="98704" y="1009650"/>
                </a:lnTo>
                <a:lnTo>
                  <a:pt x="97586" y="1010119"/>
                </a:lnTo>
                <a:lnTo>
                  <a:pt x="95719" y="1011986"/>
                </a:lnTo>
                <a:lnTo>
                  <a:pt x="95250" y="1013104"/>
                </a:lnTo>
                <a:lnTo>
                  <a:pt x="95250" y="1015733"/>
                </a:lnTo>
                <a:lnTo>
                  <a:pt x="95719" y="1016850"/>
                </a:lnTo>
                <a:lnTo>
                  <a:pt x="97586" y="1018717"/>
                </a:lnTo>
                <a:lnTo>
                  <a:pt x="98704" y="1019175"/>
                </a:lnTo>
                <a:lnTo>
                  <a:pt x="101333" y="1019175"/>
                </a:lnTo>
                <a:lnTo>
                  <a:pt x="102450" y="1018717"/>
                </a:lnTo>
                <a:lnTo>
                  <a:pt x="104317" y="1016850"/>
                </a:lnTo>
                <a:lnTo>
                  <a:pt x="104775" y="1015733"/>
                </a:lnTo>
                <a:lnTo>
                  <a:pt x="104775" y="1013104"/>
                </a:lnTo>
                <a:close/>
              </a:path>
              <a:path w="4105275" h="1019175">
                <a:moveTo>
                  <a:pt x="104775" y="508279"/>
                </a:moveTo>
                <a:lnTo>
                  <a:pt x="104317" y="507161"/>
                </a:lnTo>
                <a:lnTo>
                  <a:pt x="102450" y="505294"/>
                </a:lnTo>
                <a:lnTo>
                  <a:pt x="101333" y="504825"/>
                </a:lnTo>
                <a:lnTo>
                  <a:pt x="98704" y="504825"/>
                </a:lnTo>
                <a:lnTo>
                  <a:pt x="97586" y="505294"/>
                </a:lnTo>
                <a:lnTo>
                  <a:pt x="95719" y="507161"/>
                </a:lnTo>
                <a:lnTo>
                  <a:pt x="95250" y="508279"/>
                </a:lnTo>
                <a:lnTo>
                  <a:pt x="95250" y="510908"/>
                </a:lnTo>
                <a:lnTo>
                  <a:pt x="95719" y="512025"/>
                </a:lnTo>
                <a:lnTo>
                  <a:pt x="97586" y="513892"/>
                </a:lnTo>
                <a:lnTo>
                  <a:pt x="98704" y="514350"/>
                </a:lnTo>
                <a:lnTo>
                  <a:pt x="101333" y="514350"/>
                </a:lnTo>
                <a:lnTo>
                  <a:pt x="102450" y="513892"/>
                </a:lnTo>
                <a:lnTo>
                  <a:pt x="104317" y="512025"/>
                </a:lnTo>
                <a:lnTo>
                  <a:pt x="104775" y="510908"/>
                </a:lnTo>
                <a:lnTo>
                  <a:pt x="104775" y="508279"/>
                </a:lnTo>
                <a:close/>
              </a:path>
              <a:path w="4105275" h="1019175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4105275" h="1019175">
                <a:moveTo>
                  <a:pt x="152400" y="1013104"/>
                </a:moveTo>
                <a:lnTo>
                  <a:pt x="151942" y="1011986"/>
                </a:lnTo>
                <a:lnTo>
                  <a:pt x="150075" y="1010119"/>
                </a:lnTo>
                <a:lnTo>
                  <a:pt x="148958" y="1009650"/>
                </a:lnTo>
                <a:lnTo>
                  <a:pt x="146329" y="1009650"/>
                </a:lnTo>
                <a:lnTo>
                  <a:pt x="145211" y="1010119"/>
                </a:lnTo>
                <a:lnTo>
                  <a:pt x="143344" y="1011986"/>
                </a:lnTo>
                <a:lnTo>
                  <a:pt x="142875" y="1013104"/>
                </a:lnTo>
                <a:lnTo>
                  <a:pt x="142875" y="1015733"/>
                </a:lnTo>
                <a:lnTo>
                  <a:pt x="143344" y="1016850"/>
                </a:lnTo>
                <a:lnTo>
                  <a:pt x="145211" y="1018717"/>
                </a:lnTo>
                <a:lnTo>
                  <a:pt x="146329" y="1019175"/>
                </a:lnTo>
                <a:lnTo>
                  <a:pt x="148958" y="1019175"/>
                </a:lnTo>
                <a:lnTo>
                  <a:pt x="150075" y="1018717"/>
                </a:lnTo>
                <a:lnTo>
                  <a:pt x="151942" y="1016850"/>
                </a:lnTo>
                <a:lnTo>
                  <a:pt x="152400" y="1015733"/>
                </a:lnTo>
                <a:lnTo>
                  <a:pt x="152400" y="1013104"/>
                </a:lnTo>
                <a:close/>
              </a:path>
              <a:path w="4105275" h="1019175">
                <a:moveTo>
                  <a:pt x="152400" y="508279"/>
                </a:moveTo>
                <a:lnTo>
                  <a:pt x="151942" y="507161"/>
                </a:lnTo>
                <a:lnTo>
                  <a:pt x="150075" y="505294"/>
                </a:lnTo>
                <a:lnTo>
                  <a:pt x="148958" y="504825"/>
                </a:lnTo>
                <a:lnTo>
                  <a:pt x="146329" y="504825"/>
                </a:lnTo>
                <a:lnTo>
                  <a:pt x="145211" y="505294"/>
                </a:lnTo>
                <a:lnTo>
                  <a:pt x="143344" y="507161"/>
                </a:lnTo>
                <a:lnTo>
                  <a:pt x="142875" y="508279"/>
                </a:lnTo>
                <a:lnTo>
                  <a:pt x="142875" y="510908"/>
                </a:lnTo>
                <a:lnTo>
                  <a:pt x="143344" y="512025"/>
                </a:lnTo>
                <a:lnTo>
                  <a:pt x="145211" y="513892"/>
                </a:lnTo>
                <a:lnTo>
                  <a:pt x="146329" y="514350"/>
                </a:lnTo>
                <a:lnTo>
                  <a:pt x="148958" y="514350"/>
                </a:lnTo>
                <a:lnTo>
                  <a:pt x="150075" y="513892"/>
                </a:lnTo>
                <a:lnTo>
                  <a:pt x="151942" y="512025"/>
                </a:lnTo>
                <a:lnTo>
                  <a:pt x="152400" y="510908"/>
                </a:lnTo>
                <a:lnTo>
                  <a:pt x="152400" y="508279"/>
                </a:lnTo>
                <a:close/>
              </a:path>
              <a:path w="4105275" h="1019175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4105275" h="1019175">
                <a:moveTo>
                  <a:pt x="200025" y="1013104"/>
                </a:moveTo>
                <a:lnTo>
                  <a:pt x="199567" y="1011986"/>
                </a:lnTo>
                <a:lnTo>
                  <a:pt x="197700" y="1010119"/>
                </a:lnTo>
                <a:lnTo>
                  <a:pt x="196583" y="1009650"/>
                </a:lnTo>
                <a:lnTo>
                  <a:pt x="193954" y="1009650"/>
                </a:lnTo>
                <a:lnTo>
                  <a:pt x="192836" y="1010119"/>
                </a:lnTo>
                <a:lnTo>
                  <a:pt x="190969" y="1011986"/>
                </a:lnTo>
                <a:lnTo>
                  <a:pt x="190500" y="1013104"/>
                </a:lnTo>
                <a:lnTo>
                  <a:pt x="190500" y="1015733"/>
                </a:lnTo>
                <a:lnTo>
                  <a:pt x="190969" y="1016850"/>
                </a:lnTo>
                <a:lnTo>
                  <a:pt x="192836" y="1018717"/>
                </a:lnTo>
                <a:lnTo>
                  <a:pt x="193954" y="1019175"/>
                </a:lnTo>
                <a:lnTo>
                  <a:pt x="196583" y="1019175"/>
                </a:lnTo>
                <a:lnTo>
                  <a:pt x="197700" y="1018717"/>
                </a:lnTo>
                <a:lnTo>
                  <a:pt x="199567" y="1016850"/>
                </a:lnTo>
                <a:lnTo>
                  <a:pt x="200025" y="1015733"/>
                </a:lnTo>
                <a:lnTo>
                  <a:pt x="200025" y="1013104"/>
                </a:lnTo>
                <a:close/>
              </a:path>
              <a:path w="4105275" h="1019175">
                <a:moveTo>
                  <a:pt x="200025" y="508279"/>
                </a:moveTo>
                <a:lnTo>
                  <a:pt x="199567" y="507161"/>
                </a:lnTo>
                <a:lnTo>
                  <a:pt x="197700" y="505294"/>
                </a:lnTo>
                <a:lnTo>
                  <a:pt x="196583" y="504825"/>
                </a:lnTo>
                <a:lnTo>
                  <a:pt x="193954" y="504825"/>
                </a:lnTo>
                <a:lnTo>
                  <a:pt x="192836" y="505294"/>
                </a:lnTo>
                <a:lnTo>
                  <a:pt x="190969" y="507161"/>
                </a:lnTo>
                <a:lnTo>
                  <a:pt x="190500" y="508279"/>
                </a:lnTo>
                <a:lnTo>
                  <a:pt x="190500" y="510908"/>
                </a:lnTo>
                <a:lnTo>
                  <a:pt x="190969" y="512025"/>
                </a:lnTo>
                <a:lnTo>
                  <a:pt x="192836" y="513892"/>
                </a:lnTo>
                <a:lnTo>
                  <a:pt x="193954" y="514350"/>
                </a:lnTo>
                <a:lnTo>
                  <a:pt x="196583" y="514350"/>
                </a:lnTo>
                <a:lnTo>
                  <a:pt x="197700" y="513892"/>
                </a:lnTo>
                <a:lnTo>
                  <a:pt x="199567" y="512025"/>
                </a:lnTo>
                <a:lnTo>
                  <a:pt x="200025" y="510908"/>
                </a:lnTo>
                <a:lnTo>
                  <a:pt x="200025" y="508279"/>
                </a:lnTo>
                <a:close/>
              </a:path>
              <a:path w="4105275" h="1019175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4105275" h="1019175">
                <a:moveTo>
                  <a:pt x="247650" y="1013104"/>
                </a:moveTo>
                <a:lnTo>
                  <a:pt x="247192" y="1011986"/>
                </a:lnTo>
                <a:lnTo>
                  <a:pt x="245325" y="1010119"/>
                </a:lnTo>
                <a:lnTo>
                  <a:pt x="244208" y="1009650"/>
                </a:lnTo>
                <a:lnTo>
                  <a:pt x="241579" y="1009650"/>
                </a:lnTo>
                <a:lnTo>
                  <a:pt x="240461" y="1010119"/>
                </a:lnTo>
                <a:lnTo>
                  <a:pt x="238594" y="1011986"/>
                </a:lnTo>
                <a:lnTo>
                  <a:pt x="238125" y="1013104"/>
                </a:lnTo>
                <a:lnTo>
                  <a:pt x="238125" y="1015733"/>
                </a:lnTo>
                <a:lnTo>
                  <a:pt x="238594" y="1016850"/>
                </a:lnTo>
                <a:lnTo>
                  <a:pt x="240461" y="1018717"/>
                </a:lnTo>
                <a:lnTo>
                  <a:pt x="241579" y="1019175"/>
                </a:lnTo>
                <a:lnTo>
                  <a:pt x="244208" y="1019175"/>
                </a:lnTo>
                <a:lnTo>
                  <a:pt x="245325" y="1018717"/>
                </a:lnTo>
                <a:lnTo>
                  <a:pt x="247192" y="1016850"/>
                </a:lnTo>
                <a:lnTo>
                  <a:pt x="247650" y="1015733"/>
                </a:lnTo>
                <a:lnTo>
                  <a:pt x="247650" y="1013104"/>
                </a:lnTo>
                <a:close/>
              </a:path>
              <a:path w="4105275" h="1019175">
                <a:moveTo>
                  <a:pt x="247650" y="508279"/>
                </a:moveTo>
                <a:lnTo>
                  <a:pt x="247192" y="507161"/>
                </a:lnTo>
                <a:lnTo>
                  <a:pt x="245325" y="505294"/>
                </a:lnTo>
                <a:lnTo>
                  <a:pt x="244208" y="504825"/>
                </a:lnTo>
                <a:lnTo>
                  <a:pt x="241579" y="504825"/>
                </a:lnTo>
                <a:lnTo>
                  <a:pt x="240461" y="505294"/>
                </a:lnTo>
                <a:lnTo>
                  <a:pt x="238594" y="507161"/>
                </a:lnTo>
                <a:lnTo>
                  <a:pt x="238125" y="508279"/>
                </a:lnTo>
                <a:lnTo>
                  <a:pt x="238125" y="510908"/>
                </a:lnTo>
                <a:lnTo>
                  <a:pt x="238594" y="512025"/>
                </a:lnTo>
                <a:lnTo>
                  <a:pt x="240461" y="513892"/>
                </a:lnTo>
                <a:lnTo>
                  <a:pt x="241579" y="514350"/>
                </a:lnTo>
                <a:lnTo>
                  <a:pt x="244208" y="514350"/>
                </a:lnTo>
                <a:lnTo>
                  <a:pt x="245325" y="513892"/>
                </a:lnTo>
                <a:lnTo>
                  <a:pt x="247192" y="512025"/>
                </a:lnTo>
                <a:lnTo>
                  <a:pt x="247650" y="510908"/>
                </a:lnTo>
                <a:lnTo>
                  <a:pt x="247650" y="508279"/>
                </a:lnTo>
                <a:close/>
              </a:path>
              <a:path w="4105275" h="1019175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4105275" h="1019175">
                <a:moveTo>
                  <a:pt x="295275" y="1013104"/>
                </a:moveTo>
                <a:lnTo>
                  <a:pt x="294817" y="1011986"/>
                </a:lnTo>
                <a:lnTo>
                  <a:pt x="292950" y="1010119"/>
                </a:lnTo>
                <a:lnTo>
                  <a:pt x="291833" y="1009650"/>
                </a:lnTo>
                <a:lnTo>
                  <a:pt x="289204" y="1009650"/>
                </a:lnTo>
                <a:lnTo>
                  <a:pt x="288086" y="1010119"/>
                </a:lnTo>
                <a:lnTo>
                  <a:pt x="286219" y="1011986"/>
                </a:lnTo>
                <a:lnTo>
                  <a:pt x="285750" y="1013104"/>
                </a:lnTo>
                <a:lnTo>
                  <a:pt x="285750" y="1015733"/>
                </a:lnTo>
                <a:lnTo>
                  <a:pt x="286219" y="1016850"/>
                </a:lnTo>
                <a:lnTo>
                  <a:pt x="288086" y="1018717"/>
                </a:lnTo>
                <a:lnTo>
                  <a:pt x="289204" y="1019175"/>
                </a:lnTo>
                <a:lnTo>
                  <a:pt x="291833" y="1019175"/>
                </a:lnTo>
                <a:lnTo>
                  <a:pt x="292950" y="1018717"/>
                </a:lnTo>
                <a:lnTo>
                  <a:pt x="294817" y="1016850"/>
                </a:lnTo>
                <a:lnTo>
                  <a:pt x="295275" y="1015733"/>
                </a:lnTo>
                <a:lnTo>
                  <a:pt x="295275" y="1013104"/>
                </a:lnTo>
                <a:close/>
              </a:path>
              <a:path w="4105275" h="1019175">
                <a:moveTo>
                  <a:pt x="295275" y="508279"/>
                </a:moveTo>
                <a:lnTo>
                  <a:pt x="294817" y="507161"/>
                </a:lnTo>
                <a:lnTo>
                  <a:pt x="292950" y="505294"/>
                </a:lnTo>
                <a:lnTo>
                  <a:pt x="291833" y="504825"/>
                </a:lnTo>
                <a:lnTo>
                  <a:pt x="289204" y="504825"/>
                </a:lnTo>
                <a:lnTo>
                  <a:pt x="288086" y="505294"/>
                </a:lnTo>
                <a:lnTo>
                  <a:pt x="286219" y="507161"/>
                </a:lnTo>
                <a:lnTo>
                  <a:pt x="285750" y="508279"/>
                </a:lnTo>
                <a:lnTo>
                  <a:pt x="285750" y="510908"/>
                </a:lnTo>
                <a:lnTo>
                  <a:pt x="286219" y="512025"/>
                </a:lnTo>
                <a:lnTo>
                  <a:pt x="288086" y="513892"/>
                </a:lnTo>
                <a:lnTo>
                  <a:pt x="289204" y="514350"/>
                </a:lnTo>
                <a:lnTo>
                  <a:pt x="291833" y="514350"/>
                </a:lnTo>
                <a:lnTo>
                  <a:pt x="292950" y="513892"/>
                </a:lnTo>
                <a:lnTo>
                  <a:pt x="294817" y="512025"/>
                </a:lnTo>
                <a:lnTo>
                  <a:pt x="295275" y="510908"/>
                </a:lnTo>
                <a:lnTo>
                  <a:pt x="295275" y="508279"/>
                </a:lnTo>
                <a:close/>
              </a:path>
              <a:path w="4105275" h="1019175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4105275" h="1019175">
                <a:moveTo>
                  <a:pt x="342900" y="1013104"/>
                </a:moveTo>
                <a:lnTo>
                  <a:pt x="342442" y="1011986"/>
                </a:lnTo>
                <a:lnTo>
                  <a:pt x="340575" y="1010119"/>
                </a:lnTo>
                <a:lnTo>
                  <a:pt x="339458" y="1009650"/>
                </a:lnTo>
                <a:lnTo>
                  <a:pt x="336829" y="1009650"/>
                </a:lnTo>
                <a:lnTo>
                  <a:pt x="335711" y="1010119"/>
                </a:lnTo>
                <a:lnTo>
                  <a:pt x="333844" y="1011986"/>
                </a:lnTo>
                <a:lnTo>
                  <a:pt x="333375" y="1013104"/>
                </a:lnTo>
                <a:lnTo>
                  <a:pt x="333375" y="1015733"/>
                </a:lnTo>
                <a:lnTo>
                  <a:pt x="333844" y="1016850"/>
                </a:lnTo>
                <a:lnTo>
                  <a:pt x="335711" y="1018717"/>
                </a:lnTo>
                <a:lnTo>
                  <a:pt x="336829" y="1019175"/>
                </a:lnTo>
                <a:lnTo>
                  <a:pt x="339458" y="1019175"/>
                </a:lnTo>
                <a:lnTo>
                  <a:pt x="340575" y="1018717"/>
                </a:lnTo>
                <a:lnTo>
                  <a:pt x="342442" y="1016850"/>
                </a:lnTo>
                <a:lnTo>
                  <a:pt x="342900" y="1015733"/>
                </a:lnTo>
                <a:lnTo>
                  <a:pt x="342900" y="1013104"/>
                </a:lnTo>
                <a:close/>
              </a:path>
              <a:path w="4105275" h="1019175">
                <a:moveTo>
                  <a:pt x="342900" y="508279"/>
                </a:moveTo>
                <a:lnTo>
                  <a:pt x="342442" y="507161"/>
                </a:lnTo>
                <a:lnTo>
                  <a:pt x="340575" y="505294"/>
                </a:lnTo>
                <a:lnTo>
                  <a:pt x="339458" y="504825"/>
                </a:lnTo>
                <a:lnTo>
                  <a:pt x="336829" y="504825"/>
                </a:lnTo>
                <a:lnTo>
                  <a:pt x="335711" y="505294"/>
                </a:lnTo>
                <a:lnTo>
                  <a:pt x="333844" y="507161"/>
                </a:lnTo>
                <a:lnTo>
                  <a:pt x="333375" y="508279"/>
                </a:lnTo>
                <a:lnTo>
                  <a:pt x="333375" y="510908"/>
                </a:lnTo>
                <a:lnTo>
                  <a:pt x="333844" y="512025"/>
                </a:lnTo>
                <a:lnTo>
                  <a:pt x="335711" y="513892"/>
                </a:lnTo>
                <a:lnTo>
                  <a:pt x="336829" y="514350"/>
                </a:lnTo>
                <a:lnTo>
                  <a:pt x="339458" y="514350"/>
                </a:lnTo>
                <a:lnTo>
                  <a:pt x="340575" y="513892"/>
                </a:lnTo>
                <a:lnTo>
                  <a:pt x="342442" y="512025"/>
                </a:lnTo>
                <a:lnTo>
                  <a:pt x="342900" y="510908"/>
                </a:lnTo>
                <a:lnTo>
                  <a:pt x="342900" y="508279"/>
                </a:lnTo>
                <a:close/>
              </a:path>
              <a:path w="4105275" h="1019175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4105275" h="1019175">
                <a:moveTo>
                  <a:pt x="390525" y="1013104"/>
                </a:moveTo>
                <a:lnTo>
                  <a:pt x="390067" y="1011986"/>
                </a:lnTo>
                <a:lnTo>
                  <a:pt x="388200" y="1010119"/>
                </a:lnTo>
                <a:lnTo>
                  <a:pt x="387083" y="1009650"/>
                </a:lnTo>
                <a:lnTo>
                  <a:pt x="384454" y="1009650"/>
                </a:lnTo>
                <a:lnTo>
                  <a:pt x="383336" y="1010119"/>
                </a:lnTo>
                <a:lnTo>
                  <a:pt x="381469" y="1011986"/>
                </a:lnTo>
                <a:lnTo>
                  <a:pt x="381000" y="1013104"/>
                </a:lnTo>
                <a:lnTo>
                  <a:pt x="381000" y="1015733"/>
                </a:lnTo>
                <a:lnTo>
                  <a:pt x="381469" y="1016850"/>
                </a:lnTo>
                <a:lnTo>
                  <a:pt x="383336" y="1018717"/>
                </a:lnTo>
                <a:lnTo>
                  <a:pt x="384454" y="1019175"/>
                </a:lnTo>
                <a:lnTo>
                  <a:pt x="387083" y="1019175"/>
                </a:lnTo>
                <a:lnTo>
                  <a:pt x="388200" y="1018717"/>
                </a:lnTo>
                <a:lnTo>
                  <a:pt x="390067" y="1016850"/>
                </a:lnTo>
                <a:lnTo>
                  <a:pt x="390525" y="1015733"/>
                </a:lnTo>
                <a:lnTo>
                  <a:pt x="390525" y="1013104"/>
                </a:lnTo>
                <a:close/>
              </a:path>
              <a:path w="4105275" h="1019175">
                <a:moveTo>
                  <a:pt x="390525" y="508279"/>
                </a:moveTo>
                <a:lnTo>
                  <a:pt x="390067" y="507161"/>
                </a:lnTo>
                <a:lnTo>
                  <a:pt x="388200" y="505294"/>
                </a:lnTo>
                <a:lnTo>
                  <a:pt x="387083" y="504825"/>
                </a:lnTo>
                <a:lnTo>
                  <a:pt x="384454" y="504825"/>
                </a:lnTo>
                <a:lnTo>
                  <a:pt x="383336" y="505294"/>
                </a:lnTo>
                <a:lnTo>
                  <a:pt x="381469" y="507161"/>
                </a:lnTo>
                <a:lnTo>
                  <a:pt x="381000" y="508279"/>
                </a:lnTo>
                <a:lnTo>
                  <a:pt x="381000" y="510908"/>
                </a:lnTo>
                <a:lnTo>
                  <a:pt x="381469" y="512025"/>
                </a:lnTo>
                <a:lnTo>
                  <a:pt x="383336" y="513892"/>
                </a:lnTo>
                <a:lnTo>
                  <a:pt x="384454" y="514350"/>
                </a:lnTo>
                <a:lnTo>
                  <a:pt x="387083" y="514350"/>
                </a:lnTo>
                <a:lnTo>
                  <a:pt x="388200" y="513892"/>
                </a:lnTo>
                <a:lnTo>
                  <a:pt x="390067" y="512025"/>
                </a:lnTo>
                <a:lnTo>
                  <a:pt x="390525" y="510908"/>
                </a:lnTo>
                <a:lnTo>
                  <a:pt x="390525" y="508279"/>
                </a:lnTo>
                <a:close/>
              </a:path>
              <a:path w="4105275" h="1019175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4105275" h="1019175">
                <a:moveTo>
                  <a:pt x="438150" y="1013104"/>
                </a:moveTo>
                <a:lnTo>
                  <a:pt x="437692" y="1011986"/>
                </a:lnTo>
                <a:lnTo>
                  <a:pt x="435825" y="1010119"/>
                </a:lnTo>
                <a:lnTo>
                  <a:pt x="434708" y="1009650"/>
                </a:lnTo>
                <a:lnTo>
                  <a:pt x="432079" y="1009650"/>
                </a:lnTo>
                <a:lnTo>
                  <a:pt x="430961" y="1010119"/>
                </a:lnTo>
                <a:lnTo>
                  <a:pt x="429094" y="1011986"/>
                </a:lnTo>
                <a:lnTo>
                  <a:pt x="428625" y="1013104"/>
                </a:lnTo>
                <a:lnTo>
                  <a:pt x="428625" y="1015733"/>
                </a:lnTo>
                <a:lnTo>
                  <a:pt x="429094" y="1016850"/>
                </a:lnTo>
                <a:lnTo>
                  <a:pt x="430961" y="1018717"/>
                </a:lnTo>
                <a:lnTo>
                  <a:pt x="432079" y="1019175"/>
                </a:lnTo>
                <a:lnTo>
                  <a:pt x="434708" y="1019175"/>
                </a:lnTo>
                <a:lnTo>
                  <a:pt x="435825" y="1018717"/>
                </a:lnTo>
                <a:lnTo>
                  <a:pt x="437692" y="1016850"/>
                </a:lnTo>
                <a:lnTo>
                  <a:pt x="438150" y="1015733"/>
                </a:lnTo>
                <a:lnTo>
                  <a:pt x="438150" y="1013104"/>
                </a:lnTo>
                <a:close/>
              </a:path>
              <a:path w="4105275" h="1019175">
                <a:moveTo>
                  <a:pt x="438150" y="508279"/>
                </a:moveTo>
                <a:lnTo>
                  <a:pt x="437692" y="507161"/>
                </a:lnTo>
                <a:lnTo>
                  <a:pt x="435825" y="505294"/>
                </a:lnTo>
                <a:lnTo>
                  <a:pt x="434708" y="504825"/>
                </a:lnTo>
                <a:lnTo>
                  <a:pt x="432079" y="504825"/>
                </a:lnTo>
                <a:lnTo>
                  <a:pt x="430961" y="505294"/>
                </a:lnTo>
                <a:lnTo>
                  <a:pt x="429094" y="507161"/>
                </a:lnTo>
                <a:lnTo>
                  <a:pt x="428625" y="508279"/>
                </a:lnTo>
                <a:lnTo>
                  <a:pt x="428625" y="510908"/>
                </a:lnTo>
                <a:lnTo>
                  <a:pt x="429094" y="512025"/>
                </a:lnTo>
                <a:lnTo>
                  <a:pt x="430961" y="513892"/>
                </a:lnTo>
                <a:lnTo>
                  <a:pt x="432079" y="514350"/>
                </a:lnTo>
                <a:lnTo>
                  <a:pt x="434708" y="514350"/>
                </a:lnTo>
                <a:lnTo>
                  <a:pt x="435825" y="513892"/>
                </a:lnTo>
                <a:lnTo>
                  <a:pt x="437692" y="512025"/>
                </a:lnTo>
                <a:lnTo>
                  <a:pt x="438150" y="510908"/>
                </a:lnTo>
                <a:lnTo>
                  <a:pt x="438150" y="508279"/>
                </a:lnTo>
                <a:close/>
              </a:path>
              <a:path w="4105275" h="1019175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4105275" h="1019175">
                <a:moveTo>
                  <a:pt x="485775" y="1013104"/>
                </a:moveTo>
                <a:lnTo>
                  <a:pt x="485317" y="1011986"/>
                </a:lnTo>
                <a:lnTo>
                  <a:pt x="483450" y="1010119"/>
                </a:lnTo>
                <a:lnTo>
                  <a:pt x="482333" y="1009650"/>
                </a:lnTo>
                <a:lnTo>
                  <a:pt x="479704" y="1009650"/>
                </a:lnTo>
                <a:lnTo>
                  <a:pt x="478586" y="1010119"/>
                </a:lnTo>
                <a:lnTo>
                  <a:pt x="476719" y="1011986"/>
                </a:lnTo>
                <a:lnTo>
                  <a:pt x="476250" y="1013104"/>
                </a:lnTo>
                <a:lnTo>
                  <a:pt x="476250" y="1015733"/>
                </a:lnTo>
                <a:lnTo>
                  <a:pt x="476719" y="1016850"/>
                </a:lnTo>
                <a:lnTo>
                  <a:pt x="478586" y="1018717"/>
                </a:lnTo>
                <a:lnTo>
                  <a:pt x="479704" y="1019175"/>
                </a:lnTo>
                <a:lnTo>
                  <a:pt x="482333" y="1019175"/>
                </a:lnTo>
                <a:lnTo>
                  <a:pt x="483450" y="1018717"/>
                </a:lnTo>
                <a:lnTo>
                  <a:pt x="485317" y="1016850"/>
                </a:lnTo>
                <a:lnTo>
                  <a:pt x="485775" y="1015733"/>
                </a:lnTo>
                <a:lnTo>
                  <a:pt x="485775" y="1013104"/>
                </a:lnTo>
                <a:close/>
              </a:path>
              <a:path w="4105275" h="1019175">
                <a:moveTo>
                  <a:pt x="485775" y="508279"/>
                </a:moveTo>
                <a:lnTo>
                  <a:pt x="485317" y="507161"/>
                </a:lnTo>
                <a:lnTo>
                  <a:pt x="483450" y="505294"/>
                </a:lnTo>
                <a:lnTo>
                  <a:pt x="482333" y="504825"/>
                </a:lnTo>
                <a:lnTo>
                  <a:pt x="479704" y="504825"/>
                </a:lnTo>
                <a:lnTo>
                  <a:pt x="478586" y="505294"/>
                </a:lnTo>
                <a:lnTo>
                  <a:pt x="476719" y="507161"/>
                </a:lnTo>
                <a:lnTo>
                  <a:pt x="476250" y="508279"/>
                </a:lnTo>
                <a:lnTo>
                  <a:pt x="476250" y="510908"/>
                </a:lnTo>
                <a:lnTo>
                  <a:pt x="476719" y="512025"/>
                </a:lnTo>
                <a:lnTo>
                  <a:pt x="478586" y="513892"/>
                </a:lnTo>
                <a:lnTo>
                  <a:pt x="479704" y="514350"/>
                </a:lnTo>
                <a:lnTo>
                  <a:pt x="482333" y="514350"/>
                </a:lnTo>
                <a:lnTo>
                  <a:pt x="483450" y="513892"/>
                </a:lnTo>
                <a:lnTo>
                  <a:pt x="485317" y="512025"/>
                </a:lnTo>
                <a:lnTo>
                  <a:pt x="485775" y="510908"/>
                </a:lnTo>
                <a:lnTo>
                  <a:pt x="485775" y="508279"/>
                </a:lnTo>
                <a:close/>
              </a:path>
              <a:path w="4105275" h="1019175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4105275" h="1019175">
                <a:moveTo>
                  <a:pt x="533400" y="1013104"/>
                </a:moveTo>
                <a:lnTo>
                  <a:pt x="532942" y="1011986"/>
                </a:lnTo>
                <a:lnTo>
                  <a:pt x="531075" y="1010119"/>
                </a:lnTo>
                <a:lnTo>
                  <a:pt x="529958" y="1009650"/>
                </a:lnTo>
                <a:lnTo>
                  <a:pt x="527329" y="1009650"/>
                </a:lnTo>
                <a:lnTo>
                  <a:pt x="526211" y="1010119"/>
                </a:lnTo>
                <a:lnTo>
                  <a:pt x="524344" y="1011986"/>
                </a:lnTo>
                <a:lnTo>
                  <a:pt x="523875" y="1013104"/>
                </a:lnTo>
                <a:lnTo>
                  <a:pt x="523875" y="1015733"/>
                </a:lnTo>
                <a:lnTo>
                  <a:pt x="524344" y="1016850"/>
                </a:lnTo>
                <a:lnTo>
                  <a:pt x="526211" y="1018717"/>
                </a:lnTo>
                <a:lnTo>
                  <a:pt x="527329" y="1019175"/>
                </a:lnTo>
                <a:lnTo>
                  <a:pt x="529958" y="1019175"/>
                </a:lnTo>
                <a:lnTo>
                  <a:pt x="531075" y="1018717"/>
                </a:lnTo>
                <a:lnTo>
                  <a:pt x="532942" y="1016850"/>
                </a:lnTo>
                <a:lnTo>
                  <a:pt x="533400" y="1015733"/>
                </a:lnTo>
                <a:lnTo>
                  <a:pt x="533400" y="1013104"/>
                </a:lnTo>
                <a:close/>
              </a:path>
              <a:path w="4105275" h="1019175">
                <a:moveTo>
                  <a:pt x="533400" y="508279"/>
                </a:moveTo>
                <a:lnTo>
                  <a:pt x="532942" y="507161"/>
                </a:lnTo>
                <a:lnTo>
                  <a:pt x="531075" y="505294"/>
                </a:lnTo>
                <a:lnTo>
                  <a:pt x="529958" y="504825"/>
                </a:lnTo>
                <a:lnTo>
                  <a:pt x="527329" y="504825"/>
                </a:lnTo>
                <a:lnTo>
                  <a:pt x="526211" y="505294"/>
                </a:lnTo>
                <a:lnTo>
                  <a:pt x="524344" y="507161"/>
                </a:lnTo>
                <a:lnTo>
                  <a:pt x="523875" y="508279"/>
                </a:lnTo>
                <a:lnTo>
                  <a:pt x="523875" y="510908"/>
                </a:lnTo>
                <a:lnTo>
                  <a:pt x="524344" y="512025"/>
                </a:lnTo>
                <a:lnTo>
                  <a:pt x="526211" y="513892"/>
                </a:lnTo>
                <a:lnTo>
                  <a:pt x="527329" y="514350"/>
                </a:lnTo>
                <a:lnTo>
                  <a:pt x="529958" y="514350"/>
                </a:lnTo>
                <a:lnTo>
                  <a:pt x="531075" y="513892"/>
                </a:lnTo>
                <a:lnTo>
                  <a:pt x="532942" y="512025"/>
                </a:lnTo>
                <a:lnTo>
                  <a:pt x="533400" y="510908"/>
                </a:lnTo>
                <a:lnTo>
                  <a:pt x="533400" y="508279"/>
                </a:lnTo>
                <a:close/>
              </a:path>
              <a:path w="4105275" h="1019175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4105275" h="1019175">
                <a:moveTo>
                  <a:pt x="581025" y="1013104"/>
                </a:moveTo>
                <a:lnTo>
                  <a:pt x="580567" y="1011986"/>
                </a:lnTo>
                <a:lnTo>
                  <a:pt x="578700" y="1010119"/>
                </a:lnTo>
                <a:lnTo>
                  <a:pt x="577583" y="1009650"/>
                </a:lnTo>
                <a:lnTo>
                  <a:pt x="574954" y="1009650"/>
                </a:lnTo>
                <a:lnTo>
                  <a:pt x="573836" y="1010119"/>
                </a:lnTo>
                <a:lnTo>
                  <a:pt x="571969" y="1011986"/>
                </a:lnTo>
                <a:lnTo>
                  <a:pt x="571500" y="1013104"/>
                </a:lnTo>
                <a:lnTo>
                  <a:pt x="571500" y="1015733"/>
                </a:lnTo>
                <a:lnTo>
                  <a:pt x="571969" y="1016850"/>
                </a:lnTo>
                <a:lnTo>
                  <a:pt x="573836" y="1018717"/>
                </a:lnTo>
                <a:lnTo>
                  <a:pt x="574954" y="1019175"/>
                </a:lnTo>
                <a:lnTo>
                  <a:pt x="577583" y="1019175"/>
                </a:lnTo>
                <a:lnTo>
                  <a:pt x="578700" y="1018717"/>
                </a:lnTo>
                <a:lnTo>
                  <a:pt x="580567" y="1016850"/>
                </a:lnTo>
                <a:lnTo>
                  <a:pt x="581025" y="1015733"/>
                </a:lnTo>
                <a:lnTo>
                  <a:pt x="581025" y="1013104"/>
                </a:lnTo>
                <a:close/>
              </a:path>
              <a:path w="4105275" h="1019175">
                <a:moveTo>
                  <a:pt x="581025" y="508279"/>
                </a:moveTo>
                <a:lnTo>
                  <a:pt x="580567" y="507161"/>
                </a:lnTo>
                <a:lnTo>
                  <a:pt x="578700" y="505294"/>
                </a:lnTo>
                <a:lnTo>
                  <a:pt x="577583" y="504825"/>
                </a:lnTo>
                <a:lnTo>
                  <a:pt x="574954" y="504825"/>
                </a:lnTo>
                <a:lnTo>
                  <a:pt x="573836" y="505294"/>
                </a:lnTo>
                <a:lnTo>
                  <a:pt x="571969" y="507161"/>
                </a:lnTo>
                <a:lnTo>
                  <a:pt x="571500" y="508279"/>
                </a:lnTo>
                <a:lnTo>
                  <a:pt x="571500" y="510908"/>
                </a:lnTo>
                <a:lnTo>
                  <a:pt x="571969" y="512025"/>
                </a:lnTo>
                <a:lnTo>
                  <a:pt x="573836" y="513892"/>
                </a:lnTo>
                <a:lnTo>
                  <a:pt x="574954" y="514350"/>
                </a:lnTo>
                <a:lnTo>
                  <a:pt x="577583" y="514350"/>
                </a:lnTo>
                <a:lnTo>
                  <a:pt x="578700" y="513892"/>
                </a:lnTo>
                <a:lnTo>
                  <a:pt x="580567" y="512025"/>
                </a:lnTo>
                <a:lnTo>
                  <a:pt x="581025" y="510908"/>
                </a:lnTo>
                <a:lnTo>
                  <a:pt x="581025" y="508279"/>
                </a:lnTo>
                <a:close/>
              </a:path>
              <a:path w="4105275" h="1019175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4105275" h="1019175">
                <a:moveTo>
                  <a:pt x="628650" y="1013104"/>
                </a:moveTo>
                <a:lnTo>
                  <a:pt x="628192" y="1011986"/>
                </a:lnTo>
                <a:lnTo>
                  <a:pt x="626325" y="1010119"/>
                </a:lnTo>
                <a:lnTo>
                  <a:pt x="625208" y="1009650"/>
                </a:lnTo>
                <a:lnTo>
                  <a:pt x="622579" y="1009650"/>
                </a:lnTo>
                <a:lnTo>
                  <a:pt x="621461" y="1010119"/>
                </a:lnTo>
                <a:lnTo>
                  <a:pt x="619594" y="1011986"/>
                </a:lnTo>
                <a:lnTo>
                  <a:pt x="619125" y="1013104"/>
                </a:lnTo>
                <a:lnTo>
                  <a:pt x="619125" y="1015733"/>
                </a:lnTo>
                <a:lnTo>
                  <a:pt x="619594" y="1016850"/>
                </a:lnTo>
                <a:lnTo>
                  <a:pt x="621461" y="1018717"/>
                </a:lnTo>
                <a:lnTo>
                  <a:pt x="622579" y="1019175"/>
                </a:lnTo>
                <a:lnTo>
                  <a:pt x="625208" y="1019175"/>
                </a:lnTo>
                <a:lnTo>
                  <a:pt x="626325" y="1018717"/>
                </a:lnTo>
                <a:lnTo>
                  <a:pt x="628192" y="1016850"/>
                </a:lnTo>
                <a:lnTo>
                  <a:pt x="628650" y="1015733"/>
                </a:lnTo>
                <a:lnTo>
                  <a:pt x="628650" y="1013104"/>
                </a:lnTo>
                <a:close/>
              </a:path>
              <a:path w="4105275" h="1019175">
                <a:moveTo>
                  <a:pt x="628650" y="508279"/>
                </a:moveTo>
                <a:lnTo>
                  <a:pt x="628192" y="507161"/>
                </a:lnTo>
                <a:lnTo>
                  <a:pt x="626325" y="505294"/>
                </a:lnTo>
                <a:lnTo>
                  <a:pt x="625208" y="504825"/>
                </a:lnTo>
                <a:lnTo>
                  <a:pt x="622579" y="504825"/>
                </a:lnTo>
                <a:lnTo>
                  <a:pt x="621461" y="505294"/>
                </a:lnTo>
                <a:lnTo>
                  <a:pt x="619594" y="507161"/>
                </a:lnTo>
                <a:lnTo>
                  <a:pt x="619125" y="508279"/>
                </a:lnTo>
                <a:lnTo>
                  <a:pt x="619125" y="510908"/>
                </a:lnTo>
                <a:lnTo>
                  <a:pt x="619594" y="512025"/>
                </a:lnTo>
                <a:lnTo>
                  <a:pt x="621461" y="513892"/>
                </a:lnTo>
                <a:lnTo>
                  <a:pt x="622579" y="514350"/>
                </a:lnTo>
                <a:lnTo>
                  <a:pt x="625208" y="514350"/>
                </a:lnTo>
                <a:lnTo>
                  <a:pt x="626325" y="513892"/>
                </a:lnTo>
                <a:lnTo>
                  <a:pt x="628192" y="512025"/>
                </a:lnTo>
                <a:lnTo>
                  <a:pt x="628650" y="510908"/>
                </a:lnTo>
                <a:lnTo>
                  <a:pt x="628650" y="508279"/>
                </a:lnTo>
                <a:close/>
              </a:path>
              <a:path w="4105275" h="1019175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4105275" h="1019175">
                <a:moveTo>
                  <a:pt x="676275" y="1013104"/>
                </a:moveTo>
                <a:lnTo>
                  <a:pt x="675817" y="1011986"/>
                </a:lnTo>
                <a:lnTo>
                  <a:pt x="673950" y="1010119"/>
                </a:lnTo>
                <a:lnTo>
                  <a:pt x="672833" y="1009650"/>
                </a:lnTo>
                <a:lnTo>
                  <a:pt x="670204" y="1009650"/>
                </a:lnTo>
                <a:lnTo>
                  <a:pt x="669086" y="1010119"/>
                </a:lnTo>
                <a:lnTo>
                  <a:pt x="667219" y="1011986"/>
                </a:lnTo>
                <a:lnTo>
                  <a:pt x="666750" y="1013104"/>
                </a:lnTo>
                <a:lnTo>
                  <a:pt x="666750" y="1015733"/>
                </a:lnTo>
                <a:lnTo>
                  <a:pt x="667219" y="1016850"/>
                </a:lnTo>
                <a:lnTo>
                  <a:pt x="669086" y="1018717"/>
                </a:lnTo>
                <a:lnTo>
                  <a:pt x="670204" y="1019175"/>
                </a:lnTo>
                <a:lnTo>
                  <a:pt x="672833" y="1019175"/>
                </a:lnTo>
                <a:lnTo>
                  <a:pt x="673950" y="1018717"/>
                </a:lnTo>
                <a:lnTo>
                  <a:pt x="675817" y="1016850"/>
                </a:lnTo>
                <a:lnTo>
                  <a:pt x="676275" y="1015733"/>
                </a:lnTo>
                <a:lnTo>
                  <a:pt x="676275" y="1013104"/>
                </a:lnTo>
                <a:close/>
              </a:path>
              <a:path w="4105275" h="1019175">
                <a:moveTo>
                  <a:pt x="676275" y="508279"/>
                </a:moveTo>
                <a:lnTo>
                  <a:pt x="675817" y="507161"/>
                </a:lnTo>
                <a:lnTo>
                  <a:pt x="673950" y="505294"/>
                </a:lnTo>
                <a:lnTo>
                  <a:pt x="672833" y="504825"/>
                </a:lnTo>
                <a:lnTo>
                  <a:pt x="670204" y="504825"/>
                </a:lnTo>
                <a:lnTo>
                  <a:pt x="669086" y="505294"/>
                </a:lnTo>
                <a:lnTo>
                  <a:pt x="667219" y="507161"/>
                </a:lnTo>
                <a:lnTo>
                  <a:pt x="666750" y="508279"/>
                </a:lnTo>
                <a:lnTo>
                  <a:pt x="666750" y="510908"/>
                </a:lnTo>
                <a:lnTo>
                  <a:pt x="667219" y="512025"/>
                </a:lnTo>
                <a:lnTo>
                  <a:pt x="669086" y="513892"/>
                </a:lnTo>
                <a:lnTo>
                  <a:pt x="670204" y="514350"/>
                </a:lnTo>
                <a:lnTo>
                  <a:pt x="672833" y="514350"/>
                </a:lnTo>
                <a:lnTo>
                  <a:pt x="673950" y="513892"/>
                </a:lnTo>
                <a:lnTo>
                  <a:pt x="675817" y="512025"/>
                </a:lnTo>
                <a:lnTo>
                  <a:pt x="676275" y="510908"/>
                </a:lnTo>
                <a:lnTo>
                  <a:pt x="676275" y="508279"/>
                </a:lnTo>
                <a:close/>
              </a:path>
              <a:path w="4105275" h="1019175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4105275" h="1019175">
                <a:moveTo>
                  <a:pt x="723900" y="1013104"/>
                </a:moveTo>
                <a:lnTo>
                  <a:pt x="723442" y="1011986"/>
                </a:lnTo>
                <a:lnTo>
                  <a:pt x="721575" y="1010119"/>
                </a:lnTo>
                <a:lnTo>
                  <a:pt x="720458" y="1009650"/>
                </a:lnTo>
                <a:lnTo>
                  <a:pt x="717829" y="1009650"/>
                </a:lnTo>
                <a:lnTo>
                  <a:pt x="716711" y="1010119"/>
                </a:lnTo>
                <a:lnTo>
                  <a:pt x="714844" y="1011986"/>
                </a:lnTo>
                <a:lnTo>
                  <a:pt x="714375" y="1013104"/>
                </a:lnTo>
                <a:lnTo>
                  <a:pt x="714375" y="1015733"/>
                </a:lnTo>
                <a:lnTo>
                  <a:pt x="714844" y="1016850"/>
                </a:lnTo>
                <a:lnTo>
                  <a:pt x="716711" y="1018717"/>
                </a:lnTo>
                <a:lnTo>
                  <a:pt x="717829" y="1019175"/>
                </a:lnTo>
                <a:lnTo>
                  <a:pt x="720458" y="1019175"/>
                </a:lnTo>
                <a:lnTo>
                  <a:pt x="721575" y="1018717"/>
                </a:lnTo>
                <a:lnTo>
                  <a:pt x="723442" y="1016850"/>
                </a:lnTo>
                <a:lnTo>
                  <a:pt x="723900" y="1015733"/>
                </a:lnTo>
                <a:lnTo>
                  <a:pt x="723900" y="1013104"/>
                </a:lnTo>
                <a:close/>
              </a:path>
              <a:path w="4105275" h="1019175">
                <a:moveTo>
                  <a:pt x="723900" y="508279"/>
                </a:moveTo>
                <a:lnTo>
                  <a:pt x="723442" y="507161"/>
                </a:lnTo>
                <a:lnTo>
                  <a:pt x="721575" y="505294"/>
                </a:lnTo>
                <a:lnTo>
                  <a:pt x="720458" y="504825"/>
                </a:lnTo>
                <a:lnTo>
                  <a:pt x="717829" y="504825"/>
                </a:lnTo>
                <a:lnTo>
                  <a:pt x="716711" y="505294"/>
                </a:lnTo>
                <a:lnTo>
                  <a:pt x="714844" y="507161"/>
                </a:lnTo>
                <a:lnTo>
                  <a:pt x="714375" y="508279"/>
                </a:lnTo>
                <a:lnTo>
                  <a:pt x="714375" y="510908"/>
                </a:lnTo>
                <a:lnTo>
                  <a:pt x="714844" y="512025"/>
                </a:lnTo>
                <a:lnTo>
                  <a:pt x="716711" y="513892"/>
                </a:lnTo>
                <a:lnTo>
                  <a:pt x="717829" y="514350"/>
                </a:lnTo>
                <a:lnTo>
                  <a:pt x="720458" y="514350"/>
                </a:lnTo>
                <a:lnTo>
                  <a:pt x="721575" y="513892"/>
                </a:lnTo>
                <a:lnTo>
                  <a:pt x="723442" y="512025"/>
                </a:lnTo>
                <a:lnTo>
                  <a:pt x="723900" y="510908"/>
                </a:lnTo>
                <a:lnTo>
                  <a:pt x="723900" y="508279"/>
                </a:lnTo>
                <a:close/>
              </a:path>
              <a:path w="4105275" h="1019175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4105275" h="1019175">
                <a:moveTo>
                  <a:pt x="771525" y="1013104"/>
                </a:moveTo>
                <a:lnTo>
                  <a:pt x="771067" y="1011986"/>
                </a:lnTo>
                <a:lnTo>
                  <a:pt x="769200" y="1010119"/>
                </a:lnTo>
                <a:lnTo>
                  <a:pt x="768083" y="1009650"/>
                </a:lnTo>
                <a:lnTo>
                  <a:pt x="765454" y="1009650"/>
                </a:lnTo>
                <a:lnTo>
                  <a:pt x="764336" y="1010119"/>
                </a:lnTo>
                <a:lnTo>
                  <a:pt x="762469" y="1011986"/>
                </a:lnTo>
                <a:lnTo>
                  <a:pt x="762000" y="1013104"/>
                </a:lnTo>
                <a:lnTo>
                  <a:pt x="762000" y="1015733"/>
                </a:lnTo>
                <a:lnTo>
                  <a:pt x="762469" y="1016850"/>
                </a:lnTo>
                <a:lnTo>
                  <a:pt x="764336" y="1018717"/>
                </a:lnTo>
                <a:lnTo>
                  <a:pt x="765454" y="1019175"/>
                </a:lnTo>
                <a:lnTo>
                  <a:pt x="768083" y="1019175"/>
                </a:lnTo>
                <a:lnTo>
                  <a:pt x="769200" y="1018717"/>
                </a:lnTo>
                <a:lnTo>
                  <a:pt x="771067" y="1016850"/>
                </a:lnTo>
                <a:lnTo>
                  <a:pt x="771525" y="1015733"/>
                </a:lnTo>
                <a:lnTo>
                  <a:pt x="771525" y="1013104"/>
                </a:lnTo>
                <a:close/>
              </a:path>
              <a:path w="4105275" h="1019175">
                <a:moveTo>
                  <a:pt x="771525" y="508279"/>
                </a:moveTo>
                <a:lnTo>
                  <a:pt x="771067" y="507161"/>
                </a:lnTo>
                <a:lnTo>
                  <a:pt x="769200" y="505294"/>
                </a:lnTo>
                <a:lnTo>
                  <a:pt x="768083" y="504825"/>
                </a:lnTo>
                <a:lnTo>
                  <a:pt x="765454" y="504825"/>
                </a:lnTo>
                <a:lnTo>
                  <a:pt x="764336" y="505294"/>
                </a:lnTo>
                <a:lnTo>
                  <a:pt x="762469" y="507161"/>
                </a:lnTo>
                <a:lnTo>
                  <a:pt x="762000" y="508279"/>
                </a:lnTo>
                <a:lnTo>
                  <a:pt x="762000" y="510908"/>
                </a:lnTo>
                <a:lnTo>
                  <a:pt x="762469" y="512025"/>
                </a:lnTo>
                <a:lnTo>
                  <a:pt x="764336" y="513892"/>
                </a:lnTo>
                <a:lnTo>
                  <a:pt x="765454" y="514350"/>
                </a:lnTo>
                <a:lnTo>
                  <a:pt x="768083" y="514350"/>
                </a:lnTo>
                <a:lnTo>
                  <a:pt x="769200" y="513892"/>
                </a:lnTo>
                <a:lnTo>
                  <a:pt x="771067" y="512025"/>
                </a:lnTo>
                <a:lnTo>
                  <a:pt x="771525" y="510908"/>
                </a:lnTo>
                <a:lnTo>
                  <a:pt x="771525" y="508279"/>
                </a:lnTo>
                <a:close/>
              </a:path>
              <a:path w="4105275" h="1019175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4105275" h="1019175">
                <a:moveTo>
                  <a:pt x="819150" y="1013104"/>
                </a:moveTo>
                <a:lnTo>
                  <a:pt x="818692" y="1011986"/>
                </a:lnTo>
                <a:lnTo>
                  <a:pt x="816825" y="1010119"/>
                </a:lnTo>
                <a:lnTo>
                  <a:pt x="815708" y="1009650"/>
                </a:lnTo>
                <a:lnTo>
                  <a:pt x="813079" y="1009650"/>
                </a:lnTo>
                <a:lnTo>
                  <a:pt x="811961" y="1010119"/>
                </a:lnTo>
                <a:lnTo>
                  <a:pt x="810094" y="1011986"/>
                </a:lnTo>
                <a:lnTo>
                  <a:pt x="809625" y="1013104"/>
                </a:lnTo>
                <a:lnTo>
                  <a:pt x="809625" y="1015733"/>
                </a:lnTo>
                <a:lnTo>
                  <a:pt x="810094" y="1016850"/>
                </a:lnTo>
                <a:lnTo>
                  <a:pt x="811961" y="1018717"/>
                </a:lnTo>
                <a:lnTo>
                  <a:pt x="813079" y="1019175"/>
                </a:lnTo>
                <a:lnTo>
                  <a:pt x="815708" y="1019175"/>
                </a:lnTo>
                <a:lnTo>
                  <a:pt x="816825" y="1018717"/>
                </a:lnTo>
                <a:lnTo>
                  <a:pt x="818692" y="1016850"/>
                </a:lnTo>
                <a:lnTo>
                  <a:pt x="819150" y="1015733"/>
                </a:lnTo>
                <a:lnTo>
                  <a:pt x="819150" y="1013104"/>
                </a:lnTo>
                <a:close/>
              </a:path>
              <a:path w="4105275" h="1019175">
                <a:moveTo>
                  <a:pt x="819150" y="508279"/>
                </a:moveTo>
                <a:lnTo>
                  <a:pt x="818692" y="507161"/>
                </a:lnTo>
                <a:lnTo>
                  <a:pt x="816825" y="505294"/>
                </a:lnTo>
                <a:lnTo>
                  <a:pt x="815708" y="504825"/>
                </a:lnTo>
                <a:lnTo>
                  <a:pt x="813079" y="504825"/>
                </a:lnTo>
                <a:lnTo>
                  <a:pt x="811961" y="505294"/>
                </a:lnTo>
                <a:lnTo>
                  <a:pt x="810094" y="507161"/>
                </a:lnTo>
                <a:lnTo>
                  <a:pt x="809625" y="508279"/>
                </a:lnTo>
                <a:lnTo>
                  <a:pt x="809625" y="510908"/>
                </a:lnTo>
                <a:lnTo>
                  <a:pt x="810094" y="512025"/>
                </a:lnTo>
                <a:lnTo>
                  <a:pt x="811961" y="513892"/>
                </a:lnTo>
                <a:lnTo>
                  <a:pt x="813079" y="514350"/>
                </a:lnTo>
                <a:lnTo>
                  <a:pt x="815708" y="514350"/>
                </a:lnTo>
                <a:lnTo>
                  <a:pt x="816825" y="513892"/>
                </a:lnTo>
                <a:lnTo>
                  <a:pt x="818692" y="512025"/>
                </a:lnTo>
                <a:lnTo>
                  <a:pt x="819150" y="510908"/>
                </a:lnTo>
                <a:lnTo>
                  <a:pt x="819150" y="508279"/>
                </a:lnTo>
                <a:close/>
              </a:path>
              <a:path w="4105275" h="1019175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4105275" h="1019175">
                <a:moveTo>
                  <a:pt x="866775" y="1013104"/>
                </a:moveTo>
                <a:lnTo>
                  <a:pt x="866317" y="1011986"/>
                </a:lnTo>
                <a:lnTo>
                  <a:pt x="864450" y="1010119"/>
                </a:lnTo>
                <a:lnTo>
                  <a:pt x="863333" y="1009650"/>
                </a:lnTo>
                <a:lnTo>
                  <a:pt x="860704" y="1009650"/>
                </a:lnTo>
                <a:lnTo>
                  <a:pt x="859586" y="1010119"/>
                </a:lnTo>
                <a:lnTo>
                  <a:pt x="857719" y="1011986"/>
                </a:lnTo>
                <a:lnTo>
                  <a:pt x="857250" y="1013104"/>
                </a:lnTo>
                <a:lnTo>
                  <a:pt x="857250" y="1015733"/>
                </a:lnTo>
                <a:lnTo>
                  <a:pt x="857719" y="1016850"/>
                </a:lnTo>
                <a:lnTo>
                  <a:pt x="859586" y="1018717"/>
                </a:lnTo>
                <a:lnTo>
                  <a:pt x="860704" y="1019175"/>
                </a:lnTo>
                <a:lnTo>
                  <a:pt x="863333" y="1019175"/>
                </a:lnTo>
                <a:lnTo>
                  <a:pt x="864450" y="1018717"/>
                </a:lnTo>
                <a:lnTo>
                  <a:pt x="866317" y="1016850"/>
                </a:lnTo>
                <a:lnTo>
                  <a:pt x="866775" y="1015733"/>
                </a:lnTo>
                <a:lnTo>
                  <a:pt x="866775" y="1013104"/>
                </a:lnTo>
                <a:close/>
              </a:path>
              <a:path w="4105275" h="1019175">
                <a:moveTo>
                  <a:pt x="866775" y="508279"/>
                </a:moveTo>
                <a:lnTo>
                  <a:pt x="866317" y="507161"/>
                </a:lnTo>
                <a:lnTo>
                  <a:pt x="864450" y="505294"/>
                </a:lnTo>
                <a:lnTo>
                  <a:pt x="863333" y="504825"/>
                </a:lnTo>
                <a:lnTo>
                  <a:pt x="860704" y="504825"/>
                </a:lnTo>
                <a:lnTo>
                  <a:pt x="859586" y="505294"/>
                </a:lnTo>
                <a:lnTo>
                  <a:pt x="857719" y="507161"/>
                </a:lnTo>
                <a:lnTo>
                  <a:pt x="857250" y="508279"/>
                </a:lnTo>
                <a:lnTo>
                  <a:pt x="857250" y="510908"/>
                </a:lnTo>
                <a:lnTo>
                  <a:pt x="857719" y="512025"/>
                </a:lnTo>
                <a:lnTo>
                  <a:pt x="859586" y="513892"/>
                </a:lnTo>
                <a:lnTo>
                  <a:pt x="860704" y="514350"/>
                </a:lnTo>
                <a:lnTo>
                  <a:pt x="863333" y="514350"/>
                </a:lnTo>
                <a:lnTo>
                  <a:pt x="864450" y="513892"/>
                </a:lnTo>
                <a:lnTo>
                  <a:pt x="866317" y="512025"/>
                </a:lnTo>
                <a:lnTo>
                  <a:pt x="866775" y="510908"/>
                </a:lnTo>
                <a:lnTo>
                  <a:pt x="866775" y="508279"/>
                </a:lnTo>
                <a:close/>
              </a:path>
              <a:path w="4105275" h="1019175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4105275" h="1019175">
                <a:moveTo>
                  <a:pt x="914400" y="1013104"/>
                </a:moveTo>
                <a:lnTo>
                  <a:pt x="913942" y="1011986"/>
                </a:lnTo>
                <a:lnTo>
                  <a:pt x="912075" y="1010119"/>
                </a:lnTo>
                <a:lnTo>
                  <a:pt x="910958" y="1009650"/>
                </a:lnTo>
                <a:lnTo>
                  <a:pt x="908329" y="1009650"/>
                </a:lnTo>
                <a:lnTo>
                  <a:pt x="907211" y="1010119"/>
                </a:lnTo>
                <a:lnTo>
                  <a:pt x="905344" y="1011986"/>
                </a:lnTo>
                <a:lnTo>
                  <a:pt x="904875" y="1013104"/>
                </a:lnTo>
                <a:lnTo>
                  <a:pt x="904875" y="1015733"/>
                </a:lnTo>
                <a:lnTo>
                  <a:pt x="905344" y="1016850"/>
                </a:lnTo>
                <a:lnTo>
                  <a:pt x="907211" y="1018717"/>
                </a:lnTo>
                <a:lnTo>
                  <a:pt x="908329" y="1019175"/>
                </a:lnTo>
                <a:lnTo>
                  <a:pt x="910958" y="1019175"/>
                </a:lnTo>
                <a:lnTo>
                  <a:pt x="912075" y="1018717"/>
                </a:lnTo>
                <a:lnTo>
                  <a:pt x="913942" y="1016850"/>
                </a:lnTo>
                <a:lnTo>
                  <a:pt x="914400" y="1015733"/>
                </a:lnTo>
                <a:lnTo>
                  <a:pt x="914400" y="1013104"/>
                </a:lnTo>
                <a:close/>
              </a:path>
              <a:path w="4105275" h="1019175">
                <a:moveTo>
                  <a:pt x="914400" y="508279"/>
                </a:moveTo>
                <a:lnTo>
                  <a:pt x="913942" y="507161"/>
                </a:lnTo>
                <a:lnTo>
                  <a:pt x="912075" y="505294"/>
                </a:lnTo>
                <a:lnTo>
                  <a:pt x="910958" y="504825"/>
                </a:lnTo>
                <a:lnTo>
                  <a:pt x="908329" y="504825"/>
                </a:lnTo>
                <a:lnTo>
                  <a:pt x="907211" y="505294"/>
                </a:lnTo>
                <a:lnTo>
                  <a:pt x="905344" y="507161"/>
                </a:lnTo>
                <a:lnTo>
                  <a:pt x="904875" y="508279"/>
                </a:lnTo>
                <a:lnTo>
                  <a:pt x="904875" y="510908"/>
                </a:lnTo>
                <a:lnTo>
                  <a:pt x="905344" y="512025"/>
                </a:lnTo>
                <a:lnTo>
                  <a:pt x="907211" y="513892"/>
                </a:lnTo>
                <a:lnTo>
                  <a:pt x="908329" y="514350"/>
                </a:lnTo>
                <a:lnTo>
                  <a:pt x="910958" y="514350"/>
                </a:lnTo>
                <a:lnTo>
                  <a:pt x="912075" y="513892"/>
                </a:lnTo>
                <a:lnTo>
                  <a:pt x="913942" y="512025"/>
                </a:lnTo>
                <a:lnTo>
                  <a:pt x="914400" y="510908"/>
                </a:lnTo>
                <a:lnTo>
                  <a:pt x="914400" y="508279"/>
                </a:lnTo>
                <a:close/>
              </a:path>
              <a:path w="4105275" h="1019175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4105275" h="1019175">
                <a:moveTo>
                  <a:pt x="962025" y="1013104"/>
                </a:moveTo>
                <a:lnTo>
                  <a:pt x="961567" y="1011986"/>
                </a:lnTo>
                <a:lnTo>
                  <a:pt x="959700" y="1010119"/>
                </a:lnTo>
                <a:lnTo>
                  <a:pt x="958583" y="1009650"/>
                </a:lnTo>
                <a:lnTo>
                  <a:pt x="955954" y="1009650"/>
                </a:lnTo>
                <a:lnTo>
                  <a:pt x="954836" y="1010119"/>
                </a:lnTo>
                <a:lnTo>
                  <a:pt x="952969" y="1011986"/>
                </a:lnTo>
                <a:lnTo>
                  <a:pt x="952500" y="1013104"/>
                </a:lnTo>
                <a:lnTo>
                  <a:pt x="952500" y="1015733"/>
                </a:lnTo>
                <a:lnTo>
                  <a:pt x="952969" y="1016850"/>
                </a:lnTo>
                <a:lnTo>
                  <a:pt x="954836" y="1018717"/>
                </a:lnTo>
                <a:lnTo>
                  <a:pt x="955954" y="1019175"/>
                </a:lnTo>
                <a:lnTo>
                  <a:pt x="958583" y="1019175"/>
                </a:lnTo>
                <a:lnTo>
                  <a:pt x="959700" y="1018717"/>
                </a:lnTo>
                <a:lnTo>
                  <a:pt x="961567" y="1016850"/>
                </a:lnTo>
                <a:lnTo>
                  <a:pt x="962025" y="1015733"/>
                </a:lnTo>
                <a:lnTo>
                  <a:pt x="962025" y="1013104"/>
                </a:lnTo>
                <a:close/>
              </a:path>
              <a:path w="4105275" h="1019175">
                <a:moveTo>
                  <a:pt x="962025" y="508279"/>
                </a:moveTo>
                <a:lnTo>
                  <a:pt x="961567" y="507161"/>
                </a:lnTo>
                <a:lnTo>
                  <a:pt x="959700" y="505294"/>
                </a:lnTo>
                <a:lnTo>
                  <a:pt x="958583" y="504825"/>
                </a:lnTo>
                <a:lnTo>
                  <a:pt x="955954" y="504825"/>
                </a:lnTo>
                <a:lnTo>
                  <a:pt x="954836" y="505294"/>
                </a:lnTo>
                <a:lnTo>
                  <a:pt x="952969" y="507161"/>
                </a:lnTo>
                <a:lnTo>
                  <a:pt x="952500" y="508279"/>
                </a:lnTo>
                <a:lnTo>
                  <a:pt x="952500" y="510908"/>
                </a:lnTo>
                <a:lnTo>
                  <a:pt x="952969" y="512025"/>
                </a:lnTo>
                <a:lnTo>
                  <a:pt x="954836" y="513892"/>
                </a:lnTo>
                <a:lnTo>
                  <a:pt x="955954" y="514350"/>
                </a:lnTo>
                <a:lnTo>
                  <a:pt x="958583" y="514350"/>
                </a:lnTo>
                <a:lnTo>
                  <a:pt x="959700" y="513892"/>
                </a:lnTo>
                <a:lnTo>
                  <a:pt x="961567" y="512025"/>
                </a:lnTo>
                <a:lnTo>
                  <a:pt x="962025" y="510908"/>
                </a:lnTo>
                <a:lnTo>
                  <a:pt x="962025" y="508279"/>
                </a:lnTo>
                <a:close/>
              </a:path>
              <a:path w="4105275" h="1019175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4105275" h="1019175">
                <a:moveTo>
                  <a:pt x="1009650" y="1013104"/>
                </a:moveTo>
                <a:lnTo>
                  <a:pt x="1009192" y="1011986"/>
                </a:lnTo>
                <a:lnTo>
                  <a:pt x="1007325" y="1010119"/>
                </a:lnTo>
                <a:lnTo>
                  <a:pt x="1006208" y="1009650"/>
                </a:lnTo>
                <a:lnTo>
                  <a:pt x="1003579" y="1009650"/>
                </a:lnTo>
                <a:lnTo>
                  <a:pt x="1002461" y="1010119"/>
                </a:lnTo>
                <a:lnTo>
                  <a:pt x="1000594" y="1011986"/>
                </a:lnTo>
                <a:lnTo>
                  <a:pt x="1000125" y="1013104"/>
                </a:lnTo>
                <a:lnTo>
                  <a:pt x="1000125" y="1015733"/>
                </a:lnTo>
                <a:lnTo>
                  <a:pt x="1000594" y="1016850"/>
                </a:lnTo>
                <a:lnTo>
                  <a:pt x="1002461" y="1018717"/>
                </a:lnTo>
                <a:lnTo>
                  <a:pt x="1003579" y="1019175"/>
                </a:lnTo>
                <a:lnTo>
                  <a:pt x="1006208" y="1019175"/>
                </a:lnTo>
                <a:lnTo>
                  <a:pt x="1007325" y="1018717"/>
                </a:lnTo>
                <a:lnTo>
                  <a:pt x="1009192" y="1016850"/>
                </a:lnTo>
                <a:lnTo>
                  <a:pt x="1009650" y="1015733"/>
                </a:lnTo>
                <a:lnTo>
                  <a:pt x="1009650" y="1013104"/>
                </a:lnTo>
                <a:close/>
              </a:path>
              <a:path w="4105275" h="1019175">
                <a:moveTo>
                  <a:pt x="1009650" y="508279"/>
                </a:moveTo>
                <a:lnTo>
                  <a:pt x="1009192" y="507161"/>
                </a:lnTo>
                <a:lnTo>
                  <a:pt x="1007325" y="505294"/>
                </a:lnTo>
                <a:lnTo>
                  <a:pt x="1006208" y="504825"/>
                </a:lnTo>
                <a:lnTo>
                  <a:pt x="1003579" y="504825"/>
                </a:lnTo>
                <a:lnTo>
                  <a:pt x="1002461" y="505294"/>
                </a:lnTo>
                <a:lnTo>
                  <a:pt x="1000594" y="507161"/>
                </a:lnTo>
                <a:lnTo>
                  <a:pt x="1000125" y="508279"/>
                </a:lnTo>
                <a:lnTo>
                  <a:pt x="1000125" y="510908"/>
                </a:lnTo>
                <a:lnTo>
                  <a:pt x="1000594" y="512025"/>
                </a:lnTo>
                <a:lnTo>
                  <a:pt x="1002461" y="513892"/>
                </a:lnTo>
                <a:lnTo>
                  <a:pt x="1003579" y="514350"/>
                </a:lnTo>
                <a:lnTo>
                  <a:pt x="1006208" y="514350"/>
                </a:lnTo>
                <a:lnTo>
                  <a:pt x="1007325" y="513892"/>
                </a:lnTo>
                <a:lnTo>
                  <a:pt x="1009192" y="512025"/>
                </a:lnTo>
                <a:lnTo>
                  <a:pt x="1009650" y="510908"/>
                </a:lnTo>
                <a:lnTo>
                  <a:pt x="1009650" y="508279"/>
                </a:lnTo>
                <a:close/>
              </a:path>
              <a:path w="4105275" h="1019175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4105275" h="1019175">
                <a:moveTo>
                  <a:pt x="1057275" y="1013104"/>
                </a:moveTo>
                <a:lnTo>
                  <a:pt x="1056817" y="1011986"/>
                </a:lnTo>
                <a:lnTo>
                  <a:pt x="1054950" y="1010119"/>
                </a:lnTo>
                <a:lnTo>
                  <a:pt x="1053833" y="1009650"/>
                </a:lnTo>
                <a:lnTo>
                  <a:pt x="1051204" y="1009650"/>
                </a:lnTo>
                <a:lnTo>
                  <a:pt x="1050086" y="1010119"/>
                </a:lnTo>
                <a:lnTo>
                  <a:pt x="1048219" y="1011986"/>
                </a:lnTo>
                <a:lnTo>
                  <a:pt x="1047750" y="1013104"/>
                </a:lnTo>
                <a:lnTo>
                  <a:pt x="1047750" y="1015733"/>
                </a:lnTo>
                <a:lnTo>
                  <a:pt x="1048219" y="1016850"/>
                </a:lnTo>
                <a:lnTo>
                  <a:pt x="1050086" y="1018717"/>
                </a:lnTo>
                <a:lnTo>
                  <a:pt x="1051204" y="1019175"/>
                </a:lnTo>
                <a:lnTo>
                  <a:pt x="1053833" y="1019175"/>
                </a:lnTo>
                <a:lnTo>
                  <a:pt x="1054950" y="1018717"/>
                </a:lnTo>
                <a:lnTo>
                  <a:pt x="1056817" y="1016850"/>
                </a:lnTo>
                <a:lnTo>
                  <a:pt x="1057275" y="1015733"/>
                </a:lnTo>
                <a:lnTo>
                  <a:pt x="1057275" y="1013104"/>
                </a:lnTo>
                <a:close/>
              </a:path>
              <a:path w="4105275" h="1019175">
                <a:moveTo>
                  <a:pt x="1057275" y="508279"/>
                </a:moveTo>
                <a:lnTo>
                  <a:pt x="1056817" y="507161"/>
                </a:lnTo>
                <a:lnTo>
                  <a:pt x="1054950" y="505294"/>
                </a:lnTo>
                <a:lnTo>
                  <a:pt x="1053833" y="504825"/>
                </a:lnTo>
                <a:lnTo>
                  <a:pt x="1051204" y="504825"/>
                </a:lnTo>
                <a:lnTo>
                  <a:pt x="1050086" y="505294"/>
                </a:lnTo>
                <a:lnTo>
                  <a:pt x="1048219" y="507161"/>
                </a:lnTo>
                <a:lnTo>
                  <a:pt x="1047750" y="508279"/>
                </a:lnTo>
                <a:lnTo>
                  <a:pt x="1047750" y="510908"/>
                </a:lnTo>
                <a:lnTo>
                  <a:pt x="1048219" y="512025"/>
                </a:lnTo>
                <a:lnTo>
                  <a:pt x="1050086" y="513892"/>
                </a:lnTo>
                <a:lnTo>
                  <a:pt x="1051204" y="514350"/>
                </a:lnTo>
                <a:lnTo>
                  <a:pt x="1053833" y="514350"/>
                </a:lnTo>
                <a:lnTo>
                  <a:pt x="1054950" y="513892"/>
                </a:lnTo>
                <a:lnTo>
                  <a:pt x="1056817" y="512025"/>
                </a:lnTo>
                <a:lnTo>
                  <a:pt x="1057275" y="510908"/>
                </a:lnTo>
                <a:lnTo>
                  <a:pt x="1057275" y="508279"/>
                </a:lnTo>
                <a:close/>
              </a:path>
              <a:path w="4105275" h="1019175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4105275" h="1019175">
                <a:moveTo>
                  <a:pt x="1104900" y="1013104"/>
                </a:moveTo>
                <a:lnTo>
                  <a:pt x="1104442" y="1011986"/>
                </a:lnTo>
                <a:lnTo>
                  <a:pt x="1102575" y="1010119"/>
                </a:lnTo>
                <a:lnTo>
                  <a:pt x="1101458" y="1009650"/>
                </a:lnTo>
                <a:lnTo>
                  <a:pt x="1098829" y="1009650"/>
                </a:lnTo>
                <a:lnTo>
                  <a:pt x="1097711" y="1010119"/>
                </a:lnTo>
                <a:lnTo>
                  <a:pt x="1095844" y="1011986"/>
                </a:lnTo>
                <a:lnTo>
                  <a:pt x="1095375" y="1013104"/>
                </a:lnTo>
                <a:lnTo>
                  <a:pt x="1095375" y="1015733"/>
                </a:lnTo>
                <a:lnTo>
                  <a:pt x="1095844" y="1016850"/>
                </a:lnTo>
                <a:lnTo>
                  <a:pt x="1097711" y="1018717"/>
                </a:lnTo>
                <a:lnTo>
                  <a:pt x="1098829" y="1019175"/>
                </a:lnTo>
                <a:lnTo>
                  <a:pt x="1101458" y="1019175"/>
                </a:lnTo>
                <a:lnTo>
                  <a:pt x="1102575" y="1018717"/>
                </a:lnTo>
                <a:lnTo>
                  <a:pt x="1104442" y="1016850"/>
                </a:lnTo>
                <a:lnTo>
                  <a:pt x="1104900" y="1015733"/>
                </a:lnTo>
                <a:lnTo>
                  <a:pt x="1104900" y="1013104"/>
                </a:lnTo>
                <a:close/>
              </a:path>
              <a:path w="4105275" h="1019175">
                <a:moveTo>
                  <a:pt x="1104900" y="508279"/>
                </a:moveTo>
                <a:lnTo>
                  <a:pt x="1104442" y="507161"/>
                </a:lnTo>
                <a:lnTo>
                  <a:pt x="1102575" y="505294"/>
                </a:lnTo>
                <a:lnTo>
                  <a:pt x="1101458" y="504825"/>
                </a:lnTo>
                <a:lnTo>
                  <a:pt x="1098829" y="504825"/>
                </a:lnTo>
                <a:lnTo>
                  <a:pt x="1097711" y="505294"/>
                </a:lnTo>
                <a:lnTo>
                  <a:pt x="1095844" y="507161"/>
                </a:lnTo>
                <a:lnTo>
                  <a:pt x="1095375" y="508279"/>
                </a:lnTo>
                <a:lnTo>
                  <a:pt x="1095375" y="510908"/>
                </a:lnTo>
                <a:lnTo>
                  <a:pt x="1095844" y="512025"/>
                </a:lnTo>
                <a:lnTo>
                  <a:pt x="1097711" y="513892"/>
                </a:lnTo>
                <a:lnTo>
                  <a:pt x="1098829" y="514350"/>
                </a:lnTo>
                <a:lnTo>
                  <a:pt x="1101458" y="514350"/>
                </a:lnTo>
                <a:lnTo>
                  <a:pt x="1102575" y="513892"/>
                </a:lnTo>
                <a:lnTo>
                  <a:pt x="1104442" y="512025"/>
                </a:lnTo>
                <a:lnTo>
                  <a:pt x="1104900" y="510908"/>
                </a:lnTo>
                <a:lnTo>
                  <a:pt x="1104900" y="508279"/>
                </a:lnTo>
                <a:close/>
              </a:path>
              <a:path w="4105275" h="1019175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4105275" h="1019175">
                <a:moveTo>
                  <a:pt x="1152525" y="1013104"/>
                </a:moveTo>
                <a:lnTo>
                  <a:pt x="1152067" y="1011986"/>
                </a:lnTo>
                <a:lnTo>
                  <a:pt x="1150200" y="1010119"/>
                </a:lnTo>
                <a:lnTo>
                  <a:pt x="1149083" y="1009650"/>
                </a:lnTo>
                <a:lnTo>
                  <a:pt x="1146454" y="1009650"/>
                </a:lnTo>
                <a:lnTo>
                  <a:pt x="1145336" y="1010119"/>
                </a:lnTo>
                <a:lnTo>
                  <a:pt x="1143469" y="1011986"/>
                </a:lnTo>
                <a:lnTo>
                  <a:pt x="1143000" y="1013104"/>
                </a:lnTo>
                <a:lnTo>
                  <a:pt x="1143000" y="1015733"/>
                </a:lnTo>
                <a:lnTo>
                  <a:pt x="1143469" y="1016850"/>
                </a:lnTo>
                <a:lnTo>
                  <a:pt x="1145336" y="1018717"/>
                </a:lnTo>
                <a:lnTo>
                  <a:pt x="1146454" y="1019175"/>
                </a:lnTo>
                <a:lnTo>
                  <a:pt x="1149083" y="1019175"/>
                </a:lnTo>
                <a:lnTo>
                  <a:pt x="1150200" y="1018717"/>
                </a:lnTo>
                <a:lnTo>
                  <a:pt x="1152067" y="1016850"/>
                </a:lnTo>
                <a:lnTo>
                  <a:pt x="1152525" y="1015733"/>
                </a:lnTo>
                <a:lnTo>
                  <a:pt x="1152525" y="1013104"/>
                </a:lnTo>
                <a:close/>
              </a:path>
              <a:path w="4105275" h="1019175">
                <a:moveTo>
                  <a:pt x="1152525" y="508279"/>
                </a:moveTo>
                <a:lnTo>
                  <a:pt x="1152067" y="507161"/>
                </a:lnTo>
                <a:lnTo>
                  <a:pt x="1150200" y="505294"/>
                </a:lnTo>
                <a:lnTo>
                  <a:pt x="1149083" y="504825"/>
                </a:lnTo>
                <a:lnTo>
                  <a:pt x="1146454" y="504825"/>
                </a:lnTo>
                <a:lnTo>
                  <a:pt x="1145336" y="505294"/>
                </a:lnTo>
                <a:lnTo>
                  <a:pt x="1143469" y="507161"/>
                </a:lnTo>
                <a:lnTo>
                  <a:pt x="1143000" y="508279"/>
                </a:lnTo>
                <a:lnTo>
                  <a:pt x="1143000" y="510908"/>
                </a:lnTo>
                <a:lnTo>
                  <a:pt x="1143469" y="512025"/>
                </a:lnTo>
                <a:lnTo>
                  <a:pt x="1145336" y="513892"/>
                </a:lnTo>
                <a:lnTo>
                  <a:pt x="1146454" y="514350"/>
                </a:lnTo>
                <a:lnTo>
                  <a:pt x="1149083" y="514350"/>
                </a:lnTo>
                <a:lnTo>
                  <a:pt x="1150200" y="513892"/>
                </a:lnTo>
                <a:lnTo>
                  <a:pt x="1152067" y="512025"/>
                </a:lnTo>
                <a:lnTo>
                  <a:pt x="1152525" y="510908"/>
                </a:lnTo>
                <a:lnTo>
                  <a:pt x="1152525" y="508279"/>
                </a:lnTo>
                <a:close/>
              </a:path>
              <a:path w="4105275" h="1019175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4105275" h="1019175">
                <a:moveTo>
                  <a:pt x="1200150" y="1013104"/>
                </a:moveTo>
                <a:lnTo>
                  <a:pt x="1199692" y="1011986"/>
                </a:lnTo>
                <a:lnTo>
                  <a:pt x="1197825" y="1010119"/>
                </a:lnTo>
                <a:lnTo>
                  <a:pt x="1196708" y="1009650"/>
                </a:lnTo>
                <a:lnTo>
                  <a:pt x="1194079" y="1009650"/>
                </a:lnTo>
                <a:lnTo>
                  <a:pt x="1192961" y="1010119"/>
                </a:lnTo>
                <a:lnTo>
                  <a:pt x="1191094" y="1011986"/>
                </a:lnTo>
                <a:lnTo>
                  <a:pt x="1190625" y="1013104"/>
                </a:lnTo>
                <a:lnTo>
                  <a:pt x="1190625" y="1015733"/>
                </a:lnTo>
                <a:lnTo>
                  <a:pt x="1191094" y="1016850"/>
                </a:lnTo>
                <a:lnTo>
                  <a:pt x="1192961" y="1018717"/>
                </a:lnTo>
                <a:lnTo>
                  <a:pt x="1194079" y="1019175"/>
                </a:lnTo>
                <a:lnTo>
                  <a:pt x="1196708" y="1019175"/>
                </a:lnTo>
                <a:lnTo>
                  <a:pt x="1197825" y="1018717"/>
                </a:lnTo>
                <a:lnTo>
                  <a:pt x="1199692" y="1016850"/>
                </a:lnTo>
                <a:lnTo>
                  <a:pt x="1200150" y="1015733"/>
                </a:lnTo>
                <a:lnTo>
                  <a:pt x="1200150" y="1013104"/>
                </a:lnTo>
                <a:close/>
              </a:path>
              <a:path w="4105275" h="1019175">
                <a:moveTo>
                  <a:pt x="1200150" y="508279"/>
                </a:moveTo>
                <a:lnTo>
                  <a:pt x="1199692" y="507161"/>
                </a:lnTo>
                <a:lnTo>
                  <a:pt x="1197825" y="505294"/>
                </a:lnTo>
                <a:lnTo>
                  <a:pt x="1196708" y="504825"/>
                </a:lnTo>
                <a:lnTo>
                  <a:pt x="1194079" y="504825"/>
                </a:lnTo>
                <a:lnTo>
                  <a:pt x="1192961" y="505294"/>
                </a:lnTo>
                <a:lnTo>
                  <a:pt x="1191094" y="507161"/>
                </a:lnTo>
                <a:lnTo>
                  <a:pt x="1190625" y="508279"/>
                </a:lnTo>
                <a:lnTo>
                  <a:pt x="1190625" y="510908"/>
                </a:lnTo>
                <a:lnTo>
                  <a:pt x="1191094" y="512025"/>
                </a:lnTo>
                <a:lnTo>
                  <a:pt x="1192961" y="513892"/>
                </a:lnTo>
                <a:lnTo>
                  <a:pt x="1194079" y="514350"/>
                </a:lnTo>
                <a:lnTo>
                  <a:pt x="1196708" y="514350"/>
                </a:lnTo>
                <a:lnTo>
                  <a:pt x="1197825" y="513892"/>
                </a:lnTo>
                <a:lnTo>
                  <a:pt x="1199692" y="512025"/>
                </a:lnTo>
                <a:lnTo>
                  <a:pt x="1200150" y="510908"/>
                </a:lnTo>
                <a:lnTo>
                  <a:pt x="1200150" y="508279"/>
                </a:lnTo>
                <a:close/>
              </a:path>
              <a:path w="4105275" h="1019175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4105275" h="1019175">
                <a:moveTo>
                  <a:pt x="1247775" y="1013104"/>
                </a:moveTo>
                <a:lnTo>
                  <a:pt x="1247317" y="1011986"/>
                </a:lnTo>
                <a:lnTo>
                  <a:pt x="1245450" y="1010119"/>
                </a:lnTo>
                <a:lnTo>
                  <a:pt x="1244333" y="1009650"/>
                </a:lnTo>
                <a:lnTo>
                  <a:pt x="1241704" y="1009650"/>
                </a:lnTo>
                <a:lnTo>
                  <a:pt x="1240586" y="1010119"/>
                </a:lnTo>
                <a:lnTo>
                  <a:pt x="1238719" y="1011986"/>
                </a:lnTo>
                <a:lnTo>
                  <a:pt x="1238250" y="1013104"/>
                </a:lnTo>
                <a:lnTo>
                  <a:pt x="1238250" y="1015733"/>
                </a:lnTo>
                <a:lnTo>
                  <a:pt x="1238719" y="1016850"/>
                </a:lnTo>
                <a:lnTo>
                  <a:pt x="1240586" y="1018717"/>
                </a:lnTo>
                <a:lnTo>
                  <a:pt x="1241704" y="1019175"/>
                </a:lnTo>
                <a:lnTo>
                  <a:pt x="1244333" y="1019175"/>
                </a:lnTo>
                <a:lnTo>
                  <a:pt x="1245450" y="1018717"/>
                </a:lnTo>
                <a:lnTo>
                  <a:pt x="1247317" y="1016850"/>
                </a:lnTo>
                <a:lnTo>
                  <a:pt x="1247775" y="1015733"/>
                </a:lnTo>
                <a:lnTo>
                  <a:pt x="1247775" y="1013104"/>
                </a:lnTo>
                <a:close/>
              </a:path>
              <a:path w="4105275" h="1019175">
                <a:moveTo>
                  <a:pt x="1247775" y="508279"/>
                </a:moveTo>
                <a:lnTo>
                  <a:pt x="1247317" y="507161"/>
                </a:lnTo>
                <a:lnTo>
                  <a:pt x="1245450" y="505294"/>
                </a:lnTo>
                <a:lnTo>
                  <a:pt x="1244333" y="504825"/>
                </a:lnTo>
                <a:lnTo>
                  <a:pt x="1241704" y="504825"/>
                </a:lnTo>
                <a:lnTo>
                  <a:pt x="1240586" y="505294"/>
                </a:lnTo>
                <a:lnTo>
                  <a:pt x="1238719" y="507161"/>
                </a:lnTo>
                <a:lnTo>
                  <a:pt x="1238250" y="508279"/>
                </a:lnTo>
                <a:lnTo>
                  <a:pt x="1238250" y="510908"/>
                </a:lnTo>
                <a:lnTo>
                  <a:pt x="1238719" y="512025"/>
                </a:lnTo>
                <a:lnTo>
                  <a:pt x="1240586" y="513892"/>
                </a:lnTo>
                <a:lnTo>
                  <a:pt x="1241704" y="514350"/>
                </a:lnTo>
                <a:lnTo>
                  <a:pt x="1244333" y="514350"/>
                </a:lnTo>
                <a:lnTo>
                  <a:pt x="1245450" y="513892"/>
                </a:lnTo>
                <a:lnTo>
                  <a:pt x="1247317" y="512025"/>
                </a:lnTo>
                <a:lnTo>
                  <a:pt x="1247775" y="510908"/>
                </a:lnTo>
                <a:lnTo>
                  <a:pt x="1247775" y="508279"/>
                </a:lnTo>
                <a:close/>
              </a:path>
              <a:path w="4105275" h="1019175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4105275" h="1019175">
                <a:moveTo>
                  <a:pt x="1295400" y="1013104"/>
                </a:moveTo>
                <a:lnTo>
                  <a:pt x="1294942" y="1011986"/>
                </a:lnTo>
                <a:lnTo>
                  <a:pt x="1293075" y="1010119"/>
                </a:lnTo>
                <a:lnTo>
                  <a:pt x="1291958" y="1009650"/>
                </a:lnTo>
                <a:lnTo>
                  <a:pt x="1289329" y="1009650"/>
                </a:lnTo>
                <a:lnTo>
                  <a:pt x="1288211" y="1010119"/>
                </a:lnTo>
                <a:lnTo>
                  <a:pt x="1286344" y="1011986"/>
                </a:lnTo>
                <a:lnTo>
                  <a:pt x="1285875" y="1013104"/>
                </a:lnTo>
                <a:lnTo>
                  <a:pt x="1285875" y="1015733"/>
                </a:lnTo>
                <a:lnTo>
                  <a:pt x="1286344" y="1016850"/>
                </a:lnTo>
                <a:lnTo>
                  <a:pt x="1288211" y="1018717"/>
                </a:lnTo>
                <a:lnTo>
                  <a:pt x="1289329" y="1019175"/>
                </a:lnTo>
                <a:lnTo>
                  <a:pt x="1291958" y="1019175"/>
                </a:lnTo>
                <a:lnTo>
                  <a:pt x="1293075" y="1018717"/>
                </a:lnTo>
                <a:lnTo>
                  <a:pt x="1294942" y="1016850"/>
                </a:lnTo>
                <a:lnTo>
                  <a:pt x="1295400" y="1015733"/>
                </a:lnTo>
                <a:lnTo>
                  <a:pt x="1295400" y="1013104"/>
                </a:lnTo>
                <a:close/>
              </a:path>
              <a:path w="4105275" h="1019175">
                <a:moveTo>
                  <a:pt x="1295400" y="508279"/>
                </a:moveTo>
                <a:lnTo>
                  <a:pt x="1294942" y="507161"/>
                </a:lnTo>
                <a:lnTo>
                  <a:pt x="1293075" y="505294"/>
                </a:lnTo>
                <a:lnTo>
                  <a:pt x="1291958" y="504825"/>
                </a:lnTo>
                <a:lnTo>
                  <a:pt x="1289329" y="504825"/>
                </a:lnTo>
                <a:lnTo>
                  <a:pt x="1288211" y="505294"/>
                </a:lnTo>
                <a:lnTo>
                  <a:pt x="1286344" y="507161"/>
                </a:lnTo>
                <a:lnTo>
                  <a:pt x="1285875" y="508279"/>
                </a:lnTo>
                <a:lnTo>
                  <a:pt x="1285875" y="510908"/>
                </a:lnTo>
                <a:lnTo>
                  <a:pt x="1286344" y="512025"/>
                </a:lnTo>
                <a:lnTo>
                  <a:pt x="1288211" y="513892"/>
                </a:lnTo>
                <a:lnTo>
                  <a:pt x="1289329" y="514350"/>
                </a:lnTo>
                <a:lnTo>
                  <a:pt x="1291958" y="514350"/>
                </a:lnTo>
                <a:lnTo>
                  <a:pt x="1293075" y="513892"/>
                </a:lnTo>
                <a:lnTo>
                  <a:pt x="1294942" y="512025"/>
                </a:lnTo>
                <a:lnTo>
                  <a:pt x="1295400" y="510908"/>
                </a:lnTo>
                <a:lnTo>
                  <a:pt x="1295400" y="508279"/>
                </a:lnTo>
                <a:close/>
              </a:path>
              <a:path w="4105275" h="1019175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4105275" h="1019175">
                <a:moveTo>
                  <a:pt x="1343025" y="1013104"/>
                </a:moveTo>
                <a:lnTo>
                  <a:pt x="1342567" y="1011986"/>
                </a:lnTo>
                <a:lnTo>
                  <a:pt x="1340700" y="1010119"/>
                </a:lnTo>
                <a:lnTo>
                  <a:pt x="1339583" y="1009650"/>
                </a:lnTo>
                <a:lnTo>
                  <a:pt x="1336954" y="1009650"/>
                </a:lnTo>
                <a:lnTo>
                  <a:pt x="1335836" y="1010119"/>
                </a:lnTo>
                <a:lnTo>
                  <a:pt x="1333969" y="1011986"/>
                </a:lnTo>
                <a:lnTo>
                  <a:pt x="1333500" y="1013104"/>
                </a:lnTo>
                <a:lnTo>
                  <a:pt x="1333500" y="1015733"/>
                </a:lnTo>
                <a:lnTo>
                  <a:pt x="1333969" y="1016850"/>
                </a:lnTo>
                <a:lnTo>
                  <a:pt x="1335836" y="1018717"/>
                </a:lnTo>
                <a:lnTo>
                  <a:pt x="1336954" y="1019175"/>
                </a:lnTo>
                <a:lnTo>
                  <a:pt x="1339583" y="1019175"/>
                </a:lnTo>
                <a:lnTo>
                  <a:pt x="1340700" y="1018717"/>
                </a:lnTo>
                <a:lnTo>
                  <a:pt x="1342567" y="1016850"/>
                </a:lnTo>
                <a:lnTo>
                  <a:pt x="1343025" y="1015733"/>
                </a:lnTo>
                <a:lnTo>
                  <a:pt x="1343025" y="1013104"/>
                </a:lnTo>
                <a:close/>
              </a:path>
              <a:path w="4105275" h="1019175">
                <a:moveTo>
                  <a:pt x="1343025" y="508279"/>
                </a:moveTo>
                <a:lnTo>
                  <a:pt x="1342567" y="507161"/>
                </a:lnTo>
                <a:lnTo>
                  <a:pt x="1340700" y="505294"/>
                </a:lnTo>
                <a:lnTo>
                  <a:pt x="1339583" y="504825"/>
                </a:lnTo>
                <a:lnTo>
                  <a:pt x="1336954" y="504825"/>
                </a:lnTo>
                <a:lnTo>
                  <a:pt x="1335836" y="505294"/>
                </a:lnTo>
                <a:lnTo>
                  <a:pt x="1333969" y="507161"/>
                </a:lnTo>
                <a:lnTo>
                  <a:pt x="1333500" y="508279"/>
                </a:lnTo>
                <a:lnTo>
                  <a:pt x="1333500" y="510908"/>
                </a:lnTo>
                <a:lnTo>
                  <a:pt x="1333969" y="512025"/>
                </a:lnTo>
                <a:lnTo>
                  <a:pt x="1335836" y="513892"/>
                </a:lnTo>
                <a:lnTo>
                  <a:pt x="1336954" y="514350"/>
                </a:lnTo>
                <a:lnTo>
                  <a:pt x="1339583" y="514350"/>
                </a:lnTo>
                <a:lnTo>
                  <a:pt x="1340700" y="513892"/>
                </a:lnTo>
                <a:lnTo>
                  <a:pt x="1342567" y="512025"/>
                </a:lnTo>
                <a:lnTo>
                  <a:pt x="1343025" y="510908"/>
                </a:lnTo>
                <a:lnTo>
                  <a:pt x="1343025" y="508279"/>
                </a:lnTo>
                <a:close/>
              </a:path>
              <a:path w="4105275" h="1019175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4105275" h="1019175">
                <a:moveTo>
                  <a:pt x="1390650" y="1013104"/>
                </a:moveTo>
                <a:lnTo>
                  <a:pt x="1390192" y="1011986"/>
                </a:lnTo>
                <a:lnTo>
                  <a:pt x="1388325" y="1010119"/>
                </a:lnTo>
                <a:lnTo>
                  <a:pt x="1387208" y="1009650"/>
                </a:lnTo>
                <a:lnTo>
                  <a:pt x="1384579" y="1009650"/>
                </a:lnTo>
                <a:lnTo>
                  <a:pt x="1383461" y="1010119"/>
                </a:lnTo>
                <a:lnTo>
                  <a:pt x="1381594" y="1011986"/>
                </a:lnTo>
                <a:lnTo>
                  <a:pt x="1381125" y="1013104"/>
                </a:lnTo>
                <a:lnTo>
                  <a:pt x="1381125" y="1015733"/>
                </a:lnTo>
                <a:lnTo>
                  <a:pt x="1381594" y="1016850"/>
                </a:lnTo>
                <a:lnTo>
                  <a:pt x="1383461" y="1018717"/>
                </a:lnTo>
                <a:lnTo>
                  <a:pt x="1384579" y="1019175"/>
                </a:lnTo>
                <a:lnTo>
                  <a:pt x="1387208" y="1019175"/>
                </a:lnTo>
                <a:lnTo>
                  <a:pt x="1388325" y="1018717"/>
                </a:lnTo>
                <a:lnTo>
                  <a:pt x="1390192" y="1016850"/>
                </a:lnTo>
                <a:lnTo>
                  <a:pt x="1390650" y="1015733"/>
                </a:lnTo>
                <a:lnTo>
                  <a:pt x="1390650" y="1013104"/>
                </a:lnTo>
                <a:close/>
              </a:path>
              <a:path w="4105275" h="1019175">
                <a:moveTo>
                  <a:pt x="1390650" y="508279"/>
                </a:moveTo>
                <a:lnTo>
                  <a:pt x="1390192" y="507161"/>
                </a:lnTo>
                <a:lnTo>
                  <a:pt x="1388325" y="505294"/>
                </a:lnTo>
                <a:lnTo>
                  <a:pt x="1387208" y="504825"/>
                </a:lnTo>
                <a:lnTo>
                  <a:pt x="1384579" y="504825"/>
                </a:lnTo>
                <a:lnTo>
                  <a:pt x="1383461" y="505294"/>
                </a:lnTo>
                <a:lnTo>
                  <a:pt x="1381594" y="507161"/>
                </a:lnTo>
                <a:lnTo>
                  <a:pt x="1381125" y="508279"/>
                </a:lnTo>
                <a:lnTo>
                  <a:pt x="1381125" y="510908"/>
                </a:lnTo>
                <a:lnTo>
                  <a:pt x="1381594" y="512025"/>
                </a:lnTo>
                <a:lnTo>
                  <a:pt x="1383461" y="513892"/>
                </a:lnTo>
                <a:lnTo>
                  <a:pt x="1384579" y="514350"/>
                </a:lnTo>
                <a:lnTo>
                  <a:pt x="1387208" y="514350"/>
                </a:lnTo>
                <a:lnTo>
                  <a:pt x="1388325" y="513892"/>
                </a:lnTo>
                <a:lnTo>
                  <a:pt x="1390192" y="512025"/>
                </a:lnTo>
                <a:lnTo>
                  <a:pt x="1390650" y="510908"/>
                </a:lnTo>
                <a:lnTo>
                  <a:pt x="1390650" y="508279"/>
                </a:lnTo>
                <a:close/>
              </a:path>
              <a:path w="4105275" h="1019175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4105275" h="1019175">
                <a:moveTo>
                  <a:pt x="1438275" y="1013104"/>
                </a:moveTo>
                <a:lnTo>
                  <a:pt x="1437817" y="1011986"/>
                </a:lnTo>
                <a:lnTo>
                  <a:pt x="1435950" y="1010119"/>
                </a:lnTo>
                <a:lnTo>
                  <a:pt x="1434833" y="1009650"/>
                </a:lnTo>
                <a:lnTo>
                  <a:pt x="1432204" y="1009650"/>
                </a:lnTo>
                <a:lnTo>
                  <a:pt x="1431086" y="1010119"/>
                </a:lnTo>
                <a:lnTo>
                  <a:pt x="1429219" y="1011986"/>
                </a:lnTo>
                <a:lnTo>
                  <a:pt x="1428750" y="1013104"/>
                </a:lnTo>
                <a:lnTo>
                  <a:pt x="1428750" y="1015733"/>
                </a:lnTo>
                <a:lnTo>
                  <a:pt x="1429219" y="1016850"/>
                </a:lnTo>
                <a:lnTo>
                  <a:pt x="1431086" y="1018717"/>
                </a:lnTo>
                <a:lnTo>
                  <a:pt x="1432204" y="1019175"/>
                </a:lnTo>
                <a:lnTo>
                  <a:pt x="1434833" y="1019175"/>
                </a:lnTo>
                <a:lnTo>
                  <a:pt x="1435950" y="1018717"/>
                </a:lnTo>
                <a:lnTo>
                  <a:pt x="1437817" y="1016850"/>
                </a:lnTo>
                <a:lnTo>
                  <a:pt x="1438275" y="1015733"/>
                </a:lnTo>
                <a:lnTo>
                  <a:pt x="1438275" y="1013104"/>
                </a:lnTo>
                <a:close/>
              </a:path>
              <a:path w="4105275" h="1019175">
                <a:moveTo>
                  <a:pt x="1438275" y="508279"/>
                </a:moveTo>
                <a:lnTo>
                  <a:pt x="1437817" y="507161"/>
                </a:lnTo>
                <a:lnTo>
                  <a:pt x="1435950" y="505294"/>
                </a:lnTo>
                <a:lnTo>
                  <a:pt x="1434833" y="504825"/>
                </a:lnTo>
                <a:lnTo>
                  <a:pt x="1432204" y="504825"/>
                </a:lnTo>
                <a:lnTo>
                  <a:pt x="1431086" y="505294"/>
                </a:lnTo>
                <a:lnTo>
                  <a:pt x="1429219" y="507161"/>
                </a:lnTo>
                <a:lnTo>
                  <a:pt x="1428750" y="508279"/>
                </a:lnTo>
                <a:lnTo>
                  <a:pt x="1428750" y="510908"/>
                </a:lnTo>
                <a:lnTo>
                  <a:pt x="1429219" y="512025"/>
                </a:lnTo>
                <a:lnTo>
                  <a:pt x="1431086" y="513892"/>
                </a:lnTo>
                <a:lnTo>
                  <a:pt x="1432204" y="514350"/>
                </a:lnTo>
                <a:lnTo>
                  <a:pt x="1434833" y="514350"/>
                </a:lnTo>
                <a:lnTo>
                  <a:pt x="1435950" y="513892"/>
                </a:lnTo>
                <a:lnTo>
                  <a:pt x="1437817" y="512025"/>
                </a:lnTo>
                <a:lnTo>
                  <a:pt x="1438275" y="510908"/>
                </a:lnTo>
                <a:lnTo>
                  <a:pt x="1438275" y="508279"/>
                </a:lnTo>
                <a:close/>
              </a:path>
              <a:path w="4105275" h="1019175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4105275" h="1019175">
                <a:moveTo>
                  <a:pt x="1485900" y="1013104"/>
                </a:moveTo>
                <a:lnTo>
                  <a:pt x="1485442" y="1011986"/>
                </a:lnTo>
                <a:lnTo>
                  <a:pt x="1483575" y="1010119"/>
                </a:lnTo>
                <a:lnTo>
                  <a:pt x="1482458" y="1009650"/>
                </a:lnTo>
                <a:lnTo>
                  <a:pt x="1479829" y="1009650"/>
                </a:lnTo>
                <a:lnTo>
                  <a:pt x="1478711" y="1010119"/>
                </a:lnTo>
                <a:lnTo>
                  <a:pt x="1476844" y="1011986"/>
                </a:lnTo>
                <a:lnTo>
                  <a:pt x="1476375" y="1013104"/>
                </a:lnTo>
                <a:lnTo>
                  <a:pt x="1476375" y="1015733"/>
                </a:lnTo>
                <a:lnTo>
                  <a:pt x="1476844" y="1016850"/>
                </a:lnTo>
                <a:lnTo>
                  <a:pt x="1478711" y="1018717"/>
                </a:lnTo>
                <a:lnTo>
                  <a:pt x="1479829" y="1019175"/>
                </a:lnTo>
                <a:lnTo>
                  <a:pt x="1482458" y="1019175"/>
                </a:lnTo>
                <a:lnTo>
                  <a:pt x="1483575" y="1018717"/>
                </a:lnTo>
                <a:lnTo>
                  <a:pt x="1485442" y="1016850"/>
                </a:lnTo>
                <a:lnTo>
                  <a:pt x="1485900" y="1015733"/>
                </a:lnTo>
                <a:lnTo>
                  <a:pt x="1485900" y="1013104"/>
                </a:lnTo>
                <a:close/>
              </a:path>
              <a:path w="4105275" h="1019175">
                <a:moveTo>
                  <a:pt x="1485900" y="508279"/>
                </a:moveTo>
                <a:lnTo>
                  <a:pt x="1485442" y="507161"/>
                </a:lnTo>
                <a:lnTo>
                  <a:pt x="1483575" y="505294"/>
                </a:lnTo>
                <a:lnTo>
                  <a:pt x="1482458" y="504825"/>
                </a:lnTo>
                <a:lnTo>
                  <a:pt x="1479829" y="504825"/>
                </a:lnTo>
                <a:lnTo>
                  <a:pt x="1478711" y="505294"/>
                </a:lnTo>
                <a:lnTo>
                  <a:pt x="1476844" y="507161"/>
                </a:lnTo>
                <a:lnTo>
                  <a:pt x="1476375" y="508279"/>
                </a:lnTo>
                <a:lnTo>
                  <a:pt x="1476375" y="510908"/>
                </a:lnTo>
                <a:lnTo>
                  <a:pt x="1476844" y="512025"/>
                </a:lnTo>
                <a:lnTo>
                  <a:pt x="1478711" y="513892"/>
                </a:lnTo>
                <a:lnTo>
                  <a:pt x="1479829" y="514350"/>
                </a:lnTo>
                <a:lnTo>
                  <a:pt x="1482458" y="514350"/>
                </a:lnTo>
                <a:lnTo>
                  <a:pt x="1483575" y="513892"/>
                </a:lnTo>
                <a:lnTo>
                  <a:pt x="1485442" y="512025"/>
                </a:lnTo>
                <a:lnTo>
                  <a:pt x="1485900" y="510908"/>
                </a:lnTo>
                <a:lnTo>
                  <a:pt x="1485900" y="508279"/>
                </a:lnTo>
                <a:close/>
              </a:path>
              <a:path w="4105275" h="1019175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4105275" h="1019175">
                <a:moveTo>
                  <a:pt x="1533525" y="1013104"/>
                </a:moveTo>
                <a:lnTo>
                  <a:pt x="1533067" y="1011986"/>
                </a:lnTo>
                <a:lnTo>
                  <a:pt x="1531200" y="1010119"/>
                </a:lnTo>
                <a:lnTo>
                  <a:pt x="1530083" y="1009650"/>
                </a:lnTo>
                <a:lnTo>
                  <a:pt x="1527454" y="1009650"/>
                </a:lnTo>
                <a:lnTo>
                  <a:pt x="1526336" y="1010119"/>
                </a:lnTo>
                <a:lnTo>
                  <a:pt x="1524469" y="1011986"/>
                </a:lnTo>
                <a:lnTo>
                  <a:pt x="1524000" y="1013104"/>
                </a:lnTo>
                <a:lnTo>
                  <a:pt x="1524000" y="1015733"/>
                </a:lnTo>
                <a:lnTo>
                  <a:pt x="1524469" y="1016850"/>
                </a:lnTo>
                <a:lnTo>
                  <a:pt x="1526336" y="1018717"/>
                </a:lnTo>
                <a:lnTo>
                  <a:pt x="1527454" y="1019175"/>
                </a:lnTo>
                <a:lnTo>
                  <a:pt x="1530083" y="1019175"/>
                </a:lnTo>
                <a:lnTo>
                  <a:pt x="1531200" y="1018717"/>
                </a:lnTo>
                <a:lnTo>
                  <a:pt x="1533067" y="1016850"/>
                </a:lnTo>
                <a:lnTo>
                  <a:pt x="1533525" y="1015733"/>
                </a:lnTo>
                <a:lnTo>
                  <a:pt x="1533525" y="1013104"/>
                </a:lnTo>
                <a:close/>
              </a:path>
              <a:path w="4105275" h="1019175">
                <a:moveTo>
                  <a:pt x="1533525" y="508279"/>
                </a:moveTo>
                <a:lnTo>
                  <a:pt x="1533067" y="507161"/>
                </a:lnTo>
                <a:lnTo>
                  <a:pt x="1531200" y="505294"/>
                </a:lnTo>
                <a:lnTo>
                  <a:pt x="1530083" y="504825"/>
                </a:lnTo>
                <a:lnTo>
                  <a:pt x="1527454" y="504825"/>
                </a:lnTo>
                <a:lnTo>
                  <a:pt x="1526336" y="505294"/>
                </a:lnTo>
                <a:lnTo>
                  <a:pt x="1524469" y="507161"/>
                </a:lnTo>
                <a:lnTo>
                  <a:pt x="1524000" y="508279"/>
                </a:lnTo>
                <a:lnTo>
                  <a:pt x="1524000" y="510908"/>
                </a:lnTo>
                <a:lnTo>
                  <a:pt x="1524469" y="512025"/>
                </a:lnTo>
                <a:lnTo>
                  <a:pt x="1526336" y="513892"/>
                </a:lnTo>
                <a:lnTo>
                  <a:pt x="1527454" y="514350"/>
                </a:lnTo>
                <a:lnTo>
                  <a:pt x="1530083" y="514350"/>
                </a:lnTo>
                <a:lnTo>
                  <a:pt x="1531200" y="513892"/>
                </a:lnTo>
                <a:lnTo>
                  <a:pt x="1533067" y="512025"/>
                </a:lnTo>
                <a:lnTo>
                  <a:pt x="1533525" y="510908"/>
                </a:lnTo>
                <a:lnTo>
                  <a:pt x="1533525" y="508279"/>
                </a:lnTo>
                <a:close/>
              </a:path>
              <a:path w="4105275" h="1019175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4105275" h="1019175">
                <a:moveTo>
                  <a:pt x="1581150" y="1013104"/>
                </a:moveTo>
                <a:lnTo>
                  <a:pt x="1580692" y="1011986"/>
                </a:lnTo>
                <a:lnTo>
                  <a:pt x="1578825" y="1010119"/>
                </a:lnTo>
                <a:lnTo>
                  <a:pt x="1577708" y="1009650"/>
                </a:lnTo>
                <a:lnTo>
                  <a:pt x="1575079" y="1009650"/>
                </a:lnTo>
                <a:lnTo>
                  <a:pt x="1573961" y="1010119"/>
                </a:lnTo>
                <a:lnTo>
                  <a:pt x="1572094" y="1011986"/>
                </a:lnTo>
                <a:lnTo>
                  <a:pt x="1571625" y="1013104"/>
                </a:lnTo>
                <a:lnTo>
                  <a:pt x="1571625" y="1015733"/>
                </a:lnTo>
                <a:lnTo>
                  <a:pt x="1572094" y="1016850"/>
                </a:lnTo>
                <a:lnTo>
                  <a:pt x="1573961" y="1018717"/>
                </a:lnTo>
                <a:lnTo>
                  <a:pt x="1575079" y="1019175"/>
                </a:lnTo>
                <a:lnTo>
                  <a:pt x="1577708" y="1019175"/>
                </a:lnTo>
                <a:lnTo>
                  <a:pt x="1578825" y="1018717"/>
                </a:lnTo>
                <a:lnTo>
                  <a:pt x="1580692" y="1016850"/>
                </a:lnTo>
                <a:lnTo>
                  <a:pt x="1581150" y="1015733"/>
                </a:lnTo>
                <a:lnTo>
                  <a:pt x="1581150" y="1013104"/>
                </a:lnTo>
                <a:close/>
              </a:path>
              <a:path w="4105275" h="1019175">
                <a:moveTo>
                  <a:pt x="1581150" y="508279"/>
                </a:moveTo>
                <a:lnTo>
                  <a:pt x="1580692" y="507161"/>
                </a:lnTo>
                <a:lnTo>
                  <a:pt x="1578825" y="505294"/>
                </a:lnTo>
                <a:lnTo>
                  <a:pt x="1577708" y="504825"/>
                </a:lnTo>
                <a:lnTo>
                  <a:pt x="1575079" y="504825"/>
                </a:lnTo>
                <a:lnTo>
                  <a:pt x="1573961" y="505294"/>
                </a:lnTo>
                <a:lnTo>
                  <a:pt x="1572094" y="507161"/>
                </a:lnTo>
                <a:lnTo>
                  <a:pt x="1571625" y="508279"/>
                </a:lnTo>
                <a:lnTo>
                  <a:pt x="1571625" y="510908"/>
                </a:lnTo>
                <a:lnTo>
                  <a:pt x="1572094" y="512025"/>
                </a:lnTo>
                <a:lnTo>
                  <a:pt x="1573961" y="513892"/>
                </a:lnTo>
                <a:lnTo>
                  <a:pt x="1575079" y="514350"/>
                </a:lnTo>
                <a:lnTo>
                  <a:pt x="1577708" y="514350"/>
                </a:lnTo>
                <a:lnTo>
                  <a:pt x="1578825" y="513892"/>
                </a:lnTo>
                <a:lnTo>
                  <a:pt x="1580692" y="512025"/>
                </a:lnTo>
                <a:lnTo>
                  <a:pt x="1581150" y="510908"/>
                </a:lnTo>
                <a:lnTo>
                  <a:pt x="1581150" y="508279"/>
                </a:lnTo>
                <a:close/>
              </a:path>
              <a:path w="4105275" h="1019175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4105275" h="1019175">
                <a:moveTo>
                  <a:pt x="1628775" y="1013104"/>
                </a:moveTo>
                <a:lnTo>
                  <a:pt x="1628317" y="1011986"/>
                </a:lnTo>
                <a:lnTo>
                  <a:pt x="1626450" y="1010119"/>
                </a:lnTo>
                <a:lnTo>
                  <a:pt x="1625333" y="1009650"/>
                </a:lnTo>
                <a:lnTo>
                  <a:pt x="1622704" y="1009650"/>
                </a:lnTo>
                <a:lnTo>
                  <a:pt x="1621586" y="1010119"/>
                </a:lnTo>
                <a:lnTo>
                  <a:pt x="1619719" y="1011986"/>
                </a:lnTo>
                <a:lnTo>
                  <a:pt x="1619250" y="1013104"/>
                </a:lnTo>
                <a:lnTo>
                  <a:pt x="1619250" y="1015733"/>
                </a:lnTo>
                <a:lnTo>
                  <a:pt x="1619719" y="1016850"/>
                </a:lnTo>
                <a:lnTo>
                  <a:pt x="1621586" y="1018717"/>
                </a:lnTo>
                <a:lnTo>
                  <a:pt x="1622704" y="1019175"/>
                </a:lnTo>
                <a:lnTo>
                  <a:pt x="1625333" y="1019175"/>
                </a:lnTo>
                <a:lnTo>
                  <a:pt x="1626450" y="1018717"/>
                </a:lnTo>
                <a:lnTo>
                  <a:pt x="1628317" y="1016850"/>
                </a:lnTo>
                <a:lnTo>
                  <a:pt x="1628775" y="1015733"/>
                </a:lnTo>
                <a:lnTo>
                  <a:pt x="1628775" y="1013104"/>
                </a:lnTo>
                <a:close/>
              </a:path>
              <a:path w="4105275" h="1019175">
                <a:moveTo>
                  <a:pt x="1628775" y="508279"/>
                </a:moveTo>
                <a:lnTo>
                  <a:pt x="1628317" y="507161"/>
                </a:lnTo>
                <a:lnTo>
                  <a:pt x="1626450" y="505294"/>
                </a:lnTo>
                <a:lnTo>
                  <a:pt x="1625333" y="504825"/>
                </a:lnTo>
                <a:lnTo>
                  <a:pt x="1622704" y="504825"/>
                </a:lnTo>
                <a:lnTo>
                  <a:pt x="1621586" y="505294"/>
                </a:lnTo>
                <a:lnTo>
                  <a:pt x="1619719" y="507161"/>
                </a:lnTo>
                <a:lnTo>
                  <a:pt x="1619250" y="508279"/>
                </a:lnTo>
                <a:lnTo>
                  <a:pt x="1619250" y="510908"/>
                </a:lnTo>
                <a:lnTo>
                  <a:pt x="1619719" y="512025"/>
                </a:lnTo>
                <a:lnTo>
                  <a:pt x="1621586" y="513892"/>
                </a:lnTo>
                <a:lnTo>
                  <a:pt x="1622704" y="514350"/>
                </a:lnTo>
                <a:lnTo>
                  <a:pt x="1625333" y="514350"/>
                </a:lnTo>
                <a:lnTo>
                  <a:pt x="1626450" y="513892"/>
                </a:lnTo>
                <a:lnTo>
                  <a:pt x="1628317" y="512025"/>
                </a:lnTo>
                <a:lnTo>
                  <a:pt x="1628775" y="510908"/>
                </a:lnTo>
                <a:lnTo>
                  <a:pt x="1628775" y="508279"/>
                </a:lnTo>
                <a:close/>
              </a:path>
              <a:path w="4105275" h="1019175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4105275" h="1019175">
                <a:moveTo>
                  <a:pt x="1676400" y="1013104"/>
                </a:moveTo>
                <a:lnTo>
                  <a:pt x="1675942" y="1011986"/>
                </a:lnTo>
                <a:lnTo>
                  <a:pt x="1674075" y="1010119"/>
                </a:lnTo>
                <a:lnTo>
                  <a:pt x="1672958" y="1009650"/>
                </a:lnTo>
                <a:lnTo>
                  <a:pt x="1670329" y="1009650"/>
                </a:lnTo>
                <a:lnTo>
                  <a:pt x="1669211" y="1010119"/>
                </a:lnTo>
                <a:lnTo>
                  <a:pt x="1667344" y="1011986"/>
                </a:lnTo>
                <a:lnTo>
                  <a:pt x="1666875" y="1013104"/>
                </a:lnTo>
                <a:lnTo>
                  <a:pt x="1666875" y="1015733"/>
                </a:lnTo>
                <a:lnTo>
                  <a:pt x="1667344" y="1016850"/>
                </a:lnTo>
                <a:lnTo>
                  <a:pt x="1669211" y="1018717"/>
                </a:lnTo>
                <a:lnTo>
                  <a:pt x="1670329" y="1019175"/>
                </a:lnTo>
                <a:lnTo>
                  <a:pt x="1672958" y="1019175"/>
                </a:lnTo>
                <a:lnTo>
                  <a:pt x="1674075" y="1018717"/>
                </a:lnTo>
                <a:lnTo>
                  <a:pt x="1675942" y="1016850"/>
                </a:lnTo>
                <a:lnTo>
                  <a:pt x="1676400" y="1015733"/>
                </a:lnTo>
                <a:lnTo>
                  <a:pt x="1676400" y="1013104"/>
                </a:lnTo>
                <a:close/>
              </a:path>
              <a:path w="4105275" h="1019175">
                <a:moveTo>
                  <a:pt x="1676400" y="508279"/>
                </a:moveTo>
                <a:lnTo>
                  <a:pt x="1675942" y="507161"/>
                </a:lnTo>
                <a:lnTo>
                  <a:pt x="1674075" y="505294"/>
                </a:lnTo>
                <a:lnTo>
                  <a:pt x="1672958" y="504825"/>
                </a:lnTo>
                <a:lnTo>
                  <a:pt x="1670329" y="504825"/>
                </a:lnTo>
                <a:lnTo>
                  <a:pt x="1669211" y="505294"/>
                </a:lnTo>
                <a:lnTo>
                  <a:pt x="1667344" y="507161"/>
                </a:lnTo>
                <a:lnTo>
                  <a:pt x="1666875" y="508279"/>
                </a:lnTo>
                <a:lnTo>
                  <a:pt x="1666875" y="510908"/>
                </a:lnTo>
                <a:lnTo>
                  <a:pt x="1667344" y="512025"/>
                </a:lnTo>
                <a:lnTo>
                  <a:pt x="1669211" y="513892"/>
                </a:lnTo>
                <a:lnTo>
                  <a:pt x="1670329" y="514350"/>
                </a:lnTo>
                <a:lnTo>
                  <a:pt x="1672958" y="514350"/>
                </a:lnTo>
                <a:lnTo>
                  <a:pt x="1674075" y="513892"/>
                </a:lnTo>
                <a:lnTo>
                  <a:pt x="1675942" y="512025"/>
                </a:lnTo>
                <a:lnTo>
                  <a:pt x="1676400" y="510908"/>
                </a:lnTo>
                <a:lnTo>
                  <a:pt x="1676400" y="508279"/>
                </a:lnTo>
                <a:close/>
              </a:path>
              <a:path w="4105275" h="1019175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4105275" h="1019175">
                <a:moveTo>
                  <a:pt x="1724025" y="1013104"/>
                </a:moveTo>
                <a:lnTo>
                  <a:pt x="1723567" y="1011986"/>
                </a:lnTo>
                <a:lnTo>
                  <a:pt x="1721700" y="1010119"/>
                </a:lnTo>
                <a:lnTo>
                  <a:pt x="1720583" y="1009650"/>
                </a:lnTo>
                <a:lnTo>
                  <a:pt x="1717954" y="1009650"/>
                </a:lnTo>
                <a:lnTo>
                  <a:pt x="1716836" y="1010119"/>
                </a:lnTo>
                <a:lnTo>
                  <a:pt x="1714969" y="1011986"/>
                </a:lnTo>
                <a:lnTo>
                  <a:pt x="1714500" y="1013104"/>
                </a:lnTo>
                <a:lnTo>
                  <a:pt x="1714500" y="1015733"/>
                </a:lnTo>
                <a:lnTo>
                  <a:pt x="1714969" y="1016850"/>
                </a:lnTo>
                <a:lnTo>
                  <a:pt x="1716836" y="1018717"/>
                </a:lnTo>
                <a:lnTo>
                  <a:pt x="1717954" y="1019175"/>
                </a:lnTo>
                <a:lnTo>
                  <a:pt x="1720583" y="1019175"/>
                </a:lnTo>
                <a:lnTo>
                  <a:pt x="1721700" y="1018717"/>
                </a:lnTo>
                <a:lnTo>
                  <a:pt x="1723567" y="1016850"/>
                </a:lnTo>
                <a:lnTo>
                  <a:pt x="1724025" y="1015733"/>
                </a:lnTo>
                <a:lnTo>
                  <a:pt x="1724025" y="1013104"/>
                </a:lnTo>
                <a:close/>
              </a:path>
              <a:path w="4105275" h="1019175">
                <a:moveTo>
                  <a:pt x="1724025" y="508279"/>
                </a:moveTo>
                <a:lnTo>
                  <a:pt x="1723567" y="507161"/>
                </a:lnTo>
                <a:lnTo>
                  <a:pt x="1721700" y="505294"/>
                </a:lnTo>
                <a:lnTo>
                  <a:pt x="1720583" y="504825"/>
                </a:lnTo>
                <a:lnTo>
                  <a:pt x="1717954" y="504825"/>
                </a:lnTo>
                <a:lnTo>
                  <a:pt x="1716836" y="505294"/>
                </a:lnTo>
                <a:lnTo>
                  <a:pt x="1714969" y="507161"/>
                </a:lnTo>
                <a:lnTo>
                  <a:pt x="1714500" y="508279"/>
                </a:lnTo>
                <a:lnTo>
                  <a:pt x="1714500" y="510908"/>
                </a:lnTo>
                <a:lnTo>
                  <a:pt x="1714969" y="512025"/>
                </a:lnTo>
                <a:lnTo>
                  <a:pt x="1716836" y="513892"/>
                </a:lnTo>
                <a:lnTo>
                  <a:pt x="1717954" y="514350"/>
                </a:lnTo>
                <a:lnTo>
                  <a:pt x="1720583" y="514350"/>
                </a:lnTo>
                <a:lnTo>
                  <a:pt x="1721700" y="513892"/>
                </a:lnTo>
                <a:lnTo>
                  <a:pt x="1723567" y="512025"/>
                </a:lnTo>
                <a:lnTo>
                  <a:pt x="1724025" y="510908"/>
                </a:lnTo>
                <a:lnTo>
                  <a:pt x="1724025" y="508279"/>
                </a:lnTo>
                <a:close/>
              </a:path>
              <a:path w="4105275" h="1019175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4105275" h="1019175">
                <a:moveTo>
                  <a:pt x="1771650" y="1013104"/>
                </a:moveTo>
                <a:lnTo>
                  <a:pt x="1771192" y="1011986"/>
                </a:lnTo>
                <a:lnTo>
                  <a:pt x="1769325" y="1010119"/>
                </a:lnTo>
                <a:lnTo>
                  <a:pt x="1768208" y="1009650"/>
                </a:lnTo>
                <a:lnTo>
                  <a:pt x="1765579" y="1009650"/>
                </a:lnTo>
                <a:lnTo>
                  <a:pt x="1764461" y="1010119"/>
                </a:lnTo>
                <a:lnTo>
                  <a:pt x="1762594" y="1011986"/>
                </a:lnTo>
                <a:lnTo>
                  <a:pt x="1762125" y="1013104"/>
                </a:lnTo>
                <a:lnTo>
                  <a:pt x="1762125" y="1015733"/>
                </a:lnTo>
                <a:lnTo>
                  <a:pt x="1762594" y="1016850"/>
                </a:lnTo>
                <a:lnTo>
                  <a:pt x="1764461" y="1018717"/>
                </a:lnTo>
                <a:lnTo>
                  <a:pt x="1765579" y="1019175"/>
                </a:lnTo>
                <a:lnTo>
                  <a:pt x="1768208" y="1019175"/>
                </a:lnTo>
                <a:lnTo>
                  <a:pt x="1769325" y="1018717"/>
                </a:lnTo>
                <a:lnTo>
                  <a:pt x="1771192" y="1016850"/>
                </a:lnTo>
                <a:lnTo>
                  <a:pt x="1771650" y="1015733"/>
                </a:lnTo>
                <a:lnTo>
                  <a:pt x="1771650" y="1013104"/>
                </a:lnTo>
                <a:close/>
              </a:path>
              <a:path w="4105275" h="1019175">
                <a:moveTo>
                  <a:pt x="1771650" y="508279"/>
                </a:moveTo>
                <a:lnTo>
                  <a:pt x="1771192" y="507161"/>
                </a:lnTo>
                <a:lnTo>
                  <a:pt x="1769325" y="505294"/>
                </a:lnTo>
                <a:lnTo>
                  <a:pt x="1768208" y="504825"/>
                </a:lnTo>
                <a:lnTo>
                  <a:pt x="1765579" y="504825"/>
                </a:lnTo>
                <a:lnTo>
                  <a:pt x="1764461" y="505294"/>
                </a:lnTo>
                <a:lnTo>
                  <a:pt x="1762594" y="507161"/>
                </a:lnTo>
                <a:lnTo>
                  <a:pt x="1762125" y="508279"/>
                </a:lnTo>
                <a:lnTo>
                  <a:pt x="1762125" y="510908"/>
                </a:lnTo>
                <a:lnTo>
                  <a:pt x="1762594" y="512025"/>
                </a:lnTo>
                <a:lnTo>
                  <a:pt x="1764461" y="513892"/>
                </a:lnTo>
                <a:lnTo>
                  <a:pt x="1765579" y="514350"/>
                </a:lnTo>
                <a:lnTo>
                  <a:pt x="1768208" y="514350"/>
                </a:lnTo>
                <a:lnTo>
                  <a:pt x="1769325" y="513892"/>
                </a:lnTo>
                <a:lnTo>
                  <a:pt x="1771192" y="512025"/>
                </a:lnTo>
                <a:lnTo>
                  <a:pt x="1771650" y="510908"/>
                </a:lnTo>
                <a:lnTo>
                  <a:pt x="1771650" y="508279"/>
                </a:lnTo>
                <a:close/>
              </a:path>
              <a:path w="4105275" h="1019175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4105275" h="1019175">
                <a:moveTo>
                  <a:pt x="1819275" y="1013104"/>
                </a:moveTo>
                <a:lnTo>
                  <a:pt x="1818817" y="1011986"/>
                </a:lnTo>
                <a:lnTo>
                  <a:pt x="1816950" y="1010119"/>
                </a:lnTo>
                <a:lnTo>
                  <a:pt x="1815833" y="1009650"/>
                </a:lnTo>
                <a:lnTo>
                  <a:pt x="1813204" y="1009650"/>
                </a:lnTo>
                <a:lnTo>
                  <a:pt x="1812086" y="1010119"/>
                </a:lnTo>
                <a:lnTo>
                  <a:pt x="1810219" y="1011986"/>
                </a:lnTo>
                <a:lnTo>
                  <a:pt x="1809750" y="1013104"/>
                </a:lnTo>
                <a:lnTo>
                  <a:pt x="1809750" y="1015733"/>
                </a:lnTo>
                <a:lnTo>
                  <a:pt x="1810219" y="1016850"/>
                </a:lnTo>
                <a:lnTo>
                  <a:pt x="1812086" y="1018717"/>
                </a:lnTo>
                <a:lnTo>
                  <a:pt x="1813204" y="1019175"/>
                </a:lnTo>
                <a:lnTo>
                  <a:pt x="1815833" y="1019175"/>
                </a:lnTo>
                <a:lnTo>
                  <a:pt x="1816950" y="1018717"/>
                </a:lnTo>
                <a:lnTo>
                  <a:pt x="1818817" y="1016850"/>
                </a:lnTo>
                <a:lnTo>
                  <a:pt x="1819275" y="1015733"/>
                </a:lnTo>
                <a:lnTo>
                  <a:pt x="1819275" y="1013104"/>
                </a:lnTo>
                <a:close/>
              </a:path>
              <a:path w="4105275" h="1019175">
                <a:moveTo>
                  <a:pt x="1819275" y="508279"/>
                </a:moveTo>
                <a:lnTo>
                  <a:pt x="1818817" y="507161"/>
                </a:lnTo>
                <a:lnTo>
                  <a:pt x="1816950" y="505294"/>
                </a:lnTo>
                <a:lnTo>
                  <a:pt x="1815833" y="504825"/>
                </a:lnTo>
                <a:lnTo>
                  <a:pt x="1813204" y="504825"/>
                </a:lnTo>
                <a:lnTo>
                  <a:pt x="1812086" y="505294"/>
                </a:lnTo>
                <a:lnTo>
                  <a:pt x="1810219" y="507161"/>
                </a:lnTo>
                <a:lnTo>
                  <a:pt x="1809750" y="508279"/>
                </a:lnTo>
                <a:lnTo>
                  <a:pt x="1809750" y="510908"/>
                </a:lnTo>
                <a:lnTo>
                  <a:pt x="1810219" y="512025"/>
                </a:lnTo>
                <a:lnTo>
                  <a:pt x="1812086" y="513892"/>
                </a:lnTo>
                <a:lnTo>
                  <a:pt x="1813204" y="514350"/>
                </a:lnTo>
                <a:lnTo>
                  <a:pt x="1815833" y="514350"/>
                </a:lnTo>
                <a:lnTo>
                  <a:pt x="1816950" y="513892"/>
                </a:lnTo>
                <a:lnTo>
                  <a:pt x="1818817" y="512025"/>
                </a:lnTo>
                <a:lnTo>
                  <a:pt x="1819275" y="510908"/>
                </a:lnTo>
                <a:lnTo>
                  <a:pt x="1819275" y="508279"/>
                </a:lnTo>
                <a:close/>
              </a:path>
              <a:path w="4105275" h="1019175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4105275" h="1019175">
                <a:moveTo>
                  <a:pt x="1866900" y="1013104"/>
                </a:moveTo>
                <a:lnTo>
                  <a:pt x="1866442" y="1011986"/>
                </a:lnTo>
                <a:lnTo>
                  <a:pt x="1864575" y="1010119"/>
                </a:lnTo>
                <a:lnTo>
                  <a:pt x="1863458" y="1009650"/>
                </a:lnTo>
                <a:lnTo>
                  <a:pt x="1860829" y="1009650"/>
                </a:lnTo>
                <a:lnTo>
                  <a:pt x="1859711" y="1010119"/>
                </a:lnTo>
                <a:lnTo>
                  <a:pt x="1857844" y="1011986"/>
                </a:lnTo>
                <a:lnTo>
                  <a:pt x="1857375" y="1013104"/>
                </a:lnTo>
                <a:lnTo>
                  <a:pt x="1857375" y="1015733"/>
                </a:lnTo>
                <a:lnTo>
                  <a:pt x="1857844" y="1016850"/>
                </a:lnTo>
                <a:lnTo>
                  <a:pt x="1859711" y="1018717"/>
                </a:lnTo>
                <a:lnTo>
                  <a:pt x="1860829" y="1019175"/>
                </a:lnTo>
                <a:lnTo>
                  <a:pt x="1863458" y="1019175"/>
                </a:lnTo>
                <a:lnTo>
                  <a:pt x="1864575" y="1018717"/>
                </a:lnTo>
                <a:lnTo>
                  <a:pt x="1866442" y="1016850"/>
                </a:lnTo>
                <a:lnTo>
                  <a:pt x="1866900" y="1015733"/>
                </a:lnTo>
                <a:lnTo>
                  <a:pt x="1866900" y="1013104"/>
                </a:lnTo>
                <a:close/>
              </a:path>
              <a:path w="4105275" h="1019175">
                <a:moveTo>
                  <a:pt x="1866900" y="508279"/>
                </a:moveTo>
                <a:lnTo>
                  <a:pt x="1866442" y="507161"/>
                </a:lnTo>
                <a:lnTo>
                  <a:pt x="1864575" y="505294"/>
                </a:lnTo>
                <a:lnTo>
                  <a:pt x="1863458" y="504825"/>
                </a:lnTo>
                <a:lnTo>
                  <a:pt x="1860829" y="504825"/>
                </a:lnTo>
                <a:lnTo>
                  <a:pt x="1859711" y="505294"/>
                </a:lnTo>
                <a:lnTo>
                  <a:pt x="1857844" y="507161"/>
                </a:lnTo>
                <a:lnTo>
                  <a:pt x="1857375" y="508279"/>
                </a:lnTo>
                <a:lnTo>
                  <a:pt x="1857375" y="510908"/>
                </a:lnTo>
                <a:lnTo>
                  <a:pt x="1857844" y="512025"/>
                </a:lnTo>
                <a:lnTo>
                  <a:pt x="1859711" y="513892"/>
                </a:lnTo>
                <a:lnTo>
                  <a:pt x="1860829" y="514350"/>
                </a:lnTo>
                <a:lnTo>
                  <a:pt x="1863458" y="514350"/>
                </a:lnTo>
                <a:lnTo>
                  <a:pt x="1864575" y="513892"/>
                </a:lnTo>
                <a:lnTo>
                  <a:pt x="1866442" y="512025"/>
                </a:lnTo>
                <a:lnTo>
                  <a:pt x="1866900" y="510908"/>
                </a:lnTo>
                <a:lnTo>
                  <a:pt x="1866900" y="508279"/>
                </a:lnTo>
                <a:close/>
              </a:path>
              <a:path w="4105275" h="1019175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4105275" h="1019175">
                <a:moveTo>
                  <a:pt x="1914525" y="1013104"/>
                </a:moveTo>
                <a:lnTo>
                  <a:pt x="1914067" y="1011986"/>
                </a:lnTo>
                <a:lnTo>
                  <a:pt x="1912200" y="1010119"/>
                </a:lnTo>
                <a:lnTo>
                  <a:pt x="1911083" y="1009650"/>
                </a:lnTo>
                <a:lnTo>
                  <a:pt x="1908454" y="1009650"/>
                </a:lnTo>
                <a:lnTo>
                  <a:pt x="1907336" y="1010119"/>
                </a:lnTo>
                <a:lnTo>
                  <a:pt x="1905469" y="1011986"/>
                </a:lnTo>
                <a:lnTo>
                  <a:pt x="1905000" y="1013104"/>
                </a:lnTo>
                <a:lnTo>
                  <a:pt x="1905000" y="1015733"/>
                </a:lnTo>
                <a:lnTo>
                  <a:pt x="1905469" y="1016850"/>
                </a:lnTo>
                <a:lnTo>
                  <a:pt x="1907336" y="1018717"/>
                </a:lnTo>
                <a:lnTo>
                  <a:pt x="1908454" y="1019175"/>
                </a:lnTo>
                <a:lnTo>
                  <a:pt x="1911083" y="1019175"/>
                </a:lnTo>
                <a:lnTo>
                  <a:pt x="1912200" y="1018717"/>
                </a:lnTo>
                <a:lnTo>
                  <a:pt x="1914067" y="1016850"/>
                </a:lnTo>
                <a:lnTo>
                  <a:pt x="1914525" y="1015733"/>
                </a:lnTo>
                <a:lnTo>
                  <a:pt x="1914525" y="1013104"/>
                </a:lnTo>
                <a:close/>
              </a:path>
              <a:path w="4105275" h="1019175">
                <a:moveTo>
                  <a:pt x="1914525" y="508279"/>
                </a:moveTo>
                <a:lnTo>
                  <a:pt x="1914067" y="507161"/>
                </a:lnTo>
                <a:lnTo>
                  <a:pt x="1912200" y="505294"/>
                </a:lnTo>
                <a:lnTo>
                  <a:pt x="1911083" y="504825"/>
                </a:lnTo>
                <a:lnTo>
                  <a:pt x="1908454" y="504825"/>
                </a:lnTo>
                <a:lnTo>
                  <a:pt x="1907336" y="505294"/>
                </a:lnTo>
                <a:lnTo>
                  <a:pt x="1905469" y="507161"/>
                </a:lnTo>
                <a:lnTo>
                  <a:pt x="1905000" y="508279"/>
                </a:lnTo>
                <a:lnTo>
                  <a:pt x="1905000" y="510908"/>
                </a:lnTo>
                <a:lnTo>
                  <a:pt x="1905469" y="512025"/>
                </a:lnTo>
                <a:lnTo>
                  <a:pt x="1907336" y="513892"/>
                </a:lnTo>
                <a:lnTo>
                  <a:pt x="1908454" y="514350"/>
                </a:lnTo>
                <a:lnTo>
                  <a:pt x="1911083" y="514350"/>
                </a:lnTo>
                <a:lnTo>
                  <a:pt x="1912200" y="513892"/>
                </a:lnTo>
                <a:lnTo>
                  <a:pt x="1914067" y="512025"/>
                </a:lnTo>
                <a:lnTo>
                  <a:pt x="1914525" y="510908"/>
                </a:lnTo>
                <a:lnTo>
                  <a:pt x="1914525" y="508279"/>
                </a:lnTo>
                <a:close/>
              </a:path>
              <a:path w="4105275" h="1019175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4105275" h="1019175">
                <a:moveTo>
                  <a:pt x="1962150" y="1013104"/>
                </a:moveTo>
                <a:lnTo>
                  <a:pt x="1961692" y="1011986"/>
                </a:lnTo>
                <a:lnTo>
                  <a:pt x="1959825" y="1010119"/>
                </a:lnTo>
                <a:lnTo>
                  <a:pt x="1958708" y="1009650"/>
                </a:lnTo>
                <a:lnTo>
                  <a:pt x="1956079" y="1009650"/>
                </a:lnTo>
                <a:lnTo>
                  <a:pt x="1954961" y="1010119"/>
                </a:lnTo>
                <a:lnTo>
                  <a:pt x="1953094" y="1011986"/>
                </a:lnTo>
                <a:lnTo>
                  <a:pt x="1952625" y="1013104"/>
                </a:lnTo>
                <a:lnTo>
                  <a:pt x="1952625" y="1015733"/>
                </a:lnTo>
                <a:lnTo>
                  <a:pt x="1953094" y="1016850"/>
                </a:lnTo>
                <a:lnTo>
                  <a:pt x="1954961" y="1018717"/>
                </a:lnTo>
                <a:lnTo>
                  <a:pt x="1956079" y="1019175"/>
                </a:lnTo>
                <a:lnTo>
                  <a:pt x="1958708" y="1019175"/>
                </a:lnTo>
                <a:lnTo>
                  <a:pt x="1959825" y="1018717"/>
                </a:lnTo>
                <a:lnTo>
                  <a:pt x="1961692" y="1016850"/>
                </a:lnTo>
                <a:lnTo>
                  <a:pt x="1962150" y="1015733"/>
                </a:lnTo>
                <a:lnTo>
                  <a:pt x="1962150" y="1013104"/>
                </a:lnTo>
                <a:close/>
              </a:path>
              <a:path w="4105275" h="1019175">
                <a:moveTo>
                  <a:pt x="1962150" y="508279"/>
                </a:moveTo>
                <a:lnTo>
                  <a:pt x="1961692" y="507161"/>
                </a:lnTo>
                <a:lnTo>
                  <a:pt x="1959825" y="505294"/>
                </a:lnTo>
                <a:lnTo>
                  <a:pt x="1958708" y="504825"/>
                </a:lnTo>
                <a:lnTo>
                  <a:pt x="1956079" y="504825"/>
                </a:lnTo>
                <a:lnTo>
                  <a:pt x="1954961" y="505294"/>
                </a:lnTo>
                <a:lnTo>
                  <a:pt x="1953094" y="507161"/>
                </a:lnTo>
                <a:lnTo>
                  <a:pt x="1952625" y="508279"/>
                </a:lnTo>
                <a:lnTo>
                  <a:pt x="1952625" y="510908"/>
                </a:lnTo>
                <a:lnTo>
                  <a:pt x="1953094" y="512025"/>
                </a:lnTo>
                <a:lnTo>
                  <a:pt x="1954961" y="513892"/>
                </a:lnTo>
                <a:lnTo>
                  <a:pt x="1956079" y="514350"/>
                </a:lnTo>
                <a:lnTo>
                  <a:pt x="1958708" y="514350"/>
                </a:lnTo>
                <a:lnTo>
                  <a:pt x="1959825" y="513892"/>
                </a:lnTo>
                <a:lnTo>
                  <a:pt x="1961692" y="512025"/>
                </a:lnTo>
                <a:lnTo>
                  <a:pt x="1962150" y="510908"/>
                </a:lnTo>
                <a:lnTo>
                  <a:pt x="1962150" y="508279"/>
                </a:lnTo>
                <a:close/>
              </a:path>
              <a:path w="4105275" h="1019175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4105275" h="1019175">
                <a:moveTo>
                  <a:pt x="2009775" y="1013104"/>
                </a:moveTo>
                <a:lnTo>
                  <a:pt x="2009317" y="1011986"/>
                </a:lnTo>
                <a:lnTo>
                  <a:pt x="2007450" y="1010119"/>
                </a:lnTo>
                <a:lnTo>
                  <a:pt x="2006333" y="1009650"/>
                </a:lnTo>
                <a:lnTo>
                  <a:pt x="2003704" y="1009650"/>
                </a:lnTo>
                <a:lnTo>
                  <a:pt x="2002586" y="1010119"/>
                </a:lnTo>
                <a:lnTo>
                  <a:pt x="2000719" y="1011986"/>
                </a:lnTo>
                <a:lnTo>
                  <a:pt x="2000250" y="1013104"/>
                </a:lnTo>
                <a:lnTo>
                  <a:pt x="2000250" y="1015733"/>
                </a:lnTo>
                <a:lnTo>
                  <a:pt x="2000719" y="1016850"/>
                </a:lnTo>
                <a:lnTo>
                  <a:pt x="2002586" y="1018717"/>
                </a:lnTo>
                <a:lnTo>
                  <a:pt x="2003704" y="1019175"/>
                </a:lnTo>
                <a:lnTo>
                  <a:pt x="2006333" y="1019175"/>
                </a:lnTo>
                <a:lnTo>
                  <a:pt x="2007450" y="1018717"/>
                </a:lnTo>
                <a:lnTo>
                  <a:pt x="2009317" y="1016850"/>
                </a:lnTo>
                <a:lnTo>
                  <a:pt x="2009775" y="1015733"/>
                </a:lnTo>
                <a:lnTo>
                  <a:pt x="2009775" y="1013104"/>
                </a:lnTo>
                <a:close/>
              </a:path>
              <a:path w="4105275" h="1019175">
                <a:moveTo>
                  <a:pt x="2009775" y="508279"/>
                </a:moveTo>
                <a:lnTo>
                  <a:pt x="2009317" y="507161"/>
                </a:lnTo>
                <a:lnTo>
                  <a:pt x="2007450" y="505294"/>
                </a:lnTo>
                <a:lnTo>
                  <a:pt x="2006333" y="504825"/>
                </a:lnTo>
                <a:lnTo>
                  <a:pt x="2003704" y="504825"/>
                </a:lnTo>
                <a:lnTo>
                  <a:pt x="2002586" y="505294"/>
                </a:lnTo>
                <a:lnTo>
                  <a:pt x="2000719" y="507161"/>
                </a:lnTo>
                <a:lnTo>
                  <a:pt x="2000250" y="508279"/>
                </a:lnTo>
                <a:lnTo>
                  <a:pt x="2000250" y="510908"/>
                </a:lnTo>
                <a:lnTo>
                  <a:pt x="2000719" y="512025"/>
                </a:lnTo>
                <a:lnTo>
                  <a:pt x="2002586" y="513892"/>
                </a:lnTo>
                <a:lnTo>
                  <a:pt x="2003704" y="514350"/>
                </a:lnTo>
                <a:lnTo>
                  <a:pt x="2006333" y="514350"/>
                </a:lnTo>
                <a:lnTo>
                  <a:pt x="2007450" y="513892"/>
                </a:lnTo>
                <a:lnTo>
                  <a:pt x="2009317" y="512025"/>
                </a:lnTo>
                <a:lnTo>
                  <a:pt x="2009775" y="510908"/>
                </a:lnTo>
                <a:lnTo>
                  <a:pt x="2009775" y="508279"/>
                </a:lnTo>
                <a:close/>
              </a:path>
              <a:path w="4105275" h="1019175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4105275" h="1019175">
                <a:moveTo>
                  <a:pt x="2057400" y="1013104"/>
                </a:moveTo>
                <a:lnTo>
                  <a:pt x="2056942" y="1011986"/>
                </a:lnTo>
                <a:lnTo>
                  <a:pt x="2055075" y="1010119"/>
                </a:lnTo>
                <a:lnTo>
                  <a:pt x="2053958" y="1009650"/>
                </a:lnTo>
                <a:lnTo>
                  <a:pt x="2051329" y="1009650"/>
                </a:lnTo>
                <a:lnTo>
                  <a:pt x="2050211" y="1010119"/>
                </a:lnTo>
                <a:lnTo>
                  <a:pt x="2048344" y="1011986"/>
                </a:lnTo>
                <a:lnTo>
                  <a:pt x="2047875" y="1013104"/>
                </a:lnTo>
                <a:lnTo>
                  <a:pt x="2047875" y="1015733"/>
                </a:lnTo>
                <a:lnTo>
                  <a:pt x="2048344" y="1016850"/>
                </a:lnTo>
                <a:lnTo>
                  <a:pt x="2050211" y="1018717"/>
                </a:lnTo>
                <a:lnTo>
                  <a:pt x="2051329" y="1019175"/>
                </a:lnTo>
                <a:lnTo>
                  <a:pt x="2053958" y="1019175"/>
                </a:lnTo>
                <a:lnTo>
                  <a:pt x="2055075" y="1018717"/>
                </a:lnTo>
                <a:lnTo>
                  <a:pt x="2056942" y="1016850"/>
                </a:lnTo>
                <a:lnTo>
                  <a:pt x="2057400" y="1015733"/>
                </a:lnTo>
                <a:lnTo>
                  <a:pt x="2057400" y="1013104"/>
                </a:lnTo>
                <a:close/>
              </a:path>
              <a:path w="4105275" h="1019175">
                <a:moveTo>
                  <a:pt x="2057400" y="508279"/>
                </a:moveTo>
                <a:lnTo>
                  <a:pt x="2056942" y="507161"/>
                </a:lnTo>
                <a:lnTo>
                  <a:pt x="2055075" y="505294"/>
                </a:lnTo>
                <a:lnTo>
                  <a:pt x="2053958" y="504825"/>
                </a:lnTo>
                <a:lnTo>
                  <a:pt x="2051329" y="504825"/>
                </a:lnTo>
                <a:lnTo>
                  <a:pt x="2050211" y="505294"/>
                </a:lnTo>
                <a:lnTo>
                  <a:pt x="2048344" y="507161"/>
                </a:lnTo>
                <a:lnTo>
                  <a:pt x="2047875" y="508279"/>
                </a:lnTo>
                <a:lnTo>
                  <a:pt x="2047875" y="510908"/>
                </a:lnTo>
                <a:lnTo>
                  <a:pt x="2048344" y="512025"/>
                </a:lnTo>
                <a:lnTo>
                  <a:pt x="2050211" y="513892"/>
                </a:lnTo>
                <a:lnTo>
                  <a:pt x="2051329" y="514350"/>
                </a:lnTo>
                <a:lnTo>
                  <a:pt x="2053958" y="514350"/>
                </a:lnTo>
                <a:lnTo>
                  <a:pt x="2055075" y="513892"/>
                </a:lnTo>
                <a:lnTo>
                  <a:pt x="2056942" y="512025"/>
                </a:lnTo>
                <a:lnTo>
                  <a:pt x="2057400" y="510908"/>
                </a:lnTo>
                <a:lnTo>
                  <a:pt x="2057400" y="508279"/>
                </a:lnTo>
                <a:close/>
              </a:path>
              <a:path w="4105275" h="1019175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4105275" h="1019175">
                <a:moveTo>
                  <a:pt x="2105025" y="1013104"/>
                </a:moveTo>
                <a:lnTo>
                  <a:pt x="2104567" y="1011986"/>
                </a:lnTo>
                <a:lnTo>
                  <a:pt x="2102700" y="1010119"/>
                </a:lnTo>
                <a:lnTo>
                  <a:pt x="2101583" y="1009650"/>
                </a:lnTo>
                <a:lnTo>
                  <a:pt x="2098954" y="1009650"/>
                </a:lnTo>
                <a:lnTo>
                  <a:pt x="2097836" y="1010119"/>
                </a:lnTo>
                <a:lnTo>
                  <a:pt x="2095969" y="1011986"/>
                </a:lnTo>
                <a:lnTo>
                  <a:pt x="2095500" y="1013104"/>
                </a:lnTo>
                <a:lnTo>
                  <a:pt x="2095500" y="1015733"/>
                </a:lnTo>
                <a:lnTo>
                  <a:pt x="2095969" y="1016850"/>
                </a:lnTo>
                <a:lnTo>
                  <a:pt x="2097836" y="1018717"/>
                </a:lnTo>
                <a:lnTo>
                  <a:pt x="2098954" y="1019175"/>
                </a:lnTo>
                <a:lnTo>
                  <a:pt x="2101583" y="1019175"/>
                </a:lnTo>
                <a:lnTo>
                  <a:pt x="2102700" y="1018717"/>
                </a:lnTo>
                <a:lnTo>
                  <a:pt x="2104567" y="1016850"/>
                </a:lnTo>
                <a:lnTo>
                  <a:pt x="2105025" y="1015733"/>
                </a:lnTo>
                <a:lnTo>
                  <a:pt x="2105025" y="1013104"/>
                </a:lnTo>
                <a:close/>
              </a:path>
              <a:path w="4105275" h="1019175">
                <a:moveTo>
                  <a:pt x="2105025" y="508279"/>
                </a:moveTo>
                <a:lnTo>
                  <a:pt x="2104567" y="507161"/>
                </a:lnTo>
                <a:lnTo>
                  <a:pt x="2102700" y="505294"/>
                </a:lnTo>
                <a:lnTo>
                  <a:pt x="2101583" y="504825"/>
                </a:lnTo>
                <a:lnTo>
                  <a:pt x="2098954" y="504825"/>
                </a:lnTo>
                <a:lnTo>
                  <a:pt x="2097836" y="505294"/>
                </a:lnTo>
                <a:lnTo>
                  <a:pt x="2095969" y="507161"/>
                </a:lnTo>
                <a:lnTo>
                  <a:pt x="2095500" y="508279"/>
                </a:lnTo>
                <a:lnTo>
                  <a:pt x="2095500" y="510908"/>
                </a:lnTo>
                <a:lnTo>
                  <a:pt x="2095969" y="512025"/>
                </a:lnTo>
                <a:lnTo>
                  <a:pt x="2097836" y="513892"/>
                </a:lnTo>
                <a:lnTo>
                  <a:pt x="2098954" y="514350"/>
                </a:lnTo>
                <a:lnTo>
                  <a:pt x="2101583" y="514350"/>
                </a:lnTo>
                <a:lnTo>
                  <a:pt x="2102700" y="513892"/>
                </a:lnTo>
                <a:lnTo>
                  <a:pt x="2104567" y="512025"/>
                </a:lnTo>
                <a:lnTo>
                  <a:pt x="2105025" y="510908"/>
                </a:lnTo>
                <a:lnTo>
                  <a:pt x="2105025" y="508279"/>
                </a:lnTo>
                <a:close/>
              </a:path>
              <a:path w="4105275" h="1019175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4105275" h="1019175">
                <a:moveTo>
                  <a:pt x="2152650" y="1013104"/>
                </a:moveTo>
                <a:lnTo>
                  <a:pt x="2152192" y="1011986"/>
                </a:lnTo>
                <a:lnTo>
                  <a:pt x="2150326" y="1010119"/>
                </a:lnTo>
                <a:lnTo>
                  <a:pt x="2149208" y="1009650"/>
                </a:lnTo>
                <a:lnTo>
                  <a:pt x="2146579" y="1009650"/>
                </a:lnTo>
                <a:lnTo>
                  <a:pt x="2145449" y="1010119"/>
                </a:lnTo>
                <a:lnTo>
                  <a:pt x="2143595" y="1011986"/>
                </a:lnTo>
                <a:lnTo>
                  <a:pt x="2143125" y="1013104"/>
                </a:lnTo>
                <a:lnTo>
                  <a:pt x="2143125" y="1015733"/>
                </a:lnTo>
                <a:lnTo>
                  <a:pt x="2143595" y="1016850"/>
                </a:lnTo>
                <a:lnTo>
                  <a:pt x="2145449" y="1018717"/>
                </a:lnTo>
                <a:lnTo>
                  <a:pt x="2146579" y="1019175"/>
                </a:lnTo>
                <a:lnTo>
                  <a:pt x="2149208" y="1019175"/>
                </a:lnTo>
                <a:lnTo>
                  <a:pt x="2150326" y="1018717"/>
                </a:lnTo>
                <a:lnTo>
                  <a:pt x="2152192" y="1016850"/>
                </a:lnTo>
                <a:lnTo>
                  <a:pt x="2152650" y="1015733"/>
                </a:lnTo>
                <a:lnTo>
                  <a:pt x="2152650" y="1013104"/>
                </a:lnTo>
                <a:close/>
              </a:path>
              <a:path w="4105275" h="1019175">
                <a:moveTo>
                  <a:pt x="2152650" y="508279"/>
                </a:moveTo>
                <a:lnTo>
                  <a:pt x="2152192" y="507161"/>
                </a:lnTo>
                <a:lnTo>
                  <a:pt x="2150326" y="505294"/>
                </a:lnTo>
                <a:lnTo>
                  <a:pt x="2149208" y="504825"/>
                </a:lnTo>
                <a:lnTo>
                  <a:pt x="2146579" y="504825"/>
                </a:lnTo>
                <a:lnTo>
                  <a:pt x="2145449" y="505294"/>
                </a:lnTo>
                <a:lnTo>
                  <a:pt x="2143595" y="507161"/>
                </a:lnTo>
                <a:lnTo>
                  <a:pt x="2143125" y="508279"/>
                </a:lnTo>
                <a:lnTo>
                  <a:pt x="2143125" y="510908"/>
                </a:lnTo>
                <a:lnTo>
                  <a:pt x="2143595" y="512025"/>
                </a:lnTo>
                <a:lnTo>
                  <a:pt x="2145449" y="513892"/>
                </a:lnTo>
                <a:lnTo>
                  <a:pt x="2146579" y="514350"/>
                </a:lnTo>
                <a:lnTo>
                  <a:pt x="2149208" y="514350"/>
                </a:lnTo>
                <a:lnTo>
                  <a:pt x="2150326" y="513892"/>
                </a:lnTo>
                <a:lnTo>
                  <a:pt x="2152192" y="512025"/>
                </a:lnTo>
                <a:lnTo>
                  <a:pt x="2152650" y="510908"/>
                </a:lnTo>
                <a:lnTo>
                  <a:pt x="2152650" y="508279"/>
                </a:lnTo>
                <a:close/>
              </a:path>
              <a:path w="4105275" h="1019175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49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49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4105275" h="1019175">
                <a:moveTo>
                  <a:pt x="2200275" y="1013104"/>
                </a:moveTo>
                <a:lnTo>
                  <a:pt x="2199817" y="1011986"/>
                </a:lnTo>
                <a:lnTo>
                  <a:pt x="2197951" y="1010119"/>
                </a:lnTo>
                <a:lnTo>
                  <a:pt x="2196833" y="1009650"/>
                </a:lnTo>
                <a:lnTo>
                  <a:pt x="2194204" y="1009650"/>
                </a:lnTo>
                <a:lnTo>
                  <a:pt x="2193086" y="1010119"/>
                </a:lnTo>
                <a:lnTo>
                  <a:pt x="2191220" y="1011986"/>
                </a:lnTo>
                <a:lnTo>
                  <a:pt x="2190750" y="1013104"/>
                </a:lnTo>
                <a:lnTo>
                  <a:pt x="2190750" y="1015733"/>
                </a:lnTo>
                <a:lnTo>
                  <a:pt x="2191220" y="1016850"/>
                </a:lnTo>
                <a:lnTo>
                  <a:pt x="2193086" y="1018717"/>
                </a:lnTo>
                <a:lnTo>
                  <a:pt x="2194204" y="1019175"/>
                </a:lnTo>
                <a:lnTo>
                  <a:pt x="2196833" y="1019175"/>
                </a:lnTo>
                <a:lnTo>
                  <a:pt x="2197951" y="1018717"/>
                </a:lnTo>
                <a:lnTo>
                  <a:pt x="2199817" y="1016850"/>
                </a:lnTo>
                <a:lnTo>
                  <a:pt x="2200275" y="1015733"/>
                </a:lnTo>
                <a:lnTo>
                  <a:pt x="2200275" y="1013104"/>
                </a:lnTo>
                <a:close/>
              </a:path>
              <a:path w="4105275" h="1019175">
                <a:moveTo>
                  <a:pt x="2200275" y="508279"/>
                </a:moveTo>
                <a:lnTo>
                  <a:pt x="2199817" y="507161"/>
                </a:lnTo>
                <a:lnTo>
                  <a:pt x="2197951" y="505294"/>
                </a:lnTo>
                <a:lnTo>
                  <a:pt x="2196833" y="504825"/>
                </a:lnTo>
                <a:lnTo>
                  <a:pt x="2194204" y="504825"/>
                </a:lnTo>
                <a:lnTo>
                  <a:pt x="2193086" y="505294"/>
                </a:lnTo>
                <a:lnTo>
                  <a:pt x="2191220" y="507161"/>
                </a:lnTo>
                <a:lnTo>
                  <a:pt x="2190750" y="508279"/>
                </a:lnTo>
                <a:lnTo>
                  <a:pt x="2190750" y="510908"/>
                </a:lnTo>
                <a:lnTo>
                  <a:pt x="2191220" y="512025"/>
                </a:lnTo>
                <a:lnTo>
                  <a:pt x="2193086" y="513892"/>
                </a:lnTo>
                <a:lnTo>
                  <a:pt x="2194204" y="514350"/>
                </a:lnTo>
                <a:lnTo>
                  <a:pt x="2196833" y="514350"/>
                </a:lnTo>
                <a:lnTo>
                  <a:pt x="2197951" y="513892"/>
                </a:lnTo>
                <a:lnTo>
                  <a:pt x="2199817" y="512025"/>
                </a:lnTo>
                <a:lnTo>
                  <a:pt x="2200275" y="510908"/>
                </a:lnTo>
                <a:lnTo>
                  <a:pt x="2200275" y="508279"/>
                </a:lnTo>
                <a:close/>
              </a:path>
              <a:path w="4105275" h="1019175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4105275" h="1019175">
                <a:moveTo>
                  <a:pt x="2247900" y="1013104"/>
                </a:moveTo>
                <a:lnTo>
                  <a:pt x="2247442" y="1011986"/>
                </a:lnTo>
                <a:lnTo>
                  <a:pt x="2245576" y="1010119"/>
                </a:lnTo>
                <a:lnTo>
                  <a:pt x="2244458" y="1009650"/>
                </a:lnTo>
                <a:lnTo>
                  <a:pt x="2241829" y="1009650"/>
                </a:lnTo>
                <a:lnTo>
                  <a:pt x="2240711" y="1010119"/>
                </a:lnTo>
                <a:lnTo>
                  <a:pt x="2238845" y="1011986"/>
                </a:lnTo>
                <a:lnTo>
                  <a:pt x="2238375" y="1013104"/>
                </a:lnTo>
                <a:lnTo>
                  <a:pt x="2238375" y="1015733"/>
                </a:lnTo>
                <a:lnTo>
                  <a:pt x="2238845" y="1016850"/>
                </a:lnTo>
                <a:lnTo>
                  <a:pt x="2240711" y="1018717"/>
                </a:lnTo>
                <a:lnTo>
                  <a:pt x="2241829" y="1019175"/>
                </a:lnTo>
                <a:lnTo>
                  <a:pt x="2244458" y="1019175"/>
                </a:lnTo>
                <a:lnTo>
                  <a:pt x="2245576" y="1018717"/>
                </a:lnTo>
                <a:lnTo>
                  <a:pt x="2247442" y="1016850"/>
                </a:lnTo>
                <a:lnTo>
                  <a:pt x="2247900" y="1015733"/>
                </a:lnTo>
                <a:lnTo>
                  <a:pt x="2247900" y="1013104"/>
                </a:lnTo>
                <a:close/>
              </a:path>
              <a:path w="4105275" h="1019175">
                <a:moveTo>
                  <a:pt x="2247900" y="508279"/>
                </a:moveTo>
                <a:lnTo>
                  <a:pt x="2247442" y="507161"/>
                </a:lnTo>
                <a:lnTo>
                  <a:pt x="2245576" y="505294"/>
                </a:lnTo>
                <a:lnTo>
                  <a:pt x="2244458" y="504825"/>
                </a:lnTo>
                <a:lnTo>
                  <a:pt x="2241829" y="504825"/>
                </a:lnTo>
                <a:lnTo>
                  <a:pt x="2240711" y="505294"/>
                </a:lnTo>
                <a:lnTo>
                  <a:pt x="2238845" y="507161"/>
                </a:lnTo>
                <a:lnTo>
                  <a:pt x="2238375" y="508279"/>
                </a:lnTo>
                <a:lnTo>
                  <a:pt x="2238375" y="510908"/>
                </a:lnTo>
                <a:lnTo>
                  <a:pt x="2238845" y="512025"/>
                </a:lnTo>
                <a:lnTo>
                  <a:pt x="2240711" y="513892"/>
                </a:lnTo>
                <a:lnTo>
                  <a:pt x="2241829" y="514350"/>
                </a:lnTo>
                <a:lnTo>
                  <a:pt x="2244458" y="514350"/>
                </a:lnTo>
                <a:lnTo>
                  <a:pt x="2245576" y="513892"/>
                </a:lnTo>
                <a:lnTo>
                  <a:pt x="2247442" y="512025"/>
                </a:lnTo>
                <a:lnTo>
                  <a:pt x="2247900" y="510908"/>
                </a:lnTo>
                <a:lnTo>
                  <a:pt x="2247900" y="508279"/>
                </a:lnTo>
                <a:close/>
              </a:path>
              <a:path w="4105275" h="1019175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4105275" h="1019175">
                <a:moveTo>
                  <a:pt x="2295525" y="1013104"/>
                </a:moveTo>
                <a:lnTo>
                  <a:pt x="2295067" y="1011986"/>
                </a:lnTo>
                <a:lnTo>
                  <a:pt x="2293201" y="1010119"/>
                </a:lnTo>
                <a:lnTo>
                  <a:pt x="2292083" y="1009650"/>
                </a:lnTo>
                <a:lnTo>
                  <a:pt x="2289454" y="1009650"/>
                </a:lnTo>
                <a:lnTo>
                  <a:pt x="2288336" y="1010119"/>
                </a:lnTo>
                <a:lnTo>
                  <a:pt x="2286470" y="1011986"/>
                </a:lnTo>
                <a:lnTo>
                  <a:pt x="2286000" y="1013104"/>
                </a:lnTo>
                <a:lnTo>
                  <a:pt x="2286000" y="1015733"/>
                </a:lnTo>
                <a:lnTo>
                  <a:pt x="2286470" y="1016850"/>
                </a:lnTo>
                <a:lnTo>
                  <a:pt x="2288336" y="1018717"/>
                </a:lnTo>
                <a:lnTo>
                  <a:pt x="2289454" y="1019175"/>
                </a:lnTo>
                <a:lnTo>
                  <a:pt x="2292083" y="1019175"/>
                </a:lnTo>
                <a:lnTo>
                  <a:pt x="2293201" y="1018717"/>
                </a:lnTo>
                <a:lnTo>
                  <a:pt x="2295067" y="1016850"/>
                </a:lnTo>
                <a:lnTo>
                  <a:pt x="2295525" y="1015733"/>
                </a:lnTo>
                <a:lnTo>
                  <a:pt x="2295525" y="1013104"/>
                </a:lnTo>
                <a:close/>
              </a:path>
              <a:path w="4105275" h="1019175">
                <a:moveTo>
                  <a:pt x="2295525" y="508279"/>
                </a:moveTo>
                <a:lnTo>
                  <a:pt x="2295067" y="507161"/>
                </a:lnTo>
                <a:lnTo>
                  <a:pt x="2293201" y="505294"/>
                </a:lnTo>
                <a:lnTo>
                  <a:pt x="2292083" y="504825"/>
                </a:lnTo>
                <a:lnTo>
                  <a:pt x="2289454" y="504825"/>
                </a:lnTo>
                <a:lnTo>
                  <a:pt x="2288336" y="505294"/>
                </a:lnTo>
                <a:lnTo>
                  <a:pt x="2286470" y="507161"/>
                </a:lnTo>
                <a:lnTo>
                  <a:pt x="2286000" y="508279"/>
                </a:lnTo>
                <a:lnTo>
                  <a:pt x="2286000" y="510908"/>
                </a:lnTo>
                <a:lnTo>
                  <a:pt x="2286470" y="512025"/>
                </a:lnTo>
                <a:lnTo>
                  <a:pt x="2288336" y="513892"/>
                </a:lnTo>
                <a:lnTo>
                  <a:pt x="2289454" y="514350"/>
                </a:lnTo>
                <a:lnTo>
                  <a:pt x="2292083" y="514350"/>
                </a:lnTo>
                <a:lnTo>
                  <a:pt x="2293201" y="513892"/>
                </a:lnTo>
                <a:lnTo>
                  <a:pt x="2295067" y="512025"/>
                </a:lnTo>
                <a:lnTo>
                  <a:pt x="2295525" y="510908"/>
                </a:lnTo>
                <a:lnTo>
                  <a:pt x="2295525" y="508279"/>
                </a:lnTo>
                <a:close/>
              </a:path>
              <a:path w="4105275" h="1019175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4105275" h="1019175">
                <a:moveTo>
                  <a:pt x="2343150" y="1013104"/>
                </a:moveTo>
                <a:lnTo>
                  <a:pt x="2342692" y="1011986"/>
                </a:lnTo>
                <a:lnTo>
                  <a:pt x="2340826" y="1010119"/>
                </a:lnTo>
                <a:lnTo>
                  <a:pt x="2339708" y="1009650"/>
                </a:lnTo>
                <a:lnTo>
                  <a:pt x="2337079" y="1009650"/>
                </a:lnTo>
                <a:lnTo>
                  <a:pt x="2335961" y="1010119"/>
                </a:lnTo>
                <a:lnTo>
                  <a:pt x="2334095" y="1011986"/>
                </a:lnTo>
                <a:lnTo>
                  <a:pt x="2333625" y="1013104"/>
                </a:lnTo>
                <a:lnTo>
                  <a:pt x="2333625" y="1015733"/>
                </a:lnTo>
                <a:lnTo>
                  <a:pt x="2334095" y="1016850"/>
                </a:lnTo>
                <a:lnTo>
                  <a:pt x="2335961" y="1018717"/>
                </a:lnTo>
                <a:lnTo>
                  <a:pt x="2337079" y="1019175"/>
                </a:lnTo>
                <a:lnTo>
                  <a:pt x="2339708" y="1019175"/>
                </a:lnTo>
                <a:lnTo>
                  <a:pt x="2340826" y="1018717"/>
                </a:lnTo>
                <a:lnTo>
                  <a:pt x="2342692" y="1016850"/>
                </a:lnTo>
                <a:lnTo>
                  <a:pt x="2343150" y="1015733"/>
                </a:lnTo>
                <a:lnTo>
                  <a:pt x="2343150" y="1013104"/>
                </a:lnTo>
                <a:close/>
              </a:path>
              <a:path w="4105275" h="1019175">
                <a:moveTo>
                  <a:pt x="2343150" y="508279"/>
                </a:moveTo>
                <a:lnTo>
                  <a:pt x="2342692" y="507161"/>
                </a:lnTo>
                <a:lnTo>
                  <a:pt x="2340826" y="505294"/>
                </a:lnTo>
                <a:lnTo>
                  <a:pt x="2339708" y="504825"/>
                </a:lnTo>
                <a:lnTo>
                  <a:pt x="2337079" y="504825"/>
                </a:lnTo>
                <a:lnTo>
                  <a:pt x="2335961" y="505294"/>
                </a:lnTo>
                <a:lnTo>
                  <a:pt x="2334095" y="507161"/>
                </a:lnTo>
                <a:lnTo>
                  <a:pt x="2333625" y="508279"/>
                </a:lnTo>
                <a:lnTo>
                  <a:pt x="2333625" y="510908"/>
                </a:lnTo>
                <a:lnTo>
                  <a:pt x="2334095" y="512025"/>
                </a:lnTo>
                <a:lnTo>
                  <a:pt x="2335961" y="513892"/>
                </a:lnTo>
                <a:lnTo>
                  <a:pt x="2337079" y="514350"/>
                </a:lnTo>
                <a:lnTo>
                  <a:pt x="2339708" y="514350"/>
                </a:lnTo>
                <a:lnTo>
                  <a:pt x="2340826" y="513892"/>
                </a:lnTo>
                <a:lnTo>
                  <a:pt x="2342692" y="512025"/>
                </a:lnTo>
                <a:lnTo>
                  <a:pt x="2343150" y="510908"/>
                </a:lnTo>
                <a:lnTo>
                  <a:pt x="2343150" y="508279"/>
                </a:lnTo>
                <a:close/>
              </a:path>
              <a:path w="4105275" h="1019175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4105275" h="1019175">
                <a:moveTo>
                  <a:pt x="2390775" y="1013104"/>
                </a:moveTo>
                <a:lnTo>
                  <a:pt x="2390317" y="1011986"/>
                </a:lnTo>
                <a:lnTo>
                  <a:pt x="2388451" y="1010119"/>
                </a:lnTo>
                <a:lnTo>
                  <a:pt x="2387333" y="1009650"/>
                </a:lnTo>
                <a:lnTo>
                  <a:pt x="2384704" y="1009650"/>
                </a:lnTo>
                <a:lnTo>
                  <a:pt x="2383586" y="1010119"/>
                </a:lnTo>
                <a:lnTo>
                  <a:pt x="2381720" y="1011986"/>
                </a:lnTo>
                <a:lnTo>
                  <a:pt x="2381250" y="1013104"/>
                </a:lnTo>
                <a:lnTo>
                  <a:pt x="2381250" y="1015733"/>
                </a:lnTo>
                <a:lnTo>
                  <a:pt x="2381720" y="1016850"/>
                </a:lnTo>
                <a:lnTo>
                  <a:pt x="2383586" y="1018717"/>
                </a:lnTo>
                <a:lnTo>
                  <a:pt x="2384704" y="1019175"/>
                </a:lnTo>
                <a:lnTo>
                  <a:pt x="2387333" y="1019175"/>
                </a:lnTo>
                <a:lnTo>
                  <a:pt x="2388451" y="1018717"/>
                </a:lnTo>
                <a:lnTo>
                  <a:pt x="2390317" y="1016850"/>
                </a:lnTo>
                <a:lnTo>
                  <a:pt x="2390775" y="1015733"/>
                </a:lnTo>
                <a:lnTo>
                  <a:pt x="2390775" y="1013104"/>
                </a:lnTo>
                <a:close/>
              </a:path>
              <a:path w="4105275" h="1019175">
                <a:moveTo>
                  <a:pt x="2390775" y="508279"/>
                </a:moveTo>
                <a:lnTo>
                  <a:pt x="2390317" y="507161"/>
                </a:lnTo>
                <a:lnTo>
                  <a:pt x="2388451" y="505294"/>
                </a:lnTo>
                <a:lnTo>
                  <a:pt x="2387333" y="504825"/>
                </a:lnTo>
                <a:lnTo>
                  <a:pt x="2384704" y="504825"/>
                </a:lnTo>
                <a:lnTo>
                  <a:pt x="2383586" y="505294"/>
                </a:lnTo>
                <a:lnTo>
                  <a:pt x="2381720" y="507161"/>
                </a:lnTo>
                <a:lnTo>
                  <a:pt x="2381250" y="508279"/>
                </a:lnTo>
                <a:lnTo>
                  <a:pt x="2381250" y="510908"/>
                </a:lnTo>
                <a:lnTo>
                  <a:pt x="2381720" y="512025"/>
                </a:lnTo>
                <a:lnTo>
                  <a:pt x="2383586" y="513892"/>
                </a:lnTo>
                <a:lnTo>
                  <a:pt x="2384704" y="514350"/>
                </a:lnTo>
                <a:lnTo>
                  <a:pt x="2387333" y="514350"/>
                </a:lnTo>
                <a:lnTo>
                  <a:pt x="2388451" y="513892"/>
                </a:lnTo>
                <a:lnTo>
                  <a:pt x="2390317" y="512025"/>
                </a:lnTo>
                <a:lnTo>
                  <a:pt x="2390775" y="510908"/>
                </a:lnTo>
                <a:lnTo>
                  <a:pt x="2390775" y="508279"/>
                </a:lnTo>
                <a:close/>
              </a:path>
              <a:path w="4105275" h="1019175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4105275" h="1019175">
                <a:moveTo>
                  <a:pt x="2438400" y="1013104"/>
                </a:moveTo>
                <a:lnTo>
                  <a:pt x="2437942" y="1011986"/>
                </a:lnTo>
                <a:lnTo>
                  <a:pt x="2436076" y="1010119"/>
                </a:lnTo>
                <a:lnTo>
                  <a:pt x="2434958" y="1009650"/>
                </a:lnTo>
                <a:lnTo>
                  <a:pt x="2432329" y="1009650"/>
                </a:lnTo>
                <a:lnTo>
                  <a:pt x="2431211" y="1010119"/>
                </a:lnTo>
                <a:lnTo>
                  <a:pt x="2429345" y="1011986"/>
                </a:lnTo>
                <a:lnTo>
                  <a:pt x="2428875" y="1013104"/>
                </a:lnTo>
                <a:lnTo>
                  <a:pt x="2428875" y="1015733"/>
                </a:lnTo>
                <a:lnTo>
                  <a:pt x="2429345" y="1016850"/>
                </a:lnTo>
                <a:lnTo>
                  <a:pt x="2431211" y="1018717"/>
                </a:lnTo>
                <a:lnTo>
                  <a:pt x="2432329" y="1019175"/>
                </a:lnTo>
                <a:lnTo>
                  <a:pt x="2434958" y="1019175"/>
                </a:lnTo>
                <a:lnTo>
                  <a:pt x="2436076" y="1018717"/>
                </a:lnTo>
                <a:lnTo>
                  <a:pt x="2437942" y="1016850"/>
                </a:lnTo>
                <a:lnTo>
                  <a:pt x="2438400" y="1015733"/>
                </a:lnTo>
                <a:lnTo>
                  <a:pt x="2438400" y="1013104"/>
                </a:lnTo>
                <a:close/>
              </a:path>
              <a:path w="4105275" h="1019175">
                <a:moveTo>
                  <a:pt x="2438400" y="508279"/>
                </a:moveTo>
                <a:lnTo>
                  <a:pt x="2437942" y="507161"/>
                </a:lnTo>
                <a:lnTo>
                  <a:pt x="2436076" y="505294"/>
                </a:lnTo>
                <a:lnTo>
                  <a:pt x="2434958" y="504825"/>
                </a:lnTo>
                <a:lnTo>
                  <a:pt x="2432329" y="504825"/>
                </a:lnTo>
                <a:lnTo>
                  <a:pt x="2431211" y="505294"/>
                </a:lnTo>
                <a:lnTo>
                  <a:pt x="2429345" y="507161"/>
                </a:lnTo>
                <a:lnTo>
                  <a:pt x="2428875" y="508279"/>
                </a:lnTo>
                <a:lnTo>
                  <a:pt x="2428875" y="510908"/>
                </a:lnTo>
                <a:lnTo>
                  <a:pt x="2429345" y="512025"/>
                </a:lnTo>
                <a:lnTo>
                  <a:pt x="2431211" y="513892"/>
                </a:lnTo>
                <a:lnTo>
                  <a:pt x="2432329" y="514350"/>
                </a:lnTo>
                <a:lnTo>
                  <a:pt x="2434958" y="514350"/>
                </a:lnTo>
                <a:lnTo>
                  <a:pt x="2436076" y="513892"/>
                </a:lnTo>
                <a:lnTo>
                  <a:pt x="2437942" y="512025"/>
                </a:lnTo>
                <a:lnTo>
                  <a:pt x="2438400" y="510908"/>
                </a:lnTo>
                <a:lnTo>
                  <a:pt x="2438400" y="508279"/>
                </a:lnTo>
                <a:close/>
              </a:path>
              <a:path w="4105275" h="1019175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4105275" h="1019175">
                <a:moveTo>
                  <a:pt x="2486025" y="1013104"/>
                </a:moveTo>
                <a:lnTo>
                  <a:pt x="2485567" y="1011986"/>
                </a:lnTo>
                <a:lnTo>
                  <a:pt x="2483701" y="1010119"/>
                </a:lnTo>
                <a:lnTo>
                  <a:pt x="2482583" y="1009650"/>
                </a:lnTo>
                <a:lnTo>
                  <a:pt x="2479954" y="1009650"/>
                </a:lnTo>
                <a:lnTo>
                  <a:pt x="2478836" y="1010119"/>
                </a:lnTo>
                <a:lnTo>
                  <a:pt x="2476970" y="1011986"/>
                </a:lnTo>
                <a:lnTo>
                  <a:pt x="2476500" y="1013104"/>
                </a:lnTo>
                <a:lnTo>
                  <a:pt x="2476500" y="1015733"/>
                </a:lnTo>
                <a:lnTo>
                  <a:pt x="2476970" y="1016850"/>
                </a:lnTo>
                <a:lnTo>
                  <a:pt x="2478836" y="1018717"/>
                </a:lnTo>
                <a:lnTo>
                  <a:pt x="2479954" y="1019175"/>
                </a:lnTo>
                <a:lnTo>
                  <a:pt x="2482583" y="1019175"/>
                </a:lnTo>
                <a:lnTo>
                  <a:pt x="2483701" y="1018717"/>
                </a:lnTo>
                <a:lnTo>
                  <a:pt x="2485567" y="1016850"/>
                </a:lnTo>
                <a:lnTo>
                  <a:pt x="2486025" y="1015733"/>
                </a:lnTo>
                <a:lnTo>
                  <a:pt x="2486025" y="1013104"/>
                </a:lnTo>
                <a:close/>
              </a:path>
              <a:path w="4105275" h="1019175">
                <a:moveTo>
                  <a:pt x="2486025" y="508279"/>
                </a:moveTo>
                <a:lnTo>
                  <a:pt x="2485567" y="507161"/>
                </a:lnTo>
                <a:lnTo>
                  <a:pt x="2483701" y="505294"/>
                </a:lnTo>
                <a:lnTo>
                  <a:pt x="2482583" y="504825"/>
                </a:lnTo>
                <a:lnTo>
                  <a:pt x="2479954" y="504825"/>
                </a:lnTo>
                <a:lnTo>
                  <a:pt x="2478836" y="505294"/>
                </a:lnTo>
                <a:lnTo>
                  <a:pt x="2476970" y="507161"/>
                </a:lnTo>
                <a:lnTo>
                  <a:pt x="2476500" y="508279"/>
                </a:lnTo>
                <a:lnTo>
                  <a:pt x="2476500" y="510908"/>
                </a:lnTo>
                <a:lnTo>
                  <a:pt x="2476970" y="512025"/>
                </a:lnTo>
                <a:lnTo>
                  <a:pt x="2478836" y="513892"/>
                </a:lnTo>
                <a:lnTo>
                  <a:pt x="2479954" y="514350"/>
                </a:lnTo>
                <a:lnTo>
                  <a:pt x="2482583" y="514350"/>
                </a:lnTo>
                <a:lnTo>
                  <a:pt x="2483701" y="513892"/>
                </a:lnTo>
                <a:lnTo>
                  <a:pt x="2485567" y="512025"/>
                </a:lnTo>
                <a:lnTo>
                  <a:pt x="2486025" y="510908"/>
                </a:lnTo>
                <a:lnTo>
                  <a:pt x="2486025" y="508279"/>
                </a:lnTo>
                <a:close/>
              </a:path>
              <a:path w="4105275" h="1019175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4105275" h="1019175">
                <a:moveTo>
                  <a:pt x="2533650" y="1013104"/>
                </a:moveTo>
                <a:lnTo>
                  <a:pt x="2533192" y="1011986"/>
                </a:lnTo>
                <a:lnTo>
                  <a:pt x="2531326" y="1010119"/>
                </a:lnTo>
                <a:lnTo>
                  <a:pt x="2530208" y="1009650"/>
                </a:lnTo>
                <a:lnTo>
                  <a:pt x="2527579" y="1009650"/>
                </a:lnTo>
                <a:lnTo>
                  <a:pt x="2526461" y="1010119"/>
                </a:lnTo>
                <a:lnTo>
                  <a:pt x="2524595" y="1011986"/>
                </a:lnTo>
                <a:lnTo>
                  <a:pt x="2524125" y="1013104"/>
                </a:lnTo>
                <a:lnTo>
                  <a:pt x="2524125" y="1015733"/>
                </a:lnTo>
                <a:lnTo>
                  <a:pt x="2524595" y="1016850"/>
                </a:lnTo>
                <a:lnTo>
                  <a:pt x="2526461" y="1018717"/>
                </a:lnTo>
                <a:lnTo>
                  <a:pt x="2527579" y="1019175"/>
                </a:lnTo>
                <a:lnTo>
                  <a:pt x="2530208" y="1019175"/>
                </a:lnTo>
                <a:lnTo>
                  <a:pt x="2531326" y="1018717"/>
                </a:lnTo>
                <a:lnTo>
                  <a:pt x="2533192" y="1016850"/>
                </a:lnTo>
                <a:lnTo>
                  <a:pt x="2533650" y="1015733"/>
                </a:lnTo>
                <a:lnTo>
                  <a:pt x="2533650" y="1013104"/>
                </a:lnTo>
                <a:close/>
              </a:path>
              <a:path w="4105275" h="1019175">
                <a:moveTo>
                  <a:pt x="2533650" y="508279"/>
                </a:moveTo>
                <a:lnTo>
                  <a:pt x="2533192" y="507161"/>
                </a:lnTo>
                <a:lnTo>
                  <a:pt x="2531326" y="505294"/>
                </a:lnTo>
                <a:lnTo>
                  <a:pt x="2530208" y="504825"/>
                </a:lnTo>
                <a:lnTo>
                  <a:pt x="2527579" y="504825"/>
                </a:lnTo>
                <a:lnTo>
                  <a:pt x="2526461" y="505294"/>
                </a:lnTo>
                <a:lnTo>
                  <a:pt x="2524595" y="507161"/>
                </a:lnTo>
                <a:lnTo>
                  <a:pt x="2524125" y="508279"/>
                </a:lnTo>
                <a:lnTo>
                  <a:pt x="2524125" y="510908"/>
                </a:lnTo>
                <a:lnTo>
                  <a:pt x="2524595" y="512025"/>
                </a:lnTo>
                <a:lnTo>
                  <a:pt x="2526461" y="513892"/>
                </a:lnTo>
                <a:lnTo>
                  <a:pt x="2527579" y="514350"/>
                </a:lnTo>
                <a:lnTo>
                  <a:pt x="2530208" y="514350"/>
                </a:lnTo>
                <a:lnTo>
                  <a:pt x="2531326" y="513892"/>
                </a:lnTo>
                <a:lnTo>
                  <a:pt x="2533192" y="512025"/>
                </a:lnTo>
                <a:lnTo>
                  <a:pt x="2533650" y="510908"/>
                </a:lnTo>
                <a:lnTo>
                  <a:pt x="2533650" y="508279"/>
                </a:lnTo>
                <a:close/>
              </a:path>
              <a:path w="4105275" h="1019175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4105275" h="1019175">
                <a:moveTo>
                  <a:pt x="2581275" y="1013104"/>
                </a:moveTo>
                <a:lnTo>
                  <a:pt x="2580817" y="1011986"/>
                </a:lnTo>
                <a:lnTo>
                  <a:pt x="2578951" y="1010119"/>
                </a:lnTo>
                <a:lnTo>
                  <a:pt x="2577833" y="1009650"/>
                </a:lnTo>
                <a:lnTo>
                  <a:pt x="2575204" y="1009650"/>
                </a:lnTo>
                <a:lnTo>
                  <a:pt x="2574086" y="1010119"/>
                </a:lnTo>
                <a:lnTo>
                  <a:pt x="2572220" y="1011986"/>
                </a:lnTo>
                <a:lnTo>
                  <a:pt x="2571750" y="1013104"/>
                </a:lnTo>
                <a:lnTo>
                  <a:pt x="2571750" y="1015733"/>
                </a:lnTo>
                <a:lnTo>
                  <a:pt x="2572220" y="1016850"/>
                </a:lnTo>
                <a:lnTo>
                  <a:pt x="2574086" y="1018717"/>
                </a:lnTo>
                <a:lnTo>
                  <a:pt x="2575204" y="1019175"/>
                </a:lnTo>
                <a:lnTo>
                  <a:pt x="2577833" y="1019175"/>
                </a:lnTo>
                <a:lnTo>
                  <a:pt x="2578951" y="1018717"/>
                </a:lnTo>
                <a:lnTo>
                  <a:pt x="2580817" y="1016850"/>
                </a:lnTo>
                <a:lnTo>
                  <a:pt x="2581275" y="1015733"/>
                </a:lnTo>
                <a:lnTo>
                  <a:pt x="2581275" y="1013104"/>
                </a:lnTo>
                <a:close/>
              </a:path>
              <a:path w="4105275" h="1019175">
                <a:moveTo>
                  <a:pt x="2581275" y="508279"/>
                </a:moveTo>
                <a:lnTo>
                  <a:pt x="2580817" y="507161"/>
                </a:lnTo>
                <a:lnTo>
                  <a:pt x="2578951" y="505294"/>
                </a:lnTo>
                <a:lnTo>
                  <a:pt x="2577833" y="504825"/>
                </a:lnTo>
                <a:lnTo>
                  <a:pt x="2575204" y="504825"/>
                </a:lnTo>
                <a:lnTo>
                  <a:pt x="2574086" y="505294"/>
                </a:lnTo>
                <a:lnTo>
                  <a:pt x="2572220" y="507161"/>
                </a:lnTo>
                <a:lnTo>
                  <a:pt x="2571750" y="508279"/>
                </a:lnTo>
                <a:lnTo>
                  <a:pt x="2571750" y="510908"/>
                </a:lnTo>
                <a:lnTo>
                  <a:pt x="2572220" y="512025"/>
                </a:lnTo>
                <a:lnTo>
                  <a:pt x="2574086" y="513892"/>
                </a:lnTo>
                <a:lnTo>
                  <a:pt x="2575204" y="514350"/>
                </a:lnTo>
                <a:lnTo>
                  <a:pt x="2577833" y="514350"/>
                </a:lnTo>
                <a:lnTo>
                  <a:pt x="2578951" y="513892"/>
                </a:lnTo>
                <a:lnTo>
                  <a:pt x="2580817" y="512025"/>
                </a:lnTo>
                <a:lnTo>
                  <a:pt x="2581275" y="510908"/>
                </a:lnTo>
                <a:lnTo>
                  <a:pt x="2581275" y="508279"/>
                </a:lnTo>
                <a:close/>
              </a:path>
              <a:path w="4105275" h="1019175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4105275" h="1019175">
                <a:moveTo>
                  <a:pt x="2628900" y="1013104"/>
                </a:moveTo>
                <a:lnTo>
                  <a:pt x="2628442" y="1011986"/>
                </a:lnTo>
                <a:lnTo>
                  <a:pt x="2626576" y="1010119"/>
                </a:lnTo>
                <a:lnTo>
                  <a:pt x="2625458" y="1009650"/>
                </a:lnTo>
                <a:lnTo>
                  <a:pt x="2622829" y="1009650"/>
                </a:lnTo>
                <a:lnTo>
                  <a:pt x="2621711" y="1010119"/>
                </a:lnTo>
                <a:lnTo>
                  <a:pt x="2619845" y="1011986"/>
                </a:lnTo>
                <a:lnTo>
                  <a:pt x="2619375" y="1013104"/>
                </a:lnTo>
                <a:lnTo>
                  <a:pt x="2619375" y="1015733"/>
                </a:lnTo>
                <a:lnTo>
                  <a:pt x="2619845" y="1016850"/>
                </a:lnTo>
                <a:lnTo>
                  <a:pt x="2621711" y="1018717"/>
                </a:lnTo>
                <a:lnTo>
                  <a:pt x="2622829" y="1019175"/>
                </a:lnTo>
                <a:lnTo>
                  <a:pt x="2625458" y="1019175"/>
                </a:lnTo>
                <a:lnTo>
                  <a:pt x="2626576" y="1018717"/>
                </a:lnTo>
                <a:lnTo>
                  <a:pt x="2628442" y="1016850"/>
                </a:lnTo>
                <a:lnTo>
                  <a:pt x="2628900" y="1015733"/>
                </a:lnTo>
                <a:lnTo>
                  <a:pt x="2628900" y="1013104"/>
                </a:lnTo>
                <a:close/>
              </a:path>
              <a:path w="4105275" h="1019175">
                <a:moveTo>
                  <a:pt x="2628900" y="508279"/>
                </a:moveTo>
                <a:lnTo>
                  <a:pt x="2628442" y="507161"/>
                </a:lnTo>
                <a:lnTo>
                  <a:pt x="2626576" y="505294"/>
                </a:lnTo>
                <a:lnTo>
                  <a:pt x="2625458" y="504825"/>
                </a:lnTo>
                <a:lnTo>
                  <a:pt x="2622829" y="504825"/>
                </a:lnTo>
                <a:lnTo>
                  <a:pt x="2621711" y="505294"/>
                </a:lnTo>
                <a:lnTo>
                  <a:pt x="2619845" y="507161"/>
                </a:lnTo>
                <a:lnTo>
                  <a:pt x="2619375" y="508279"/>
                </a:lnTo>
                <a:lnTo>
                  <a:pt x="2619375" y="510908"/>
                </a:lnTo>
                <a:lnTo>
                  <a:pt x="2619845" y="512025"/>
                </a:lnTo>
                <a:lnTo>
                  <a:pt x="2621711" y="513892"/>
                </a:lnTo>
                <a:lnTo>
                  <a:pt x="2622829" y="514350"/>
                </a:lnTo>
                <a:lnTo>
                  <a:pt x="2625458" y="514350"/>
                </a:lnTo>
                <a:lnTo>
                  <a:pt x="2626576" y="513892"/>
                </a:lnTo>
                <a:lnTo>
                  <a:pt x="2628442" y="512025"/>
                </a:lnTo>
                <a:lnTo>
                  <a:pt x="2628900" y="510908"/>
                </a:lnTo>
                <a:lnTo>
                  <a:pt x="2628900" y="508279"/>
                </a:lnTo>
                <a:close/>
              </a:path>
              <a:path w="4105275" h="1019175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4105275" h="1019175">
                <a:moveTo>
                  <a:pt x="2676525" y="1013104"/>
                </a:moveTo>
                <a:lnTo>
                  <a:pt x="2676067" y="1011986"/>
                </a:lnTo>
                <a:lnTo>
                  <a:pt x="2674201" y="1010119"/>
                </a:lnTo>
                <a:lnTo>
                  <a:pt x="2673083" y="1009650"/>
                </a:lnTo>
                <a:lnTo>
                  <a:pt x="2670454" y="1009650"/>
                </a:lnTo>
                <a:lnTo>
                  <a:pt x="2669336" y="1010119"/>
                </a:lnTo>
                <a:lnTo>
                  <a:pt x="2667470" y="1011986"/>
                </a:lnTo>
                <a:lnTo>
                  <a:pt x="2667000" y="1013104"/>
                </a:lnTo>
                <a:lnTo>
                  <a:pt x="2667000" y="1015733"/>
                </a:lnTo>
                <a:lnTo>
                  <a:pt x="2667470" y="1016850"/>
                </a:lnTo>
                <a:lnTo>
                  <a:pt x="2669336" y="1018717"/>
                </a:lnTo>
                <a:lnTo>
                  <a:pt x="2670454" y="1019175"/>
                </a:lnTo>
                <a:lnTo>
                  <a:pt x="2673083" y="1019175"/>
                </a:lnTo>
                <a:lnTo>
                  <a:pt x="2674201" y="1018717"/>
                </a:lnTo>
                <a:lnTo>
                  <a:pt x="2676067" y="1016850"/>
                </a:lnTo>
                <a:lnTo>
                  <a:pt x="2676525" y="1015733"/>
                </a:lnTo>
                <a:lnTo>
                  <a:pt x="2676525" y="1013104"/>
                </a:lnTo>
                <a:close/>
              </a:path>
              <a:path w="4105275" h="1019175">
                <a:moveTo>
                  <a:pt x="2676525" y="508279"/>
                </a:moveTo>
                <a:lnTo>
                  <a:pt x="2676067" y="507161"/>
                </a:lnTo>
                <a:lnTo>
                  <a:pt x="2674201" y="505294"/>
                </a:lnTo>
                <a:lnTo>
                  <a:pt x="2673083" y="504825"/>
                </a:lnTo>
                <a:lnTo>
                  <a:pt x="2670454" y="504825"/>
                </a:lnTo>
                <a:lnTo>
                  <a:pt x="2669336" y="505294"/>
                </a:lnTo>
                <a:lnTo>
                  <a:pt x="2667470" y="507161"/>
                </a:lnTo>
                <a:lnTo>
                  <a:pt x="2667000" y="508279"/>
                </a:lnTo>
                <a:lnTo>
                  <a:pt x="2667000" y="510908"/>
                </a:lnTo>
                <a:lnTo>
                  <a:pt x="2667470" y="512025"/>
                </a:lnTo>
                <a:lnTo>
                  <a:pt x="2669336" y="513892"/>
                </a:lnTo>
                <a:lnTo>
                  <a:pt x="2670454" y="514350"/>
                </a:lnTo>
                <a:lnTo>
                  <a:pt x="2673083" y="514350"/>
                </a:lnTo>
                <a:lnTo>
                  <a:pt x="2674201" y="513892"/>
                </a:lnTo>
                <a:lnTo>
                  <a:pt x="2676067" y="512025"/>
                </a:lnTo>
                <a:lnTo>
                  <a:pt x="2676525" y="510908"/>
                </a:lnTo>
                <a:lnTo>
                  <a:pt x="2676525" y="508279"/>
                </a:lnTo>
                <a:close/>
              </a:path>
              <a:path w="4105275" h="1019175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4105275" h="1019175">
                <a:moveTo>
                  <a:pt x="2724150" y="1013104"/>
                </a:moveTo>
                <a:lnTo>
                  <a:pt x="2723692" y="1011986"/>
                </a:lnTo>
                <a:lnTo>
                  <a:pt x="2721826" y="1010119"/>
                </a:lnTo>
                <a:lnTo>
                  <a:pt x="2720708" y="1009650"/>
                </a:lnTo>
                <a:lnTo>
                  <a:pt x="2718079" y="1009650"/>
                </a:lnTo>
                <a:lnTo>
                  <a:pt x="2716961" y="1010119"/>
                </a:lnTo>
                <a:lnTo>
                  <a:pt x="2715095" y="1011986"/>
                </a:lnTo>
                <a:lnTo>
                  <a:pt x="2714625" y="1013104"/>
                </a:lnTo>
                <a:lnTo>
                  <a:pt x="2714625" y="1015733"/>
                </a:lnTo>
                <a:lnTo>
                  <a:pt x="2715095" y="1016850"/>
                </a:lnTo>
                <a:lnTo>
                  <a:pt x="2716961" y="1018717"/>
                </a:lnTo>
                <a:lnTo>
                  <a:pt x="2718079" y="1019175"/>
                </a:lnTo>
                <a:lnTo>
                  <a:pt x="2720708" y="1019175"/>
                </a:lnTo>
                <a:lnTo>
                  <a:pt x="2721826" y="1018717"/>
                </a:lnTo>
                <a:lnTo>
                  <a:pt x="2723692" y="1016850"/>
                </a:lnTo>
                <a:lnTo>
                  <a:pt x="2724150" y="1015733"/>
                </a:lnTo>
                <a:lnTo>
                  <a:pt x="2724150" y="1013104"/>
                </a:lnTo>
                <a:close/>
              </a:path>
              <a:path w="4105275" h="1019175">
                <a:moveTo>
                  <a:pt x="2724150" y="508279"/>
                </a:moveTo>
                <a:lnTo>
                  <a:pt x="2723692" y="507161"/>
                </a:lnTo>
                <a:lnTo>
                  <a:pt x="2721826" y="505294"/>
                </a:lnTo>
                <a:lnTo>
                  <a:pt x="2720708" y="504825"/>
                </a:lnTo>
                <a:lnTo>
                  <a:pt x="2718079" y="504825"/>
                </a:lnTo>
                <a:lnTo>
                  <a:pt x="2716961" y="505294"/>
                </a:lnTo>
                <a:lnTo>
                  <a:pt x="2715095" y="507161"/>
                </a:lnTo>
                <a:lnTo>
                  <a:pt x="2714625" y="508279"/>
                </a:lnTo>
                <a:lnTo>
                  <a:pt x="2714625" y="510908"/>
                </a:lnTo>
                <a:lnTo>
                  <a:pt x="2715095" y="512025"/>
                </a:lnTo>
                <a:lnTo>
                  <a:pt x="2716961" y="513892"/>
                </a:lnTo>
                <a:lnTo>
                  <a:pt x="2718079" y="514350"/>
                </a:lnTo>
                <a:lnTo>
                  <a:pt x="2720708" y="514350"/>
                </a:lnTo>
                <a:lnTo>
                  <a:pt x="2721826" y="513892"/>
                </a:lnTo>
                <a:lnTo>
                  <a:pt x="2723692" y="512025"/>
                </a:lnTo>
                <a:lnTo>
                  <a:pt x="2724150" y="510908"/>
                </a:lnTo>
                <a:lnTo>
                  <a:pt x="2724150" y="508279"/>
                </a:lnTo>
                <a:close/>
              </a:path>
              <a:path w="4105275" h="1019175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4105275" h="1019175">
                <a:moveTo>
                  <a:pt x="2771775" y="1013104"/>
                </a:moveTo>
                <a:lnTo>
                  <a:pt x="2771317" y="1011986"/>
                </a:lnTo>
                <a:lnTo>
                  <a:pt x="2769451" y="1010119"/>
                </a:lnTo>
                <a:lnTo>
                  <a:pt x="2768333" y="1009650"/>
                </a:lnTo>
                <a:lnTo>
                  <a:pt x="2765704" y="1009650"/>
                </a:lnTo>
                <a:lnTo>
                  <a:pt x="2764586" y="1010119"/>
                </a:lnTo>
                <a:lnTo>
                  <a:pt x="2762720" y="1011986"/>
                </a:lnTo>
                <a:lnTo>
                  <a:pt x="2762250" y="1013104"/>
                </a:lnTo>
                <a:lnTo>
                  <a:pt x="2762250" y="1015733"/>
                </a:lnTo>
                <a:lnTo>
                  <a:pt x="2762720" y="1016850"/>
                </a:lnTo>
                <a:lnTo>
                  <a:pt x="2764586" y="1018717"/>
                </a:lnTo>
                <a:lnTo>
                  <a:pt x="2765704" y="1019175"/>
                </a:lnTo>
                <a:lnTo>
                  <a:pt x="2768333" y="1019175"/>
                </a:lnTo>
                <a:lnTo>
                  <a:pt x="2769451" y="1018717"/>
                </a:lnTo>
                <a:lnTo>
                  <a:pt x="2771317" y="1016850"/>
                </a:lnTo>
                <a:lnTo>
                  <a:pt x="2771775" y="1015733"/>
                </a:lnTo>
                <a:lnTo>
                  <a:pt x="2771775" y="1013104"/>
                </a:lnTo>
                <a:close/>
              </a:path>
              <a:path w="4105275" h="1019175">
                <a:moveTo>
                  <a:pt x="2771775" y="508279"/>
                </a:moveTo>
                <a:lnTo>
                  <a:pt x="2771317" y="507161"/>
                </a:lnTo>
                <a:lnTo>
                  <a:pt x="2769451" y="505294"/>
                </a:lnTo>
                <a:lnTo>
                  <a:pt x="2768333" y="504825"/>
                </a:lnTo>
                <a:lnTo>
                  <a:pt x="2765704" y="504825"/>
                </a:lnTo>
                <a:lnTo>
                  <a:pt x="2764586" y="505294"/>
                </a:lnTo>
                <a:lnTo>
                  <a:pt x="2762720" y="507161"/>
                </a:lnTo>
                <a:lnTo>
                  <a:pt x="2762250" y="508279"/>
                </a:lnTo>
                <a:lnTo>
                  <a:pt x="2762250" y="510908"/>
                </a:lnTo>
                <a:lnTo>
                  <a:pt x="2762720" y="512025"/>
                </a:lnTo>
                <a:lnTo>
                  <a:pt x="2764586" y="513892"/>
                </a:lnTo>
                <a:lnTo>
                  <a:pt x="2765704" y="514350"/>
                </a:lnTo>
                <a:lnTo>
                  <a:pt x="2768333" y="514350"/>
                </a:lnTo>
                <a:lnTo>
                  <a:pt x="2769451" y="513892"/>
                </a:lnTo>
                <a:lnTo>
                  <a:pt x="2771317" y="512025"/>
                </a:lnTo>
                <a:lnTo>
                  <a:pt x="2771775" y="510908"/>
                </a:lnTo>
                <a:lnTo>
                  <a:pt x="2771775" y="508279"/>
                </a:lnTo>
                <a:close/>
              </a:path>
              <a:path w="4105275" h="1019175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4105275" h="1019175">
                <a:moveTo>
                  <a:pt x="2819400" y="1013104"/>
                </a:moveTo>
                <a:lnTo>
                  <a:pt x="2818942" y="1011986"/>
                </a:lnTo>
                <a:lnTo>
                  <a:pt x="2817076" y="1010119"/>
                </a:lnTo>
                <a:lnTo>
                  <a:pt x="2815958" y="1009650"/>
                </a:lnTo>
                <a:lnTo>
                  <a:pt x="2813329" y="1009650"/>
                </a:lnTo>
                <a:lnTo>
                  <a:pt x="2812211" y="1010119"/>
                </a:lnTo>
                <a:lnTo>
                  <a:pt x="2810345" y="1011986"/>
                </a:lnTo>
                <a:lnTo>
                  <a:pt x="2809875" y="1013104"/>
                </a:lnTo>
                <a:lnTo>
                  <a:pt x="2809875" y="1015733"/>
                </a:lnTo>
                <a:lnTo>
                  <a:pt x="2810345" y="1016850"/>
                </a:lnTo>
                <a:lnTo>
                  <a:pt x="2812211" y="1018717"/>
                </a:lnTo>
                <a:lnTo>
                  <a:pt x="2813329" y="1019175"/>
                </a:lnTo>
                <a:lnTo>
                  <a:pt x="2815958" y="1019175"/>
                </a:lnTo>
                <a:lnTo>
                  <a:pt x="2817076" y="1018717"/>
                </a:lnTo>
                <a:lnTo>
                  <a:pt x="2818942" y="1016850"/>
                </a:lnTo>
                <a:lnTo>
                  <a:pt x="2819400" y="1015733"/>
                </a:lnTo>
                <a:lnTo>
                  <a:pt x="2819400" y="1013104"/>
                </a:lnTo>
                <a:close/>
              </a:path>
              <a:path w="4105275" h="1019175">
                <a:moveTo>
                  <a:pt x="2819400" y="508279"/>
                </a:moveTo>
                <a:lnTo>
                  <a:pt x="2818942" y="507161"/>
                </a:lnTo>
                <a:lnTo>
                  <a:pt x="2817076" y="505294"/>
                </a:lnTo>
                <a:lnTo>
                  <a:pt x="2815958" y="504825"/>
                </a:lnTo>
                <a:lnTo>
                  <a:pt x="2813329" y="504825"/>
                </a:lnTo>
                <a:lnTo>
                  <a:pt x="2812211" y="505294"/>
                </a:lnTo>
                <a:lnTo>
                  <a:pt x="2810345" y="507161"/>
                </a:lnTo>
                <a:lnTo>
                  <a:pt x="2809875" y="508279"/>
                </a:lnTo>
                <a:lnTo>
                  <a:pt x="2809875" y="510908"/>
                </a:lnTo>
                <a:lnTo>
                  <a:pt x="2810345" y="512025"/>
                </a:lnTo>
                <a:lnTo>
                  <a:pt x="2812211" y="513892"/>
                </a:lnTo>
                <a:lnTo>
                  <a:pt x="2813329" y="514350"/>
                </a:lnTo>
                <a:lnTo>
                  <a:pt x="2815958" y="514350"/>
                </a:lnTo>
                <a:lnTo>
                  <a:pt x="2817076" y="513892"/>
                </a:lnTo>
                <a:lnTo>
                  <a:pt x="2818942" y="512025"/>
                </a:lnTo>
                <a:lnTo>
                  <a:pt x="2819400" y="510908"/>
                </a:lnTo>
                <a:lnTo>
                  <a:pt x="2819400" y="508279"/>
                </a:lnTo>
                <a:close/>
              </a:path>
              <a:path w="4105275" h="1019175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4105275" h="1019175">
                <a:moveTo>
                  <a:pt x="2867025" y="1013104"/>
                </a:moveTo>
                <a:lnTo>
                  <a:pt x="2866567" y="1011986"/>
                </a:lnTo>
                <a:lnTo>
                  <a:pt x="2864701" y="1010119"/>
                </a:lnTo>
                <a:lnTo>
                  <a:pt x="2863583" y="1009650"/>
                </a:lnTo>
                <a:lnTo>
                  <a:pt x="2860954" y="1009650"/>
                </a:lnTo>
                <a:lnTo>
                  <a:pt x="2859836" y="1010119"/>
                </a:lnTo>
                <a:lnTo>
                  <a:pt x="2857970" y="1011986"/>
                </a:lnTo>
                <a:lnTo>
                  <a:pt x="2857500" y="1013104"/>
                </a:lnTo>
                <a:lnTo>
                  <a:pt x="2857500" y="1015733"/>
                </a:lnTo>
                <a:lnTo>
                  <a:pt x="2857970" y="1016850"/>
                </a:lnTo>
                <a:lnTo>
                  <a:pt x="2859836" y="1018717"/>
                </a:lnTo>
                <a:lnTo>
                  <a:pt x="2860954" y="1019175"/>
                </a:lnTo>
                <a:lnTo>
                  <a:pt x="2863583" y="1019175"/>
                </a:lnTo>
                <a:lnTo>
                  <a:pt x="2864701" y="1018717"/>
                </a:lnTo>
                <a:lnTo>
                  <a:pt x="2866567" y="1016850"/>
                </a:lnTo>
                <a:lnTo>
                  <a:pt x="2867025" y="1015733"/>
                </a:lnTo>
                <a:lnTo>
                  <a:pt x="2867025" y="1013104"/>
                </a:lnTo>
                <a:close/>
              </a:path>
              <a:path w="4105275" h="1019175">
                <a:moveTo>
                  <a:pt x="2867025" y="508279"/>
                </a:moveTo>
                <a:lnTo>
                  <a:pt x="2866567" y="507161"/>
                </a:lnTo>
                <a:lnTo>
                  <a:pt x="2864701" y="505294"/>
                </a:lnTo>
                <a:lnTo>
                  <a:pt x="2863583" y="504825"/>
                </a:lnTo>
                <a:lnTo>
                  <a:pt x="2860954" y="504825"/>
                </a:lnTo>
                <a:lnTo>
                  <a:pt x="2859836" y="505294"/>
                </a:lnTo>
                <a:lnTo>
                  <a:pt x="2857970" y="507161"/>
                </a:lnTo>
                <a:lnTo>
                  <a:pt x="2857500" y="508279"/>
                </a:lnTo>
                <a:lnTo>
                  <a:pt x="2857500" y="510908"/>
                </a:lnTo>
                <a:lnTo>
                  <a:pt x="2857970" y="512025"/>
                </a:lnTo>
                <a:lnTo>
                  <a:pt x="2859836" y="513892"/>
                </a:lnTo>
                <a:lnTo>
                  <a:pt x="2860954" y="514350"/>
                </a:lnTo>
                <a:lnTo>
                  <a:pt x="2863583" y="514350"/>
                </a:lnTo>
                <a:lnTo>
                  <a:pt x="2864701" y="513892"/>
                </a:lnTo>
                <a:lnTo>
                  <a:pt x="2866567" y="512025"/>
                </a:lnTo>
                <a:lnTo>
                  <a:pt x="2867025" y="510908"/>
                </a:lnTo>
                <a:lnTo>
                  <a:pt x="2867025" y="508279"/>
                </a:lnTo>
                <a:close/>
              </a:path>
              <a:path w="4105275" h="1019175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4105275" h="1019175">
                <a:moveTo>
                  <a:pt x="2914650" y="1013104"/>
                </a:moveTo>
                <a:lnTo>
                  <a:pt x="2914192" y="1011986"/>
                </a:lnTo>
                <a:lnTo>
                  <a:pt x="2912326" y="1010119"/>
                </a:lnTo>
                <a:lnTo>
                  <a:pt x="2911208" y="1009650"/>
                </a:lnTo>
                <a:lnTo>
                  <a:pt x="2908579" y="1009650"/>
                </a:lnTo>
                <a:lnTo>
                  <a:pt x="2907461" y="1010119"/>
                </a:lnTo>
                <a:lnTo>
                  <a:pt x="2905595" y="1011986"/>
                </a:lnTo>
                <a:lnTo>
                  <a:pt x="2905125" y="1013104"/>
                </a:lnTo>
                <a:lnTo>
                  <a:pt x="2905125" y="1015733"/>
                </a:lnTo>
                <a:lnTo>
                  <a:pt x="2905595" y="1016850"/>
                </a:lnTo>
                <a:lnTo>
                  <a:pt x="2907461" y="1018717"/>
                </a:lnTo>
                <a:lnTo>
                  <a:pt x="2908579" y="1019175"/>
                </a:lnTo>
                <a:lnTo>
                  <a:pt x="2911208" y="1019175"/>
                </a:lnTo>
                <a:lnTo>
                  <a:pt x="2912326" y="1018717"/>
                </a:lnTo>
                <a:lnTo>
                  <a:pt x="2914192" y="1016850"/>
                </a:lnTo>
                <a:lnTo>
                  <a:pt x="2914650" y="1015733"/>
                </a:lnTo>
                <a:lnTo>
                  <a:pt x="2914650" y="1013104"/>
                </a:lnTo>
                <a:close/>
              </a:path>
              <a:path w="4105275" h="1019175">
                <a:moveTo>
                  <a:pt x="2914650" y="508279"/>
                </a:moveTo>
                <a:lnTo>
                  <a:pt x="2914192" y="507161"/>
                </a:lnTo>
                <a:lnTo>
                  <a:pt x="2912326" y="505294"/>
                </a:lnTo>
                <a:lnTo>
                  <a:pt x="2911208" y="504825"/>
                </a:lnTo>
                <a:lnTo>
                  <a:pt x="2908579" y="504825"/>
                </a:lnTo>
                <a:lnTo>
                  <a:pt x="2907461" y="505294"/>
                </a:lnTo>
                <a:lnTo>
                  <a:pt x="2905595" y="507161"/>
                </a:lnTo>
                <a:lnTo>
                  <a:pt x="2905125" y="508279"/>
                </a:lnTo>
                <a:lnTo>
                  <a:pt x="2905125" y="510908"/>
                </a:lnTo>
                <a:lnTo>
                  <a:pt x="2905595" y="512025"/>
                </a:lnTo>
                <a:lnTo>
                  <a:pt x="2907461" y="513892"/>
                </a:lnTo>
                <a:lnTo>
                  <a:pt x="2908579" y="514350"/>
                </a:lnTo>
                <a:lnTo>
                  <a:pt x="2911208" y="514350"/>
                </a:lnTo>
                <a:lnTo>
                  <a:pt x="2912326" y="513892"/>
                </a:lnTo>
                <a:lnTo>
                  <a:pt x="2914192" y="512025"/>
                </a:lnTo>
                <a:lnTo>
                  <a:pt x="2914650" y="510908"/>
                </a:lnTo>
                <a:lnTo>
                  <a:pt x="2914650" y="508279"/>
                </a:lnTo>
                <a:close/>
              </a:path>
              <a:path w="4105275" h="1019175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4105275" h="1019175">
                <a:moveTo>
                  <a:pt x="2962275" y="1013104"/>
                </a:moveTo>
                <a:lnTo>
                  <a:pt x="2961817" y="1011986"/>
                </a:lnTo>
                <a:lnTo>
                  <a:pt x="2959951" y="1010119"/>
                </a:lnTo>
                <a:lnTo>
                  <a:pt x="2958833" y="1009650"/>
                </a:lnTo>
                <a:lnTo>
                  <a:pt x="2956204" y="1009650"/>
                </a:lnTo>
                <a:lnTo>
                  <a:pt x="2955086" y="1010119"/>
                </a:lnTo>
                <a:lnTo>
                  <a:pt x="2953220" y="1011986"/>
                </a:lnTo>
                <a:lnTo>
                  <a:pt x="2952750" y="1013104"/>
                </a:lnTo>
                <a:lnTo>
                  <a:pt x="2952750" y="1015733"/>
                </a:lnTo>
                <a:lnTo>
                  <a:pt x="2953220" y="1016850"/>
                </a:lnTo>
                <a:lnTo>
                  <a:pt x="2955086" y="1018717"/>
                </a:lnTo>
                <a:lnTo>
                  <a:pt x="2956204" y="1019175"/>
                </a:lnTo>
                <a:lnTo>
                  <a:pt x="2958833" y="1019175"/>
                </a:lnTo>
                <a:lnTo>
                  <a:pt x="2959951" y="1018717"/>
                </a:lnTo>
                <a:lnTo>
                  <a:pt x="2961817" y="1016850"/>
                </a:lnTo>
                <a:lnTo>
                  <a:pt x="2962275" y="1015733"/>
                </a:lnTo>
                <a:lnTo>
                  <a:pt x="2962275" y="1013104"/>
                </a:lnTo>
                <a:close/>
              </a:path>
              <a:path w="4105275" h="1019175">
                <a:moveTo>
                  <a:pt x="2962275" y="508279"/>
                </a:moveTo>
                <a:lnTo>
                  <a:pt x="2961817" y="507161"/>
                </a:lnTo>
                <a:lnTo>
                  <a:pt x="2959951" y="505294"/>
                </a:lnTo>
                <a:lnTo>
                  <a:pt x="2958833" y="504825"/>
                </a:lnTo>
                <a:lnTo>
                  <a:pt x="2956204" y="504825"/>
                </a:lnTo>
                <a:lnTo>
                  <a:pt x="2955086" y="505294"/>
                </a:lnTo>
                <a:lnTo>
                  <a:pt x="2953220" y="507161"/>
                </a:lnTo>
                <a:lnTo>
                  <a:pt x="2952750" y="508279"/>
                </a:lnTo>
                <a:lnTo>
                  <a:pt x="2952750" y="510908"/>
                </a:lnTo>
                <a:lnTo>
                  <a:pt x="2953220" y="512025"/>
                </a:lnTo>
                <a:lnTo>
                  <a:pt x="2955086" y="513892"/>
                </a:lnTo>
                <a:lnTo>
                  <a:pt x="2956204" y="514350"/>
                </a:lnTo>
                <a:lnTo>
                  <a:pt x="2958833" y="514350"/>
                </a:lnTo>
                <a:lnTo>
                  <a:pt x="2959951" y="513892"/>
                </a:lnTo>
                <a:lnTo>
                  <a:pt x="2961817" y="512025"/>
                </a:lnTo>
                <a:lnTo>
                  <a:pt x="2962275" y="510908"/>
                </a:lnTo>
                <a:lnTo>
                  <a:pt x="2962275" y="508279"/>
                </a:lnTo>
                <a:close/>
              </a:path>
              <a:path w="4105275" h="1019175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4105275" h="1019175">
                <a:moveTo>
                  <a:pt x="3009900" y="1013104"/>
                </a:moveTo>
                <a:lnTo>
                  <a:pt x="3009442" y="1011986"/>
                </a:lnTo>
                <a:lnTo>
                  <a:pt x="3007576" y="1010119"/>
                </a:lnTo>
                <a:lnTo>
                  <a:pt x="3006458" y="1009650"/>
                </a:lnTo>
                <a:lnTo>
                  <a:pt x="3003829" y="1009650"/>
                </a:lnTo>
                <a:lnTo>
                  <a:pt x="3002711" y="1010119"/>
                </a:lnTo>
                <a:lnTo>
                  <a:pt x="3000845" y="1011986"/>
                </a:lnTo>
                <a:lnTo>
                  <a:pt x="3000375" y="1013104"/>
                </a:lnTo>
                <a:lnTo>
                  <a:pt x="3000375" y="1015733"/>
                </a:lnTo>
                <a:lnTo>
                  <a:pt x="3000845" y="1016850"/>
                </a:lnTo>
                <a:lnTo>
                  <a:pt x="3002711" y="1018717"/>
                </a:lnTo>
                <a:lnTo>
                  <a:pt x="3003829" y="1019175"/>
                </a:lnTo>
                <a:lnTo>
                  <a:pt x="3006458" y="1019175"/>
                </a:lnTo>
                <a:lnTo>
                  <a:pt x="3007576" y="1018717"/>
                </a:lnTo>
                <a:lnTo>
                  <a:pt x="3009442" y="1016850"/>
                </a:lnTo>
                <a:lnTo>
                  <a:pt x="3009900" y="1015733"/>
                </a:lnTo>
                <a:lnTo>
                  <a:pt x="3009900" y="1013104"/>
                </a:lnTo>
                <a:close/>
              </a:path>
              <a:path w="4105275" h="1019175">
                <a:moveTo>
                  <a:pt x="3009900" y="508279"/>
                </a:moveTo>
                <a:lnTo>
                  <a:pt x="3009442" y="507161"/>
                </a:lnTo>
                <a:lnTo>
                  <a:pt x="3007576" y="505294"/>
                </a:lnTo>
                <a:lnTo>
                  <a:pt x="3006458" y="504825"/>
                </a:lnTo>
                <a:lnTo>
                  <a:pt x="3003829" y="504825"/>
                </a:lnTo>
                <a:lnTo>
                  <a:pt x="3002711" y="505294"/>
                </a:lnTo>
                <a:lnTo>
                  <a:pt x="3000845" y="507161"/>
                </a:lnTo>
                <a:lnTo>
                  <a:pt x="3000375" y="508279"/>
                </a:lnTo>
                <a:lnTo>
                  <a:pt x="3000375" y="510908"/>
                </a:lnTo>
                <a:lnTo>
                  <a:pt x="3000845" y="512025"/>
                </a:lnTo>
                <a:lnTo>
                  <a:pt x="3002711" y="513892"/>
                </a:lnTo>
                <a:lnTo>
                  <a:pt x="3003829" y="514350"/>
                </a:lnTo>
                <a:lnTo>
                  <a:pt x="3006458" y="514350"/>
                </a:lnTo>
                <a:lnTo>
                  <a:pt x="3007576" y="513892"/>
                </a:lnTo>
                <a:lnTo>
                  <a:pt x="3009442" y="512025"/>
                </a:lnTo>
                <a:lnTo>
                  <a:pt x="3009900" y="510908"/>
                </a:lnTo>
                <a:lnTo>
                  <a:pt x="3009900" y="508279"/>
                </a:lnTo>
                <a:close/>
              </a:path>
              <a:path w="4105275" h="1019175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4105275" h="1019175">
                <a:moveTo>
                  <a:pt x="3057525" y="1013104"/>
                </a:moveTo>
                <a:lnTo>
                  <a:pt x="3057067" y="1011986"/>
                </a:lnTo>
                <a:lnTo>
                  <a:pt x="3055201" y="1010119"/>
                </a:lnTo>
                <a:lnTo>
                  <a:pt x="3054083" y="1009650"/>
                </a:lnTo>
                <a:lnTo>
                  <a:pt x="3051454" y="1009650"/>
                </a:lnTo>
                <a:lnTo>
                  <a:pt x="3050336" y="1010119"/>
                </a:lnTo>
                <a:lnTo>
                  <a:pt x="3048470" y="1011986"/>
                </a:lnTo>
                <a:lnTo>
                  <a:pt x="3048000" y="1013104"/>
                </a:lnTo>
                <a:lnTo>
                  <a:pt x="3048000" y="1015733"/>
                </a:lnTo>
                <a:lnTo>
                  <a:pt x="3048470" y="1016850"/>
                </a:lnTo>
                <a:lnTo>
                  <a:pt x="3050336" y="1018717"/>
                </a:lnTo>
                <a:lnTo>
                  <a:pt x="3051454" y="1019175"/>
                </a:lnTo>
                <a:lnTo>
                  <a:pt x="3054083" y="1019175"/>
                </a:lnTo>
                <a:lnTo>
                  <a:pt x="3055201" y="1018717"/>
                </a:lnTo>
                <a:lnTo>
                  <a:pt x="3057067" y="1016850"/>
                </a:lnTo>
                <a:lnTo>
                  <a:pt x="3057525" y="1015733"/>
                </a:lnTo>
                <a:lnTo>
                  <a:pt x="3057525" y="1013104"/>
                </a:lnTo>
                <a:close/>
              </a:path>
              <a:path w="4105275" h="1019175">
                <a:moveTo>
                  <a:pt x="3057525" y="508279"/>
                </a:moveTo>
                <a:lnTo>
                  <a:pt x="3057067" y="507161"/>
                </a:lnTo>
                <a:lnTo>
                  <a:pt x="3055201" y="505294"/>
                </a:lnTo>
                <a:lnTo>
                  <a:pt x="3054083" y="504825"/>
                </a:lnTo>
                <a:lnTo>
                  <a:pt x="3051454" y="504825"/>
                </a:lnTo>
                <a:lnTo>
                  <a:pt x="3050336" y="505294"/>
                </a:lnTo>
                <a:lnTo>
                  <a:pt x="3048470" y="507161"/>
                </a:lnTo>
                <a:lnTo>
                  <a:pt x="3048000" y="508279"/>
                </a:lnTo>
                <a:lnTo>
                  <a:pt x="3048000" y="510908"/>
                </a:lnTo>
                <a:lnTo>
                  <a:pt x="3048470" y="512025"/>
                </a:lnTo>
                <a:lnTo>
                  <a:pt x="3050336" y="513892"/>
                </a:lnTo>
                <a:lnTo>
                  <a:pt x="3051454" y="514350"/>
                </a:lnTo>
                <a:lnTo>
                  <a:pt x="3054083" y="514350"/>
                </a:lnTo>
                <a:lnTo>
                  <a:pt x="3055201" y="513892"/>
                </a:lnTo>
                <a:lnTo>
                  <a:pt x="3057067" y="512025"/>
                </a:lnTo>
                <a:lnTo>
                  <a:pt x="3057525" y="510908"/>
                </a:lnTo>
                <a:lnTo>
                  <a:pt x="3057525" y="508279"/>
                </a:lnTo>
                <a:close/>
              </a:path>
              <a:path w="4105275" h="1019175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4105275" h="1019175">
                <a:moveTo>
                  <a:pt x="3105150" y="1013104"/>
                </a:moveTo>
                <a:lnTo>
                  <a:pt x="3104692" y="1011986"/>
                </a:lnTo>
                <a:lnTo>
                  <a:pt x="3102826" y="1010119"/>
                </a:lnTo>
                <a:lnTo>
                  <a:pt x="3101708" y="1009650"/>
                </a:lnTo>
                <a:lnTo>
                  <a:pt x="3099079" y="1009650"/>
                </a:lnTo>
                <a:lnTo>
                  <a:pt x="3097961" y="1010119"/>
                </a:lnTo>
                <a:lnTo>
                  <a:pt x="3096095" y="1011986"/>
                </a:lnTo>
                <a:lnTo>
                  <a:pt x="3095625" y="1013104"/>
                </a:lnTo>
                <a:lnTo>
                  <a:pt x="3095625" y="1015733"/>
                </a:lnTo>
                <a:lnTo>
                  <a:pt x="3096095" y="1016850"/>
                </a:lnTo>
                <a:lnTo>
                  <a:pt x="3097961" y="1018717"/>
                </a:lnTo>
                <a:lnTo>
                  <a:pt x="3099079" y="1019175"/>
                </a:lnTo>
                <a:lnTo>
                  <a:pt x="3101708" y="1019175"/>
                </a:lnTo>
                <a:lnTo>
                  <a:pt x="3102826" y="1018717"/>
                </a:lnTo>
                <a:lnTo>
                  <a:pt x="3104692" y="1016850"/>
                </a:lnTo>
                <a:lnTo>
                  <a:pt x="3105150" y="1015733"/>
                </a:lnTo>
                <a:lnTo>
                  <a:pt x="3105150" y="1013104"/>
                </a:lnTo>
                <a:close/>
              </a:path>
              <a:path w="4105275" h="1019175">
                <a:moveTo>
                  <a:pt x="3105150" y="508279"/>
                </a:moveTo>
                <a:lnTo>
                  <a:pt x="3104692" y="507161"/>
                </a:lnTo>
                <a:lnTo>
                  <a:pt x="3102826" y="505294"/>
                </a:lnTo>
                <a:lnTo>
                  <a:pt x="3101708" y="504825"/>
                </a:lnTo>
                <a:lnTo>
                  <a:pt x="3099079" y="504825"/>
                </a:lnTo>
                <a:lnTo>
                  <a:pt x="3097961" y="505294"/>
                </a:lnTo>
                <a:lnTo>
                  <a:pt x="3096095" y="507161"/>
                </a:lnTo>
                <a:lnTo>
                  <a:pt x="3095625" y="508279"/>
                </a:lnTo>
                <a:lnTo>
                  <a:pt x="3095625" y="510908"/>
                </a:lnTo>
                <a:lnTo>
                  <a:pt x="3096095" y="512025"/>
                </a:lnTo>
                <a:lnTo>
                  <a:pt x="3097961" y="513892"/>
                </a:lnTo>
                <a:lnTo>
                  <a:pt x="3099079" y="514350"/>
                </a:lnTo>
                <a:lnTo>
                  <a:pt x="3101708" y="514350"/>
                </a:lnTo>
                <a:lnTo>
                  <a:pt x="3102826" y="513892"/>
                </a:lnTo>
                <a:lnTo>
                  <a:pt x="3104692" y="512025"/>
                </a:lnTo>
                <a:lnTo>
                  <a:pt x="3105150" y="510908"/>
                </a:lnTo>
                <a:lnTo>
                  <a:pt x="3105150" y="508279"/>
                </a:lnTo>
                <a:close/>
              </a:path>
              <a:path w="4105275" h="1019175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4105275" h="1019175">
                <a:moveTo>
                  <a:pt x="3152775" y="1013104"/>
                </a:moveTo>
                <a:lnTo>
                  <a:pt x="3152317" y="1011986"/>
                </a:lnTo>
                <a:lnTo>
                  <a:pt x="3150451" y="1010119"/>
                </a:lnTo>
                <a:lnTo>
                  <a:pt x="3149333" y="1009650"/>
                </a:lnTo>
                <a:lnTo>
                  <a:pt x="3146704" y="1009650"/>
                </a:lnTo>
                <a:lnTo>
                  <a:pt x="3145586" y="1010119"/>
                </a:lnTo>
                <a:lnTo>
                  <a:pt x="3143720" y="1011986"/>
                </a:lnTo>
                <a:lnTo>
                  <a:pt x="3143250" y="1013104"/>
                </a:lnTo>
                <a:lnTo>
                  <a:pt x="3143250" y="1015733"/>
                </a:lnTo>
                <a:lnTo>
                  <a:pt x="3143720" y="1016850"/>
                </a:lnTo>
                <a:lnTo>
                  <a:pt x="3145586" y="1018717"/>
                </a:lnTo>
                <a:lnTo>
                  <a:pt x="3146704" y="1019175"/>
                </a:lnTo>
                <a:lnTo>
                  <a:pt x="3149333" y="1019175"/>
                </a:lnTo>
                <a:lnTo>
                  <a:pt x="3150451" y="1018717"/>
                </a:lnTo>
                <a:lnTo>
                  <a:pt x="3152317" y="1016850"/>
                </a:lnTo>
                <a:lnTo>
                  <a:pt x="3152775" y="1015733"/>
                </a:lnTo>
                <a:lnTo>
                  <a:pt x="3152775" y="1013104"/>
                </a:lnTo>
                <a:close/>
              </a:path>
              <a:path w="4105275" h="1019175">
                <a:moveTo>
                  <a:pt x="3152775" y="508279"/>
                </a:moveTo>
                <a:lnTo>
                  <a:pt x="3152317" y="507161"/>
                </a:lnTo>
                <a:lnTo>
                  <a:pt x="3150451" y="505294"/>
                </a:lnTo>
                <a:lnTo>
                  <a:pt x="3149333" y="504825"/>
                </a:lnTo>
                <a:lnTo>
                  <a:pt x="3146704" y="504825"/>
                </a:lnTo>
                <a:lnTo>
                  <a:pt x="3145586" y="505294"/>
                </a:lnTo>
                <a:lnTo>
                  <a:pt x="3143720" y="507161"/>
                </a:lnTo>
                <a:lnTo>
                  <a:pt x="3143250" y="508279"/>
                </a:lnTo>
                <a:lnTo>
                  <a:pt x="3143250" y="510908"/>
                </a:lnTo>
                <a:lnTo>
                  <a:pt x="3143720" y="512025"/>
                </a:lnTo>
                <a:lnTo>
                  <a:pt x="3145586" y="513892"/>
                </a:lnTo>
                <a:lnTo>
                  <a:pt x="3146704" y="514350"/>
                </a:lnTo>
                <a:lnTo>
                  <a:pt x="3149333" y="514350"/>
                </a:lnTo>
                <a:lnTo>
                  <a:pt x="3150451" y="513892"/>
                </a:lnTo>
                <a:lnTo>
                  <a:pt x="3152317" y="512025"/>
                </a:lnTo>
                <a:lnTo>
                  <a:pt x="3152775" y="510908"/>
                </a:lnTo>
                <a:lnTo>
                  <a:pt x="3152775" y="508279"/>
                </a:lnTo>
                <a:close/>
              </a:path>
              <a:path w="4105275" h="1019175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4105275" h="1019175">
                <a:moveTo>
                  <a:pt x="3200400" y="1013104"/>
                </a:moveTo>
                <a:lnTo>
                  <a:pt x="3199942" y="1011986"/>
                </a:lnTo>
                <a:lnTo>
                  <a:pt x="3198076" y="1010119"/>
                </a:lnTo>
                <a:lnTo>
                  <a:pt x="3196958" y="1009650"/>
                </a:lnTo>
                <a:lnTo>
                  <a:pt x="3194329" y="1009650"/>
                </a:lnTo>
                <a:lnTo>
                  <a:pt x="3193199" y="1010119"/>
                </a:lnTo>
                <a:lnTo>
                  <a:pt x="3191345" y="1011986"/>
                </a:lnTo>
                <a:lnTo>
                  <a:pt x="3190875" y="1013104"/>
                </a:lnTo>
                <a:lnTo>
                  <a:pt x="3190875" y="1015733"/>
                </a:lnTo>
                <a:lnTo>
                  <a:pt x="3191345" y="1016850"/>
                </a:lnTo>
                <a:lnTo>
                  <a:pt x="3193199" y="1018717"/>
                </a:lnTo>
                <a:lnTo>
                  <a:pt x="3194329" y="1019175"/>
                </a:lnTo>
                <a:lnTo>
                  <a:pt x="3196958" y="1019175"/>
                </a:lnTo>
                <a:lnTo>
                  <a:pt x="3198076" y="1018717"/>
                </a:lnTo>
                <a:lnTo>
                  <a:pt x="3199942" y="1016850"/>
                </a:lnTo>
                <a:lnTo>
                  <a:pt x="3200400" y="1015733"/>
                </a:lnTo>
                <a:lnTo>
                  <a:pt x="3200400" y="1013104"/>
                </a:lnTo>
                <a:close/>
              </a:path>
              <a:path w="4105275" h="1019175">
                <a:moveTo>
                  <a:pt x="3200400" y="508279"/>
                </a:moveTo>
                <a:lnTo>
                  <a:pt x="3199942" y="507161"/>
                </a:lnTo>
                <a:lnTo>
                  <a:pt x="3198076" y="505294"/>
                </a:lnTo>
                <a:lnTo>
                  <a:pt x="3196958" y="504825"/>
                </a:lnTo>
                <a:lnTo>
                  <a:pt x="3194329" y="504825"/>
                </a:lnTo>
                <a:lnTo>
                  <a:pt x="3193199" y="505294"/>
                </a:lnTo>
                <a:lnTo>
                  <a:pt x="3191345" y="507161"/>
                </a:lnTo>
                <a:lnTo>
                  <a:pt x="3190875" y="508279"/>
                </a:lnTo>
                <a:lnTo>
                  <a:pt x="3190875" y="510908"/>
                </a:lnTo>
                <a:lnTo>
                  <a:pt x="3191345" y="512025"/>
                </a:lnTo>
                <a:lnTo>
                  <a:pt x="3193199" y="513892"/>
                </a:lnTo>
                <a:lnTo>
                  <a:pt x="3194329" y="514350"/>
                </a:lnTo>
                <a:lnTo>
                  <a:pt x="3196958" y="514350"/>
                </a:lnTo>
                <a:lnTo>
                  <a:pt x="3198076" y="513892"/>
                </a:lnTo>
                <a:lnTo>
                  <a:pt x="3199942" y="512025"/>
                </a:lnTo>
                <a:lnTo>
                  <a:pt x="3200400" y="510908"/>
                </a:lnTo>
                <a:lnTo>
                  <a:pt x="3200400" y="508279"/>
                </a:lnTo>
                <a:close/>
              </a:path>
              <a:path w="4105275" h="1019175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199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199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4105275" h="1019175">
                <a:moveTo>
                  <a:pt x="3248025" y="1013104"/>
                </a:moveTo>
                <a:lnTo>
                  <a:pt x="3247567" y="1011986"/>
                </a:lnTo>
                <a:lnTo>
                  <a:pt x="3245701" y="1010119"/>
                </a:lnTo>
                <a:lnTo>
                  <a:pt x="3244583" y="1009650"/>
                </a:lnTo>
                <a:lnTo>
                  <a:pt x="3241954" y="1009650"/>
                </a:lnTo>
                <a:lnTo>
                  <a:pt x="3240824" y="1010119"/>
                </a:lnTo>
                <a:lnTo>
                  <a:pt x="3238970" y="1011986"/>
                </a:lnTo>
                <a:lnTo>
                  <a:pt x="3238500" y="1013104"/>
                </a:lnTo>
                <a:lnTo>
                  <a:pt x="3238500" y="1015733"/>
                </a:lnTo>
                <a:lnTo>
                  <a:pt x="3238970" y="1016850"/>
                </a:lnTo>
                <a:lnTo>
                  <a:pt x="3240824" y="1018717"/>
                </a:lnTo>
                <a:lnTo>
                  <a:pt x="3241954" y="1019175"/>
                </a:lnTo>
                <a:lnTo>
                  <a:pt x="3244583" y="1019175"/>
                </a:lnTo>
                <a:lnTo>
                  <a:pt x="3245701" y="1018717"/>
                </a:lnTo>
                <a:lnTo>
                  <a:pt x="3247567" y="1016850"/>
                </a:lnTo>
                <a:lnTo>
                  <a:pt x="3248025" y="1015733"/>
                </a:lnTo>
                <a:lnTo>
                  <a:pt x="3248025" y="1013104"/>
                </a:lnTo>
                <a:close/>
              </a:path>
              <a:path w="4105275" h="1019175">
                <a:moveTo>
                  <a:pt x="3248025" y="508279"/>
                </a:moveTo>
                <a:lnTo>
                  <a:pt x="3247567" y="507161"/>
                </a:lnTo>
                <a:lnTo>
                  <a:pt x="3245701" y="505294"/>
                </a:lnTo>
                <a:lnTo>
                  <a:pt x="3244583" y="504825"/>
                </a:lnTo>
                <a:lnTo>
                  <a:pt x="3241954" y="504825"/>
                </a:lnTo>
                <a:lnTo>
                  <a:pt x="3240824" y="505294"/>
                </a:lnTo>
                <a:lnTo>
                  <a:pt x="3238970" y="507161"/>
                </a:lnTo>
                <a:lnTo>
                  <a:pt x="3238500" y="508279"/>
                </a:lnTo>
                <a:lnTo>
                  <a:pt x="3238500" y="510908"/>
                </a:lnTo>
                <a:lnTo>
                  <a:pt x="3238970" y="512025"/>
                </a:lnTo>
                <a:lnTo>
                  <a:pt x="3240824" y="513892"/>
                </a:lnTo>
                <a:lnTo>
                  <a:pt x="3241954" y="514350"/>
                </a:lnTo>
                <a:lnTo>
                  <a:pt x="3244583" y="514350"/>
                </a:lnTo>
                <a:lnTo>
                  <a:pt x="3245701" y="513892"/>
                </a:lnTo>
                <a:lnTo>
                  <a:pt x="3247567" y="512025"/>
                </a:lnTo>
                <a:lnTo>
                  <a:pt x="3248025" y="510908"/>
                </a:lnTo>
                <a:lnTo>
                  <a:pt x="3248025" y="508279"/>
                </a:lnTo>
                <a:close/>
              </a:path>
              <a:path w="4105275" h="1019175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24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24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4105275" h="1019175">
                <a:moveTo>
                  <a:pt x="3295650" y="1013104"/>
                </a:moveTo>
                <a:lnTo>
                  <a:pt x="3295192" y="1011986"/>
                </a:lnTo>
                <a:lnTo>
                  <a:pt x="3293326" y="1010119"/>
                </a:lnTo>
                <a:lnTo>
                  <a:pt x="3292208" y="1009650"/>
                </a:lnTo>
                <a:lnTo>
                  <a:pt x="3289579" y="1009650"/>
                </a:lnTo>
                <a:lnTo>
                  <a:pt x="3288449" y="1010119"/>
                </a:lnTo>
                <a:lnTo>
                  <a:pt x="3286595" y="1011986"/>
                </a:lnTo>
                <a:lnTo>
                  <a:pt x="3286125" y="1013104"/>
                </a:lnTo>
                <a:lnTo>
                  <a:pt x="3286125" y="1015733"/>
                </a:lnTo>
                <a:lnTo>
                  <a:pt x="3286595" y="1016850"/>
                </a:lnTo>
                <a:lnTo>
                  <a:pt x="3288449" y="1018717"/>
                </a:lnTo>
                <a:lnTo>
                  <a:pt x="3289579" y="1019175"/>
                </a:lnTo>
                <a:lnTo>
                  <a:pt x="3292208" y="1019175"/>
                </a:lnTo>
                <a:lnTo>
                  <a:pt x="3293326" y="1018717"/>
                </a:lnTo>
                <a:lnTo>
                  <a:pt x="3295192" y="1016850"/>
                </a:lnTo>
                <a:lnTo>
                  <a:pt x="3295650" y="1015733"/>
                </a:lnTo>
                <a:lnTo>
                  <a:pt x="3295650" y="1013104"/>
                </a:lnTo>
                <a:close/>
              </a:path>
              <a:path w="4105275" h="1019175">
                <a:moveTo>
                  <a:pt x="3295650" y="508279"/>
                </a:moveTo>
                <a:lnTo>
                  <a:pt x="3295192" y="507161"/>
                </a:lnTo>
                <a:lnTo>
                  <a:pt x="3293326" y="505294"/>
                </a:lnTo>
                <a:lnTo>
                  <a:pt x="3292208" y="504825"/>
                </a:lnTo>
                <a:lnTo>
                  <a:pt x="3289579" y="504825"/>
                </a:lnTo>
                <a:lnTo>
                  <a:pt x="3288449" y="505294"/>
                </a:lnTo>
                <a:lnTo>
                  <a:pt x="3286595" y="507161"/>
                </a:lnTo>
                <a:lnTo>
                  <a:pt x="3286125" y="508279"/>
                </a:lnTo>
                <a:lnTo>
                  <a:pt x="3286125" y="510908"/>
                </a:lnTo>
                <a:lnTo>
                  <a:pt x="3286595" y="512025"/>
                </a:lnTo>
                <a:lnTo>
                  <a:pt x="3288449" y="513892"/>
                </a:lnTo>
                <a:lnTo>
                  <a:pt x="3289579" y="514350"/>
                </a:lnTo>
                <a:lnTo>
                  <a:pt x="3292208" y="514350"/>
                </a:lnTo>
                <a:lnTo>
                  <a:pt x="3293326" y="513892"/>
                </a:lnTo>
                <a:lnTo>
                  <a:pt x="3295192" y="512025"/>
                </a:lnTo>
                <a:lnTo>
                  <a:pt x="3295650" y="510908"/>
                </a:lnTo>
                <a:lnTo>
                  <a:pt x="3295650" y="508279"/>
                </a:lnTo>
                <a:close/>
              </a:path>
              <a:path w="4105275" h="1019175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49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49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4105275" h="1019175">
                <a:moveTo>
                  <a:pt x="3343275" y="1013104"/>
                </a:moveTo>
                <a:lnTo>
                  <a:pt x="3342817" y="1011986"/>
                </a:lnTo>
                <a:lnTo>
                  <a:pt x="3340951" y="1010119"/>
                </a:lnTo>
                <a:lnTo>
                  <a:pt x="3339833" y="1009650"/>
                </a:lnTo>
                <a:lnTo>
                  <a:pt x="3337204" y="1009650"/>
                </a:lnTo>
                <a:lnTo>
                  <a:pt x="3336074" y="1010119"/>
                </a:lnTo>
                <a:lnTo>
                  <a:pt x="3334220" y="1011986"/>
                </a:lnTo>
                <a:lnTo>
                  <a:pt x="3333750" y="1013104"/>
                </a:lnTo>
                <a:lnTo>
                  <a:pt x="3333750" y="1015733"/>
                </a:lnTo>
                <a:lnTo>
                  <a:pt x="3334220" y="1016850"/>
                </a:lnTo>
                <a:lnTo>
                  <a:pt x="3336074" y="1018717"/>
                </a:lnTo>
                <a:lnTo>
                  <a:pt x="3337204" y="1019175"/>
                </a:lnTo>
                <a:lnTo>
                  <a:pt x="3339833" y="1019175"/>
                </a:lnTo>
                <a:lnTo>
                  <a:pt x="3340951" y="1018717"/>
                </a:lnTo>
                <a:lnTo>
                  <a:pt x="3342817" y="1016850"/>
                </a:lnTo>
                <a:lnTo>
                  <a:pt x="3343275" y="1015733"/>
                </a:lnTo>
                <a:lnTo>
                  <a:pt x="3343275" y="1013104"/>
                </a:lnTo>
                <a:close/>
              </a:path>
              <a:path w="4105275" h="1019175">
                <a:moveTo>
                  <a:pt x="3343275" y="508279"/>
                </a:moveTo>
                <a:lnTo>
                  <a:pt x="3342817" y="507161"/>
                </a:lnTo>
                <a:lnTo>
                  <a:pt x="3340951" y="505294"/>
                </a:lnTo>
                <a:lnTo>
                  <a:pt x="3339833" y="504825"/>
                </a:lnTo>
                <a:lnTo>
                  <a:pt x="3337204" y="504825"/>
                </a:lnTo>
                <a:lnTo>
                  <a:pt x="3336074" y="505294"/>
                </a:lnTo>
                <a:lnTo>
                  <a:pt x="3334220" y="507161"/>
                </a:lnTo>
                <a:lnTo>
                  <a:pt x="3333750" y="508279"/>
                </a:lnTo>
                <a:lnTo>
                  <a:pt x="3333750" y="510908"/>
                </a:lnTo>
                <a:lnTo>
                  <a:pt x="3334220" y="512025"/>
                </a:lnTo>
                <a:lnTo>
                  <a:pt x="3336074" y="513892"/>
                </a:lnTo>
                <a:lnTo>
                  <a:pt x="3337204" y="514350"/>
                </a:lnTo>
                <a:lnTo>
                  <a:pt x="3339833" y="514350"/>
                </a:lnTo>
                <a:lnTo>
                  <a:pt x="3340951" y="513892"/>
                </a:lnTo>
                <a:lnTo>
                  <a:pt x="3342817" y="512025"/>
                </a:lnTo>
                <a:lnTo>
                  <a:pt x="3343275" y="510908"/>
                </a:lnTo>
                <a:lnTo>
                  <a:pt x="3343275" y="508279"/>
                </a:lnTo>
                <a:close/>
              </a:path>
              <a:path w="4105275" h="1019175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74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74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4105275" h="1019175">
                <a:moveTo>
                  <a:pt x="3390900" y="1013104"/>
                </a:moveTo>
                <a:lnTo>
                  <a:pt x="3390442" y="1011986"/>
                </a:lnTo>
                <a:lnTo>
                  <a:pt x="3388576" y="1010119"/>
                </a:lnTo>
                <a:lnTo>
                  <a:pt x="3387458" y="1009650"/>
                </a:lnTo>
                <a:lnTo>
                  <a:pt x="3384829" y="1009650"/>
                </a:lnTo>
                <a:lnTo>
                  <a:pt x="3383699" y="1010119"/>
                </a:lnTo>
                <a:lnTo>
                  <a:pt x="3381845" y="1011986"/>
                </a:lnTo>
                <a:lnTo>
                  <a:pt x="3381375" y="1013104"/>
                </a:lnTo>
                <a:lnTo>
                  <a:pt x="3381375" y="1015733"/>
                </a:lnTo>
                <a:lnTo>
                  <a:pt x="3381845" y="1016850"/>
                </a:lnTo>
                <a:lnTo>
                  <a:pt x="3383699" y="1018717"/>
                </a:lnTo>
                <a:lnTo>
                  <a:pt x="3384829" y="1019175"/>
                </a:lnTo>
                <a:lnTo>
                  <a:pt x="3387458" y="1019175"/>
                </a:lnTo>
                <a:lnTo>
                  <a:pt x="3388576" y="1018717"/>
                </a:lnTo>
                <a:lnTo>
                  <a:pt x="3390442" y="1016850"/>
                </a:lnTo>
                <a:lnTo>
                  <a:pt x="3390900" y="1015733"/>
                </a:lnTo>
                <a:lnTo>
                  <a:pt x="3390900" y="1013104"/>
                </a:lnTo>
                <a:close/>
              </a:path>
              <a:path w="4105275" h="1019175">
                <a:moveTo>
                  <a:pt x="3390900" y="508279"/>
                </a:moveTo>
                <a:lnTo>
                  <a:pt x="3390442" y="507161"/>
                </a:lnTo>
                <a:lnTo>
                  <a:pt x="3388576" y="505294"/>
                </a:lnTo>
                <a:lnTo>
                  <a:pt x="3387458" y="504825"/>
                </a:lnTo>
                <a:lnTo>
                  <a:pt x="3384829" y="504825"/>
                </a:lnTo>
                <a:lnTo>
                  <a:pt x="3383699" y="505294"/>
                </a:lnTo>
                <a:lnTo>
                  <a:pt x="3381845" y="507161"/>
                </a:lnTo>
                <a:lnTo>
                  <a:pt x="3381375" y="508279"/>
                </a:lnTo>
                <a:lnTo>
                  <a:pt x="3381375" y="510908"/>
                </a:lnTo>
                <a:lnTo>
                  <a:pt x="3381845" y="512025"/>
                </a:lnTo>
                <a:lnTo>
                  <a:pt x="3383699" y="513892"/>
                </a:lnTo>
                <a:lnTo>
                  <a:pt x="3384829" y="514350"/>
                </a:lnTo>
                <a:lnTo>
                  <a:pt x="3387458" y="514350"/>
                </a:lnTo>
                <a:lnTo>
                  <a:pt x="3388576" y="513892"/>
                </a:lnTo>
                <a:lnTo>
                  <a:pt x="3390442" y="512025"/>
                </a:lnTo>
                <a:lnTo>
                  <a:pt x="3390900" y="510908"/>
                </a:lnTo>
                <a:lnTo>
                  <a:pt x="3390900" y="508279"/>
                </a:lnTo>
                <a:close/>
              </a:path>
              <a:path w="4105275" h="1019175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699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4105275" h="1019175">
                <a:moveTo>
                  <a:pt x="3438525" y="1013104"/>
                </a:moveTo>
                <a:lnTo>
                  <a:pt x="3438067" y="1011986"/>
                </a:lnTo>
                <a:lnTo>
                  <a:pt x="3436201" y="1010119"/>
                </a:lnTo>
                <a:lnTo>
                  <a:pt x="3435083" y="1009650"/>
                </a:lnTo>
                <a:lnTo>
                  <a:pt x="3432454" y="1009650"/>
                </a:lnTo>
                <a:lnTo>
                  <a:pt x="3431324" y="1010119"/>
                </a:lnTo>
                <a:lnTo>
                  <a:pt x="3429470" y="1011986"/>
                </a:lnTo>
                <a:lnTo>
                  <a:pt x="3429000" y="1013104"/>
                </a:lnTo>
                <a:lnTo>
                  <a:pt x="3429000" y="1015733"/>
                </a:lnTo>
                <a:lnTo>
                  <a:pt x="3429470" y="1016850"/>
                </a:lnTo>
                <a:lnTo>
                  <a:pt x="3431324" y="1018717"/>
                </a:lnTo>
                <a:lnTo>
                  <a:pt x="3432454" y="1019175"/>
                </a:lnTo>
                <a:lnTo>
                  <a:pt x="3435083" y="1019175"/>
                </a:lnTo>
                <a:lnTo>
                  <a:pt x="3436201" y="1018717"/>
                </a:lnTo>
                <a:lnTo>
                  <a:pt x="3438067" y="1016850"/>
                </a:lnTo>
                <a:lnTo>
                  <a:pt x="3438525" y="1015733"/>
                </a:lnTo>
                <a:lnTo>
                  <a:pt x="3438525" y="1013104"/>
                </a:lnTo>
                <a:close/>
              </a:path>
              <a:path w="4105275" h="1019175">
                <a:moveTo>
                  <a:pt x="3438525" y="508279"/>
                </a:moveTo>
                <a:lnTo>
                  <a:pt x="3438067" y="507161"/>
                </a:lnTo>
                <a:lnTo>
                  <a:pt x="3436201" y="505294"/>
                </a:lnTo>
                <a:lnTo>
                  <a:pt x="3435083" y="504825"/>
                </a:lnTo>
                <a:lnTo>
                  <a:pt x="3432454" y="504825"/>
                </a:lnTo>
                <a:lnTo>
                  <a:pt x="3431324" y="505294"/>
                </a:lnTo>
                <a:lnTo>
                  <a:pt x="3429470" y="507161"/>
                </a:lnTo>
                <a:lnTo>
                  <a:pt x="3429000" y="508279"/>
                </a:lnTo>
                <a:lnTo>
                  <a:pt x="3429000" y="510908"/>
                </a:lnTo>
                <a:lnTo>
                  <a:pt x="3429470" y="512025"/>
                </a:lnTo>
                <a:lnTo>
                  <a:pt x="3431324" y="513892"/>
                </a:lnTo>
                <a:lnTo>
                  <a:pt x="3432454" y="514350"/>
                </a:lnTo>
                <a:lnTo>
                  <a:pt x="3435083" y="514350"/>
                </a:lnTo>
                <a:lnTo>
                  <a:pt x="3436201" y="513892"/>
                </a:lnTo>
                <a:lnTo>
                  <a:pt x="3438067" y="512025"/>
                </a:lnTo>
                <a:lnTo>
                  <a:pt x="3438525" y="510908"/>
                </a:lnTo>
                <a:lnTo>
                  <a:pt x="3438525" y="508279"/>
                </a:lnTo>
                <a:close/>
              </a:path>
              <a:path w="4105275" h="1019175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24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24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4105275" h="1019175">
                <a:moveTo>
                  <a:pt x="3486150" y="1013104"/>
                </a:moveTo>
                <a:lnTo>
                  <a:pt x="3485692" y="1011986"/>
                </a:lnTo>
                <a:lnTo>
                  <a:pt x="3483826" y="1010119"/>
                </a:lnTo>
                <a:lnTo>
                  <a:pt x="3482708" y="1009650"/>
                </a:lnTo>
                <a:lnTo>
                  <a:pt x="3480079" y="1009650"/>
                </a:lnTo>
                <a:lnTo>
                  <a:pt x="3478949" y="1010119"/>
                </a:lnTo>
                <a:lnTo>
                  <a:pt x="3477095" y="1011986"/>
                </a:lnTo>
                <a:lnTo>
                  <a:pt x="3476625" y="1013104"/>
                </a:lnTo>
                <a:lnTo>
                  <a:pt x="3476625" y="1015733"/>
                </a:lnTo>
                <a:lnTo>
                  <a:pt x="3477095" y="1016850"/>
                </a:lnTo>
                <a:lnTo>
                  <a:pt x="3478949" y="1018717"/>
                </a:lnTo>
                <a:lnTo>
                  <a:pt x="3480079" y="1019175"/>
                </a:lnTo>
                <a:lnTo>
                  <a:pt x="3482708" y="1019175"/>
                </a:lnTo>
                <a:lnTo>
                  <a:pt x="3483826" y="1018717"/>
                </a:lnTo>
                <a:lnTo>
                  <a:pt x="3485692" y="1016850"/>
                </a:lnTo>
                <a:lnTo>
                  <a:pt x="3486150" y="1015733"/>
                </a:lnTo>
                <a:lnTo>
                  <a:pt x="3486150" y="1013104"/>
                </a:lnTo>
                <a:close/>
              </a:path>
              <a:path w="4105275" h="1019175">
                <a:moveTo>
                  <a:pt x="3486150" y="508279"/>
                </a:moveTo>
                <a:lnTo>
                  <a:pt x="3485692" y="507161"/>
                </a:lnTo>
                <a:lnTo>
                  <a:pt x="3483826" y="505294"/>
                </a:lnTo>
                <a:lnTo>
                  <a:pt x="3482708" y="504825"/>
                </a:lnTo>
                <a:lnTo>
                  <a:pt x="3480079" y="504825"/>
                </a:lnTo>
                <a:lnTo>
                  <a:pt x="3478949" y="505294"/>
                </a:lnTo>
                <a:lnTo>
                  <a:pt x="3477095" y="507161"/>
                </a:lnTo>
                <a:lnTo>
                  <a:pt x="3476625" y="508279"/>
                </a:lnTo>
                <a:lnTo>
                  <a:pt x="3476625" y="510908"/>
                </a:lnTo>
                <a:lnTo>
                  <a:pt x="3477095" y="512025"/>
                </a:lnTo>
                <a:lnTo>
                  <a:pt x="3478949" y="513892"/>
                </a:lnTo>
                <a:lnTo>
                  <a:pt x="3480079" y="514350"/>
                </a:lnTo>
                <a:lnTo>
                  <a:pt x="3482708" y="514350"/>
                </a:lnTo>
                <a:lnTo>
                  <a:pt x="3483826" y="513892"/>
                </a:lnTo>
                <a:lnTo>
                  <a:pt x="3485692" y="512025"/>
                </a:lnTo>
                <a:lnTo>
                  <a:pt x="3486150" y="510908"/>
                </a:lnTo>
                <a:lnTo>
                  <a:pt x="3486150" y="508279"/>
                </a:lnTo>
                <a:close/>
              </a:path>
              <a:path w="4105275" h="1019175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49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49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4105275" h="1019175">
                <a:moveTo>
                  <a:pt x="3533775" y="1013104"/>
                </a:moveTo>
                <a:lnTo>
                  <a:pt x="3533317" y="1011986"/>
                </a:lnTo>
                <a:lnTo>
                  <a:pt x="3531451" y="1010119"/>
                </a:lnTo>
                <a:lnTo>
                  <a:pt x="3530333" y="1009650"/>
                </a:lnTo>
                <a:lnTo>
                  <a:pt x="3527704" y="1009650"/>
                </a:lnTo>
                <a:lnTo>
                  <a:pt x="3526574" y="1010119"/>
                </a:lnTo>
                <a:lnTo>
                  <a:pt x="3524720" y="1011986"/>
                </a:lnTo>
                <a:lnTo>
                  <a:pt x="3524250" y="1013104"/>
                </a:lnTo>
                <a:lnTo>
                  <a:pt x="3524250" y="1015733"/>
                </a:lnTo>
                <a:lnTo>
                  <a:pt x="3524720" y="1016850"/>
                </a:lnTo>
                <a:lnTo>
                  <a:pt x="3526574" y="1018717"/>
                </a:lnTo>
                <a:lnTo>
                  <a:pt x="3527704" y="1019175"/>
                </a:lnTo>
                <a:lnTo>
                  <a:pt x="3530333" y="1019175"/>
                </a:lnTo>
                <a:lnTo>
                  <a:pt x="3531451" y="1018717"/>
                </a:lnTo>
                <a:lnTo>
                  <a:pt x="3533317" y="1016850"/>
                </a:lnTo>
                <a:lnTo>
                  <a:pt x="3533775" y="1015733"/>
                </a:lnTo>
                <a:lnTo>
                  <a:pt x="3533775" y="1013104"/>
                </a:lnTo>
                <a:close/>
              </a:path>
              <a:path w="4105275" h="1019175">
                <a:moveTo>
                  <a:pt x="3533775" y="508279"/>
                </a:moveTo>
                <a:lnTo>
                  <a:pt x="3533317" y="507161"/>
                </a:lnTo>
                <a:lnTo>
                  <a:pt x="3531451" y="505294"/>
                </a:lnTo>
                <a:lnTo>
                  <a:pt x="3530333" y="504825"/>
                </a:lnTo>
                <a:lnTo>
                  <a:pt x="3527704" y="504825"/>
                </a:lnTo>
                <a:lnTo>
                  <a:pt x="3526574" y="505294"/>
                </a:lnTo>
                <a:lnTo>
                  <a:pt x="3524720" y="507161"/>
                </a:lnTo>
                <a:lnTo>
                  <a:pt x="3524250" y="508279"/>
                </a:lnTo>
                <a:lnTo>
                  <a:pt x="3524250" y="510908"/>
                </a:lnTo>
                <a:lnTo>
                  <a:pt x="3524720" y="512025"/>
                </a:lnTo>
                <a:lnTo>
                  <a:pt x="3526574" y="513892"/>
                </a:lnTo>
                <a:lnTo>
                  <a:pt x="3527704" y="514350"/>
                </a:lnTo>
                <a:lnTo>
                  <a:pt x="3530333" y="514350"/>
                </a:lnTo>
                <a:lnTo>
                  <a:pt x="3531451" y="513892"/>
                </a:lnTo>
                <a:lnTo>
                  <a:pt x="3533317" y="512025"/>
                </a:lnTo>
                <a:lnTo>
                  <a:pt x="3533775" y="510908"/>
                </a:lnTo>
                <a:lnTo>
                  <a:pt x="3533775" y="508279"/>
                </a:lnTo>
                <a:close/>
              </a:path>
              <a:path w="4105275" h="1019175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74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74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4105275" h="1019175">
                <a:moveTo>
                  <a:pt x="3581400" y="1013104"/>
                </a:moveTo>
                <a:lnTo>
                  <a:pt x="3580942" y="1011986"/>
                </a:lnTo>
                <a:lnTo>
                  <a:pt x="3579076" y="1010119"/>
                </a:lnTo>
                <a:lnTo>
                  <a:pt x="3577958" y="1009650"/>
                </a:lnTo>
                <a:lnTo>
                  <a:pt x="3575329" y="1009650"/>
                </a:lnTo>
                <a:lnTo>
                  <a:pt x="3574211" y="1010119"/>
                </a:lnTo>
                <a:lnTo>
                  <a:pt x="3572345" y="1011986"/>
                </a:lnTo>
                <a:lnTo>
                  <a:pt x="3571875" y="1013104"/>
                </a:lnTo>
                <a:lnTo>
                  <a:pt x="3571875" y="1015733"/>
                </a:lnTo>
                <a:lnTo>
                  <a:pt x="3572345" y="1016850"/>
                </a:lnTo>
                <a:lnTo>
                  <a:pt x="3574211" y="1018717"/>
                </a:lnTo>
                <a:lnTo>
                  <a:pt x="3575329" y="1019175"/>
                </a:lnTo>
                <a:lnTo>
                  <a:pt x="3577958" y="1019175"/>
                </a:lnTo>
                <a:lnTo>
                  <a:pt x="3579076" y="1018717"/>
                </a:lnTo>
                <a:lnTo>
                  <a:pt x="3580942" y="1016850"/>
                </a:lnTo>
                <a:lnTo>
                  <a:pt x="3581400" y="1015733"/>
                </a:lnTo>
                <a:lnTo>
                  <a:pt x="3581400" y="1013104"/>
                </a:lnTo>
                <a:close/>
              </a:path>
              <a:path w="4105275" h="1019175">
                <a:moveTo>
                  <a:pt x="3581400" y="508279"/>
                </a:moveTo>
                <a:lnTo>
                  <a:pt x="3580942" y="507161"/>
                </a:lnTo>
                <a:lnTo>
                  <a:pt x="3579076" y="505294"/>
                </a:lnTo>
                <a:lnTo>
                  <a:pt x="3577958" y="504825"/>
                </a:lnTo>
                <a:lnTo>
                  <a:pt x="3575329" y="504825"/>
                </a:lnTo>
                <a:lnTo>
                  <a:pt x="3574211" y="505294"/>
                </a:lnTo>
                <a:lnTo>
                  <a:pt x="3572345" y="507161"/>
                </a:lnTo>
                <a:lnTo>
                  <a:pt x="3571875" y="508279"/>
                </a:lnTo>
                <a:lnTo>
                  <a:pt x="3571875" y="510908"/>
                </a:lnTo>
                <a:lnTo>
                  <a:pt x="3572345" y="512025"/>
                </a:lnTo>
                <a:lnTo>
                  <a:pt x="3574211" y="513892"/>
                </a:lnTo>
                <a:lnTo>
                  <a:pt x="3575329" y="514350"/>
                </a:lnTo>
                <a:lnTo>
                  <a:pt x="3577958" y="514350"/>
                </a:lnTo>
                <a:lnTo>
                  <a:pt x="3579076" y="513892"/>
                </a:lnTo>
                <a:lnTo>
                  <a:pt x="3580942" y="512025"/>
                </a:lnTo>
                <a:lnTo>
                  <a:pt x="3581400" y="510908"/>
                </a:lnTo>
                <a:lnTo>
                  <a:pt x="3581400" y="508279"/>
                </a:lnTo>
                <a:close/>
              </a:path>
              <a:path w="4105275" h="1019175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4105275" h="1019175">
                <a:moveTo>
                  <a:pt x="3629025" y="1013104"/>
                </a:moveTo>
                <a:lnTo>
                  <a:pt x="3628567" y="1011986"/>
                </a:lnTo>
                <a:lnTo>
                  <a:pt x="3626701" y="1010119"/>
                </a:lnTo>
                <a:lnTo>
                  <a:pt x="3625583" y="1009650"/>
                </a:lnTo>
                <a:lnTo>
                  <a:pt x="3622954" y="1009650"/>
                </a:lnTo>
                <a:lnTo>
                  <a:pt x="3621824" y="1010119"/>
                </a:lnTo>
                <a:lnTo>
                  <a:pt x="3619970" y="1011986"/>
                </a:lnTo>
                <a:lnTo>
                  <a:pt x="3619500" y="1013104"/>
                </a:lnTo>
                <a:lnTo>
                  <a:pt x="3619500" y="1015733"/>
                </a:lnTo>
                <a:lnTo>
                  <a:pt x="3619970" y="1016850"/>
                </a:lnTo>
                <a:lnTo>
                  <a:pt x="3621824" y="1018717"/>
                </a:lnTo>
                <a:lnTo>
                  <a:pt x="3622954" y="1019175"/>
                </a:lnTo>
                <a:lnTo>
                  <a:pt x="3625583" y="1019175"/>
                </a:lnTo>
                <a:lnTo>
                  <a:pt x="3626701" y="1018717"/>
                </a:lnTo>
                <a:lnTo>
                  <a:pt x="3628567" y="1016850"/>
                </a:lnTo>
                <a:lnTo>
                  <a:pt x="3629025" y="1015733"/>
                </a:lnTo>
                <a:lnTo>
                  <a:pt x="3629025" y="1013104"/>
                </a:lnTo>
                <a:close/>
              </a:path>
              <a:path w="4105275" h="1019175">
                <a:moveTo>
                  <a:pt x="3629025" y="508279"/>
                </a:moveTo>
                <a:lnTo>
                  <a:pt x="3628567" y="507161"/>
                </a:lnTo>
                <a:lnTo>
                  <a:pt x="3626701" y="505294"/>
                </a:lnTo>
                <a:lnTo>
                  <a:pt x="3625583" y="504825"/>
                </a:lnTo>
                <a:lnTo>
                  <a:pt x="3622954" y="504825"/>
                </a:lnTo>
                <a:lnTo>
                  <a:pt x="3621824" y="505294"/>
                </a:lnTo>
                <a:lnTo>
                  <a:pt x="3619970" y="507161"/>
                </a:lnTo>
                <a:lnTo>
                  <a:pt x="3619500" y="508279"/>
                </a:lnTo>
                <a:lnTo>
                  <a:pt x="3619500" y="510908"/>
                </a:lnTo>
                <a:lnTo>
                  <a:pt x="3619970" y="512025"/>
                </a:lnTo>
                <a:lnTo>
                  <a:pt x="3621824" y="513892"/>
                </a:lnTo>
                <a:lnTo>
                  <a:pt x="3622954" y="514350"/>
                </a:lnTo>
                <a:lnTo>
                  <a:pt x="3625583" y="514350"/>
                </a:lnTo>
                <a:lnTo>
                  <a:pt x="3626701" y="513892"/>
                </a:lnTo>
                <a:lnTo>
                  <a:pt x="3628567" y="512025"/>
                </a:lnTo>
                <a:lnTo>
                  <a:pt x="3629025" y="510908"/>
                </a:lnTo>
                <a:lnTo>
                  <a:pt x="3629025" y="508279"/>
                </a:lnTo>
                <a:close/>
              </a:path>
              <a:path w="4105275" h="1019175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24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24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4105275" h="1019175">
                <a:moveTo>
                  <a:pt x="3676650" y="1013104"/>
                </a:moveTo>
                <a:lnTo>
                  <a:pt x="3676192" y="1011986"/>
                </a:lnTo>
                <a:lnTo>
                  <a:pt x="3674326" y="1010119"/>
                </a:lnTo>
                <a:lnTo>
                  <a:pt x="3673208" y="1009650"/>
                </a:lnTo>
                <a:lnTo>
                  <a:pt x="3670579" y="1009650"/>
                </a:lnTo>
                <a:lnTo>
                  <a:pt x="3669449" y="1010119"/>
                </a:lnTo>
                <a:lnTo>
                  <a:pt x="3667595" y="1011986"/>
                </a:lnTo>
                <a:lnTo>
                  <a:pt x="3667125" y="1013104"/>
                </a:lnTo>
                <a:lnTo>
                  <a:pt x="3667125" y="1015733"/>
                </a:lnTo>
                <a:lnTo>
                  <a:pt x="3667595" y="1016850"/>
                </a:lnTo>
                <a:lnTo>
                  <a:pt x="3669449" y="1018717"/>
                </a:lnTo>
                <a:lnTo>
                  <a:pt x="3670579" y="1019175"/>
                </a:lnTo>
                <a:lnTo>
                  <a:pt x="3673208" y="1019175"/>
                </a:lnTo>
                <a:lnTo>
                  <a:pt x="3674326" y="1018717"/>
                </a:lnTo>
                <a:lnTo>
                  <a:pt x="3676192" y="1016850"/>
                </a:lnTo>
                <a:lnTo>
                  <a:pt x="3676650" y="1015733"/>
                </a:lnTo>
                <a:lnTo>
                  <a:pt x="3676650" y="1013104"/>
                </a:lnTo>
                <a:close/>
              </a:path>
              <a:path w="4105275" h="1019175">
                <a:moveTo>
                  <a:pt x="3676650" y="508279"/>
                </a:moveTo>
                <a:lnTo>
                  <a:pt x="3676192" y="507161"/>
                </a:lnTo>
                <a:lnTo>
                  <a:pt x="3674326" y="505294"/>
                </a:lnTo>
                <a:lnTo>
                  <a:pt x="3673208" y="504825"/>
                </a:lnTo>
                <a:lnTo>
                  <a:pt x="3670579" y="504825"/>
                </a:lnTo>
                <a:lnTo>
                  <a:pt x="3669449" y="505294"/>
                </a:lnTo>
                <a:lnTo>
                  <a:pt x="3667595" y="507161"/>
                </a:lnTo>
                <a:lnTo>
                  <a:pt x="3667125" y="508279"/>
                </a:lnTo>
                <a:lnTo>
                  <a:pt x="3667125" y="510908"/>
                </a:lnTo>
                <a:lnTo>
                  <a:pt x="3667595" y="512025"/>
                </a:lnTo>
                <a:lnTo>
                  <a:pt x="3669449" y="513892"/>
                </a:lnTo>
                <a:lnTo>
                  <a:pt x="3670579" y="514350"/>
                </a:lnTo>
                <a:lnTo>
                  <a:pt x="3673208" y="514350"/>
                </a:lnTo>
                <a:lnTo>
                  <a:pt x="3674326" y="513892"/>
                </a:lnTo>
                <a:lnTo>
                  <a:pt x="3676192" y="512025"/>
                </a:lnTo>
                <a:lnTo>
                  <a:pt x="3676650" y="510908"/>
                </a:lnTo>
                <a:lnTo>
                  <a:pt x="3676650" y="508279"/>
                </a:lnTo>
                <a:close/>
              </a:path>
              <a:path w="4105275" h="1019175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49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49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4105275" h="1019175">
                <a:moveTo>
                  <a:pt x="3724275" y="1013104"/>
                </a:moveTo>
                <a:lnTo>
                  <a:pt x="3723817" y="1011986"/>
                </a:lnTo>
                <a:lnTo>
                  <a:pt x="3721951" y="1010119"/>
                </a:lnTo>
                <a:lnTo>
                  <a:pt x="3720833" y="1009650"/>
                </a:lnTo>
                <a:lnTo>
                  <a:pt x="3718204" y="1009650"/>
                </a:lnTo>
                <a:lnTo>
                  <a:pt x="3717074" y="1010119"/>
                </a:lnTo>
                <a:lnTo>
                  <a:pt x="3715220" y="1011986"/>
                </a:lnTo>
                <a:lnTo>
                  <a:pt x="3714750" y="1013104"/>
                </a:lnTo>
                <a:lnTo>
                  <a:pt x="3714750" y="1015733"/>
                </a:lnTo>
                <a:lnTo>
                  <a:pt x="3715220" y="1016850"/>
                </a:lnTo>
                <a:lnTo>
                  <a:pt x="3717074" y="1018717"/>
                </a:lnTo>
                <a:lnTo>
                  <a:pt x="3718204" y="1019175"/>
                </a:lnTo>
                <a:lnTo>
                  <a:pt x="3720833" y="1019175"/>
                </a:lnTo>
                <a:lnTo>
                  <a:pt x="3721951" y="1018717"/>
                </a:lnTo>
                <a:lnTo>
                  <a:pt x="3723817" y="1016850"/>
                </a:lnTo>
                <a:lnTo>
                  <a:pt x="3724275" y="1015733"/>
                </a:lnTo>
                <a:lnTo>
                  <a:pt x="3724275" y="1013104"/>
                </a:lnTo>
                <a:close/>
              </a:path>
              <a:path w="4105275" h="1019175">
                <a:moveTo>
                  <a:pt x="3724275" y="508279"/>
                </a:moveTo>
                <a:lnTo>
                  <a:pt x="3723817" y="507161"/>
                </a:lnTo>
                <a:lnTo>
                  <a:pt x="3721951" y="505294"/>
                </a:lnTo>
                <a:lnTo>
                  <a:pt x="3720833" y="504825"/>
                </a:lnTo>
                <a:lnTo>
                  <a:pt x="3718204" y="504825"/>
                </a:lnTo>
                <a:lnTo>
                  <a:pt x="3717074" y="505294"/>
                </a:lnTo>
                <a:lnTo>
                  <a:pt x="3715220" y="507161"/>
                </a:lnTo>
                <a:lnTo>
                  <a:pt x="3714750" y="508279"/>
                </a:lnTo>
                <a:lnTo>
                  <a:pt x="3714750" y="510908"/>
                </a:lnTo>
                <a:lnTo>
                  <a:pt x="3715220" y="512025"/>
                </a:lnTo>
                <a:lnTo>
                  <a:pt x="3717074" y="513892"/>
                </a:lnTo>
                <a:lnTo>
                  <a:pt x="3718204" y="514350"/>
                </a:lnTo>
                <a:lnTo>
                  <a:pt x="3720833" y="514350"/>
                </a:lnTo>
                <a:lnTo>
                  <a:pt x="3721951" y="513892"/>
                </a:lnTo>
                <a:lnTo>
                  <a:pt x="3723817" y="512025"/>
                </a:lnTo>
                <a:lnTo>
                  <a:pt x="3724275" y="510908"/>
                </a:lnTo>
                <a:lnTo>
                  <a:pt x="3724275" y="508279"/>
                </a:lnTo>
                <a:close/>
              </a:path>
              <a:path w="4105275" h="1019175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74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74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4105275" h="1019175">
                <a:moveTo>
                  <a:pt x="3771900" y="1013104"/>
                </a:moveTo>
                <a:lnTo>
                  <a:pt x="3771442" y="1011986"/>
                </a:lnTo>
                <a:lnTo>
                  <a:pt x="3769576" y="1010119"/>
                </a:lnTo>
                <a:lnTo>
                  <a:pt x="3768458" y="1009650"/>
                </a:lnTo>
                <a:lnTo>
                  <a:pt x="3765829" y="1009650"/>
                </a:lnTo>
                <a:lnTo>
                  <a:pt x="3764699" y="1010119"/>
                </a:lnTo>
                <a:lnTo>
                  <a:pt x="3762845" y="1011986"/>
                </a:lnTo>
                <a:lnTo>
                  <a:pt x="3762375" y="1013104"/>
                </a:lnTo>
                <a:lnTo>
                  <a:pt x="3762375" y="1015733"/>
                </a:lnTo>
                <a:lnTo>
                  <a:pt x="3762845" y="1016850"/>
                </a:lnTo>
                <a:lnTo>
                  <a:pt x="3764699" y="1018717"/>
                </a:lnTo>
                <a:lnTo>
                  <a:pt x="3765829" y="1019175"/>
                </a:lnTo>
                <a:lnTo>
                  <a:pt x="3768458" y="1019175"/>
                </a:lnTo>
                <a:lnTo>
                  <a:pt x="3769576" y="1018717"/>
                </a:lnTo>
                <a:lnTo>
                  <a:pt x="3771442" y="1016850"/>
                </a:lnTo>
                <a:lnTo>
                  <a:pt x="3771900" y="1015733"/>
                </a:lnTo>
                <a:lnTo>
                  <a:pt x="3771900" y="1013104"/>
                </a:lnTo>
                <a:close/>
              </a:path>
              <a:path w="4105275" h="1019175">
                <a:moveTo>
                  <a:pt x="3771900" y="508279"/>
                </a:moveTo>
                <a:lnTo>
                  <a:pt x="3771442" y="507161"/>
                </a:lnTo>
                <a:lnTo>
                  <a:pt x="3769576" y="505294"/>
                </a:lnTo>
                <a:lnTo>
                  <a:pt x="3768458" y="504825"/>
                </a:lnTo>
                <a:lnTo>
                  <a:pt x="3765829" y="504825"/>
                </a:lnTo>
                <a:lnTo>
                  <a:pt x="3764699" y="505294"/>
                </a:lnTo>
                <a:lnTo>
                  <a:pt x="3762845" y="507161"/>
                </a:lnTo>
                <a:lnTo>
                  <a:pt x="3762375" y="508279"/>
                </a:lnTo>
                <a:lnTo>
                  <a:pt x="3762375" y="510908"/>
                </a:lnTo>
                <a:lnTo>
                  <a:pt x="3762845" y="512025"/>
                </a:lnTo>
                <a:lnTo>
                  <a:pt x="3764699" y="513892"/>
                </a:lnTo>
                <a:lnTo>
                  <a:pt x="3765829" y="514350"/>
                </a:lnTo>
                <a:lnTo>
                  <a:pt x="3768458" y="514350"/>
                </a:lnTo>
                <a:lnTo>
                  <a:pt x="3769576" y="513892"/>
                </a:lnTo>
                <a:lnTo>
                  <a:pt x="3771442" y="512025"/>
                </a:lnTo>
                <a:lnTo>
                  <a:pt x="3771900" y="510908"/>
                </a:lnTo>
                <a:lnTo>
                  <a:pt x="3771900" y="508279"/>
                </a:lnTo>
                <a:close/>
              </a:path>
              <a:path w="4105275" h="1019175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699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699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4105275" h="1019175">
                <a:moveTo>
                  <a:pt x="3819525" y="1013104"/>
                </a:moveTo>
                <a:lnTo>
                  <a:pt x="3819067" y="1011986"/>
                </a:lnTo>
                <a:lnTo>
                  <a:pt x="3817201" y="1010119"/>
                </a:lnTo>
                <a:lnTo>
                  <a:pt x="3816083" y="1009650"/>
                </a:lnTo>
                <a:lnTo>
                  <a:pt x="3813454" y="1009650"/>
                </a:lnTo>
                <a:lnTo>
                  <a:pt x="3812324" y="1010119"/>
                </a:lnTo>
                <a:lnTo>
                  <a:pt x="3810470" y="1011986"/>
                </a:lnTo>
                <a:lnTo>
                  <a:pt x="3810000" y="1013104"/>
                </a:lnTo>
                <a:lnTo>
                  <a:pt x="3810000" y="1015733"/>
                </a:lnTo>
                <a:lnTo>
                  <a:pt x="3810470" y="1016850"/>
                </a:lnTo>
                <a:lnTo>
                  <a:pt x="3812324" y="1018717"/>
                </a:lnTo>
                <a:lnTo>
                  <a:pt x="3813454" y="1019175"/>
                </a:lnTo>
                <a:lnTo>
                  <a:pt x="3816083" y="1019175"/>
                </a:lnTo>
                <a:lnTo>
                  <a:pt x="3817201" y="1018717"/>
                </a:lnTo>
                <a:lnTo>
                  <a:pt x="3819067" y="1016850"/>
                </a:lnTo>
                <a:lnTo>
                  <a:pt x="3819525" y="1015733"/>
                </a:lnTo>
                <a:lnTo>
                  <a:pt x="3819525" y="1013104"/>
                </a:lnTo>
                <a:close/>
              </a:path>
              <a:path w="4105275" h="1019175">
                <a:moveTo>
                  <a:pt x="3819525" y="508279"/>
                </a:moveTo>
                <a:lnTo>
                  <a:pt x="3819067" y="507161"/>
                </a:lnTo>
                <a:lnTo>
                  <a:pt x="3817201" y="505294"/>
                </a:lnTo>
                <a:lnTo>
                  <a:pt x="3816083" y="504825"/>
                </a:lnTo>
                <a:lnTo>
                  <a:pt x="3813454" y="504825"/>
                </a:lnTo>
                <a:lnTo>
                  <a:pt x="3812324" y="505294"/>
                </a:lnTo>
                <a:lnTo>
                  <a:pt x="3810470" y="507161"/>
                </a:lnTo>
                <a:lnTo>
                  <a:pt x="3810000" y="508279"/>
                </a:lnTo>
                <a:lnTo>
                  <a:pt x="3810000" y="510908"/>
                </a:lnTo>
                <a:lnTo>
                  <a:pt x="3810470" y="512025"/>
                </a:lnTo>
                <a:lnTo>
                  <a:pt x="3812324" y="513892"/>
                </a:lnTo>
                <a:lnTo>
                  <a:pt x="3813454" y="514350"/>
                </a:lnTo>
                <a:lnTo>
                  <a:pt x="3816083" y="514350"/>
                </a:lnTo>
                <a:lnTo>
                  <a:pt x="3817201" y="513892"/>
                </a:lnTo>
                <a:lnTo>
                  <a:pt x="3819067" y="512025"/>
                </a:lnTo>
                <a:lnTo>
                  <a:pt x="3819525" y="510908"/>
                </a:lnTo>
                <a:lnTo>
                  <a:pt x="3819525" y="508279"/>
                </a:lnTo>
                <a:close/>
              </a:path>
              <a:path w="4105275" h="1019175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24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24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4105275" h="1019175">
                <a:moveTo>
                  <a:pt x="3867150" y="1013104"/>
                </a:moveTo>
                <a:lnTo>
                  <a:pt x="3866692" y="1011986"/>
                </a:lnTo>
                <a:lnTo>
                  <a:pt x="3864826" y="1010119"/>
                </a:lnTo>
                <a:lnTo>
                  <a:pt x="3863708" y="1009650"/>
                </a:lnTo>
                <a:lnTo>
                  <a:pt x="3861079" y="1009650"/>
                </a:lnTo>
                <a:lnTo>
                  <a:pt x="3859949" y="1010119"/>
                </a:lnTo>
                <a:lnTo>
                  <a:pt x="3858095" y="1011986"/>
                </a:lnTo>
                <a:lnTo>
                  <a:pt x="3857625" y="1013104"/>
                </a:lnTo>
                <a:lnTo>
                  <a:pt x="3857625" y="1015733"/>
                </a:lnTo>
                <a:lnTo>
                  <a:pt x="3858095" y="1016850"/>
                </a:lnTo>
                <a:lnTo>
                  <a:pt x="3859949" y="1018717"/>
                </a:lnTo>
                <a:lnTo>
                  <a:pt x="3861079" y="1019175"/>
                </a:lnTo>
                <a:lnTo>
                  <a:pt x="3863708" y="1019175"/>
                </a:lnTo>
                <a:lnTo>
                  <a:pt x="3864826" y="1018717"/>
                </a:lnTo>
                <a:lnTo>
                  <a:pt x="3866692" y="1016850"/>
                </a:lnTo>
                <a:lnTo>
                  <a:pt x="3867150" y="1015733"/>
                </a:lnTo>
                <a:lnTo>
                  <a:pt x="3867150" y="1013104"/>
                </a:lnTo>
                <a:close/>
              </a:path>
              <a:path w="4105275" h="1019175">
                <a:moveTo>
                  <a:pt x="3867150" y="508279"/>
                </a:moveTo>
                <a:lnTo>
                  <a:pt x="3866692" y="507161"/>
                </a:lnTo>
                <a:lnTo>
                  <a:pt x="3864826" y="505294"/>
                </a:lnTo>
                <a:lnTo>
                  <a:pt x="3863708" y="504825"/>
                </a:lnTo>
                <a:lnTo>
                  <a:pt x="3861079" y="504825"/>
                </a:lnTo>
                <a:lnTo>
                  <a:pt x="3859949" y="505294"/>
                </a:lnTo>
                <a:lnTo>
                  <a:pt x="3858095" y="507161"/>
                </a:lnTo>
                <a:lnTo>
                  <a:pt x="3857625" y="508279"/>
                </a:lnTo>
                <a:lnTo>
                  <a:pt x="3857625" y="510908"/>
                </a:lnTo>
                <a:lnTo>
                  <a:pt x="3858095" y="512025"/>
                </a:lnTo>
                <a:lnTo>
                  <a:pt x="3859949" y="513892"/>
                </a:lnTo>
                <a:lnTo>
                  <a:pt x="3861079" y="514350"/>
                </a:lnTo>
                <a:lnTo>
                  <a:pt x="3863708" y="514350"/>
                </a:lnTo>
                <a:lnTo>
                  <a:pt x="3864826" y="513892"/>
                </a:lnTo>
                <a:lnTo>
                  <a:pt x="3866692" y="512025"/>
                </a:lnTo>
                <a:lnTo>
                  <a:pt x="3867150" y="510908"/>
                </a:lnTo>
                <a:lnTo>
                  <a:pt x="3867150" y="508279"/>
                </a:lnTo>
                <a:close/>
              </a:path>
              <a:path w="4105275" h="1019175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4105275" h="1019175">
                <a:moveTo>
                  <a:pt x="3914775" y="1013104"/>
                </a:moveTo>
                <a:lnTo>
                  <a:pt x="3914317" y="1011986"/>
                </a:lnTo>
                <a:lnTo>
                  <a:pt x="3912451" y="1010119"/>
                </a:lnTo>
                <a:lnTo>
                  <a:pt x="3911333" y="1009650"/>
                </a:lnTo>
                <a:lnTo>
                  <a:pt x="3908704" y="1009650"/>
                </a:lnTo>
                <a:lnTo>
                  <a:pt x="3907574" y="1010119"/>
                </a:lnTo>
                <a:lnTo>
                  <a:pt x="3905720" y="1011986"/>
                </a:lnTo>
                <a:lnTo>
                  <a:pt x="3905250" y="1013104"/>
                </a:lnTo>
                <a:lnTo>
                  <a:pt x="3905250" y="1015733"/>
                </a:lnTo>
                <a:lnTo>
                  <a:pt x="3905720" y="1016850"/>
                </a:lnTo>
                <a:lnTo>
                  <a:pt x="3907574" y="1018717"/>
                </a:lnTo>
                <a:lnTo>
                  <a:pt x="3908704" y="1019175"/>
                </a:lnTo>
                <a:lnTo>
                  <a:pt x="3911333" y="1019175"/>
                </a:lnTo>
                <a:lnTo>
                  <a:pt x="3912451" y="1018717"/>
                </a:lnTo>
                <a:lnTo>
                  <a:pt x="3914317" y="1016850"/>
                </a:lnTo>
                <a:lnTo>
                  <a:pt x="3914775" y="1015733"/>
                </a:lnTo>
                <a:lnTo>
                  <a:pt x="3914775" y="1013104"/>
                </a:lnTo>
                <a:close/>
              </a:path>
              <a:path w="4105275" h="1019175">
                <a:moveTo>
                  <a:pt x="3914775" y="508279"/>
                </a:moveTo>
                <a:lnTo>
                  <a:pt x="3914317" y="507161"/>
                </a:lnTo>
                <a:lnTo>
                  <a:pt x="3912451" y="505294"/>
                </a:lnTo>
                <a:lnTo>
                  <a:pt x="3911333" y="504825"/>
                </a:lnTo>
                <a:lnTo>
                  <a:pt x="3908704" y="504825"/>
                </a:lnTo>
                <a:lnTo>
                  <a:pt x="3907574" y="505294"/>
                </a:lnTo>
                <a:lnTo>
                  <a:pt x="3905720" y="507161"/>
                </a:lnTo>
                <a:lnTo>
                  <a:pt x="3905250" y="508279"/>
                </a:lnTo>
                <a:lnTo>
                  <a:pt x="3905250" y="510908"/>
                </a:lnTo>
                <a:lnTo>
                  <a:pt x="3905720" y="512025"/>
                </a:lnTo>
                <a:lnTo>
                  <a:pt x="3907574" y="513892"/>
                </a:lnTo>
                <a:lnTo>
                  <a:pt x="3908704" y="514350"/>
                </a:lnTo>
                <a:lnTo>
                  <a:pt x="3911333" y="514350"/>
                </a:lnTo>
                <a:lnTo>
                  <a:pt x="3912451" y="513892"/>
                </a:lnTo>
                <a:lnTo>
                  <a:pt x="3914317" y="512025"/>
                </a:lnTo>
                <a:lnTo>
                  <a:pt x="3914775" y="510908"/>
                </a:lnTo>
                <a:lnTo>
                  <a:pt x="3914775" y="508279"/>
                </a:lnTo>
                <a:close/>
              </a:path>
              <a:path w="4105275" h="1019175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4105275" h="1019175">
                <a:moveTo>
                  <a:pt x="3962400" y="1013104"/>
                </a:moveTo>
                <a:lnTo>
                  <a:pt x="3961942" y="1011986"/>
                </a:lnTo>
                <a:lnTo>
                  <a:pt x="3960076" y="1010119"/>
                </a:lnTo>
                <a:lnTo>
                  <a:pt x="3958958" y="1009650"/>
                </a:lnTo>
                <a:lnTo>
                  <a:pt x="3956329" y="1009650"/>
                </a:lnTo>
                <a:lnTo>
                  <a:pt x="3955199" y="1010119"/>
                </a:lnTo>
                <a:lnTo>
                  <a:pt x="3953345" y="1011986"/>
                </a:lnTo>
                <a:lnTo>
                  <a:pt x="3952875" y="1013104"/>
                </a:lnTo>
                <a:lnTo>
                  <a:pt x="3952875" y="1015733"/>
                </a:lnTo>
                <a:lnTo>
                  <a:pt x="3953345" y="1016850"/>
                </a:lnTo>
                <a:lnTo>
                  <a:pt x="3955199" y="1018717"/>
                </a:lnTo>
                <a:lnTo>
                  <a:pt x="3956329" y="1019175"/>
                </a:lnTo>
                <a:lnTo>
                  <a:pt x="3958958" y="1019175"/>
                </a:lnTo>
                <a:lnTo>
                  <a:pt x="3960076" y="1018717"/>
                </a:lnTo>
                <a:lnTo>
                  <a:pt x="3961942" y="1016850"/>
                </a:lnTo>
                <a:lnTo>
                  <a:pt x="3962400" y="1015733"/>
                </a:lnTo>
                <a:lnTo>
                  <a:pt x="3962400" y="1013104"/>
                </a:lnTo>
                <a:close/>
              </a:path>
              <a:path w="4105275" h="1019175">
                <a:moveTo>
                  <a:pt x="3962400" y="508279"/>
                </a:moveTo>
                <a:lnTo>
                  <a:pt x="3961942" y="507161"/>
                </a:lnTo>
                <a:lnTo>
                  <a:pt x="3960076" y="505294"/>
                </a:lnTo>
                <a:lnTo>
                  <a:pt x="3958958" y="504825"/>
                </a:lnTo>
                <a:lnTo>
                  <a:pt x="3956329" y="504825"/>
                </a:lnTo>
                <a:lnTo>
                  <a:pt x="3955199" y="505294"/>
                </a:lnTo>
                <a:lnTo>
                  <a:pt x="3953345" y="507161"/>
                </a:lnTo>
                <a:lnTo>
                  <a:pt x="3952875" y="508279"/>
                </a:lnTo>
                <a:lnTo>
                  <a:pt x="3952875" y="510908"/>
                </a:lnTo>
                <a:lnTo>
                  <a:pt x="3953345" y="512025"/>
                </a:lnTo>
                <a:lnTo>
                  <a:pt x="3955199" y="513892"/>
                </a:lnTo>
                <a:lnTo>
                  <a:pt x="3956329" y="514350"/>
                </a:lnTo>
                <a:lnTo>
                  <a:pt x="3958958" y="514350"/>
                </a:lnTo>
                <a:lnTo>
                  <a:pt x="3960076" y="513892"/>
                </a:lnTo>
                <a:lnTo>
                  <a:pt x="3961942" y="512025"/>
                </a:lnTo>
                <a:lnTo>
                  <a:pt x="3962400" y="510908"/>
                </a:lnTo>
                <a:lnTo>
                  <a:pt x="3962400" y="508279"/>
                </a:lnTo>
                <a:close/>
              </a:path>
              <a:path w="4105275" h="1019175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199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199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4105275" h="1019175">
                <a:moveTo>
                  <a:pt x="4010025" y="1013104"/>
                </a:moveTo>
                <a:lnTo>
                  <a:pt x="4009567" y="1011986"/>
                </a:lnTo>
                <a:lnTo>
                  <a:pt x="4007701" y="1010119"/>
                </a:lnTo>
                <a:lnTo>
                  <a:pt x="4006583" y="1009650"/>
                </a:lnTo>
                <a:lnTo>
                  <a:pt x="4003954" y="1009650"/>
                </a:lnTo>
                <a:lnTo>
                  <a:pt x="4002824" y="1010119"/>
                </a:lnTo>
                <a:lnTo>
                  <a:pt x="4000970" y="1011986"/>
                </a:lnTo>
                <a:lnTo>
                  <a:pt x="4000500" y="1013104"/>
                </a:lnTo>
                <a:lnTo>
                  <a:pt x="4000500" y="1015733"/>
                </a:lnTo>
                <a:lnTo>
                  <a:pt x="4000970" y="1016850"/>
                </a:lnTo>
                <a:lnTo>
                  <a:pt x="4002824" y="1018717"/>
                </a:lnTo>
                <a:lnTo>
                  <a:pt x="4003954" y="1019175"/>
                </a:lnTo>
                <a:lnTo>
                  <a:pt x="4006583" y="1019175"/>
                </a:lnTo>
                <a:lnTo>
                  <a:pt x="4007701" y="1018717"/>
                </a:lnTo>
                <a:lnTo>
                  <a:pt x="4009567" y="1016850"/>
                </a:lnTo>
                <a:lnTo>
                  <a:pt x="4010025" y="1015733"/>
                </a:lnTo>
                <a:lnTo>
                  <a:pt x="4010025" y="1013104"/>
                </a:lnTo>
                <a:close/>
              </a:path>
              <a:path w="4105275" h="1019175">
                <a:moveTo>
                  <a:pt x="4010025" y="508279"/>
                </a:moveTo>
                <a:lnTo>
                  <a:pt x="4009567" y="507161"/>
                </a:lnTo>
                <a:lnTo>
                  <a:pt x="4007701" y="505294"/>
                </a:lnTo>
                <a:lnTo>
                  <a:pt x="4006583" y="504825"/>
                </a:lnTo>
                <a:lnTo>
                  <a:pt x="4003954" y="504825"/>
                </a:lnTo>
                <a:lnTo>
                  <a:pt x="4002824" y="505294"/>
                </a:lnTo>
                <a:lnTo>
                  <a:pt x="4000970" y="507161"/>
                </a:lnTo>
                <a:lnTo>
                  <a:pt x="4000500" y="508279"/>
                </a:lnTo>
                <a:lnTo>
                  <a:pt x="4000500" y="510908"/>
                </a:lnTo>
                <a:lnTo>
                  <a:pt x="4000970" y="512025"/>
                </a:lnTo>
                <a:lnTo>
                  <a:pt x="4002824" y="513892"/>
                </a:lnTo>
                <a:lnTo>
                  <a:pt x="4003954" y="514350"/>
                </a:lnTo>
                <a:lnTo>
                  <a:pt x="4006583" y="514350"/>
                </a:lnTo>
                <a:lnTo>
                  <a:pt x="4007701" y="513892"/>
                </a:lnTo>
                <a:lnTo>
                  <a:pt x="4009567" y="512025"/>
                </a:lnTo>
                <a:lnTo>
                  <a:pt x="4010025" y="510908"/>
                </a:lnTo>
                <a:lnTo>
                  <a:pt x="4010025" y="508279"/>
                </a:lnTo>
                <a:close/>
              </a:path>
              <a:path w="4105275" h="1019175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24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24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4105275" h="1019175">
                <a:moveTo>
                  <a:pt x="4057650" y="1013104"/>
                </a:moveTo>
                <a:lnTo>
                  <a:pt x="4057192" y="1011986"/>
                </a:lnTo>
                <a:lnTo>
                  <a:pt x="4055326" y="1010119"/>
                </a:lnTo>
                <a:lnTo>
                  <a:pt x="4054208" y="1009650"/>
                </a:lnTo>
                <a:lnTo>
                  <a:pt x="4051579" y="1009650"/>
                </a:lnTo>
                <a:lnTo>
                  <a:pt x="4050449" y="1010119"/>
                </a:lnTo>
                <a:lnTo>
                  <a:pt x="4048595" y="1011986"/>
                </a:lnTo>
                <a:lnTo>
                  <a:pt x="4048125" y="1013104"/>
                </a:lnTo>
                <a:lnTo>
                  <a:pt x="4048125" y="1015733"/>
                </a:lnTo>
                <a:lnTo>
                  <a:pt x="4048595" y="1016850"/>
                </a:lnTo>
                <a:lnTo>
                  <a:pt x="4050449" y="1018717"/>
                </a:lnTo>
                <a:lnTo>
                  <a:pt x="4051579" y="1019175"/>
                </a:lnTo>
                <a:lnTo>
                  <a:pt x="4054208" y="1019175"/>
                </a:lnTo>
                <a:lnTo>
                  <a:pt x="4055326" y="1018717"/>
                </a:lnTo>
                <a:lnTo>
                  <a:pt x="4057192" y="1016850"/>
                </a:lnTo>
                <a:lnTo>
                  <a:pt x="4057650" y="1015733"/>
                </a:lnTo>
                <a:lnTo>
                  <a:pt x="4057650" y="1013104"/>
                </a:lnTo>
                <a:close/>
              </a:path>
              <a:path w="4105275" h="1019175">
                <a:moveTo>
                  <a:pt x="4057650" y="508279"/>
                </a:moveTo>
                <a:lnTo>
                  <a:pt x="4057192" y="507161"/>
                </a:lnTo>
                <a:lnTo>
                  <a:pt x="4055326" y="505294"/>
                </a:lnTo>
                <a:lnTo>
                  <a:pt x="4054208" y="504825"/>
                </a:lnTo>
                <a:lnTo>
                  <a:pt x="4051579" y="504825"/>
                </a:lnTo>
                <a:lnTo>
                  <a:pt x="4050449" y="505294"/>
                </a:lnTo>
                <a:lnTo>
                  <a:pt x="4048595" y="507161"/>
                </a:lnTo>
                <a:lnTo>
                  <a:pt x="4048125" y="508279"/>
                </a:lnTo>
                <a:lnTo>
                  <a:pt x="4048125" y="510908"/>
                </a:lnTo>
                <a:lnTo>
                  <a:pt x="4048595" y="512025"/>
                </a:lnTo>
                <a:lnTo>
                  <a:pt x="4050449" y="513892"/>
                </a:lnTo>
                <a:lnTo>
                  <a:pt x="4051579" y="514350"/>
                </a:lnTo>
                <a:lnTo>
                  <a:pt x="4054208" y="514350"/>
                </a:lnTo>
                <a:lnTo>
                  <a:pt x="4055326" y="513892"/>
                </a:lnTo>
                <a:lnTo>
                  <a:pt x="4057192" y="512025"/>
                </a:lnTo>
                <a:lnTo>
                  <a:pt x="4057650" y="510908"/>
                </a:lnTo>
                <a:lnTo>
                  <a:pt x="4057650" y="508279"/>
                </a:lnTo>
                <a:close/>
              </a:path>
              <a:path w="4105275" h="1019175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49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49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4105275" h="1019175">
                <a:moveTo>
                  <a:pt x="4105275" y="1013104"/>
                </a:moveTo>
                <a:lnTo>
                  <a:pt x="4104817" y="1011986"/>
                </a:lnTo>
                <a:lnTo>
                  <a:pt x="4102951" y="1010119"/>
                </a:lnTo>
                <a:lnTo>
                  <a:pt x="4101833" y="1009650"/>
                </a:lnTo>
                <a:lnTo>
                  <a:pt x="4099204" y="1009650"/>
                </a:lnTo>
                <a:lnTo>
                  <a:pt x="4098074" y="1010119"/>
                </a:lnTo>
                <a:lnTo>
                  <a:pt x="4096220" y="1011986"/>
                </a:lnTo>
                <a:lnTo>
                  <a:pt x="4095750" y="1013104"/>
                </a:lnTo>
                <a:lnTo>
                  <a:pt x="4095750" y="1015733"/>
                </a:lnTo>
                <a:lnTo>
                  <a:pt x="4096220" y="1016850"/>
                </a:lnTo>
                <a:lnTo>
                  <a:pt x="4098074" y="1018717"/>
                </a:lnTo>
                <a:lnTo>
                  <a:pt x="4099204" y="1019175"/>
                </a:lnTo>
                <a:lnTo>
                  <a:pt x="4101833" y="1019175"/>
                </a:lnTo>
                <a:lnTo>
                  <a:pt x="4102951" y="1018717"/>
                </a:lnTo>
                <a:lnTo>
                  <a:pt x="4104817" y="1016850"/>
                </a:lnTo>
                <a:lnTo>
                  <a:pt x="4105275" y="1015733"/>
                </a:lnTo>
                <a:lnTo>
                  <a:pt x="4105275" y="1013104"/>
                </a:lnTo>
                <a:close/>
              </a:path>
              <a:path w="4105275" h="1019175">
                <a:moveTo>
                  <a:pt x="4105275" y="508279"/>
                </a:moveTo>
                <a:lnTo>
                  <a:pt x="4104817" y="507161"/>
                </a:lnTo>
                <a:lnTo>
                  <a:pt x="4102951" y="505294"/>
                </a:lnTo>
                <a:lnTo>
                  <a:pt x="4101833" y="504825"/>
                </a:lnTo>
                <a:lnTo>
                  <a:pt x="4099204" y="504825"/>
                </a:lnTo>
                <a:lnTo>
                  <a:pt x="4098074" y="505294"/>
                </a:lnTo>
                <a:lnTo>
                  <a:pt x="4096220" y="507161"/>
                </a:lnTo>
                <a:lnTo>
                  <a:pt x="4095750" y="508279"/>
                </a:lnTo>
                <a:lnTo>
                  <a:pt x="4095750" y="510908"/>
                </a:lnTo>
                <a:lnTo>
                  <a:pt x="4096220" y="512025"/>
                </a:lnTo>
                <a:lnTo>
                  <a:pt x="4098074" y="513892"/>
                </a:lnTo>
                <a:lnTo>
                  <a:pt x="4099204" y="514350"/>
                </a:lnTo>
                <a:lnTo>
                  <a:pt x="4101833" y="514350"/>
                </a:lnTo>
                <a:lnTo>
                  <a:pt x="4102951" y="513892"/>
                </a:lnTo>
                <a:lnTo>
                  <a:pt x="4104817" y="512025"/>
                </a:lnTo>
                <a:lnTo>
                  <a:pt x="4105275" y="510908"/>
                </a:lnTo>
                <a:lnTo>
                  <a:pt x="4105275" y="508279"/>
                </a:lnTo>
                <a:close/>
              </a:path>
              <a:path w="4105275" h="1019175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74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74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7926982" y="5819873"/>
            <a:ext cx="248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865367" y="5315049"/>
            <a:ext cx="310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10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699209" y="5046600"/>
            <a:ext cx="139700" cy="7086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4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252423"/>
                </a:solidFill>
                <a:latin typeface="Trebuchet MS"/>
                <a:cs typeface="Trebuchet MS"/>
              </a:rPr>
              <a:t>Lucro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678968" y="5930899"/>
            <a:ext cx="334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Trim</a:t>
            </a:r>
            <a:r>
              <a:rPr sz="900" spc="-4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413754" y="5930899"/>
            <a:ext cx="334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Trim</a:t>
            </a:r>
            <a:r>
              <a:rPr sz="900" spc="-4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2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960867" y="5915659"/>
            <a:ext cx="709295" cy="3302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Trim</a:t>
            </a:r>
            <a:r>
              <a:rPr sz="900" spc="-4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3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00" spc="-65" dirty="0">
                <a:solidFill>
                  <a:srgbClr val="252423"/>
                </a:solidFill>
                <a:latin typeface="Trebuchet MS"/>
                <a:cs typeface="Trebuchet MS"/>
              </a:rPr>
              <a:t>Data</a:t>
            </a:r>
            <a:r>
              <a:rPr sz="900" spc="-5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35" dirty="0">
                <a:solidFill>
                  <a:srgbClr val="252423"/>
                </a:solidFill>
                <a:latin typeface="Trebuchet MS"/>
                <a:cs typeface="Trebuchet MS"/>
              </a:rPr>
              <a:t>Trimestre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0883324" y="5930899"/>
            <a:ext cx="334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Trim</a:t>
            </a:r>
            <a:r>
              <a:rPr sz="900" spc="-4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4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652340" y="5930899"/>
            <a:ext cx="2660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Total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7722869" y="4634483"/>
            <a:ext cx="4336415" cy="1271270"/>
            <a:chOff x="7722869" y="4634483"/>
            <a:chExt cx="4336415" cy="1271270"/>
          </a:xfrm>
        </p:grpSpPr>
        <p:sp>
          <p:nvSpPr>
            <p:cNvPr id="78" name="object 78"/>
            <p:cNvSpPr/>
            <p:nvPr/>
          </p:nvSpPr>
          <p:spPr>
            <a:xfrm>
              <a:off x="8552078" y="5052669"/>
              <a:ext cx="2772410" cy="853440"/>
            </a:xfrm>
            <a:custGeom>
              <a:avLst/>
              <a:gdLst/>
              <a:ahLst/>
              <a:cxnLst/>
              <a:rect l="l" t="t" r="r" b="b"/>
              <a:pathLst>
                <a:path w="2772409" h="853439">
                  <a:moveTo>
                    <a:pt x="567563" y="719950"/>
                  </a:moveTo>
                  <a:lnTo>
                    <a:pt x="0" y="719950"/>
                  </a:lnTo>
                  <a:lnTo>
                    <a:pt x="0" y="852830"/>
                  </a:lnTo>
                  <a:lnTo>
                    <a:pt x="567563" y="852830"/>
                  </a:lnTo>
                  <a:lnTo>
                    <a:pt x="567563" y="719950"/>
                  </a:lnTo>
                  <a:close/>
                </a:path>
                <a:path w="2772409" h="853439">
                  <a:moveTo>
                    <a:pt x="1302346" y="556768"/>
                  </a:moveTo>
                  <a:lnTo>
                    <a:pt x="734783" y="556768"/>
                  </a:lnTo>
                  <a:lnTo>
                    <a:pt x="734783" y="719950"/>
                  </a:lnTo>
                  <a:lnTo>
                    <a:pt x="1302346" y="719950"/>
                  </a:lnTo>
                  <a:lnTo>
                    <a:pt x="1302346" y="556768"/>
                  </a:lnTo>
                  <a:close/>
                </a:path>
                <a:path w="2772409" h="853439">
                  <a:moveTo>
                    <a:pt x="2037130" y="379996"/>
                  </a:moveTo>
                  <a:lnTo>
                    <a:pt x="1469580" y="379996"/>
                  </a:lnTo>
                  <a:lnTo>
                    <a:pt x="1469580" y="556768"/>
                  </a:lnTo>
                  <a:lnTo>
                    <a:pt x="2037130" y="556768"/>
                  </a:lnTo>
                  <a:lnTo>
                    <a:pt x="2037130" y="379996"/>
                  </a:lnTo>
                  <a:close/>
                </a:path>
                <a:path w="2772409" h="853439">
                  <a:moveTo>
                    <a:pt x="2771914" y="0"/>
                  </a:moveTo>
                  <a:lnTo>
                    <a:pt x="2204364" y="0"/>
                  </a:lnTo>
                  <a:lnTo>
                    <a:pt x="2204364" y="379996"/>
                  </a:lnTo>
                  <a:lnTo>
                    <a:pt x="2771914" y="379996"/>
                  </a:lnTo>
                  <a:lnTo>
                    <a:pt x="2771914" y="0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1491231" y="5052663"/>
              <a:ext cx="567690" cy="853440"/>
            </a:xfrm>
            <a:custGeom>
              <a:avLst/>
              <a:gdLst/>
              <a:ahLst/>
              <a:cxnLst/>
              <a:rect l="l" t="t" r="r" b="b"/>
              <a:pathLst>
                <a:path w="567690" h="853439">
                  <a:moveTo>
                    <a:pt x="567558" y="852836"/>
                  </a:moveTo>
                  <a:lnTo>
                    <a:pt x="0" y="852836"/>
                  </a:lnTo>
                  <a:lnTo>
                    <a:pt x="0" y="0"/>
                  </a:lnTo>
                  <a:lnTo>
                    <a:pt x="567558" y="0"/>
                  </a:lnTo>
                  <a:lnTo>
                    <a:pt x="567558" y="85283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552088" y="5052663"/>
              <a:ext cx="3507104" cy="720090"/>
            </a:xfrm>
            <a:custGeom>
              <a:avLst/>
              <a:gdLst/>
              <a:ahLst/>
              <a:cxnLst/>
              <a:rect l="l" t="t" r="r" b="b"/>
              <a:pathLst>
                <a:path w="3507104" h="720089">
                  <a:moveTo>
                    <a:pt x="0" y="719943"/>
                  </a:moveTo>
                  <a:lnTo>
                    <a:pt x="1302344" y="719943"/>
                  </a:lnTo>
                </a:path>
                <a:path w="3507104" h="720089">
                  <a:moveTo>
                    <a:pt x="734785" y="556765"/>
                  </a:moveTo>
                  <a:lnTo>
                    <a:pt x="2037129" y="556765"/>
                  </a:lnTo>
                </a:path>
                <a:path w="3507104" h="720089">
                  <a:moveTo>
                    <a:pt x="1469571" y="379992"/>
                  </a:moveTo>
                  <a:lnTo>
                    <a:pt x="2771915" y="379992"/>
                  </a:lnTo>
                </a:path>
                <a:path w="3507104" h="720089">
                  <a:moveTo>
                    <a:pt x="2204356" y="0"/>
                  </a:moveTo>
                  <a:lnTo>
                    <a:pt x="3506701" y="0"/>
                  </a:lnTo>
                </a:path>
              </a:pathLst>
            </a:custGeom>
            <a:ln w="9524">
              <a:solidFill>
                <a:srgbClr val="B3B0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2869" y="4634483"/>
              <a:ext cx="95249" cy="95249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89619" y="4634483"/>
              <a:ext cx="95249" cy="95249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80169" y="4634483"/>
              <a:ext cx="95249" cy="95249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7702550" y="4276788"/>
            <a:ext cx="21088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Lucro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Trimestre</a:t>
            </a:r>
            <a:endParaRPr sz="1400">
              <a:latin typeface="Trebuchet MS"/>
              <a:cs typeface="Trebuchet MS"/>
            </a:endParaRPr>
          </a:p>
          <a:p>
            <a:pPr marL="175260" marR="467359" indent="-43180">
              <a:lnSpc>
                <a:spcPct val="155200"/>
              </a:lnSpc>
              <a:spcBef>
                <a:spcPts val="245"/>
              </a:spcBef>
              <a:tabLst>
                <a:tab pos="795655" algn="l"/>
                <a:tab pos="1392555" algn="l"/>
              </a:tabLst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Aumentar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Diminuir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Total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223</Words>
  <Application>Microsoft Office PowerPoint</Application>
  <PresentationFormat>Personalizar</PresentationFormat>
  <Paragraphs>95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 MT</vt:lpstr>
      <vt:lpstr>Calibri</vt:lpstr>
      <vt:lpstr>Segoe UI</vt:lpstr>
      <vt:lpstr>Tahoma</vt:lpstr>
      <vt:lpstr>Trebuchet MS</vt:lpstr>
      <vt:lpstr>Office Theme</vt:lpstr>
      <vt:lpstr>Formação Power BI Analyst</vt:lpstr>
      <vt:lpstr>FORMAÇÃO BI ANALYST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Vinicius Augusto</cp:lastModifiedBy>
  <cp:revision>1</cp:revision>
  <dcterms:created xsi:type="dcterms:W3CDTF">2025-12-06T05:37:45Z</dcterms:created>
  <dcterms:modified xsi:type="dcterms:W3CDTF">2025-12-06T05:38:29Z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2025-12-06T00:00:00Z</vt:filetime>
  </property>
  <property fmtid="{D5CDD505-2E9C-101B-9397-08002B2CF9AE}" pid="3" name="Creator">
    <vt:lpwstr>PDFium</vt:lpwstr>
  </property>
  <property fmtid="{D5CDD505-2E9C-101B-9397-08002B2CF9AE}" pid="4" name="LastSaved">
    <vt:filetime>2025-12-06T00:00:00Z</vt:filetime>
  </property>
  <property fmtid="{D5CDD505-2E9C-101B-9397-08002B2CF9AE}" pid="5" name="Producer">
    <vt:lpwstr>PDFium</vt:lpwstr>
  </property>
</Properties>
</file>