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649200" cy="7315200"/>
  <p:notesSz cx="126492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90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8690" y="2267712"/>
            <a:ext cx="1075182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5242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97380" y="4096512"/>
            <a:ext cx="885444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5242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5242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32460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14338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5242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0049" y="485838"/>
            <a:ext cx="1186815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5242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2460" y="1682496"/>
            <a:ext cx="1138428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00728" y="6803136"/>
            <a:ext cx="4047744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32460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07424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1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image" Target="../media/image3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5" Type="http://schemas.openxmlformats.org/officeDocument/2006/relationships/image" Target="../media/image15.jpg"/><Relationship Id="rId10" Type="http://schemas.openxmlformats.org/officeDocument/2006/relationships/hyperlink" Target="https://www.bing.com/maps?cp=46.56236861091563~-46.06444453999999&amp;lvl=2&amp;style=r&amp;FORM=BMLOGO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11.png"/><Relationship Id="rId14" Type="http://schemas.openxmlformats.org/officeDocument/2006/relationships/hyperlink" Target="https://www.openstreetmap.org/copyrigh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44774" y="1143063"/>
            <a:ext cx="20872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Vendas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rebuchet MS"/>
                <a:cs typeface="Trebuchet MS"/>
              </a:rPr>
              <a:t>Produto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370627" y="1645743"/>
            <a:ext cx="1619250" cy="1668780"/>
            <a:chOff x="3370627" y="1645743"/>
            <a:chExt cx="1619250" cy="1668780"/>
          </a:xfrm>
        </p:grpSpPr>
        <p:sp>
          <p:nvSpPr>
            <p:cNvPr id="6" name="object 6"/>
            <p:cNvSpPr/>
            <p:nvPr/>
          </p:nvSpPr>
          <p:spPr>
            <a:xfrm>
              <a:off x="4214812" y="1682414"/>
              <a:ext cx="775335" cy="984885"/>
            </a:xfrm>
            <a:custGeom>
              <a:avLst/>
              <a:gdLst/>
              <a:ahLst/>
              <a:cxnLst/>
              <a:rect l="l" t="t" r="r" b="b"/>
              <a:pathLst>
                <a:path w="775335" h="984885">
                  <a:moveTo>
                    <a:pt x="746222" y="984396"/>
                  </a:moveTo>
                  <a:lnTo>
                    <a:pt x="0" y="775035"/>
                  </a:lnTo>
                  <a:lnTo>
                    <a:pt x="0" y="0"/>
                  </a:lnTo>
                  <a:lnTo>
                    <a:pt x="22331" y="321"/>
                  </a:lnTo>
                  <a:lnTo>
                    <a:pt x="66920" y="2894"/>
                  </a:lnTo>
                  <a:lnTo>
                    <a:pt x="111287" y="8031"/>
                  </a:lnTo>
                  <a:lnTo>
                    <a:pt x="155284" y="15715"/>
                  </a:lnTo>
                  <a:lnTo>
                    <a:pt x="198765" y="25921"/>
                  </a:lnTo>
                  <a:lnTo>
                    <a:pt x="241587" y="38614"/>
                  </a:lnTo>
                  <a:lnTo>
                    <a:pt x="283606" y="53753"/>
                  </a:lnTo>
                  <a:lnTo>
                    <a:pt x="324683" y="71287"/>
                  </a:lnTo>
                  <a:lnTo>
                    <a:pt x="364682" y="91159"/>
                  </a:lnTo>
                  <a:lnTo>
                    <a:pt x="403470" y="113301"/>
                  </a:lnTo>
                  <a:lnTo>
                    <a:pt x="440918" y="137641"/>
                  </a:lnTo>
                  <a:lnTo>
                    <a:pt x="476902" y="164098"/>
                  </a:lnTo>
                  <a:lnTo>
                    <a:pt x="511302" y="192583"/>
                  </a:lnTo>
                  <a:lnTo>
                    <a:pt x="544004" y="223003"/>
                  </a:lnTo>
                  <a:lnTo>
                    <a:pt x="574900" y="255256"/>
                  </a:lnTo>
                  <a:lnTo>
                    <a:pt x="603886" y="289236"/>
                  </a:lnTo>
                  <a:lnTo>
                    <a:pt x="630867" y="324828"/>
                  </a:lnTo>
                  <a:lnTo>
                    <a:pt x="655753" y="361916"/>
                  </a:lnTo>
                  <a:lnTo>
                    <a:pt x="678461" y="400375"/>
                  </a:lnTo>
                  <a:lnTo>
                    <a:pt x="698916" y="440079"/>
                  </a:lnTo>
                  <a:lnTo>
                    <a:pt x="717050" y="480895"/>
                  </a:lnTo>
                  <a:lnTo>
                    <a:pt x="732803" y="522688"/>
                  </a:lnTo>
                  <a:lnTo>
                    <a:pt x="746122" y="565318"/>
                  </a:lnTo>
                  <a:lnTo>
                    <a:pt x="756963" y="608646"/>
                  </a:lnTo>
                  <a:lnTo>
                    <a:pt x="765291" y="652526"/>
                  </a:lnTo>
                  <a:lnTo>
                    <a:pt x="771077" y="696812"/>
                  </a:lnTo>
                  <a:lnTo>
                    <a:pt x="774303" y="741359"/>
                  </a:lnTo>
                  <a:lnTo>
                    <a:pt x="774957" y="786017"/>
                  </a:lnTo>
                  <a:lnTo>
                    <a:pt x="774319" y="808342"/>
                  </a:lnTo>
                  <a:lnTo>
                    <a:pt x="771114" y="852890"/>
                  </a:lnTo>
                  <a:lnTo>
                    <a:pt x="765349" y="897179"/>
                  </a:lnTo>
                  <a:lnTo>
                    <a:pt x="757042" y="941063"/>
                  </a:lnTo>
                  <a:lnTo>
                    <a:pt x="746222" y="98439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14812" y="2457449"/>
              <a:ext cx="746760" cy="747395"/>
            </a:xfrm>
            <a:custGeom>
              <a:avLst/>
              <a:gdLst/>
              <a:ahLst/>
              <a:cxnLst/>
              <a:rect l="l" t="t" r="r" b="b"/>
              <a:pathLst>
                <a:path w="746760" h="747394">
                  <a:moveTo>
                    <a:pt x="205804" y="747210"/>
                  </a:moveTo>
                  <a:lnTo>
                    <a:pt x="0" y="0"/>
                  </a:lnTo>
                  <a:lnTo>
                    <a:pt x="746222" y="209360"/>
                  </a:lnTo>
                  <a:lnTo>
                    <a:pt x="739105" y="233245"/>
                  </a:lnTo>
                  <a:lnTo>
                    <a:pt x="722605" y="280217"/>
                  </a:lnTo>
                  <a:lnTo>
                    <a:pt x="703102" y="326080"/>
                  </a:lnTo>
                  <a:lnTo>
                    <a:pt x="680715" y="370549"/>
                  </a:lnTo>
                  <a:lnTo>
                    <a:pt x="655493" y="413533"/>
                  </a:lnTo>
                  <a:lnTo>
                    <a:pt x="627590" y="454764"/>
                  </a:lnTo>
                  <a:lnTo>
                    <a:pt x="597065" y="494160"/>
                  </a:lnTo>
                  <a:lnTo>
                    <a:pt x="564106" y="531474"/>
                  </a:lnTo>
                  <a:lnTo>
                    <a:pt x="528782" y="566630"/>
                  </a:lnTo>
                  <a:lnTo>
                    <a:pt x="491311" y="599411"/>
                  </a:lnTo>
                  <a:lnTo>
                    <a:pt x="451771" y="629749"/>
                  </a:lnTo>
                  <a:lnTo>
                    <a:pt x="410406" y="657455"/>
                  </a:lnTo>
                  <a:lnTo>
                    <a:pt x="367303" y="682472"/>
                  </a:lnTo>
                  <a:lnTo>
                    <a:pt x="322728" y="704647"/>
                  </a:lnTo>
                  <a:lnTo>
                    <a:pt x="276773" y="723932"/>
                  </a:lnTo>
                  <a:lnTo>
                    <a:pt x="229722" y="740208"/>
                  </a:lnTo>
                  <a:lnTo>
                    <a:pt x="205804" y="74721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15718" y="2457449"/>
              <a:ext cx="705485" cy="775335"/>
            </a:xfrm>
            <a:custGeom>
              <a:avLst/>
              <a:gdLst/>
              <a:ahLst/>
              <a:cxnLst/>
              <a:rect l="l" t="t" r="r" b="b"/>
              <a:pathLst>
                <a:path w="705485" h="775335">
                  <a:moveTo>
                    <a:pt x="496288" y="775030"/>
                  </a:moveTo>
                  <a:lnTo>
                    <a:pt x="449433" y="773443"/>
                  </a:lnTo>
                  <a:lnTo>
                    <a:pt x="402717" y="769020"/>
                  </a:lnTo>
                  <a:lnTo>
                    <a:pt x="356396" y="761786"/>
                  </a:lnTo>
                  <a:lnTo>
                    <a:pt x="310556" y="751754"/>
                  </a:lnTo>
                  <a:lnTo>
                    <a:pt x="265448" y="738979"/>
                  </a:lnTo>
                  <a:lnTo>
                    <a:pt x="221155" y="723485"/>
                  </a:lnTo>
                  <a:lnTo>
                    <a:pt x="177920" y="705357"/>
                  </a:lnTo>
                  <a:lnTo>
                    <a:pt x="135822" y="684627"/>
                  </a:lnTo>
                  <a:lnTo>
                    <a:pt x="95092" y="661410"/>
                  </a:lnTo>
                  <a:lnTo>
                    <a:pt x="55806" y="635749"/>
                  </a:lnTo>
                  <a:lnTo>
                    <a:pt x="18178" y="607784"/>
                  </a:lnTo>
                  <a:lnTo>
                    <a:pt x="0" y="592946"/>
                  </a:lnTo>
                  <a:lnTo>
                    <a:pt x="499093" y="0"/>
                  </a:lnTo>
                  <a:lnTo>
                    <a:pt x="704898" y="747210"/>
                  </a:lnTo>
                  <a:lnTo>
                    <a:pt x="682183" y="753099"/>
                  </a:lnTo>
                  <a:lnTo>
                    <a:pt x="636314" y="762791"/>
                  </a:lnTo>
                  <a:lnTo>
                    <a:pt x="589900" y="769697"/>
                  </a:lnTo>
                  <a:lnTo>
                    <a:pt x="543196" y="773780"/>
                  </a:lnTo>
                  <a:lnTo>
                    <a:pt x="496288" y="77503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40050" y="2457449"/>
              <a:ext cx="775335" cy="593090"/>
            </a:xfrm>
            <a:custGeom>
              <a:avLst/>
              <a:gdLst/>
              <a:ahLst/>
              <a:cxnLst/>
              <a:rect l="l" t="t" r="r" b="b"/>
              <a:pathLst>
                <a:path w="775335" h="593089">
                  <a:moveTo>
                    <a:pt x="275668" y="592946"/>
                  </a:moveTo>
                  <a:lnTo>
                    <a:pt x="245078" y="565787"/>
                  </a:lnTo>
                  <a:lnTo>
                    <a:pt x="215964" y="537052"/>
                  </a:lnTo>
                  <a:lnTo>
                    <a:pt x="188406" y="506821"/>
                  </a:lnTo>
                  <a:lnTo>
                    <a:pt x="162482" y="475177"/>
                  </a:lnTo>
                  <a:lnTo>
                    <a:pt x="138263" y="442211"/>
                  </a:lnTo>
                  <a:lnTo>
                    <a:pt x="115819" y="408011"/>
                  </a:lnTo>
                  <a:lnTo>
                    <a:pt x="95208" y="372676"/>
                  </a:lnTo>
                  <a:lnTo>
                    <a:pt x="76492" y="336302"/>
                  </a:lnTo>
                  <a:lnTo>
                    <a:pt x="59720" y="298992"/>
                  </a:lnTo>
                  <a:lnTo>
                    <a:pt x="44941" y="260848"/>
                  </a:lnTo>
                  <a:lnTo>
                    <a:pt x="32194" y="221978"/>
                  </a:lnTo>
                  <a:lnTo>
                    <a:pt x="21517" y="182489"/>
                  </a:lnTo>
                  <a:lnTo>
                    <a:pt x="12937" y="142493"/>
                  </a:lnTo>
                  <a:lnTo>
                    <a:pt x="6481" y="102099"/>
                  </a:lnTo>
                  <a:lnTo>
                    <a:pt x="2163" y="61420"/>
                  </a:lnTo>
                  <a:lnTo>
                    <a:pt x="0" y="20571"/>
                  </a:lnTo>
                  <a:lnTo>
                    <a:pt x="774762" y="0"/>
                  </a:lnTo>
                  <a:lnTo>
                    <a:pt x="275668" y="592946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40009" y="1904816"/>
              <a:ext cx="775335" cy="573405"/>
            </a:xfrm>
            <a:custGeom>
              <a:avLst/>
              <a:gdLst/>
              <a:ahLst/>
              <a:cxnLst/>
              <a:rect l="l" t="t" r="r" b="b"/>
              <a:pathLst>
                <a:path w="775335" h="573405">
                  <a:moveTo>
                    <a:pt x="40" y="573205"/>
                  </a:moveTo>
                  <a:lnTo>
                    <a:pt x="0" y="533418"/>
                  </a:lnTo>
                  <a:lnTo>
                    <a:pt x="1994" y="493786"/>
                  </a:lnTo>
                  <a:lnTo>
                    <a:pt x="6023" y="454308"/>
                  </a:lnTo>
                  <a:lnTo>
                    <a:pt x="12088" y="414986"/>
                  </a:lnTo>
                  <a:lnTo>
                    <a:pt x="20151" y="376025"/>
                  </a:lnTo>
                  <a:lnTo>
                    <a:pt x="30175" y="337629"/>
                  </a:lnTo>
                  <a:lnTo>
                    <a:pt x="42160" y="299800"/>
                  </a:lnTo>
                  <a:lnTo>
                    <a:pt x="56106" y="262538"/>
                  </a:lnTo>
                  <a:lnTo>
                    <a:pt x="71935" y="226035"/>
                  </a:lnTo>
                  <a:lnTo>
                    <a:pt x="89569" y="190486"/>
                  </a:lnTo>
                  <a:lnTo>
                    <a:pt x="109007" y="155890"/>
                  </a:lnTo>
                  <a:lnTo>
                    <a:pt x="130249" y="122248"/>
                  </a:lnTo>
                  <a:lnTo>
                    <a:pt x="153181" y="89734"/>
                  </a:lnTo>
                  <a:lnTo>
                    <a:pt x="177685" y="58521"/>
                  </a:lnTo>
                  <a:lnTo>
                    <a:pt x="203761" y="28610"/>
                  </a:lnTo>
                  <a:lnTo>
                    <a:pt x="231410" y="0"/>
                  </a:lnTo>
                  <a:lnTo>
                    <a:pt x="774802" y="552633"/>
                  </a:lnTo>
                  <a:lnTo>
                    <a:pt x="40" y="573205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71419" y="1682414"/>
              <a:ext cx="543560" cy="775335"/>
            </a:xfrm>
            <a:custGeom>
              <a:avLst/>
              <a:gdLst/>
              <a:ahLst/>
              <a:cxnLst/>
              <a:rect l="l" t="t" r="r" b="b"/>
              <a:pathLst>
                <a:path w="543560" h="775335">
                  <a:moveTo>
                    <a:pt x="543392" y="775035"/>
                  </a:moveTo>
                  <a:lnTo>
                    <a:pt x="0" y="222401"/>
                  </a:lnTo>
                  <a:lnTo>
                    <a:pt x="27496" y="196642"/>
                  </a:lnTo>
                  <a:lnTo>
                    <a:pt x="56143" y="172307"/>
                  </a:lnTo>
                  <a:lnTo>
                    <a:pt x="116889" y="127907"/>
                  </a:lnTo>
                  <a:lnTo>
                    <a:pt x="181646" y="89591"/>
                  </a:lnTo>
                  <a:lnTo>
                    <a:pt x="249820" y="57752"/>
                  </a:lnTo>
                  <a:lnTo>
                    <a:pt x="320755" y="32656"/>
                  </a:lnTo>
                  <a:lnTo>
                    <a:pt x="393793" y="14575"/>
                  </a:lnTo>
                  <a:lnTo>
                    <a:pt x="468238" y="3643"/>
                  </a:lnTo>
                  <a:lnTo>
                    <a:pt x="543392" y="0"/>
                  </a:lnTo>
                  <a:lnTo>
                    <a:pt x="543392" y="775035"/>
                  </a:lnTo>
                  <a:close/>
                </a:path>
              </a:pathLst>
            </a:custGeom>
            <a:solidFill>
              <a:srgbClr val="734E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75390" y="1650506"/>
              <a:ext cx="1391920" cy="1659255"/>
            </a:xfrm>
            <a:custGeom>
              <a:avLst/>
              <a:gdLst/>
              <a:ahLst/>
              <a:cxnLst/>
              <a:rect l="l" t="t" r="r" b="b"/>
              <a:pathLst>
                <a:path w="1391920" h="1659254">
                  <a:moveTo>
                    <a:pt x="1192868" y="95491"/>
                  </a:moveTo>
                  <a:lnTo>
                    <a:pt x="1227351" y="26081"/>
                  </a:lnTo>
                  <a:lnTo>
                    <a:pt x="1341651" y="26081"/>
                  </a:lnTo>
                </a:path>
                <a:path w="1391920" h="1659254">
                  <a:moveTo>
                    <a:pt x="1238204" y="1494011"/>
                  </a:moveTo>
                  <a:lnTo>
                    <a:pt x="1277109" y="1561042"/>
                  </a:lnTo>
                  <a:lnTo>
                    <a:pt x="1391409" y="1561042"/>
                  </a:lnTo>
                </a:path>
                <a:path w="1391920" h="1659254">
                  <a:moveTo>
                    <a:pt x="669587" y="1582988"/>
                  </a:moveTo>
                  <a:lnTo>
                    <a:pt x="653018" y="1658699"/>
                  </a:lnTo>
                  <a:lnTo>
                    <a:pt x="538718" y="1658699"/>
                  </a:lnTo>
                </a:path>
                <a:path w="1391920" h="1659254">
                  <a:moveTo>
                    <a:pt x="211835" y="1294000"/>
                  </a:moveTo>
                  <a:lnTo>
                    <a:pt x="150608" y="1341518"/>
                  </a:lnTo>
                  <a:lnTo>
                    <a:pt x="36308" y="1341518"/>
                  </a:lnTo>
                </a:path>
                <a:path w="1391920" h="1659254">
                  <a:moveTo>
                    <a:pt x="178755" y="365799"/>
                  </a:moveTo>
                  <a:lnTo>
                    <a:pt x="114299" y="322760"/>
                  </a:lnTo>
                  <a:lnTo>
                    <a:pt x="0" y="322760"/>
                  </a:lnTo>
                </a:path>
                <a:path w="1391920" h="1659254">
                  <a:moveTo>
                    <a:pt x="538510" y="71728"/>
                  </a:moveTo>
                  <a:lnTo>
                    <a:pt x="509153" y="0"/>
                  </a:lnTo>
                  <a:lnTo>
                    <a:pt x="394853" y="0"/>
                  </a:lnTo>
                </a:path>
              </a:pathLst>
            </a:custGeom>
            <a:ln w="952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42441" y="1597212"/>
            <a:ext cx="862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27,1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(29,35%)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92200" y="3132173"/>
            <a:ext cx="9239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15,11</a:t>
            </a:r>
            <a:r>
              <a:rPr sz="9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(16,37%)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27064" y="2821209"/>
            <a:ext cx="962025" cy="5715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12,41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Mi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(13,44%)</a:t>
            </a:r>
            <a:endParaRPr sz="900">
              <a:latin typeface="Segoe UI"/>
              <a:cs typeface="Segoe UI"/>
            </a:endParaRPr>
          </a:p>
          <a:p>
            <a:pPr marL="50800">
              <a:lnSpc>
                <a:spcPct val="100000"/>
              </a:lnSpc>
              <a:spcBef>
                <a:spcPts val="815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14,23</a:t>
            </a:r>
            <a:r>
              <a:rPr sz="9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(15,41%)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21414" y="1571131"/>
            <a:ext cx="923925" cy="561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11,42</a:t>
            </a:r>
            <a:r>
              <a:rPr sz="9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(12,37%)</a:t>
            </a:r>
            <a:endParaRPr sz="900">
              <a:latin typeface="Segoe UI"/>
              <a:cs typeface="Segoe UI"/>
            </a:endParaRPr>
          </a:p>
          <a:p>
            <a:pPr marL="82550">
              <a:lnSpc>
                <a:spcPct val="100000"/>
              </a:lnSpc>
              <a:spcBef>
                <a:spcPts val="86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12,05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Mi</a:t>
            </a:r>
            <a:endParaRPr sz="900">
              <a:latin typeface="Segoe UI"/>
              <a:cs typeface="Segoe UI"/>
            </a:endParaRPr>
          </a:p>
          <a:p>
            <a:pPr marL="81915">
              <a:lnSpc>
                <a:spcPct val="100000"/>
              </a:lnSpc>
              <a:spcBef>
                <a:spcPts val="12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(13,06%)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2309" y="1897126"/>
            <a:ext cx="95249" cy="952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759449" y="1603368"/>
            <a:ext cx="513080" cy="4254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475"/>
              </a:spcBef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Produto</a:t>
            </a:r>
            <a:endParaRPr sz="1000">
              <a:latin typeface="Segoe UI"/>
              <a:cs typeface="Segoe UI"/>
            </a:endParaRPr>
          </a:p>
          <a:p>
            <a:pPr marR="41275" algn="r">
              <a:lnSpc>
                <a:spcPct val="100000"/>
              </a:lnSpc>
              <a:spcBef>
                <a:spcPts val="37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Paseo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82309" y="2135251"/>
            <a:ext cx="95250" cy="819150"/>
            <a:chOff x="5782309" y="2135251"/>
            <a:chExt cx="95250" cy="81915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2309" y="2135251"/>
              <a:ext cx="95249" cy="952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82309" y="2373376"/>
              <a:ext cx="95249" cy="952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2309" y="2621026"/>
              <a:ext cx="95249" cy="952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82309" y="2859151"/>
              <a:ext cx="95249" cy="9524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884465" y="2003418"/>
            <a:ext cx="541655" cy="9874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VTT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Amarilla</a:t>
            </a:r>
            <a:endParaRPr sz="1000">
              <a:latin typeface="Segoe UI"/>
              <a:cs typeface="Segoe UI"/>
            </a:endParaRPr>
          </a:p>
          <a:p>
            <a:pPr marL="12700" marR="5080">
              <a:lnSpc>
                <a:spcPct val="156300"/>
              </a:lnSpc>
              <a:spcBef>
                <a:spcPts val="7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Carretera 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Velo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82309" y="3097276"/>
            <a:ext cx="95249" cy="9524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884465" y="3051206"/>
            <a:ext cx="5302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Montana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73875" y="1143063"/>
            <a:ext cx="2670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Média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preço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venda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Produto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329475" y="1751240"/>
            <a:ext cx="4819650" cy="1544955"/>
          </a:xfrm>
          <a:custGeom>
            <a:avLst/>
            <a:gdLst/>
            <a:ahLst/>
            <a:cxnLst/>
            <a:rect l="l" t="t" r="r" b="b"/>
            <a:pathLst>
              <a:path w="4819650" h="1544954">
                <a:moveTo>
                  <a:pt x="9525" y="1538338"/>
                </a:moveTo>
                <a:lnTo>
                  <a:pt x="9067" y="1537220"/>
                </a:lnTo>
                <a:lnTo>
                  <a:pt x="7200" y="1535353"/>
                </a:lnTo>
                <a:lnTo>
                  <a:pt x="6083" y="1534883"/>
                </a:lnTo>
                <a:lnTo>
                  <a:pt x="3454" y="1534883"/>
                </a:lnTo>
                <a:lnTo>
                  <a:pt x="2336" y="1535353"/>
                </a:lnTo>
                <a:lnTo>
                  <a:pt x="469" y="1537220"/>
                </a:lnTo>
                <a:lnTo>
                  <a:pt x="0" y="1538338"/>
                </a:lnTo>
                <a:lnTo>
                  <a:pt x="0" y="1540967"/>
                </a:lnTo>
                <a:lnTo>
                  <a:pt x="469" y="1542084"/>
                </a:lnTo>
                <a:lnTo>
                  <a:pt x="2336" y="1543951"/>
                </a:lnTo>
                <a:lnTo>
                  <a:pt x="3454" y="1544408"/>
                </a:lnTo>
                <a:lnTo>
                  <a:pt x="6083" y="1544408"/>
                </a:lnTo>
                <a:lnTo>
                  <a:pt x="7200" y="1543951"/>
                </a:lnTo>
                <a:lnTo>
                  <a:pt x="9067" y="1542084"/>
                </a:lnTo>
                <a:lnTo>
                  <a:pt x="9525" y="1540967"/>
                </a:lnTo>
                <a:lnTo>
                  <a:pt x="9525" y="1538338"/>
                </a:lnTo>
                <a:close/>
              </a:path>
              <a:path w="4819650" h="1544954">
                <a:moveTo>
                  <a:pt x="9525" y="1026706"/>
                </a:moveTo>
                <a:lnTo>
                  <a:pt x="9067" y="1025588"/>
                </a:lnTo>
                <a:lnTo>
                  <a:pt x="7200" y="1023721"/>
                </a:lnTo>
                <a:lnTo>
                  <a:pt x="6083" y="1023264"/>
                </a:lnTo>
                <a:lnTo>
                  <a:pt x="3454" y="1023264"/>
                </a:lnTo>
                <a:lnTo>
                  <a:pt x="2336" y="1023721"/>
                </a:lnTo>
                <a:lnTo>
                  <a:pt x="469" y="1025588"/>
                </a:lnTo>
                <a:lnTo>
                  <a:pt x="0" y="1026706"/>
                </a:lnTo>
                <a:lnTo>
                  <a:pt x="0" y="1029335"/>
                </a:lnTo>
                <a:lnTo>
                  <a:pt x="469" y="1030465"/>
                </a:lnTo>
                <a:lnTo>
                  <a:pt x="2336" y="1032319"/>
                </a:lnTo>
                <a:lnTo>
                  <a:pt x="3454" y="1032789"/>
                </a:lnTo>
                <a:lnTo>
                  <a:pt x="6083" y="1032789"/>
                </a:lnTo>
                <a:lnTo>
                  <a:pt x="7200" y="1032319"/>
                </a:lnTo>
                <a:lnTo>
                  <a:pt x="9067" y="1030465"/>
                </a:lnTo>
                <a:lnTo>
                  <a:pt x="9525" y="1029335"/>
                </a:lnTo>
                <a:lnTo>
                  <a:pt x="9525" y="1026706"/>
                </a:lnTo>
                <a:close/>
              </a:path>
              <a:path w="4819650" h="1544954">
                <a:moveTo>
                  <a:pt x="9525" y="515086"/>
                </a:moveTo>
                <a:lnTo>
                  <a:pt x="9067" y="513956"/>
                </a:lnTo>
                <a:lnTo>
                  <a:pt x="7200" y="512102"/>
                </a:lnTo>
                <a:lnTo>
                  <a:pt x="6083" y="511632"/>
                </a:lnTo>
                <a:lnTo>
                  <a:pt x="3454" y="511632"/>
                </a:lnTo>
                <a:lnTo>
                  <a:pt x="2336" y="512102"/>
                </a:lnTo>
                <a:lnTo>
                  <a:pt x="469" y="513956"/>
                </a:lnTo>
                <a:lnTo>
                  <a:pt x="0" y="515086"/>
                </a:lnTo>
                <a:lnTo>
                  <a:pt x="0" y="517715"/>
                </a:lnTo>
                <a:lnTo>
                  <a:pt x="469" y="518833"/>
                </a:lnTo>
                <a:lnTo>
                  <a:pt x="2336" y="520687"/>
                </a:lnTo>
                <a:lnTo>
                  <a:pt x="3454" y="521157"/>
                </a:lnTo>
                <a:lnTo>
                  <a:pt x="6083" y="521157"/>
                </a:lnTo>
                <a:lnTo>
                  <a:pt x="7200" y="520687"/>
                </a:lnTo>
                <a:lnTo>
                  <a:pt x="9067" y="518833"/>
                </a:lnTo>
                <a:lnTo>
                  <a:pt x="9525" y="517715"/>
                </a:lnTo>
                <a:lnTo>
                  <a:pt x="9525" y="515086"/>
                </a:lnTo>
                <a:close/>
              </a:path>
              <a:path w="4819650" h="1544954">
                <a:moveTo>
                  <a:pt x="9525" y="3454"/>
                </a:moveTo>
                <a:lnTo>
                  <a:pt x="9067" y="2324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24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4819650" h="1544954">
                <a:moveTo>
                  <a:pt x="57150" y="1538338"/>
                </a:moveTo>
                <a:lnTo>
                  <a:pt x="56692" y="1537220"/>
                </a:lnTo>
                <a:lnTo>
                  <a:pt x="54825" y="1535353"/>
                </a:lnTo>
                <a:lnTo>
                  <a:pt x="53708" y="1534883"/>
                </a:lnTo>
                <a:lnTo>
                  <a:pt x="51079" y="1534883"/>
                </a:lnTo>
                <a:lnTo>
                  <a:pt x="49961" y="1535353"/>
                </a:lnTo>
                <a:lnTo>
                  <a:pt x="48094" y="1537220"/>
                </a:lnTo>
                <a:lnTo>
                  <a:pt x="47625" y="1538338"/>
                </a:lnTo>
                <a:lnTo>
                  <a:pt x="47625" y="1540967"/>
                </a:lnTo>
                <a:lnTo>
                  <a:pt x="48094" y="1542084"/>
                </a:lnTo>
                <a:lnTo>
                  <a:pt x="49961" y="1543951"/>
                </a:lnTo>
                <a:lnTo>
                  <a:pt x="51079" y="1544408"/>
                </a:lnTo>
                <a:lnTo>
                  <a:pt x="53708" y="1544408"/>
                </a:lnTo>
                <a:lnTo>
                  <a:pt x="54825" y="1543951"/>
                </a:lnTo>
                <a:lnTo>
                  <a:pt x="56692" y="1542084"/>
                </a:lnTo>
                <a:lnTo>
                  <a:pt x="57150" y="1540967"/>
                </a:lnTo>
                <a:lnTo>
                  <a:pt x="57150" y="1538338"/>
                </a:lnTo>
                <a:close/>
              </a:path>
              <a:path w="4819650" h="1544954">
                <a:moveTo>
                  <a:pt x="57150" y="1026706"/>
                </a:moveTo>
                <a:lnTo>
                  <a:pt x="56692" y="1025588"/>
                </a:lnTo>
                <a:lnTo>
                  <a:pt x="54825" y="1023721"/>
                </a:lnTo>
                <a:lnTo>
                  <a:pt x="53708" y="1023264"/>
                </a:lnTo>
                <a:lnTo>
                  <a:pt x="51079" y="1023264"/>
                </a:lnTo>
                <a:lnTo>
                  <a:pt x="49961" y="1023721"/>
                </a:lnTo>
                <a:lnTo>
                  <a:pt x="48094" y="1025588"/>
                </a:lnTo>
                <a:lnTo>
                  <a:pt x="47625" y="1026706"/>
                </a:lnTo>
                <a:lnTo>
                  <a:pt x="47625" y="1029335"/>
                </a:lnTo>
                <a:lnTo>
                  <a:pt x="48094" y="1030465"/>
                </a:lnTo>
                <a:lnTo>
                  <a:pt x="49961" y="1032319"/>
                </a:lnTo>
                <a:lnTo>
                  <a:pt x="51079" y="1032789"/>
                </a:lnTo>
                <a:lnTo>
                  <a:pt x="53708" y="1032789"/>
                </a:lnTo>
                <a:lnTo>
                  <a:pt x="54825" y="1032319"/>
                </a:lnTo>
                <a:lnTo>
                  <a:pt x="56692" y="1030465"/>
                </a:lnTo>
                <a:lnTo>
                  <a:pt x="57150" y="1029335"/>
                </a:lnTo>
                <a:lnTo>
                  <a:pt x="57150" y="1026706"/>
                </a:lnTo>
                <a:close/>
              </a:path>
              <a:path w="4819650" h="1544954">
                <a:moveTo>
                  <a:pt x="57150" y="515086"/>
                </a:moveTo>
                <a:lnTo>
                  <a:pt x="56692" y="513956"/>
                </a:lnTo>
                <a:lnTo>
                  <a:pt x="54825" y="512102"/>
                </a:lnTo>
                <a:lnTo>
                  <a:pt x="53708" y="511632"/>
                </a:lnTo>
                <a:lnTo>
                  <a:pt x="51079" y="511632"/>
                </a:lnTo>
                <a:lnTo>
                  <a:pt x="49961" y="512102"/>
                </a:lnTo>
                <a:lnTo>
                  <a:pt x="48094" y="513956"/>
                </a:lnTo>
                <a:lnTo>
                  <a:pt x="47625" y="515086"/>
                </a:lnTo>
                <a:lnTo>
                  <a:pt x="47625" y="517715"/>
                </a:lnTo>
                <a:lnTo>
                  <a:pt x="48094" y="518833"/>
                </a:lnTo>
                <a:lnTo>
                  <a:pt x="49961" y="520687"/>
                </a:lnTo>
                <a:lnTo>
                  <a:pt x="51079" y="521157"/>
                </a:lnTo>
                <a:lnTo>
                  <a:pt x="53708" y="521157"/>
                </a:lnTo>
                <a:lnTo>
                  <a:pt x="54825" y="520687"/>
                </a:lnTo>
                <a:lnTo>
                  <a:pt x="56692" y="518833"/>
                </a:lnTo>
                <a:lnTo>
                  <a:pt x="57150" y="517715"/>
                </a:lnTo>
                <a:lnTo>
                  <a:pt x="57150" y="515086"/>
                </a:lnTo>
                <a:close/>
              </a:path>
              <a:path w="4819650" h="1544954">
                <a:moveTo>
                  <a:pt x="57150" y="3454"/>
                </a:moveTo>
                <a:lnTo>
                  <a:pt x="56692" y="2324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24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4819650" h="1544954">
                <a:moveTo>
                  <a:pt x="104775" y="1538338"/>
                </a:moveTo>
                <a:lnTo>
                  <a:pt x="104317" y="1537220"/>
                </a:lnTo>
                <a:lnTo>
                  <a:pt x="102450" y="1535353"/>
                </a:lnTo>
                <a:lnTo>
                  <a:pt x="101333" y="1534883"/>
                </a:lnTo>
                <a:lnTo>
                  <a:pt x="98704" y="1534883"/>
                </a:lnTo>
                <a:lnTo>
                  <a:pt x="97586" y="1535353"/>
                </a:lnTo>
                <a:lnTo>
                  <a:pt x="95719" y="1537220"/>
                </a:lnTo>
                <a:lnTo>
                  <a:pt x="95250" y="1538338"/>
                </a:lnTo>
                <a:lnTo>
                  <a:pt x="95250" y="1540967"/>
                </a:lnTo>
                <a:lnTo>
                  <a:pt x="95719" y="1542084"/>
                </a:lnTo>
                <a:lnTo>
                  <a:pt x="97586" y="1543951"/>
                </a:lnTo>
                <a:lnTo>
                  <a:pt x="98704" y="1544408"/>
                </a:lnTo>
                <a:lnTo>
                  <a:pt x="101333" y="1544408"/>
                </a:lnTo>
                <a:lnTo>
                  <a:pt x="102450" y="1543951"/>
                </a:lnTo>
                <a:lnTo>
                  <a:pt x="104317" y="1542084"/>
                </a:lnTo>
                <a:lnTo>
                  <a:pt x="104775" y="1540967"/>
                </a:lnTo>
                <a:lnTo>
                  <a:pt x="104775" y="1538338"/>
                </a:lnTo>
                <a:close/>
              </a:path>
              <a:path w="4819650" h="1544954">
                <a:moveTo>
                  <a:pt x="104775" y="1026706"/>
                </a:moveTo>
                <a:lnTo>
                  <a:pt x="104317" y="1025588"/>
                </a:lnTo>
                <a:lnTo>
                  <a:pt x="102450" y="1023721"/>
                </a:lnTo>
                <a:lnTo>
                  <a:pt x="101333" y="1023264"/>
                </a:lnTo>
                <a:lnTo>
                  <a:pt x="98704" y="1023264"/>
                </a:lnTo>
                <a:lnTo>
                  <a:pt x="97586" y="1023721"/>
                </a:lnTo>
                <a:lnTo>
                  <a:pt x="95719" y="1025588"/>
                </a:lnTo>
                <a:lnTo>
                  <a:pt x="95250" y="1026706"/>
                </a:lnTo>
                <a:lnTo>
                  <a:pt x="95250" y="1029335"/>
                </a:lnTo>
                <a:lnTo>
                  <a:pt x="95719" y="1030465"/>
                </a:lnTo>
                <a:lnTo>
                  <a:pt x="97586" y="1032319"/>
                </a:lnTo>
                <a:lnTo>
                  <a:pt x="98704" y="1032789"/>
                </a:lnTo>
                <a:lnTo>
                  <a:pt x="101333" y="1032789"/>
                </a:lnTo>
                <a:lnTo>
                  <a:pt x="102450" y="1032319"/>
                </a:lnTo>
                <a:lnTo>
                  <a:pt x="104317" y="1030465"/>
                </a:lnTo>
                <a:lnTo>
                  <a:pt x="104775" y="1029335"/>
                </a:lnTo>
                <a:lnTo>
                  <a:pt x="104775" y="1026706"/>
                </a:lnTo>
                <a:close/>
              </a:path>
              <a:path w="4819650" h="1544954">
                <a:moveTo>
                  <a:pt x="104775" y="515086"/>
                </a:moveTo>
                <a:lnTo>
                  <a:pt x="104317" y="513956"/>
                </a:lnTo>
                <a:lnTo>
                  <a:pt x="102450" y="512102"/>
                </a:lnTo>
                <a:lnTo>
                  <a:pt x="101333" y="511632"/>
                </a:lnTo>
                <a:lnTo>
                  <a:pt x="98704" y="511632"/>
                </a:lnTo>
                <a:lnTo>
                  <a:pt x="97586" y="512102"/>
                </a:lnTo>
                <a:lnTo>
                  <a:pt x="95719" y="513956"/>
                </a:lnTo>
                <a:lnTo>
                  <a:pt x="95250" y="515086"/>
                </a:lnTo>
                <a:lnTo>
                  <a:pt x="95250" y="517715"/>
                </a:lnTo>
                <a:lnTo>
                  <a:pt x="95719" y="518833"/>
                </a:lnTo>
                <a:lnTo>
                  <a:pt x="97586" y="520687"/>
                </a:lnTo>
                <a:lnTo>
                  <a:pt x="98704" y="521157"/>
                </a:lnTo>
                <a:lnTo>
                  <a:pt x="101333" y="521157"/>
                </a:lnTo>
                <a:lnTo>
                  <a:pt x="102450" y="520687"/>
                </a:lnTo>
                <a:lnTo>
                  <a:pt x="104317" y="518833"/>
                </a:lnTo>
                <a:lnTo>
                  <a:pt x="104775" y="517715"/>
                </a:lnTo>
                <a:lnTo>
                  <a:pt x="104775" y="515086"/>
                </a:lnTo>
                <a:close/>
              </a:path>
              <a:path w="4819650" h="1544954">
                <a:moveTo>
                  <a:pt x="104775" y="3454"/>
                </a:moveTo>
                <a:lnTo>
                  <a:pt x="104317" y="2324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24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4819650" h="1544954">
                <a:moveTo>
                  <a:pt x="152400" y="1538338"/>
                </a:moveTo>
                <a:lnTo>
                  <a:pt x="151942" y="1537220"/>
                </a:lnTo>
                <a:lnTo>
                  <a:pt x="150075" y="1535353"/>
                </a:lnTo>
                <a:lnTo>
                  <a:pt x="148958" y="1534883"/>
                </a:lnTo>
                <a:lnTo>
                  <a:pt x="146329" y="1534883"/>
                </a:lnTo>
                <a:lnTo>
                  <a:pt x="145211" y="1535353"/>
                </a:lnTo>
                <a:lnTo>
                  <a:pt x="143344" y="1537220"/>
                </a:lnTo>
                <a:lnTo>
                  <a:pt x="142875" y="1538338"/>
                </a:lnTo>
                <a:lnTo>
                  <a:pt x="142875" y="1540967"/>
                </a:lnTo>
                <a:lnTo>
                  <a:pt x="143344" y="1542084"/>
                </a:lnTo>
                <a:lnTo>
                  <a:pt x="145211" y="1543951"/>
                </a:lnTo>
                <a:lnTo>
                  <a:pt x="146329" y="1544408"/>
                </a:lnTo>
                <a:lnTo>
                  <a:pt x="148958" y="1544408"/>
                </a:lnTo>
                <a:lnTo>
                  <a:pt x="150075" y="1543951"/>
                </a:lnTo>
                <a:lnTo>
                  <a:pt x="151942" y="1542084"/>
                </a:lnTo>
                <a:lnTo>
                  <a:pt x="152400" y="1540967"/>
                </a:lnTo>
                <a:lnTo>
                  <a:pt x="152400" y="1538338"/>
                </a:lnTo>
                <a:close/>
              </a:path>
              <a:path w="4819650" h="1544954">
                <a:moveTo>
                  <a:pt x="152400" y="1026706"/>
                </a:moveTo>
                <a:lnTo>
                  <a:pt x="151942" y="1025588"/>
                </a:lnTo>
                <a:lnTo>
                  <a:pt x="150075" y="1023721"/>
                </a:lnTo>
                <a:lnTo>
                  <a:pt x="148958" y="1023264"/>
                </a:lnTo>
                <a:lnTo>
                  <a:pt x="146329" y="1023264"/>
                </a:lnTo>
                <a:lnTo>
                  <a:pt x="145211" y="1023721"/>
                </a:lnTo>
                <a:lnTo>
                  <a:pt x="143344" y="1025588"/>
                </a:lnTo>
                <a:lnTo>
                  <a:pt x="142875" y="1026706"/>
                </a:lnTo>
                <a:lnTo>
                  <a:pt x="142875" y="1029335"/>
                </a:lnTo>
                <a:lnTo>
                  <a:pt x="143344" y="1030465"/>
                </a:lnTo>
                <a:lnTo>
                  <a:pt x="145211" y="1032319"/>
                </a:lnTo>
                <a:lnTo>
                  <a:pt x="146329" y="1032789"/>
                </a:lnTo>
                <a:lnTo>
                  <a:pt x="148958" y="1032789"/>
                </a:lnTo>
                <a:lnTo>
                  <a:pt x="150075" y="1032319"/>
                </a:lnTo>
                <a:lnTo>
                  <a:pt x="151942" y="1030465"/>
                </a:lnTo>
                <a:lnTo>
                  <a:pt x="152400" y="1029335"/>
                </a:lnTo>
                <a:lnTo>
                  <a:pt x="152400" y="1026706"/>
                </a:lnTo>
                <a:close/>
              </a:path>
              <a:path w="4819650" h="1544954">
                <a:moveTo>
                  <a:pt x="152400" y="515086"/>
                </a:moveTo>
                <a:lnTo>
                  <a:pt x="151942" y="513956"/>
                </a:lnTo>
                <a:lnTo>
                  <a:pt x="150075" y="512102"/>
                </a:lnTo>
                <a:lnTo>
                  <a:pt x="148958" y="511632"/>
                </a:lnTo>
                <a:lnTo>
                  <a:pt x="146329" y="511632"/>
                </a:lnTo>
                <a:lnTo>
                  <a:pt x="145211" y="512102"/>
                </a:lnTo>
                <a:lnTo>
                  <a:pt x="143344" y="513956"/>
                </a:lnTo>
                <a:lnTo>
                  <a:pt x="142875" y="515086"/>
                </a:lnTo>
                <a:lnTo>
                  <a:pt x="142875" y="517715"/>
                </a:lnTo>
                <a:lnTo>
                  <a:pt x="143344" y="518833"/>
                </a:lnTo>
                <a:lnTo>
                  <a:pt x="145211" y="520687"/>
                </a:lnTo>
                <a:lnTo>
                  <a:pt x="146329" y="521157"/>
                </a:lnTo>
                <a:lnTo>
                  <a:pt x="148958" y="521157"/>
                </a:lnTo>
                <a:lnTo>
                  <a:pt x="150075" y="520687"/>
                </a:lnTo>
                <a:lnTo>
                  <a:pt x="151942" y="518833"/>
                </a:lnTo>
                <a:lnTo>
                  <a:pt x="152400" y="517715"/>
                </a:lnTo>
                <a:lnTo>
                  <a:pt x="152400" y="515086"/>
                </a:lnTo>
                <a:close/>
              </a:path>
              <a:path w="4819650" h="1544954">
                <a:moveTo>
                  <a:pt x="152400" y="3454"/>
                </a:moveTo>
                <a:lnTo>
                  <a:pt x="151942" y="2324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24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4819650" h="1544954">
                <a:moveTo>
                  <a:pt x="200025" y="1538338"/>
                </a:moveTo>
                <a:lnTo>
                  <a:pt x="199567" y="1537220"/>
                </a:lnTo>
                <a:lnTo>
                  <a:pt x="197700" y="1535353"/>
                </a:lnTo>
                <a:lnTo>
                  <a:pt x="196583" y="1534883"/>
                </a:lnTo>
                <a:lnTo>
                  <a:pt x="193954" y="1534883"/>
                </a:lnTo>
                <a:lnTo>
                  <a:pt x="192836" y="1535353"/>
                </a:lnTo>
                <a:lnTo>
                  <a:pt x="190969" y="1537220"/>
                </a:lnTo>
                <a:lnTo>
                  <a:pt x="190500" y="1538338"/>
                </a:lnTo>
                <a:lnTo>
                  <a:pt x="190500" y="1540967"/>
                </a:lnTo>
                <a:lnTo>
                  <a:pt x="190969" y="1542084"/>
                </a:lnTo>
                <a:lnTo>
                  <a:pt x="192836" y="1543951"/>
                </a:lnTo>
                <a:lnTo>
                  <a:pt x="193954" y="1544408"/>
                </a:lnTo>
                <a:lnTo>
                  <a:pt x="196583" y="1544408"/>
                </a:lnTo>
                <a:lnTo>
                  <a:pt x="197700" y="1543951"/>
                </a:lnTo>
                <a:lnTo>
                  <a:pt x="199567" y="1542084"/>
                </a:lnTo>
                <a:lnTo>
                  <a:pt x="200025" y="1540967"/>
                </a:lnTo>
                <a:lnTo>
                  <a:pt x="200025" y="1538338"/>
                </a:lnTo>
                <a:close/>
              </a:path>
              <a:path w="4819650" h="1544954">
                <a:moveTo>
                  <a:pt x="200025" y="1026706"/>
                </a:moveTo>
                <a:lnTo>
                  <a:pt x="199567" y="1025588"/>
                </a:lnTo>
                <a:lnTo>
                  <a:pt x="197700" y="1023721"/>
                </a:lnTo>
                <a:lnTo>
                  <a:pt x="196583" y="1023264"/>
                </a:lnTo>
                <a:lnTo>
                  <a:pt x="193954" y="1023264"/>
                </a:lnTo>
                <a:lnTo>
                  <a:pt x="192836" y="1023721"/>
                </a:lnTo>
                <a:lnTo>
                  <a:pt x="190969" y="1025588"/>
                </a:lnTo>
                <a:lnTo>
                  <a:pt x="190500" y="1026706"/>
                </a:lnTo>
                <a:lnTo>
                  <a:pt x="190500" y="1029335"/>
                </a:lnTo>
                <a:lnTo>
                  <a:pt x="190969" y="1030465"/>
                </a:lnTo>
                <a:lnTo>
                  <a:pt x="192836" y="1032319"/>
                </a:lnTo>
                <a:lnTo>
                  <a:pt x="193954" y="1032789"/>
                </a:lnTo>
                <a:lnTo>
                  <a:pt x="196583" y="1032789"/>
                </a:lnTo>
                <a:lnTo>
                  <a:pt x="197700" y="1032319"/>
                </a:lnTo>
                <a:lnTo>
                  <a:pt x="199567" y="1030465"/>
                </a:lnTo>
                <a:lnTo>
                  <a:pt x="200025" y="1029335"/>
                </a:lnTo>
                <a:lnTo>
                  <a:pt x="200025" y="1026706"/>
                </a:lnTo>
                <a:close/>
              </a:path>
              <a:path w="4819650" h="1544954">
                <a:moveTo>
                  <a:pt x="200025" y="515086"/>
                </a:moveTo>
                <a:lnTo>
                  <a:pt x="199567" y="513956"/>
                </a:lnTo>
                <a:lnTo>
                  <a:pt x="197700" y="512102"/>
                </a:lnTo>
                <a:lnTo>
                  <a:pt x="196583" y="511632"/>
                </a:lnTo>
                <a:lnTo>
                  <a:pt x="193954" y="511632"/>
                </a:lnTo>
                <a:lnTo>
                  <a:pt x="192836" y="512102"/>
                </a:lnTo>
                <a:lnTo>
                  <a:pt x="190969" y="513956"/>
                </a:lnTo>
                <a:lnTo>
                  <a:pt x="190500" y="515086"/>
                </a:lnTo>
                <a:lnTo>
                  <a:pt x="190500" y="517715"/>
                </a:lnTo>
                <a:lnTo>
                  <a:pt x="190969" y="518833"/>
                </a:lnTo>
                <a:lnTo>
                  <a:pt x="192836" y="520687"/>
                </a:lnTo>
                <a:lnTo>
                  <a:pt x="193954" y="521157"/>
                </a:lnTo>
                <a:lnTo>
                  <a:pt x="196583" y="521157"/>
                </a:lnTo>
                <a:lnTo>
                  <a:pt x="197700" y="520687"/>
                </a:lnTo>
                <a:lnTo>
                  <a:pt x="199567" y="518833"/>
                </a:lnTo>
                <a:lnTo>
                  <a:pt x="200025" y="517715"/>
                </a:lnTo>
                <a:lnTo>
                  <a:pt x="200025" y="515086"/>
                </a:lnTo>
                <a:close/>
              </a:path>
              <a:path w="4819650" h="1544954">
                <a:moveTo>
                  <a:pt x="200025" y="3454"/>
                </a:moveTo>
                <a:lnTo>
                  <a:pt x="199567" y="2324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24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4819650" h="1544954">
                <a:moveTo>
                  <a:pt x="247650" y="1538338"/>
                </a:moveTo>
                <a:lnTo>
                  <a:pt x="247192" y="1537220"/>
                </a:lnTo>
                <a:lnTo>
                  <a:pt x="245325" y="1535353"/>
                </a:lnTo>
                <a:lnTo>
                  <a:pt x="244208" y="1534883"/>
                </a:lnTo>
                <a:lnTo>
                  <a:pt x="241579" y="1534883"/>
                </a:lnTo>
                <a:lnTo>
                  <a:pt x="240461" y="1535353"/>
                </a:lnTo>
                <a:lnTo>
                  <a:pt x="238594" y="1537220"/>
                </a:lnTo>
                <a:lnTo>
                  <a:pt x="238125" y="1538338"/>
                </a:lnTo>
                <a:lnTo>
                  <a:pt x="238125" y="1540967"/>
                </a:lnTo>
                <a:lnTo>
                  <a:pt x="238594" y="1542084"/>
                </a:lnTo>
                <a:lnTo>
                  <a:pt x="240461" y="1543951"/>
                </a:lnTo>
                <a:lnTo>
                  <a:pt x="241579" y="1544408"/>
                </a:lnTo>
                <a:lnTo>
                  <a:pt x="244208" y="1544408"/>
                </a:lnTo>
                <a:lnTo>
                  <a:pt x="245325" y="1543951"/>
                </a:lnTo>
                <a:lnTo>
                  <a:pt x="247192" y="1542084"/>
                </a:lnTo>
                <a:lnTo>
                  <a:pt x="247650" y="1540967"/>
                </a:lnTo>
                <a:lnTo>
                  <a:pt x="247650" y="1538338"/>
                </a:lnTo>
                <a:close/>
              </a:path>
              <a:path w="4819650" h="1544954">
                <a:moveTo>
                  <a:pt x="247650" y="1026706"/>
                </a:moveTo>
                <a:lnTo>
                  <a:pt x="247192" y="1025588"/>
                </a:lnTo>
                <a:lnTo>
                  <a:pt x="245325" y="1023721"/>
                </a:lnTo>
                <a:lnTo>
                  <a:pt x="244208" y="1023264"/>
                </a:lnTo>
                <a:lnTo>
                  <a:pt x="241579" y="1023264"/>
                </a:lnTo>
                <a:lnTo>
                  <a:pt x="240461" y="1023721"/>
                </a:lnTo>
                <a:lnTo>
                  <a:pt x="238594" y="1025588"/>
                </a:lnTo>
                <a:lnTo>
                  <a:pt x="238125" y="1026706"/>
                </a:lnTo>
                <a:lnTo>
                  <a:pt x="238125" y="1029335"/>
                </a:lnTo>
                <a:lnTo>
                  <a:pt x="238594" y="1030465"/>
                </a:lnTo>
                <a:lnTo>
                  <a:pt x="240461" y="1032319"/>
                </a:lnTo>
                <a:lnTo>
                  <a:pt x="241579" y="1032789"/>
                </a:lnTo>
                <a:lnTo>
                  <a:pt x="244208" y="1032789"/>
                </a:lnTo>
                <a:lnTo>
                  <a:pt x="245325" y="1032319"/>
                </a:lnTo>
                <a:lnTo>
                  <a:pt x="247192" y="1030465"/>
                </a:lnTo>
                <a:lnTo>
                  <a:pt x="247650" y="1029335"/>
                </a:lnTo>
                <a:lnTo>
                  <a:pt x="247650" y="1026706"/>
                </a:lnTo>
                <a:close/>
              </a:path>
              <a:path w="4819650" h="1544954">
                <a:moveTo>
                  <a:pt x="247650" y="515086"/>
                </a:moveTo>
                <a:lnTo>
                  <a:pt x="247192" y="513956"/>
                </a:lnTo>
                <a:lnTo>
                  <a:pt x="245325" y="512102"/>
                </a:lnTo>
                <a:lnTo>
                  <a:pt x="244208" y="511632"/>
                </a:lnTo>
                <a:lnTo>
                  <a:pt x="241579" y="511632"/>
                </a:lnTo>
                <a:lnTo>
                  <a:pt x="240461" y="512102"/>
                </a:lnTo>
                <a:lnTo>
                  <a:pt x="238594" y="513956"/>
                </a:lnTo>
                <a:lnTo>
                  <a:pt x="238125" y="515086"/>
                </a:lnTo>
                <a:lnTo>
                  <a:pt x="238125" y="517715"/>
                </a:lnTo>
                <a:lnTo>
                  <a:pt x="238594" y="518833"/>
                </a:lnTo>
                <a:lnTo>
                  <a:pt x="240461" y="520687"/>
                </a:lnTo>
                <a:lnTo>
                  <a:pt x="241579" y="521157"/>
                </a:lnTo>
                <a:lnTo>
                  <a:pt x="244208" y="521157"/>
                </a:lnTo>
                <a:lnTo>
                  <a:pt x="245325" y="520687"/>
                </a:lnTo>
                <a:lnTo>
                  <a:pt x="247192" y="518833"/>
                </a:lnTo>
                <a:lnTo>
                  <a:pt x="247650" y="517715"/>
                </a:lnTo>
                <a:lnTo>
                  <a:pt x="247650" y="515086"/>
                </a:lnTo>
                <a:close/>
              </a:path>
              <a:path w="4819650" h="1544954">
                <a:moveTo>
                  <a:pt x="247650" y="3454"/>
                </a:moveTo>
                <a:lnTo>
                  <a:pt x="247192" y="2324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24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4819650" h="1544954">
                <a:moveTo>
                  <a:pt x="295275" y="1538338"/>
                </a:moveTo>
                <a:lnTo>
                  <a:pt x="294817" y="1537220"/>
                </a:lnTo>
                <a:lnTo>
                  <a:pt x="292950" y="1535353"/>
                </a:lnTo>
                <a:lnTo>
                  <a:pt x="291833" y="1534883"/>
                </a:lnTo>
                <a:lnTo>
                  <a:pt x="289204" y="1534883"/>
                </a:lnTo>
                <a:lnTo>
                  <a:pt x="288086" y="1535353"/>
                </a:lnTo>
                <a:lnTo>
                  <a:pt x="286219" y="1537220"/>
                </a:lnTo>
                <a:lnTo>
                  <a:pt x="285750" y="1538338"/>
                </a:lnTo>
                <a:lnTo>
                  <a:pt x="285750" y="1540967"/>
                </a:lnTo>
                <a:lnTo>
                  <a:pt x="286219" y="1542084"/>
                </a:lnTo>
                <a:lnTo>
                  <a:pt x="288086" y="1543951"/>
                </a:lnTo>
                <a:lnTo>
                  <a:pt x="289204" y="1544408"/>
                </a:lnTo>
                <a:lnTo>
                  <a:pt x="291833" y="1544408"/>
                </a:lnTo>
                <a:lnTo>
                  <a:pt x="292950" y="1543951"/>
                </a:lnTo>
                <a:lnTo>
                  <a:pt x="294817" y="1542084"/>
                </a:lnTo>
                <a:lnTo>
                  <a:pt x="295275" y="1540967"/>
                </a:lnTo>
                <a:lnTo>
                  <a:pt x="295275" y="1538338"/>
                </a:lnTo>
                <a:close/>
              </a:path>
              <a:path w="4819650" h="1544954">
                <a:moveTo>
                  <a:pt x="295275" y="1026706"/>
                </a:moveTo>
                <a:lnTo>
                  <a:pt x="294817" y="1025588"/>
                </a:lnTo>
                <a:lnTo>
                  <a:pt x="292950" y="1023721"/>
                </a:lnTo>
                <a:lnTo>
                  <a:pt x="291833" y="1023264"/>
                </a:lnTo>
                <a:lnTo>
                  <a:pt x="289204" y="1023264"/>
                </a:lnTo>
                <a:lnTo>
                  <a:pt x="288086" y="1023721"/>
                </a:lnTo>
                <a:lnTo>
                  <a:pt x="286219" y="1025588"/>
                </a:lnTo>
                <a:lnTo>
                  <a:pt x="285750" y="1026706"/>
                </a:lnTo>
                <a:lnTo>
                  <a:pt x="285750" y="1029335"/>
                </a:lnTo>
                <a:lnTo>
                  <a:pt x="286219" y="1030465"/>
                </a:lnTo>
                <a:lnTo>
                  <a:pt x="288086" y="1032319"/>
                </a:lnTo>
                <a:lnTo>
                  <a:pt x="289204" y="1032789"/>
                </a:lnTo>
                <a:lnTo>
                  <a:pt x="291833" y="1032789"/>
                </a:lnTo>
                <a:lnTo>
                  <a:pt x="292950" y="1032319"/>
                </a:lnTo>
                <a:lnTo>
                  <a:pt x="294817" y="1030465"/>
                </a:lnTo>
                <a:lnTo>
                  <a:pt x="295275" y="1029335"/>
                </a:lnTo>
                <a:lnTo>
                  <a:pt x="295275" y="1026706"/>
                </a:lnTo>
                <a:close/>
              </a:path>
              <a:path w="4819650" h="1544954">
                <a:moveTo>
                  <a:pt x="295275" y="515086"/>
                </a:moveTo>
                <a:lnTo>
                  <a:pt x="294817" y="513956"/>
                </a:lnTo>
                <a:lnTo>
                  <a:pt x="292950" y="512102"/>
                </a:lnTo>
                <a:lnTo>
                  <a:pt x="291833" y="511632"/>
                </a:lnTo>
                <a:lnTo>
                  <a:pt x="289204" y="511632"/>
                </a:lnTo>
                <a:lnTo>
                  <a:pt x="288086" y="512102"/>
                </a:lnTo>
                <a:lnTo>
                  <a:pt x="286219" y="513956"/>
                </a:lnTo>
                <a:lnTo>
                  <a:pt x="285750" y="515086"/>
                </a:lnTo>
                <a:lnTo>
                  <a:pt x="285750" y="517715"/>
                </a:lnTo>
                <a:lnTo>
                  <a:pt x="286219" y="518833"/>
                </a:lnTo>
                <a:lnTo>
                  <a:pt x="288086" y="520687"/>
                </a:lnTo>
                <a:lnTo>
                  <a:pt x="289204" y="521157"/>
                </a:lnTo>
                <a:lnTo>
                  <a:pt x="291833" y="521157"/>
                </a:lnTo>
                <a:lnTo>
                  <a:pt x="292950" y="520687"/>
                </a:lnTo>
                <a:lnTo>
                  <a:pt x="294817" y="518833"/>
                </a:lnTo>
                <a:lnTo>
                  <a:pt x="295275" y="517715"/>
                </a:lnTo>
                <a:lnTo>
                  <a:pt x="295275" y="515086"/>
                </a:lnTo>
                <a:close/>
              </a:path>
              <a:path w="4819650" h="1544954">
                <a:moveTo>
                  <a:pt x="295275" y="3454"/>
                </a:moveTo>
                <a:lnTo>
                  <a:pt x="294817" y="2324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24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4819650" h="1544954">
                <a:moveTo>
                  <a:pt x="342900" y="1538338"/>
                </a:moveTo>
                <a:lnTo>
                  <a:pt x="342442" y="1537220"/>
                </a:lnTo>
                <a:lnTo>
                  <a:pt x="340575" y="1535353"/>
                </a:lnTo>
                <a:lnTo>
                  <a:pt x="339458" y="1534883"/>
                </a:lnTo>
                <a:lnTo>
                  <a:pt x="336829" y="1534883"/>
                </a:lnTo>
                <a:lnTo>
                  <a:pt x="335711" y="1535353"/>
                </a:lnTo>
                <a:lnTo>
                  <a:pt x="333844" y="1537220"/>
                </a:lnTo>
                <a:lnTo>
                  <a:pt x="333375" y="1538338"/>
                </a:lnTo>
                <a:lnTo>
                  <a:pt x="333375" y="1540967"/>
                </a:lnTo>
                <a:lnTo>
                  <a:pt x="333844" y="1542084"/>
                </a:lnTo>
                <a:lnTo>
                  <a:pt x="335711" y="1543951"/>
                </a:lnTo>
                <a:lnTo>
                  <a:pt x="336829" y="1544408"/>
                </a:lnTo>
                <a:lnTo>
                  <a:pt x="339458" y="1544408"/>
                </a:lnTo>
                <a:lnTo>
                  <a:pt x="340575" y="1543951"/>
                </a:lnTo>
                <a:lnTo>
                  <a:pt x="342442" y="1542084"/>
                </a:lnTo>
                <a:lnTo>
                  <a:pt x="342900" y="1540967"/>
                </a:lnTo>
                <a:lnTo>
                  <a:pt x="342900" y="1538338"/>
                </a:lnTo>
                <a:close/>
              </a:path>
              <a:path w="4819650" h="1544954">
                <a:moveTo>
                  <a:pt x="342900" y="1026706"/>
                </a:moveTo>
                <a:lnTo>
                  <a:pt x="342442" y="1025588"/>
                </a:lnTo>
                <a:lnTo>
                  <a:pt x="340575" y="1023721"/>
                </a:lnTo>
                <a:lnTo>
                  <a:pt x="339458" y="1023264"/>
                </a:lnTo>
                <a:lnTo>
                  <a:pt x="336829" y="1023264"/>
                </a:lnTo>
                <a:lnTo>
                  <a:pt x="335711" y="1023721"/>
                </a:lnTo>
                <a:lnTo>
                  <a:pt x="333844" y="1025588"/>
                </a:lnTo>
                <a:lnTo>
                  <a:pt x="333375" y="1026706"/>
                </a:lnTo>
                <a:lnTo>
                  <a:pt x="333375" y="1029335"/>
                </a:lnTo>
                <a:lnTo>
                  <a:pt x="333844" y="1030465"/>
                </a:lnTo>
                <a:lnTo>
                  <a:pt x="335711" y="1032319"/>
                </a:lnTo>
                <a:lnTo>
                  <a:pt x="336829" y="1032789"/>
                </a:lnTo>
                <a:lnTo>
                  <a:pt x="339458" y="1032789"/>
                </a:lnTo>
                <a:lnTo>
                  <a:pt x="340575" y="1032319"/>
                </a:lnTo>
                <a:lnTo>
                  <a:pt x="342442" y="1030465"/>
                </a:lnTo>
                <a:lnTo>
                  <a:pt x="342900" y="1029335"/>
                </a:lnTo>
                <a:lnTo>
                  <a:pt x="342900" y="1026706"/>
                </a:lnTo>
                <a:close/>
              </a:path>
              <a:path w="4819650" h="1544954">
                <a:moveTo>
                  <a:pt x="342900" y="515086"/>
                </a:moveTo>
                <a:lnTo>
                  <a:pt x="342442" y="513956"/>
                </a:lnTo>
                <a:lnTo>
                  <a:pt x="340575" y="512102"/>
                </a:lnTo>
                <a:lnTo>
                  <a:pt x="339458" y="511632"/>
                </a:lnTo>
                <a:lnTo>
                  <a:pt x="336829" y="511632"/>
                </a:lnTo>
                <a:lnTo>
                  <a:pt x="335711" y="512102"/>
                </a:lnTo>
                <a:lnTo>
                  <a:pt x="333844" y="513956"/>
                </a:lnTo>
                <a:lnTo>
                  <a:pt x="333375" y="515086"/>
                </a:lnTo>
                <a:lnTo>
                  <a:pt x="333375" y="517715"/>
                </a:lnTo>
                <a:lnTo>
                  <a:pt x="333844" y="518833"/>
                </a:lnTo>
                <a:lnTo>
                  <a:pt x="335711" y="520687"/>
                </a:lnTo>
                <a:lnTo>
                  <a:pt x="336829" y="521157"/>
                </a:lnTo>
                <a:lnTo>
                  <a:pt x="339458" y="521157"/>
                </a:lnTo>
                <a:lnTo>
                  <a:pt x="340575" y="520687"/>
                </a:lnTo>
                <a:lnTo>
                  <a:pt x="342442" y="518833"/>
                </a:lnTo>
                <a:lnTo>
                  <a:pt x="342900" y="517715"/>
                </a:lnTo>
                <a:lnTo>
                  <a:pt x="342900" y="515086"/>
                </a:lnTo>
                <a:close/>
              </a:path>
              <a:path w="4819650" h="1544954">
                <a:moveTo>
                  <a:pt x="342900" y="3454"/>
                </a:moveTo>
                <a:lnTo>
                  <a:pt x="342442" y="2324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24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4819650" h="1544954">
                <a:moveTo>
                  <a:pt x="390525" y="1538338"/>
                </a:moveTo>
                <a:lnTo>
                  <a:pt x="390067" y="1537220"/>
                </a:lnTo>
                <a:lnTo>
                  <a:pt x="388200" y="1535353"/>
                </a:lnTo>
                <a:lnTo>
                  <a:pt x="387083" y="1534883"/>
                </a:lnTo>
                <a:lnTo>
                  <a:pt x="384454" y="1534883"/>
                </a:lnTo>
                <a:lnTo>
                  <a:pt x="383336" y="1535353"/>
                </a:lnTo>
                <a:lnTo>
                  <a:pt x="381469" y="1537220"/>
                </a:lnTo>
                <a:lnTo>
                  <a:pt x="381000" y="1538338"/>
                </a:lnTo>
                <a:lnTo>
                  <a:pt x="381000" y="1540967"/>
                </a:lnTo>
                <a:lnTo>
                  <a:pt x="381469" y="1542084"/>
                </a:lnTo>
                <a:lnTo>
                  <a:pt x="383336" y="1543951"/>
                </a:lnTo>
                <a:lnTo>
                  <a:pt x="384454" y="1544408"/>
                </a:lnTo>
                <a:lnTo>
                  <a:pt x="387083" y="1544408"/>
                </a:lnTo>
                <a:lnTo>
                  <a:pt x="388200" y="1543951"/>
                </a:lnTo>
                <a:lnTo>
                  <a:pt x="390067" y="1542084"/>
                </a:lnTo>
                <a:lnTo>
                  <a:pt x="390525" y="1540967"/>
                </a:lnTo>
                <a:lnTo>
                  <a:pt x="390525" y="1538338"/>
                </a:lnTo>
                <a:close/>
              </a:path>
              <a:path w="4819650" h="1544954">
                <a:moveTo>
                  <a:pt x="390525" y="1026706"/>
                </a:moveTo>
                <a:lnTo>
                  <a:pt x="390067" y="1025588"/>
                </a:lnTo>
                <a:lnTo>
                  <a:pt x="388200" y="1023721"/>
                </a:lnTo>
                <a:lnTo>
                  <a:pt x="387083" y="1023264"/>
                </a:lnTo>
                <a:lnTo>
                  <a:pt x="384454" y="1023264"/>
                </a:lnTo>
                <a:lnTo>
                  <a:pt x="383336" y="1023721"/>
                </a:lnTo>
                <a:lnTo>
                  <a:pt x="381469" y="1025588"/>
                </a:lnTo>
                <a:lnTo>
                  <a:pt x="381000" y="1026706"/>
                </a:lnTo>
                <a:lnTo>
                  <a:pt x="381000" y="1029335"/>
                </a:lnTo>
                <a:lnTo>
                  <a:pt x="381469" y="1030465"/>
                </a:lnTo>
                <a:lnTo>
                  <a:pt x="383336" y="1032319"/>
                </a:lnTo>
                <a:lnTo>
                  <a:pt x="384454" y="1032789"/>
                </a:lnTo>
                <a:lnTo>
                  <a:pt x="387083" y="1032789"/>
                </a:lnTo>
                <a:lnTo>
                  <a:pt x="388200" y="1032319"/>
                </a:lnTo>
                <a:lnTo>
                  <a:pt x="390067" y="1030465"/>
                </a:lnTo>
                <a:lnTo>
                  <a:pt x="390525" y="1029335"/>
                </a:lnTo>
                <a:lnTo>
                  <a:pt x="390525" y="1026706"/>
                </a:lnTo>
                <a:close/>
              </a:path>
              <a:path w="4819650" h="1544954">
                <a:moveTo>
                  <a:pt x="390525" y="515086"/>
                </a:moveTo>
                <a:lnTo>
                  <a:pt x="390067" y="513956"/>
                </a:lnTo>
                <a:lnTo>
                  <a:pt x="388200" y="512102"/>
                </a:lnTo>
                <a:lnTo>
                  <a:pt x="387083" y="511632"/>
                </a:lnTo>
                <a:lnTo>
                  <a:pt x="384454" y="511632"/>
                </a:lnTo>
                <a:lnTo>
                  <a:pt x="383336" y="512102"/>
                </a:lnTo>
                <a:lnTo>
                  <a:pt x="381469" y="513956"/>
                </a:lnTo>
                <a:lnTo>
                  <a:pt x="381000" y="515086"/>
                </a:lnTo>
                <a:lnTo>
                  <a:pt x="381000" y="517715"/>
                </a:lnTo>
                <a:lnTo>
                  <a:pt x="381469" y="518833"/>
                </a:lnTo>
                <a:lnTo>
                  <a:pt x="383336" y="520687"/>
                </a:lnTo>
                <a:lnTo>
                  <a:pt x="384454" y="521157"/>
                </a:lnTo>
                <a:lnTo>
                  <a:pt x="387083" y="521157"/>
                </a:lnTo>
                <a:lnTo>
                  <a:pt x="388200" y="520687"/>
                </a:lnTo>
                <a:lnTo>
                  <a:pt x="390067" y="518833"/>
                </a:lnTo>
                <a:lnTo>
                  <a:pt x="390525" y="517715"/>
                </a:lnTo>
                <a:lnTo>
                  <a:pt x="390525" y="515086"/>
                </a:lnTo>
                <a:close/>
              </a:path>
              <a:path w="4819650" h="1544954">
                <a:moveTo>
                  <a:pt x="390525" y="3454"/>
                </a:moveTo>
                <a:lnTo>
                  <a:pt x="390067" y="2324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24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4819650" h="1544954">
                <a:moveTo>
                  <a:pt x="438150" y="1538338"/>
                </a:moveTo>
                <a:lnTo>
                  <a:pt x="437692" y="1537220"/>
                </a:lnTo>
                <a:lnTo>
                  <a:pt x="435825" y="1535353"/>
                </a:lnTo>
                <a:lnTo>
                  <a:pt x="434708" y="1534883"/>
                </a:lnTo>
                <a:lnTo>
                  <a:pt x="432079" y="1534883"/>
                </a:lnTo>
                <a:lnTo>
                  <a:pt x="430961" y="1535353"/>
                </a:lnTo>
                <a:lnTo>
                  <a:pt x="429094" y="1537220"/>
                </a:lnTo>
                <a:lnTo>
                  <a:pt x="428625" y="1538338"/>
                </a:lnTo>
                <a:lnTo>
                  <a:pt x="428625" y="1540967"/>
                </a:lnTo>
                <a:lnTo>
                  <a:pt x="429094" y="1542084"/>
                </a:lnTo>
                <a:lnTo>
                  <a:pt x="430961" y="1543951"/>
                </a:lnTo>
                <a:lnTo>
                  <a:pt x="432079" y="1544408"/>
                </a:lnTo>
                <a:lnTo>
                  <a:pt x="434708" y="1544408"/>
                </a:lnTo>
                <a:lnTo>
                  <a:pt x="435825" y="1543951"/>
                </a:lnTo>
                <a:lnTo>
                  <a:pt x="437692" y="1542084"/>
                </a:lnTo>
                <a:lnTo>
                  <a:pt x="438150" y="1540967"/>
                </a:lnTo>
                <a:lnTo>
                  <a:pt x="438150" y="1538338"/>
                </a:lnTo>
                <a:close/>
              </a:path>
              <a:path w="4819650" h="1544954">
                <a:moveTo>
                  <a:pt x="438150" y="1026706"/>
                </a:moveTo>
                <a:lnTo>
                  <a:pt x="437692" y="1025588"/>
                </a:lnTo>
                <a:lnTo>
                  <a:pt x="435825" y="1023721"/>
                </a:lnTo>
                <a:lnTo>
                  <a:pt x="434708" y="1023264"/>
                </a:lnTo>
                <a:lnTo>
                  <a:pt x="432079" y="1023264"/>
                </a:lnTo>
                <a:lnTo>
                  <a:pt x="430961" y="1023721"/>
                </a:lnTo>
                <a:lnTo>
                  <a:pt x="429094" y="1025588"/>
                </a:lnTo>
                <a:lnTo>
                  <a:pt x="428625" y="1026706"/>
                </a:lnTo>
                <a:lnTo>
                  <a:pt x="428625" y="1029335"/>
                </a:lnTo>
                <a:lnTo>
                  <a:pt x="429094" y="1030465"/>
                </a:lnTo>
                <a:lnTo>
                  <a:pt x="430961" y="1032319"/>
                </a:lnTo>
                <a:lnTo>
                  <a:pt x="432079" y="1032789"/>
                </a:lnTo>
                <a:lnTo>
                  <a:pt x="434708" y="1032789"/>
                </a:lnTo>
                <a:lnTo>
                  <a:pt x="435825" y="1032319"/>
                </a:lnTo>
                <a:lnTo>
                  <a:pt x="437692" y="1030465"/>
                </a:lnTo>
                <a:lnTo>
                  <a:pt x="438150" y="1029335"/>
                </a:lnTo>
                <a:lnTo>
                  <a:pt x="438150" y="1026706"/>
                </a:lnTo>
                <a:close/>
              </a:path>
              <a:path w="4819650" h="1544954">
                <a:moveTo>
                  <a:pt x="438150" y="515086"/>
                </a:moveTo>
                <a:lnTo>
                  <a:pt x="437692" y="513956"/>
                </a:lnTo>
                <a:lnTo>
                  <a:pt x="435825" y="512102"/>
                </a:lnTo>
                <a:lnTo>
                  <a:pt x="434708" y="511632"/>
                </a:lnTo>
                <a:lnTo>
                  <a:pt x="432079" y="511632"/>
                </a:lnTo>
                <a:lnTo>
                  <a:pt x="430961" y="512102"/>
                </a:lnTo>
                <a:lnTo>
                  <a:pt x="429094" y="513956"/>
                </a:lnTo>
                <a:lnTo>
                  <a:pt x="428625" y="515086"/>
                </a:lnTo>
                <a:lnTo>
                  <a:pt x="428625" y="517715"/>
                </a:lnTo>
                <a:lnTo>
                  <a:pt x="429094" y="518833"/>
                </a:lnTo>
                <a:lnTo>
                  <a:pt x="430961" y="520687"/>
                </a:lnTo>
                <a:lnTo>
                  <a:pt x="432079" y="521157"/>
                </a:lnTo>
                <a:lnTo>
                  <a:pt x="434708" y="521157"/>
                </a:lnTo>
                <a:lnTo>
                  <a:pt x="435825" y="520687"/>
                </a:lnTo>
                <a:lnTo>
                  <a:pt x="437692" y="518833"/>
                </a:lnTo>
                <a:lnTo>
                  <a:pt x="438150" y="517715"/>
                </a:lnTo>
                <a:lnTo>
                  <a:pt x="438150" y="515086"/>
                </a:lnTo>
                <a:close/>
              </a:path>
              <a:path w="4819650" h="1544954">
                <a:moveTo>
                  <a:pt x="438150" y="3454"/>
                </a:moveTo>
                <a:lnTo>
                  <a:pt x="437692" y="2324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24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4819650" h="1544954">
                <a:moveTo>
                  <a:pt x="485775" y="1538338"/>
                </a:moveTo>
                <a:lnTo>
                  <a:pt x="485317" y="1537220"/>
                </a:lnTo>
                <a:lnTo>
                  <a:pt x="483450" y="1535353"/>
                </a:lnTo>
                <a:lnTo>
                  <a:pt x="482333" y="1534883"/>
                </a:lnTo>
                <a:lnTo>
                  <a:pt x="479704" y="1534883"/>
                </a:lnTo>
                <a:lnTo>
                  <a:pt x="478586" y="1535353"/>
                </a:lnTo>
                <a:lnTo>
                  <a:pt x="476719" y="1537220"/>
                </a:lnTo>
                <a:lnTo>
                  <a:pt x="476250" y="1538338"/>
                </a:lnTo>
                <a:lnTo>
                  <a:pt x="476250" y="1540967"/>
                </a:lnTo>
                <a:lnTo>
                  <a:pt x="476719" y="1542084"/>
                </a:lnTo>
                <a:lnTo>
                  <a:pt x="478586" y="1543951"/>
                </a:lnTo>
                <a:lnTo>
                  <a:pt x="479704" y="1544408"/>
                </a:lnTo>
                <a:lnTo>
                  <a:pt x="482333" y="1544408"/>
                </a:lnTo>
                <a:lnTo>
                  <a:pt x="483450" y="1543951"/>
                </a:lnTo>
                <a:lnTo>
                  <a:pt x="485317" y="1542084"/>
                </a:lnTo>
                <a:lnTo>
                  <a:pt x="485775" y="1540967"/>
                </a:lnTo>
                <a:lnTo>
                  <a:pt x="485775" y="1538338"/>
                </a:lnTo>
                <a:close/>
              </a:path>
              <a:path w="4819650" h="1544954">
                <a:moveTo>
                  <a:pt x="485775" y="1026706"/>
                </a:moveTo>
                <a:lnTo>
                  <a:pt x="485317" y="1025588"/>
                </a:lnTo>
                <a:lnTo>
                  <a:pt x="483450" y="1023721"/>
                </a:lnTo>
                <a:lnTo>
                  <a:pt x="482333" y="1023264"/>
                </a:lnTo>
                <a:lnTo>
                  <a:pt x="479704" y="1023264"/>
                </a:lnTo>
                <a:lnTo>
                  <a:pt x="478586" y="1023721"/>
                </a:lnTo>
                <a:lnTo>
                  <a:pt x="476719" y="1025588"/>
                </a:lnTo>
                <a:lnTo>
                  <a:pt x="476250" y="1026706"/>
                </a:lnTo>
                <a:lnTo>
                  <a:pt x="476250" y="1029335"/>
                </a:lnTo>
                <a:lnTo>
                  <a:pt x="476719" y="1030465"/>
                </a:lnTo>
                <a:lnTo>
                  <a:pt x="478586" y="1032319"/>
                </a:lnTo>
                <a:lnTo>
                  <a:pt x="479704" y="1032789"/>
                </a:lnTo>
                <a:lnTo>
                  <a:pt x="482333" y="1032789"/>
                </a:lnTo>
                <a:lnTo>
                  <a:pt x="483450" y="1032319"/>
                </a:lnTo>
                <a:lnTo>
                  <a:pt x="485317" y="1030465"/>
                </a:lnTo>
                <a:lnTo>
                  <a:pt x="485775" y="1029335"/>
                </a:lnTo>
                <a:lnTo>
                  <a:pt x="485775" y="1026706"/>
                </a:lnTo>
                <a:close/>
              </a:path>
              <a:path w="4819650" h="1544954">
                <a:moveTo>
                  <a:pt x="485775" y="515086"/>
                </a:moveTo>
                <a:lnTo>
                  <a:pt x="485317" y="513956"/>
                </a:lnTo>
                <a:lnTo>
                  <a:pt x="483450" y="512102"/>
                </a:lnTo>
                <a:lnTo>
                  <a:pt x="482333" y="511632"/>
                </a:lnTo>
                <a:lnTo>
                  <a:pt x="479704" y="511632"/>
                </a:lnTo>
                <a:lnTo>
                  <a:pt x="478586" y="512102"/>
                </a:lnTo>
                <a:lnTo>
                  <a:pt x="476719" y="513956"/>
                </a:lnTo>
                <a:lnTo>
                  <a:pt x="476250" y="515086"/>
                </a:lnTo>
                <a:lnTo>
                  <a:pt x="476250" y="517715"/>
                </a:lnTo>
                <a:lnTo>
                  <a:pt x="476719" y="518833"/>
                </a:lnTo>
                <a:lnTo>
                  <a:pt x="478586" y="520687"/>
                </a:lnTo>
                <a:lnTo>
                  <a:pt x="479704" y="521157"/>
                </a:lnTo>
                <a:lnTo>
                  <a:pt x="482333" y="521157"/>
                </a:lnTo>
                <a:lnTo>
                  <a:pt x="483450" y="520687"/>
                </a:lnTo>
                <a:lnTo>
                  <a:pt x="485317" y="518833"/>
                </a:lnTo>
                <a:lnTo>
                  <a:pt x="485775" y="517715"/>
                </a:lnTo>
                <a:lnTo>
                  <a:pt x="485775" y="515086"/>
                </a:lnTo>
                <a:close/>
              </a:path>
              <a:path w="4819650" h="1544954">
                <a:moveTo>
                  <a:pt x="485775" y="3454"/>
                </a:moveTo>
                <a:lnTo>
                  <a:pt x="485317" y="2324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24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4819650" h="1544954">
                <a:moveTo>
                  <a:pt x="533400" y="1538338"/>
                </a:moveTo>
                <a:lnTo>
                  <a:pt x="532942" y="1537220"/>
                </a:lnTo>
                <a:lnTo>
                  <a:pt x="531075" y="1535353"/>
                </a:lnTo>
                <a:lnTo>
                  <a:pt x="529958" y="1534883"/>
                </a:lnTo>
                <a:lnTo>
                  <a:pt x="527329" y="1534883"/>
                </a:lnTo>
                <a:lnTo>
                  <a:pt x="526211" y="1535353"/>
                </a:lnTo>
                <a:lnTo>
                  <a:pt x="524344" y="1537220"/>
                </a:lnTo>
                <a:lnTo>
                  <a:pt x="523875" y="1538338"/>
                </a:lnTo>
                <a:lnTo>
                  <a:pt x="523875" y="1540967"/>
                </a:lnTo>
                <a:lnTo>
                  <a:pt x="524344" y="1542084"/>
                </a:lnTo>
                <a:lnTo>
                  <a:pt x="526211" y="1543951"/>
                </a:lnTo>
                <a:lnTo>
                  <a:pt x="527329" y="1544408"/>
                </a:lnTo>
                <a:lnTo>
                  <a:pt x="529958" y="1544408"/>
                </a:lnTo>
                <a:lnTo>
                  <a:pt x="531075" y="1543951"/>
                </a:lnTo>
                <a:lnTo>
                  <a:pt x="532942" y="1542084"/>
                </a:lnTo>
                <a:lnTo>
                  <a:pt x="533400" y="1540967"/>
                </a:lnTo>
                <a:lnTo>
                  <a:pt x="533400" y="1538338"/>
                </a:lnTo>
                <a:close/>
              </a:path>
              <a:path w="4819650" h="1544954">
                <a:moveTo>
                  <a:pt x="533400" y="1026706"/>
                </a:moveTo>
                <a:lnTo>
                  <a:pt x="532942" y="1025588"/>
                </a:lnTo>
                <a:lnTo>
                  <a:pt x="531075" y="1023721"/>
                </a:lnTo>
                <a:lnTo>
                  <a:pt x="529958" y="1023264"/>
                </a:lnTo>
                <a:lnTo>
                  <a:pt x="527329" y="1023264"/>
                </a:lnTo>
                <a:lnTo>
                  <a:pt x="526211" y="1023721"/>
                </a:lnTo>
                <a:lnTo>
                  <a:pt x="524344" y="1025588"/>
                </a:lnTo>
                <a:lnTo>
                  <a:pt x="523875" y="1026706"/>
                </a:lnTo>
                <a:lnTo>
                  <a:pt x="523875" y="1029335"/>
                </a:lnTo>
                <a:lnTo>
                  <a:pt x="524344" y="1030465"/>
                </a:lnTo>
                <a:lnTo>
                  <a:pt x="526211" y="1032319"/>
                </a:lnTo>
                <a:lnTo>
                  <a:pt x="527329" y="1032789"/>
                </a:lnTo>
                <a:lnTo>
                  <a:pt x="529958" y="1032789"/>
                </a:lnTo>
                <a:lnTo>
                  <a:pt x="531075" y="1032319"/>
                </a:lnTo>
                <a:lnTo>
                  <a:pt x="532942" y="1030465"/>
                </a:lnTo>
                <a:lnTo>
                  <a:pt x="533400" y="1029335"/>
                </a:lnTo>
                <a:lnTo>
                  <a:pt x="533400" y="1026706"/>
                </a:lnTo>
                <a:close/>
              </a:path>
              <a:path w="4819650" h="1544954">
                <a:moveTo>
                  <a:pt x="533400" y="515086"/>
                </a:moveTo>
                <a:lnTo>
                  <a:pt x="532942" y="513956"/>
                </a:lnTo>
                <a:lnTo>
                  <a:pt x="531075" y="512102"/>
                </a:lnTo>
                <a:lnTo>
                  <a:pt x="529958" y="511632"/>
                </a:lnTo>
                <a:lnTo>
                  <a:pt x="527329" y="511632"/>
                </a:lnTo>
                <a:lnTo>
                  <a:pt x="526211" y="512102"/>
                </a:lnTo>
                <a:lnTo>
                  <a:pt x="524344" y="513956"/>
                </a:lnTo>
                <a:lnTo>
                  <a:pt x="523875" y="515086"/>
                </a:lnTo>
                <a:lnTo>
                  <a:pt x="523875" y="517715"/>
                </a:lnTo>
                <a:lnTo>
                  <a:pt x="524344" y="518833"/>
                </a:lnTo>
                <a:lnTo>
                  <a:pt x="526211" y="520687"/>
                </a:lnTo>
                <a:lnTo>
                  <a:pt x="527329" y="521157"/>
                </a:lnTo>
                <a:lnTo>
                  <a:pt x="529958" y="521157"/>
                </a:lnTo>
                <a:lnTo>
                  <a:pt x="531075" y="520687"/>
                </a:lnTo>
                <a:lnTo>
                  <a:pt x="532942" y="518833"/>
                </a:lnTo>
                <a:lnTo>
                  <a:pt x="533400" y="517715"/>
                </a:lnTo>
                <a:lnTo>
                  <a:pt x="533400" y="515086"/>
                </a:lnTo>
                <a:close/>
              </a:path>
              <a:path w="4819650" h="1544954">
                <a:moveTo>
                  <a:pt x="533400" y="3454"/>
                </a:moveTo>
                <a:lnTo>
                  <a:pt x="532942" y="2324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24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4819650" h="1544954">
                <a:moveTo>
                  <a:pt x="581025" y="1538338"/>
                </a:moveTo>
                <a:lnTo>
                  <a:pt x="580567" y="1537220"/>
                </a:lnTo>
                <a:lnTo>
                  <a:pt x="578700" y="1535353"/>
                </a:lnTo>
                <a:lnTo>
                  <a:pt x="577583" y="1534883"/>
                </a:lnTo>
                <a:lnTo>
                  <a:pt x="574954" y="1534883"/>
                </a:lnTo>
                <a:lnTo>
                  <a:pt x="573836" y="1535353"/>
                </a:lnTo>
                <a:lnTo>
                  <a:pt x="571969" y="1537220"/>
                </a:lnTo>
                <a:lnTo>
                  <a:pt x="571500" y="1538338"/>
                </a:lnTo>
                <a:lnTo>
                  <a:pt x="571500" y="1540967"/>
                </a:lnTo>
                <a:lnTo>
                  <a:pt x="571969" y="1542084"/>
                </a:lnTo>
                <a:lnTo>
                  <a:pt x="573836" y="1543951"/>
                </a:lnTo>
                <a:lnTo>
                  <a:pt x="574954" y="1544408"/>
                </a:lnTo>
                <a:lnTo>
                  <a:pt x="577583" y="1544408"/>
                </a:lnTo>
                <a:lnTo>
                  <a:pt x="578700" y="1543951"/>
                </a:lnTo>
                <a:lnTo>
                  <a:pt x="580567" y="1542084"/>
                </a:lnTo>
                <a:lnTo>
                  <a:pt x="581025" y="1540967"/>
                </a:lnTo>
                <a:lnTo>
                  <a:pt x="581025" y="1538338"/>
                </a:lnTo>
                <a:close/>
              </a:path>
              <a:path w="4819650" h="1544954">
                <a:moveTo>
                  <a:pt x="581025" y="1026706"/>
                </a:moveTo>
                <a:lnTo>
                  <a:pt x="580567" y="1025588"/>
                </a:lnTo>
                <a:lnTo>
                  <a:pt x="578700" y="1023721"/>
                </a:lnTo>
                <a:lnTo>
                  <a:pt x="577583" y="1023264"/>
                </a:lnTo>
                <a:lnTo>
                  <a:pt x="574954" y="1023264"/>
                </a:lnTo>
                <a:lnTo>
                  <a:pt x="573836" y="1023721"/>
                </a:lnTo>
                <a:lnTo>
                  <a:pt x="571969" y="1025588"/>
                </a:lnTo>
                <a:lnTo>
                  <a:pt x="571500" y="1026706"/>
                </a:lnTo>
                <a:lnTo>
                  <a:pt x="571500" y="1029335"/>
                </a:lnTo>
                <a:lnTo>
                  <a:pt x="571969" y="1030465"/>
                </a:lnTo>
                <a:lnTo>
                  <a:pt x="573836" y="1032319"/>
                </a:lnTo>
                <a:lnTo>
                  <a:pt x="574954" y="1032789"/>
                </a:lnTo>
                <a:lnTo>
                  <a:pt x="577583" y="1032789"/>
                </a:lnTo>
                <a:lnTo>
                  <a:pt x="578700" y="1032319"/>
                </a:lnTo>
                <a:lnTo>
                  <a:pt x="580567" y="1030465"/>
                </a:lnTo>
                <a:lnTo>
                  <a:pt x="581025" y="1029335"/>
                </a:lnTo>
                <a:lnTo>
                  <a:pt x="581025" y="1026706"/>
                </a:lnTo>
                <a:close/>
              </a:path>
              <a:path w="4819650" h="1544954">
                <a:moveTo>
                  <a:pt x="581025" y="515086"/>
                </a:moveTo>
                <a:lnTo>
                  <a:pt x="580567" y="513956"/>
                </a:lnTo>
                <a:lnTo>
                  <a:pt x="578700" y="512102"/>
                </a:lnTo>
                <a:lnTo>
                  <a:pt x="577583" y="511632"/>
                </a:lnTo>
                <a:lnTo>
                  <a:pt x="574954" y="511632"/>
                </a:lnTo>
                <a:lnTo>
                  <a:pt x="573836" y="512102"/>
                </a:lnTo>
                <a:lnTo>
                  <a:pt x="571969" y="513956"/>
                </a:lnTo>
                <a:lnTo>
                  <a:pt x="571500" y="515086"/>
                </a:lnTo>
                <a:lnTo>
                  <a:pt x="571500" y="517715"/>
                </a:lnTo>
                <a:lnTo>
                  <a:pt x="571969" y="518833"/>
                </a:lnTo>
                <a:lnTo>
                  <a:pt x="573836" y="520687"/>
                </a:lnTo>
                <a:lnTo>
                  <a:pt x="574954" y="521157"/>
                </a:lnTo>
                <a:lnTo>
                  <a:pt x="577583" y="521157"/>
                </a:lnTo>
                <a:lnTo>
                  <a:pt x="578700" y="520687"/>
                </a:lnTo>
                <a:lnTo>
                  <a:pt x="580567" y="518833"/>
                </a:lnTo>
                <a:lnTo>
                  <a:pt x="581025" y="517715"/>
                </a:lnTo>
                <a:lnTo>
                  <a:pt x="581025" y="515086"/>
                </a:lnTo>
                <a:close/>
              </a:path>
              <a:path w="4819650" h="1544954">
                <a:moveTo>
                  <a:pt x="581025" y="3454"/>
                </a:moveTo>
                <a:lnTo>
                  <a:pt x="580567" y="2324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24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4819650" h="1544954">
                <a:moveTo>
                  <a:pt x="628650" y="1538338"/>
                </a:moveTo>
                <a:lnTo>
                  <a:pt x="628192" y="1537220"/>
                </a:lnTo>
                <a:lnTo>
                  <a:pt x="626325" y="1535353"/>
                </a:lnTo>
                <a:lnTo>
                  <a:pt x="625208" y="1534883"/>
                </a:lnTo>
                <a:lnTo>
                  <a:pt x="622579" y="1534883"/>
                </a:lnTo>
                <a:lnTo>
                  <a:pt x="621461" y="1535353"/>
                </a:lnTo>
                <a:lnTo>
                  <a:pt x="619594" y="1537220"/>
                </a:lnTo>
                <a:lnTo>
                  <a:pt x="619125" y="1538338"/>
                </a:lnTo>
                <a:lnTo>
                  <a:pt x="619125" y="1540967"/>
                </a:lnTo>
                <a:lnTo>
                  <a:pt x="619594" y="1542084"/>
                </a:lnTo>
                <a:lnTo>
                  <a:pt x="621461" y="1543951"/>
                </a:lnTo>
                <a:lnTo>
                  <a:pt x="622579" y="1544408"/>
                </a:lnTo>
                <a:lnTo>
                  <a:pt x="625208" y="1544408"/>
                </a:lnTo>
                <a:lnTo>
                  <a:pt x="626325" y="1543951"/>
                </a:lnTo>
                <a:lnTo>
                  <a:pt x="628192" y="1542084"/>
                </a:lnTo>
                <a:lnTo>
                  <a:pt x="628650" y="1540967"/>
                </a:lnTo>
                <a:lnTo>
                  <a:pt x="628650" y="1538338"/>
                </a:lnTo>
                <a:close/>
              </a:path>
              <a:path w="4819650" h="1544954">
                <a:moveTo>
                  <a:pt x="628650" y="1026706"/>
                </a:moveTo>
                <a:lnTo>
                  <a:pt x="628192" y="1025588"/>
                </a:lnTo>
                <a:lnTo>
                  <a:pt x="626325" y="1023721"/>
                </a:lnTo>
                <a:lnTo>
                  <a:pt x="625208" y="1023264"/>
                </a:lnTo>
                <a:lnTo>
                  <a:pt x="622579" y="1023264"/>
                </a:lnTo>
                <a:lnTo>
                  <a:pt x="621461" y="1023721"/>
                </a:lnTo>
                <a:lnTo>
                  <a:pt x="619594" y="1025588"/>
                </a:lnTo>
                <a:lnTo>
                  <a:pt x="619125" y="1026706"/>
                </a:lnTo>
                <a:lnTo>
                  <a:pt x="619125" y="1029335"/>
                </a:lnTo>
                <a:lnTo>
                  <a:pt x="619594" y="1030465"/>
                </a:lnTo>
                <a:lnTo>
                  <a:pt x="621461" y="1032319"/>
                </a:lnTo>
                <a:lnTo>
                  <a:pt x="622579" y="1032789"/>
                </a:lnTo>
                <a:lnTo>
                  <a:pt x="625208" y="1032789"/>
                </a:lnTo>
                <a:lnTo>
                  <a:pt x="626325" y="1032319"/>
                </a:lnTo>
                <a:lnTo>
                  <a:pt x="628192" y="1030465"/>
                </a:lnTo>
                <a:lnTo>
                  <a:pt x="628650" y="1029335"/>
                </a:lnTo>
                <a:lnTo>
                  <a:pt x="628650" y="1026706"/>
                </a:lnTo>
                <a:close/>
              </a:path>
              <a:path w="4819650" h="1544954">
                <a:moveTo>
                  <a:pt x="628650" y="515086"/>
                </a:moveTo>
                <a:lnTo>
                  <a:pt x="628192" y="513956"/>
                </a:lnTo>
                <a:lnTo>
                  <a:pt x="626325" y="512102"/>
                </a:lnTo>
                <a:lnTo>
                  <a:pt x="625208" y="511632"/>
                </a:lnTo>
                <a:lnTo>
                  <a:pt x="622579" y="511632"/>
                </a:lnTo>
                <a:lnTo>
                  <a:pt x="621461" y="512102"/>
                </a:lnTo>
                <a:lnTo>
                  <a:pt x="619594" y="513956"/>
                </a:lnTo>
                <a:lnTo>
                  <a:pt x="619125" y="515086"/>
                </a:lnTo>
                <a:lnTo>
                  <a:pt x="619125" y="517715"/>
                </a:lnTo>
                <a:lnTo>
                  <a:pt x="619594" y="518833"/>
                </a:lnTo>
                <a:lnTo>
                  <a:pt x="621461" y="520687"/>
                </a:lnTo>
                <a:lnTo>
                  <a:pt x="622579" y="521157"/>
                </a:lnTo>
                <a:lnTo>
                  <a:pt x="625208" y="521157"/>
                </a:lnTo>
                <a:lnTo>
                  <a:pt x="626325" y="520687"/>
                </a:lnTo>
                <a:lnTo>
                  <a:pt x="628192" y="518833"/>
                </a:lnTo>
                <a:lnTo>
                  <a:pt x="628650" y="517715"/>
                </a:lnTo>
                <a:lnTo>
                  <a:pt x="628650" y="515086"/>
                </a:lnTo>
                <a:close/>
              </a:path>
              <a:path w="4819650" h="1544954">
                <a:moveTo>
                  <a:pt x="628650" y="3454"/>
                </a:moveTo>
                <a:lnTo>
                  <a:pt x="628192" y="2324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24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4819650" h="1544954">
                <a:moveTo>
                  <a:pt x="676275" y="1538338"/>
                </a:moveTo>
                <a:lnTo>
                  <a:pt x="675817" y="1537220"/>
                </a:lnTo>
                <a:lnTo>
                  <a:pt x="673950" y="1535353"/>
                </a:lnTo>
                <a:lnTo>
                  <a:pt x="672833" y="1534883"/>
                </a:lnTo>
                <a:lnTo>
                  <a:pt x="670204" y="1534883"/>
                </a:lnTo>
                <a:lnTo>
                  <a:pt x="669086" y="1535353"/>
                </a:lnTo>
                <a:lnTo>
                  <a:pt x="667219" y="1537220"/>
                </a:lnTo>
                <a:lnTo>
                  <a:pt x="666750" y="1538338"/>
                </a:lnTo>
                <a:lnTo>
                  <a:pt x="666750" y="1540967"/>
                </a:lnTo>
                <a:lnTo>
                  <a:pt x="667219" y="1542084"/>
                </a:lnTo>
                <a:lnTo>
                  <a:pt x="669086" y="1543951"/>
                </a:lnTo>
                <a:lnTo>
                  <a:pt x="670204" y="1544408"/>
                </a:lnTo>
                <a:lnTo>
                  <a:pt x="672833" y="1544408"/>
                </a:lnTo>
                <a:lnTo>
                  <a:pt x="673950" y="1543951"/>
                </a:lnTo>
                <a:lnTo>
                  <a:pt x="675817" y="1542084"/>
                </a:lnTo>
                <a:lnTo>
                  <a:pt x="676275" y="1540967"/>
                </a:lnTo>
                <a:lnTo>
                  <a:pt x="676275" y="1538338"/>
                </a:lnTo>
                <a:close/>
              </a:path>
              <a:path w="4819650" h="1544954">
                <a:moveTo>
                  <a:pt x="676275" y="1026706"/>
                </a:moveTo>
                <a:lnTo>
                  <a:pt x="675817" y="1025588"/>
                </a:lnTo>
                <a:lnTo>
                  <a:pt x="673950" y="1023721"/>
                </a:lnTo>
                <a:lnTo>
                  <a:pt x="672833" y="1023264"/>
                </a:lnTo>
                <a:lnTo>
                  <a:pt x="670204" y="1023264"/>
                </a:lnTo>
                <a:lnTo>
                  <a:pt x="669086" y="1023721"/>
                </a:lnTo>
                <a:lnTo>
                  <a:pt x="667219" y="1025588"/>
                </a:lnTo>
                <a:lnTo>
                  <a:pt x="666750" y="1026706"/>
                </a:lnTo>
                <a:lnTo>
                  <a:pt x="666750" y="1029335"/>
                </a:lnTo>
                <a:lnTo>
                  <a:pt x="667219" y="1030465"/>
                </a:lnTo>
                <a:lnTo>
                  <a:pt x="669086" y="1032319"/>
                </a:lnTo>
                <a:lnTo>
                  <a:pt x="670204" y="1032789"/>
                </a:lnTo>
                <a:lnTo>
                  <a:pt x="672833" y="1032789"/>
                </a:lnTo>
                <a:lnTo>
                  <a:pt x="673950" y="1032319"/>
                </a:lnTo>
                <a:lnTo>
                  <a:pt x="675817" y="1030465"/>
                </a:lnTo>
                <a:lnTo>
                  <a:pt x="676275" y="1029335"/>
                </a:lnTo>
                <a:lnTo>
                  <a:pt x="676275" y="1026706"/>
                </a:lnTo>
                <a:close/>
              </a:path>
              <a:path w="4819650" h="1544954">
                <a:moveTo>
                  <a:pt x="676275" y="515086"/>
                </a:moveTo>
                <a:lnTo>
                  <a:pt x="675817" y="513956"/>
                </a:lnTo>
                <a:lnTo>
                  <a:pt x="673950" y="512102"/>
                </a:lnTo>
                <a:lnTo>
                  <a:pt x="672833" y="511632"/>
                </a:lnTo>
                <a:lnTo>
                  <a:pt x="670204" y="511632"/>
                </a:lnTo>
                <a:lnTo>
                  <a:pt x="669086" y="512102"/>
                </a:lnTo>
                <a:lnTo>
                  <a:pt x="667219" y="513956"/>
                </a:lnTo>
                <a:lnTo>
                  <a:pt x="666750" y="515086"/>
                </a:lnTo>
                <a:lnTo>
                  <a:pt x="666750" y="517715"/>
                </a:lnTo>
                <a:lnTo>
                  <a:pt x="667219" y="518833"/>
                </a:lnTo>
                <a:lnTo>
                  <a:pt x="669086" y="520687"/>
                </a:lnTo>
                <a:lnTo>
                  <a:pt x="670204" y="521157"/>
                </a:lnTo>
                <a:lnTo>
                  <a:pt x="672833" y="521157"/>
                </a:lnTo>
                <a:lnTo>
                  <a:pt x="673950" y="520687"/>
                </a:lnTo>
                <a:lnTo>
                  <a:pt x="675817" y="518833"/>
                </a:lnTo>
                <a:lnTo>
                  <a:pt x="676275" y="517715"/>
                </a:lnTo>
                <a:lnTo>
                  <a:pt x="676275" y="515086"/>
                </a:lnTo>
                <a:close/>
              </a:path>
              <a:path w="4819650" h="1544954">
                <a:moveTo>
                  <a:pt x="676275" y="3454"/>
                </a:moveTo>
                <a:lnTo>
                  <a:pt x="675817" y="2324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24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4819650" h="1544954">
                <a:moveTo>
                  <a:pt x="723900" y="1538338"/>
                </a:moveTo>
                <a:lnTo>
                  <a:pt x="723442" y="1537220"/>
                </a:lnTo>
                <a:lnTo>
                  <a:pt x="721575" y="1535353"/>
                </a:lnTo>
                <a:lnTo>
                  <a:pt x="720458" y="1534883"/>
                </a:lnTo>
                <a:lnTo>
                  <a:pt x="717829" y="1534883"/>
                </a:lnTo>
                <a:lnTo>
                  <a:pt x="716711" y="1535353"/>
                </a:lnTo>
                <a:lnTo>
                  <a:pt x="714844" y="1537220"/>
                </a:lnTo>
                <a:lnTo>
                  <a:pt x="714375" y="1538338"/>
                </a:lnTo>
                <a:lnTo>
                  <a:pt x="714375" y="1540967"/>
                </a:lnTo>
                <a:lnTo>
                  <a:pt x="714844" y="1542084"/>
                </a:lnTo>
                <a:lnTo>
                  <a:pt x="716711" y="1543951"/>
                </a:lnTo>
                <a:lnTo>
                  <a:pt x="717829" y="1544408"/>
                </a:lnTo>
                <a:lnTo>
                  <a:pt x="720458" y="1544408"/>
                </a:lnTo>
                <a:lnTo>
                  <a:pt x="721575" y="1543951"/>
                </a:lnTo>
                <a:lnTo>
                  <a:pt x="723442" y="1542084"/>
                </a:lnTo>
                <a:lnTo>
                  <a:pt x="723900" y="1540967"/>
                </a:lnTo>
                <a:lnTo>
                  <a:pt x="723900" y="1538338"/>
                </a:lnTo>
                <a:close/>
              </a:path>
              <a:path w="4819650" h="1544954">
                <a:moveTo>
                  <a:pt x="723900" y="1026706"/>
                </a:moveTo>
                <a:lnTo>
                  <a:pt x="723442" y="1025588"/>
                </a:lnTo>
                <a:lnTo>
                  <a:pt x="721575" y="1023721"/>
                </a:lnTo>
                <a:lnTo>
                  <a:pt x="720458" y="1023264"/>
                </a:lnTo>
                <a:lnTo>
                  <a:pt x="717829" y="1023264"/>
                </a:lnTo>
                <a:lnTo>
                  <a:pt x="716711" y="1023721"/>
                </a:lnTo>
                <a:lnTo>
                  <a:pt x="714844" y="1025588"/>
                </a:lnTo>
                <a:lnTo>
                  <a:pt x="714375" y="1026706"/>
                </a:lnTo>
                <a:lnTo>
                  <a:pt x="714375" y="1029335"/>
                </a:lnTo>
                <a:lnTo>
                  <a:pt x="714844" y="1030465"/>
                </a:lnTo>
                <a:lnTo>
                  <a:pt x="716711" y="1032319"/>
                </a:lnTo>
                <a:lnTo>
                  <a:pt x="717829" y="1032789"/>
                </a:lnTo>
                <a:lnTo>
                  <a:pt x="720458" y="1032789"/>
                </a:lnTo>
                <a:lnTo>
                  <a:pt x="721575" y="1032319"/>
                </a:lnTo>
                <a:lnTo>
                  <a:pt x="723442" y="1030465"/>
                </a:lnTo>
                <a:lnTo>
                  <a:pt x="723900" y="1029335"/>
                </a:lnTo>
                <a:lnTo>
                  <a:pt x="723900" y="1026706"/>
                </a:lnTo>
                <a:close/>
              </a:path>
              <a:path w="4819650" h="1544954">
                <a:moveTo>
                  <a:pt x="723900" y="515086"/>
                </a:moveTo>
                <a:lnTo>
                  <a:pt x="723442" y="513956"/>
                </a:lnTo>
                <a:lnTo>
                  <a:pt x="721575" y="512102"/>
                </a:lnTo>
                <a:lnTo>
                  <a:pt x="720458" y="511632"/>
                </a:lnTo>
                <a:lnTo>
                  <a:pt x="717829" y="511632"/>
                </a:lnTo>
                <a:lnTo>
                  <a:pt x="716711" y="512102"/>
                </a:lnTo>
                <a:lnTo>
                  <a:pt x="714844" y="513956"/>
                </a:lnTo>
                <a:lnTo>
                  <a:pt x="714375" y="515086"/>
                </a:lnTo>
                <a:lnTo>
                  <a:pt x="714375" y="517715"/>
                </a:lnTo>
                <a:lnTo>
                  <a:pt x="714844" y="518833"/>
                </a:lnTo>
                <a:lnTo>
                  <a:pt x="716711" y="520687"/>
                </a:lnTo>
                <a:lnTo>
                  <a:pt x="717829" y="521157"/>
                </a:lnTo>
                <a:lnTo>
                  <a:pt x="720458" y="521157"/>
                </a:lnTo>
                <a:lnTo>
                  <a:pt x="721575" y="520687"/>
                </a:lnTo>
                <a:lnTo>
                  <a:pt x="723442" y="518833"/>
                </a:lnTo>
                <a:lnTo>
                  <a:pt x="723900" y="517715"/>
                </a:lnTo>
                <a:lnTo>
                  <a:pt x="723900" y="515086"/>
                </a:lnTo>
                <a:close/>
              </a:path>
              <a:path w="4819650" h="1544954">
                <a:moveTo>
                  <a:pt x="723900" y="3454"/>
                </a:moveTo>
                <a:lnTo>
                  <a:pt x="723442" y="2324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24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4819650" h="1544954">
                <a:moveTo>
                  <a:pt x="771525" y="1538338"/>
                </a:moveTo>
                <a:lnTo>
                  <a:pt x="771067" y="1537220"/>
                </a:lnTo>
                <a:lnTo>
                  <a:pt x="769200" y="1535353"/>
                </a:lnTo>
                <a:lnTo>
                  <a:pt x="768083" y="1534883"/>
                </a:lnTo>
                <a:lnTo>
                  <a:pt x="765454" y="1534883"/>
                </a:lnTo>
                <a:lnTo>
                  <a:pt x="764336" y="1535353"/>
                </a:lnTo>
                <a:lnTo>
                  <a:pt x="762469" y="1537220"/>
                </a:lnTo>
                <a:lnTo>
                  <a:pt x="762000" y="1538338"/>
                </a:lnTo>
                <a:lnTo>
                  <a:pt x="762000" y="1540967"/>
                </a:lnTo>
                <a:lnTo>
                  <a:pt x="762469" y="1542084"/>
                </a:lnTo>
                <a:lnTo>
                  <a:pt x="764336" y="1543951"/>
                </a:lnTo>
                <a:lnTo>
                  <a:pt x="765454" y="1544408"/>
                </a:lnTo>
                <a:lnTo>
                  <a:pt x="768083" y="1544408"/>
                </a:lnTo>
                <a:lnTo>
                  <a:pt x="769200" y="1543951"/>
                </a:lnTo>
                <a:lnTo>
                  <a:pt x="771067" y="1542084"/>
                </a:lnTo>
                <a:lnTo>
                  <a:pt x="771525" y="1540967"/>
                </a:lnTo>
                <a:lnTo>
                  <a:pt x="771525" y="1538338"/>
                </a:lnTo>
                <a:close/>
              </a:path>
              <a:path w="4819650" h="1544954">
                <a:moveTo>
                  <a:pt x="771525" y="1026706"/>
                </a:moveTo>
                <a:lnTo>
                  <a:pt x="771067" y="1025588"/>
                </a:lnTo>
                <a:lnTo>
                  <a:pt x="769200" y="1023721"/>
                </a:lnTo>
                <a:lnTo>
                  <a:pt x="768083" y="1023264"/>
                </a:lnTo>
                <a:lnTo>
                  <a:pt x="765454" y="1023264"/>
                </a:lnTo>
                <a:lnTo>
                  <a:pt x="764336" y="1023721"/>
                </a:lnTo>
                <a:lnTo>
                  <a:pt x="762469" y="1025588"/>
                </a:lnTo>
                <a:lnTo>
                  <a:pt x="762000" y="1026706"/>
                </a:lnTo>
                <a:lnTo>
                  <a:pt x="762000" y="1029335"/>
                </a:lnTo>
                <a:lnTo>
                  <a:pt x="762469" y="1030465"/>
                </a:lnTo>
                <a:lnTo>
                  <a:pt x="764336" y="1032319"/>
                </a:lnTo>
                <a:lnTo>
                  <a:pt x="765454" y="1032789"/>
                </a:lnTo>
                <a:lnTo>
                  <a:pt x="768083" y="1032789"/>
                </a:lnTo>
                <a:lnTo>
                  <a:pt x="769200" y="1032319"/>
                </a:lnTo>
                <a:lnTo>
                  <a:pt x="771067" y="1030465"/>
                </a:lnTo>
                <a:lnTo>
                  <a:pt x="771525" y="1029335"/>
                </a:lnTo>
                <a:lnTo>
                  <a:pt x="771525" y="1026706"/>
                </a:lnTo>
                <a:close/>
              </a:path>
              <a:path w="4819650" h="1544954">
                <a:moveTo>
                  <a:pt x="771525" y="515086"/>
                </a:moveTo>
                <a:lnTo>
                  <a:pt x="771067" y="513956"/>
                </a:lnTo>
                <a:lnTo>
                  <a:pt x="769200" y="512102"/>
                </a:lnTo>
                <a:lnTo>
                  <a:pt x="768083" y="511632"/>
                </a:lnTo>
                <a:lnTo>
                  <a:pt x="765454" y="511632"/>
                </a:lnTo>
                <a:lnTo>
                  <a:pt x="764336" y="512102"/>
                </a:lnTo>
                <a:lnTo>
                  <a:pt x="762469" y="513956"/>
                </a:lnTo>
                <a:lnTo>
                  <a:pt x="762000" y="515086"/>
                </a:lnTo>
                <a:lnTo>
                  <a:pt x="762000" y="517715"/>
                </a:lnTo>
                <a:lnTo>
                  <a:pt x="762469" y="518833"/>
                </a:lnTo>
                <a:lnTo>
                  <a:pt x="764336" y="520687"/>
                </a:lnTo>
                <a:lnTo>
                  <a:pt x="765454" y="521157"/>
                </a:lnTo>
                <a:lnTo>
                  <a:pt x="768083" y="521157"/>
                </a:lnTo>
                <a:lnTo>
                  <a:pt x="769200" y="520687"/>
                </a:lnTo>
                <a:lnTo>
                  <a:pt x="771067" y="518833"/>
                </a:lnTo>
                <a:lnTo>
                  <a:pt x="771525" y="517715"/>
                </a:lnTo>
                <a:lnTo>
                  <a:pt x="771525" y="515086"/>
                </a:lnTo>
                <a:close/>
              </a:path>
              <a:path w="4819650" h="1544954">
                <a:moveTo>
                  <a:pt x="771525" y="3454"/>
                </a:moveTo>
                <a:lnTo>
                  <a:pt x="771067" y="2324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24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4819650" h="1544954">
                <a:moveTo>
                  <a:pt x="819150" y="1538338"/>
                </a:moveTo>
                <a:lnTo>
                  <a:pt x="818692" y="1537220"/>
                </a:lnTo>
                <a:lnTo>
                  <a:pt x="816825" y="1535353"/>
                </a:lnTo>
                <a:lnTo>
                  <a:pt x="815708" y="1534883"/>
                </a:lnTo>
                <a:lnTo>
                  <a:pt x="813079" y="1534883"/>
                </a:lnTo>
                <a:lnTo>
                  <a:pt x="811961" y="1535353"/>
                </a:lnTo>
                <a:lnTo>
                  <a:pt x="810094" y="1537220"/>
                </a:lnTo>
                <a:lnTo>
                  <a:pt x="809625" y="1538338"/>
                </a:lnTo>
                <a:lnTo>
                  <a:pt x="809625" y="1540967"/>
                </a:lnTo>
                <a:lnTo>
                  <a:pt x="810094" y="1542084"/>
                </a:lnTo>
                <a:lnTo>
                  <a:pt x="811961" y="1543951"/>
                </a:lnTo>
                <a:lnTo>
                  <a:pt x="813079" y="1544408"/>
                </a:lnTo>
                <a:lnTo>
                  <a:pt x="815708" y="1544408"/>
                </a:lnTo>
                <a:lnTo>
                  <a:pt x="816825" y="1543951"/>
                </a:lnTo>
                <a:lnTo>
                  <a:pt x="818692" y="1542084"/>
                </a:lnTo>
                <a:lnTo>
                  <a:pt x="819150" y="1540967"/>
                </a:lnTo>
                <a:lnTo>
                  <a:pt x="819150" y="1538338"/>
                </a:lnTo>
                <a:close/>
              </a:path>
              <a:path w="4819650" h="1544954">
                <a:moveTo>
                  <a:pt x="819150" y="1026706"/>
                </a:moveTo>
                <a:lnTo>
                  <a:pt x="818692" y="1025588"/>
                </a:lnTo>
                <a:lnTo>
                  <a:pt x="816825" y="1023721"/>
                </a:lnTo>
                <a:lnTo>
                  <a:pt x="815708" y="1023264"/>
                </a:lnTo>
                <a:lnTo>
                  <a:pt x="813079" y="1023264"/>
                </a:lnTo>
                <a:lnTo>
                  <a:pt x="811961" y="1023721"/>
                </a:lnTo>
                <a:lnTo>
                  <a:pt x="810094" y="1025588"/>
                </a:lnTo>
                <a:lnTo>
                  <a:pt x="809625" y="1026706"/>
                </a:lnTo>
                <a:lnTo>
                  <a:pt x="809625" y="1029335"/>
                </a:lnTo>
                <a:lnTo>
                  <a:pt x="810094" y="1030465"/>
                </a:lnTo>
                <a:lnTo>
                  <a:pt x="811961" y="1032319"/>
                </a:lnTo>
                <a:lnTo>
                  <a:pt x="813079" y="1032789"/>
                </a:lnTo>
                <a:lnTo>
                  <a:pt x="815708" y="1032789"/>
                </a:lnTo>
                <a:lnTo>
                  <a:pt x="816825" y="1032319"/>
                </a:lnTo>
                <a:lnTo>
                  <a:pt x="818692" y="1030465"/>
                </a:lnTo>
                <a:lnTo>
                  <a:pt x="819150" y="1029335"/>
                </a:lnTo>
                <a:lnTo>
                  <a:pt x="819150" y="1026706"/>
                </a:lnTo>
                <a:close/>
              </a:path>
              <a:path w="4819650" h="1544954">
                <a:moveTo>
                  <a:pt x="819150" y="515086"/>
                </a:moveTo>
                <a:lnTo>
                  <a:pt x="818692" y="513956"/>
                </a:lnTo>
                <a:lnTo>
                  <a:pt x="816825" y="512102"/>
                </a:lnTo>
                <a:lnTo>
                  <a:pt x="815708" y="511632"/>
                </a:lnTo>
                <a:lnTo>
                  <a:pt x="813079" y="511632"/>
                </a:lnTo>
                <a:lnTo>
                  <a:pt x="811961" y="512102"/>
                </a:lnTo>
                <a:lnTo>
                  <a:pt x="810094" y="513956"/>
                </a:lnTo>
                <a:lnTo>
                  <a:pt x="809625" y="515086"/>
                </a:lnTo>
                <a:lnTo>
                  <a:pt x="809625" y="517715"/>
                </a:lnTo>
                <a:lnTo>
                  <a:pt x="810094" y="518833"/>
                </a:lnTo>
                <a:lnTo>
                  <a:pt x="811961" y="520687"/>
                </a:lnTo>
                <a:lnTo>
                  <a:pt x="813079" y="521157"/>
                </a:lnTo>
                <a:lnTo>
                  <a:pt x="815708" y="521157"/>
                </a:lnTo>
                <a:lnTo>
                  <a:pt x="816825" y="520687"/>
                </a:lnTo>
                <a:lnTo>
                  <a:pt x="818692" y="518833"/>
                </a:lnTo>
                <a:lnTo>
                  <a:pt x="819150" y="517715"/>
                </a:lnTo>
                <a:lnTo>
                  <a:pt x="819150" y="515086"/>
                </a:lnTo>
                <a:close/>
              </a:path>
              <a:path w="4819650" h="1544954">
                <a:moveTo>
                  <a:pt x="819150" y="3454"/>
                </a:moveTo>
                <a:lnTo>
                  <a:pt x="818692" y="2324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24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4819650" h="1544954">
                <a:moveTo>
                  <a:pt x="866775" y="1538338"/>
                </a:moveTo>
                <a:lnTo>
                  <a:pt x="866317" y="1537220"/>
                </a:lnTo>
                <a:lnTo>
                  <a:pt x="864450" y="1535353"/>
                </a:lnTo>
                <a:lnTo>
                  <a:pt x="863333" y="1534883"/>
                </a:lnTo>
                <a:lnTo>
                  <a:pt x="860704" y="1534883"/>
                </a:lnTo>
                <a:lnTo>
                  <a:pt x="859586" y="1535353"/>
                </a:lnTo>
                <a:lnTo>
                  <a:pt x="857719" y="1537220"/>
                </a:lnTo>
                <a:lnTo>
                  <a:pt x="857250" y="1538338"/>
                </a:lnTo>
                <a:lnTo>
                  <a:pt x="857250" y="1540967"/>
                </a:lnTo>
                <a:lnTo>
                  <a:pt x="857719" y="1542084"/>
                </a:lnTo>
                <a:lnTo>
                  <a:pt x="859586" y="1543951"/>
                </a:lnTo>
                <a:lnTo>
                  <a:pt x="860704" y="1544408"/>
                </a:lnTo>
                <a:lnTo>
                  <a:pt x="863333" y="1544408"/>
                </a:lnTo>
                <a:lnTo>
                  <a:pt x="864450" y="1543951"/>
                </a:lnTo>
                <a:lnTo>
                  <a:pt x="866317" y="1542084"/>
                </a:lnTo>
                <a:lnTo>
                  <a:pt x="866775" y="1540967"/>
                </a:lnTo>
                <a:lnTo>
                  <a:pt x="866775" y="1538338"/>
                </a:lnTo>
                <a:close/>
              </a:path>
              <a:path w="4819650" h="1544954">
                <a:moveTo>
                  <a:pt x="866775" y="1026706"/>
                </a:moveTo>
                <a:lnTo>
                  <a:pt x="866317" y="1025588"/>
                </a:lnTo>
                <a:lnTo>
                  <a:pt x="864450" y="1023721"/>
                </a:lnTo>
                <a:lnTo>
                  <a:pt x="863333" y="1023264"/>
                </a:lnTo>
                <a:lnTo>
                  <a:pt x="860704" y="1023264"/>
                </a:lnTo>
                <a:lnTo>
                  <a:pt x="859586" y="1023721"/>
                </a:lnTo>
                <a:lnTo>
                  <a:pt x="857719" y="1025588"/>
                </a:lnTo>
                <a:lnTo>
                  <a:pt x="857250" y="1026706"/>
                </a:lnTo>
                <a:lnTo>
                  <a:pt x="857250" y="1029335"/>
                </a:lnTo>
                <a:lnTo>
                  <a:pt x="857719" y="1030465"/>
                </a:lnTo>
                <a:lnTo>
                  <a:pt x="859586" y="1032319"/>
                </a:lnTo>
                <a:lnTo>
                  <a:pt x="860704" y="1032789"/>
                </a:lnTo>
                <a:lnTo>
                  <a:pt x="863333" y="1032789"/>
                </a:lnTo>
                <a:lnTo>
                  <a:pt x="864450" y="1032319"/>
                </a:lnTo>
                <a:lnTo>
                  <a:pt x="866317" y="1030465"/>
                </a:lnTo>
                <a:lnTo>
                  <a:pt x="866775" y="1029335"/>
                </a:lnTo>
                <a:lnTo>
                  <a:pt x="866775" y="1026706"/>
                </a:lnTo>
                <a:close/>
              </a:path>
              <a:path w="4819650" h="1544954">
                <a:moveTo>
                  <a:pt x="866775" y="515086"/>
                </a:moveTo>
                <a:lnTo>
                  <a:pt x="866317" y="513956"/>
                </a:lnTo>
                <a:lnTo>
                  <a:pt x="864450" y="512102"/>
                </a:lnTo>
                <a:lnTo>
                  <a:pt x="863333" y="511632"/>
                </a:lnTo>
                <a:lnTo>
                  <a:pt x="860704" y="511632"/>
                </a:lnTo>
                <a:lnTo>
                  <a:pt x="859586" y="512102"/>
                </a:lnTo>
                <a:lnTo>
                  <a:pt x="857719" y="513956"/>
                </a:lnTo>
                <a:lnTo>
                  <a:pt x="857250" y="515086"/>
                </a:lnTo>
                <a:lnTo>
                  <a:pt x="857250" y="517715"/>
                </a:lnTo>
                <a:lnTo>
                  <a:pt x="857719" y="518833"/>
                </a:lnTo>
                <a:lnTo>
                  <a:pt x="859586" y="520687"/>
                </a:lnTo>
                <a:lnTo>
                  <a:pt x="860704" y="521157"/>
                </a:lnTo>
                <a:lnTo>
                  <a:pt x="863333" y="521157"/>
                </a:lnTo>
                <a:lnTo>
                  <a:pt x="864450" y="520687"/>
                </a:lnTo>
                <a:lnTo>
                  <a:pt x="866317" y="518833"/>
                </a:lnTo>
                <a:lnTo>
                  <a:pt x="866775" y="517715"/>
                </a:lnTo>
                <a:lnTo>
                  <a:pt x="866775" y="515086"/>
                </a:lnTo>
                <a:close/>
              </a:path>
              <a:path w="4819650" h="1544954">
                <a:moveTo>
                  <a:pt x="866775" y="3454"/>
                </a:moveTo>
                <a:lnTo>
                  <a:pt x="866317" y="2324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24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4819650" h="1544954">
                <a:moveTo>
                  <a:pt x="914400" y="1538338"/>
                </a:moveTo>
                <a:lnTo>
                  <a:pt x="913942" y="1537220"/>
                </a:lnTo>
                <a:lnTo>
                  <a:pt x="912075" y="1535353"/>
                </a:lnTo>
                <a:lnTo>
                  <a:pt x="910958" y="1534883"/>
                </a:lnTo>
                <a:lnTo>
                  <a:pt x="908329" y="1534883"/>
                </a:lnTo>
                <a:lnTo>
                  <a:pt x="907211" y="1535353"/>
                </a:lnTo>
                <a:lnTo>
                  <a:pt x="905344" y="1537220"/>
                </a:lnTo>
                <a:lnTo>
                  <a:pt x="904875" y="1538338"/>
                </a:lnTo>
                <a:lnTo>
                  <a:pt x="904875" y="1540967"/>
                </a:lnTo>
                <a:lnTo>
                  <a:pt x="905344" y="1542084"/>
                </a:lnTo>
                <a:lnTo>
                  <a:pt x="907211" y="1543951"/>
                </a:lnTo>
                <a:lnTo>
                  <a:pt x="908329" y="1544408"/>
                </a:lnTo>
                <a:lnTo>
                  <a:pt x="910958" y="1544408"/>
                </a:lnTo>
                <a:lnTo>
                  <a:pt x="912075" y="1543951"/>
                </a:lnTo>
                <a:lnTo>
                  <a:pt x="913942" y="1542084"/>
                </a:lnTo>
                <a:lnTo>
                  <a:pt x="914400" y="1540967"/>
                </a:lnTo>
                <a:lnTo>
                  <a:pt x="914400" y="1538338"/>
                </a:lnTo>
                <a:close/>
              </a:path>
              <a:path w="4819650" h="1544954">
                <a:moveTo>
                  <a:pt x="914400" y="1026706"/>
                </a:moveTo>
                <a:lnTo>
                  <a:pt x="913942" y="1025588"/>
                </a:lnTo>
                <a:lnTo>
                  <a:pt x="912075" y="1023721"/>
                </a:lnTo>
                <a:lnTo>
                  <a:pt x="910958" y="1023264"/>
                </a:lnTo>
                <a:lnTo>
                  <a:pt x="908329" y="1023264"/>
                </a:lnTo>
                <a:lnTo>
                  <a:pt x="907211" y="1023721"/>
                </a:lnTo>
                <a:lnTo>
                  <a:pt x="905344" y="1025588"/>
                </a:lnTo>
                <a:lnTo>
                  <a:pt x="904875" y="1026706"/>
                </a:lnTo>
                <a:lnTo>
                  <a:pt x="904875" y="1029335"/>
                </a:lnTo>
                <a:lnTo>
                  <a:pt x="905344" y="1030465"/>
                </a:lnTo>
                <a:lnTo>
                  <a:pt x="907211" y="1032319"/>
                </a:lnTo>
                <a:lnTo>
                  <a:pt x="908329" y="1032789"/>
                </a:lnTo>
                <a:lnTo>
                  <a:pt x="910958" y="1032789"/>
                </a:lnTo>
                <a:lnTo>
                  <a:pt x="912075" y="1032319"/>
                </a:lnTo>
                <a:lnTo>
                  <a:pt x="913942" y="1030465"/>
                </a:lnTo>
                <a:lnTo>
                  <a:pt x="914400" y="1029335"/>
                </a:lnTo>
                <a:lnTo>
                  <a:pt x="914400" y="1026706"/>
                </a:lnTo>
                <a:close/>
              </a:path>
              <a:path w="4819650" h="1544954">
                <a:moveTo>
                  <a:pt x="914400" y="515086"/>
                </a:moveTo>
                <a:lnTo>
                  <a:pt x="913942" y="513956"/>
                </a:lnTo>
                <a:lnTo>
                  <a:pt x="912075" y="512102"/>
                </a:lnTo>
                <a:lnTo>
                  <a:pt x="910958" y="511632"/>
                </a:lnTo>
                <a:lnTo>
                  <a:pt x="908329" y="511632"/>
                </a:lnTo>
                <a:lnTo>
                  <a:pt x="907211" y="512102"/>
                </a:lnTo>
                <a:lnTo>
                  <a:pt x="905344" y="513956"/>
                </a:lnTo>
                <a:lnTo>
                  <a:pt x="904875" y="515086"/>
                </a:lnTo>
                <a:lnTo>
                  <a:pt x="904875" y="517715"/>
                </a:lnTo>
                <a:lnTo>
                  <a:pt x="905344" y="518833"/>
                </a:lnTo>
                <a:lnTo>
                  <a:pt x="907211" y="520687"/>
                </a:lnTo>
                <a:lnTo>
                  <a:pt x="908329" y="521157"/>
                </a:lnTo>
                <a:lnTo>
                  <a:pt x="910958" y="521157"/>
                </a:lnTo>
                <a:lnTo>
                  <a:pt x="912075" y="520687"/>
                </a:lnTo>
                <a:lnTo>
                  <a:pt x="913942" y="518833"/>
                </a:lnTo>
                <a:lnTo>
                  <a:pt x="914400" y="517715"/>
                </a:lnTo>
                <a:lnTo>
                  <a:pt x="914400" y="515086"/>
                </a:lnTo>
                <a:close/>
              </a:path>
              <a:path w="4819650" h="1544954">
                <a:moveTo>
                  <a:pt x="914400" y="3454"/>
                </a:moveTo>
                <a:lnTo>
                  <a:pt x="913942" y="2324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24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4819650" h="1544954">
                <a:moveTo>
                  <a:pt x="962025" y="1538338"/>
                </a:moveTo>
                <a:lnTo>
                  <a:pt x="961567" y="1537220"/>
                </a:lnTo>
                <a:lnTo>
                  <a:pt x="959700" y="1535353"/>
                </a:lnTo>
                <a:lnTo>
                  <a:pt x="958583" y="1534883"/>
                </a:lnTo>
                <a:lnTo>
                  <a:pt x="955954" y="1534883"/>
                </a:lnTo>
                <a:lnTo>
                  <a:pt x="954836" y="1535353"/>
                </a:lnTo>
                <a:lnTo>
                  <a:pt x="952969" y="1537220"/>
                </a:lnTo>
                <a:lnTo>
                  <a:pt x="952500" y="1538338"/>
                </a:lnTo>
                <a:lnTo>
                  <a:pt x="952500" y="1540967"/>
                </a:lnTo>
                <a:lnTo>
                  <a:pt x="952969" y="1542084"/>
                </a:lnTo>
                <a:lnTo>
                  <a:pt x="954836" y="1543951"/>
                </a:lnTo>
                <a:lnTo>
                  <a:pt x="955954" y="1544408"/>
                </a:lnTo>
                <a:lnTo>
                  <a:pt x="958583" y="1544408"/>
                </a:lnTo>
                <a:lnTo>
                  <a:pt x="959700" y="1543951"/>
                </a:lnTo>
                <a:lnTo>
                  <a:pt x="961567" y="1542084"/>
                </a:lnTo>
                <a:lnTo>
                  <a:pt x="962025" y="1540967"/>
                </a:lnTo>
                <a:lnTo>
                  <a:pt x="962025" y="1538338"/>
                </a:lnTo>
                <a:close/>
              </a:path>
              <a:path w="4819650" h="1544954">
                <a:moveTo>
                  <a:pt x="962025" y="1026706"/>
                </a:moveTo>
                <a:lnTo>
                  <a:pt x="961567" y="1025588"/>
                </a:lnTo>
                <a:lnTo>
                  <a:pt x="959700" y="1023721"/>
                </a:lnTo>
                <a:lnTo>
                  <a:pt x="958583" y="1023264"/>
                </a:lnTo>
                <a:lnTo>
                  <a:pt x="955954" y="1023264"/>
                </a:lnTo>
                <a:lnTo>
                  <a:pt x="954836" y="1023721"/>
                </a:lnTo>
                <a:lnTo>
                  <a:pt x="952969" y="1025588"/>
                </a:lnTo>
                <a:lnTo>
                  <a:pt x="952500" y="1026706"/>
                </a:lnTo>
                <a:lnTo>
                  <a:pt x="952500" y="1029335"/>
                </a:lnTo>
                <a:lnTo>
                  <a:pt x="952969" y="1030465"/>
                </a:lnTo>
                <a:lnTo>
                  <a:pt x="954836" y="1032319"/>
                </a:lnTo>
                <a:lnTo>
                  <a:pt x="955954" y="1032789"/>
                </a:lnTo>
                <a:lnTo>
                  <a:pt x="958583" y="1032789"/>
                </a:lnTo>
                <a:lnTo>
                  <a:pt x="959700" y="1032319"/>
                </a:lnTo>
                <a:lnTo>
                  <a:pt x="961567" y="1030465"/>
                </a:lnTo>
                <a:lnTo>
                  <a:pt x="962025" y="1029335"/>
                </a:lnTo>
                <a:lnTo>
                  <a:pt x="962025" y="1026706"/>
                </a:lnTo>
                <a:close/>
              </a:path>
              <a:path w="4819650" h="1544954">
                <a:moveTo>
                  <a:pt x="962025" y="515086"/>
                </a:moveTo>
                <a:lnTo>
                  <a:pt x="961567" y="513956"/>
                </a:lnTo>
                <a:lnTo>
                  <a:pt x="959700" y="512102"/>
                </a:lnTo>
                <a:lnTo>
                  <a:pt x="958583" y="511632"/>
                </a:lnTo>
                <a:lnTo>
                  <a:pt x="955954" y="511632"/>
                </a:lnTo>
                <a:lnTo>
                  <a:pt x="954836" y="512102"/>
                </a:lnTo>
                <a:lnTo>
                  <a:pt x="952969" y="513956"/>
                </a:lnTo>
                <a:lnTo>
                  <a:pt x="952500" y="515086"/>
                </a:lnTo>
                <a:lnTo>
                  <a:pt x="952500" y="517715"/>
                </a:lnTo>
                <a:lnTo>
                  <a:pt x="952969" y="518833"/>
                </a:lnTo>
                <a:lnTo>
                  <a:pt x="954836" y="520687"/>
                </a:lnTo>
                <a:lnTo>
                  <a:pt x="955954" y="521157"/>
                </a:lnTo>
                <a:lnTo>
                  <a:pt x="958583" y="521157"/>
                </a:lnTo>
                <a:lnTo>
                  <a:pt x="959700" y="520687"/>
                </a:lnTo>
                <a:lnTo>
                  <a:pt x="961567" y="518833"/>
                </a:lnTo>
                <a:lnTo>
                  <a:pt x="962025" y="517715"/>
                </a:lnTo>
                <a:lnTo>
                  <a:pt x="962025" y="515086"/>
                </a:lnTo>
                <a:close/>
              </a:path>
              <a:path w="4819650" h="1544954">
                <a:moveTo>
                  <a:pt x="962025" y="3454"/>
                </a:moveTo>
                <a:lnTo>
                  <a:pt x="961567" y="2324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24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4819650" h="1544954">
                <a:moveTo>
                  <a:pt x="1009650" y="1538338"/>
                </a:moveTo>
                <a:lnTo>
                  <a:pt x="1009192" y="1537220"/>
                </a:lnTo>
                <a:lnTo>
                  <a:pt x="1007325" y="1535353"/>
                </a:lnTo>
                <a:lnTo>
                  <a:pt x="1006208" y="1534883"/>
                </a:lnTo>
                <a:lnTo>
                  <a:pt x="1003579" y="1534883"/>
                </a:lnTo>
                <a:lnTo>
                  <a:pt x="1002461" y="1535353"/>
                </a:lnTo>
                <a:lnTo>
                  <a:pt x="1000594" y="1537220"/>
                </a:lnTo>
                <a:lnTo>
                  <a:pt x="1000125" y="1538338"/>
                </a:lnTo>
                <a:lnTo>
                  <a:pt x="1000125" y="1540967"/>
                </a:lnTo>
                <a:lnTo>
                  <a:pt x="1000594" y="1542084"/>
                </a:lnTo>
                <a:lnTo>
                  <a:pt x="1002461" y="1543951"/>
                </a:lnTo>
                <a:lnTo>
                  <a:pt x="1003579" y="1544408"/>
                </a:lnTo>
                <a:lnTo>
                  <a:pt x="1006208" y="1544408"/>
                </a:lnTo>
                <a:lnTo>
                  <a:pt x="1007325" y="1543951"/>
                </a:lnTo>
                <a:lnTo>
                  <a:pt x="1009192" y="1542084"/>
                </a:lnTo>
                <a:lnTo>
                  <a:pt x="1009650" y="1540967"/>
                </a:lnTo>
                <a:lnTo>
                  <a:pt x="1009650" y="1538338"/>
                </a:lnTo>
                <a:close/>
              </a:path>
              <a:path w="4819650" h="1544954">
                <a:moveTo>
                  <a:pt x="1009650" y="1026706"/>
                </a:moveTo>
                <a:lnTo>
                  <a:pt x="1009192" y="1025588"/>
                </a:lnTo>
                <a:lnTo>
                  <a:pt x="1007325" y="1023721"/>
                </a:lnTo>
                <a:lnTo>
                  <a:pt x="1006208" y="1023264"/>
                </a:lnTo>
                <a:lnTo>
                  <a:pt x="1003579" y="1023264"/>
                </a:lnTo>
                <a:lnTo>
                  <a:pt x="1002461" y="1023721"/>
                </a:lnTo>
                <a:lnTo>
                  <a:pt x="1000594" y="1025588"/>
                </a:lnTo>
                <a:lnTo>
                  <a:pt x="1000125" y="1026706"/>
                </a:lnTo>
                <a:lnTo>
                  <a:pt x="1000125" y="1029335"/>
                </a:lnTo>
                <a:lnTo>
                  <a:pt x="1000594" y="1030465"/>
                </a:lnTo>
                <a:lnTo>
                  <a:pt x="1002461" y="1032319"/>
                </a:lnTo>
                <a:lnTo>
                  <a:pt x="1003579" y="1032789"/>
                </a:lnTo>
                <a:lnTo>
                  <a:pt x="1006208" y="1032789"/>
                </a:lnTo>
                <a:lnTo>
                  <a:pt x="1007325" y="1032319"/>
                </a:lnTo>
                <a:lnTo>
                  <a:pt x="1009192" y="1030465"/>
                </a:lnTo>
                <a:lnTo>
                  <a:pt x="1009650" y="1029335"/>
                </a:lnTo>
                <a:lnTo>
                  <a:pt x="1009650" y="1026706"/>
                </a:lnTo>
                <a:close/>
              </a:path>
              <a:path w="4819650" h="1544954">
                <a:moveTo>
                  <a:pt x="1009650" y="515086"/>
                </a:moveTo>
                <a:lnTo>
                  <a:pt x="1009192" y="513956"/>
                </a:lnTo>
                <a:lnTo>
                  <a:pt x="1007325" y="512102"/>
                </a:lnTo>
                <a:lnTo>
                  <a:pt x="1006208" y="511632"/>
                </a:lnTo>
                <a:lnTo>
                  <a:pt x="1003579" y="511632"/>
                </a:lnTo>
                <a:lnTo>
                  <a:pt x="1002461" y="512102"/>
                </a:lnTo>
                <a:lnTo>
                  <a:pt x="1000594" y="513956"/>
                </a:lnTo>
                <a:lnTo>
                  <a:pt x="1000125" y="515086"/>
                </a:lnTo>
                <a:lnTo>
                  <a:pt x="1000125" y="517715"/>
                </a:lnTo>
                <a:lnTo>
                  <a:pt x="1000594" y="518833"/>
                </a:lnTo>
                <a:lnTo>
                  <a:pt x="1002461" y="520687"/>
                </a:lnTo>
                <a:lnTo>
                  <a:pt x="1003579" y="521157"/>
                </a:lnTo>
                <a:lnTo>
                  <a:pt x="1006208" y="521157"/>
                </a:lnTo>
                <a:lnTo>
                  <a:pt x="1007325" y="520687"/>
                </a:lnTo>
                <a:lnTo>
                  <a:pt x="1009192" y="518833"/>
                </a:lnTo>
                <a:lnTo>
                  <a:pt x="1009650" y="517715"/>
                </a:lnTo>
                <a:lnTo>
                  <a:pt x="1009650" y="515086"/>
                </a:lnTo>
                <a:close/>
              </a:path>
              <a:path w="4819650" h="1544954">
                <a:moveTo>
                  <a:pt x="1009650" y="3454"/>
                </a:moveTo>
                <a:lnTo>
                  <a:pt x="1009192" y="2324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24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4819650" h="1544954">
                <a:moveTo>
                  <a:pt x="1057275" y="1538338"/>
                </a:moveTo>
                <a:lnTo>
                  <a:pt x="1056817" y="1537220"/>
                </a:lnTo>
                <a:lnTo>
                  <a:pt x="1054950" y="1535353"/>
                </a:lnTo>
                <a:lnTo>
                  <a:pt x="1053833" y="1534883"/>
                </a:lnTo>
                <a:lnTo>
                  <a:pt x="1051204" y="1534883"/>
                </a:lnTo>
                <a:lnTo>
                  <a:pt x="1050086" y="1535353"/>
                </a:lnTo>
                <a:lnTo>
                  <a:pt x="1048219" y="1537220"/>
                </a:lnTo>
                <a:lnTo>
                  <a:pt x="1047750" y="1538338"/>
                </a:lnTo>
                <a:lnTo>
                  <a:pt x="1047750" y="1540967"/>
                </a:lnTo>
                <a:lnTo>
                  <a:pt x="1048219" y="1542084"/>
                </a:lnTo>
                <a:lnTo>
                  <a:pt x="1050086" y="1543951"/>
                </a:lnTo>
                <a:lnTo>
                  <a:pt x="1051204" y="1544408"/>
                </a:lnTo>
                <a:lnTo>
                  <a:pt x="1053833" y="1544408"/>
                </a:lnTo>
                <a:lnTo>
                  <a:pt x="1054950" y="1543951"/>
                </a:lnTo>
                <a:lnTo>
                  <a:pt x="1056817" y="1542084"/>
                </a:lnTo>
                <a:lnTo>
                  <a:pt x="1057275" y="1540967"/>
                </a:lnTo>
                <a:lnTo>
                  <a:pt x="1057275" y="1538338"/>
                </a:lnTo>
                <a:close/>
              </a:path>
              <a:path w="4819650" h="1544954">
                <a:moveTo>
                  <a:pt x="1057275" y="1026706"/>
                </a:moveTo>
                <a:lnTo>
                  <a:pt x="1056817" y="1025588"/>
                </a:lnTo>
                <a:lnTo>
                  <a:pt x="1054950" y="1023721"/>
                </a:lnTo>
                <a:lnTo>
                  <a:pt x="1053833" y="1023264"/>
                </a:lnTo>
                <a:lnTo>
                  <a:pt x="1051204" y="1023264"/>
                </a:lnTo>
                <a:lnTo>
                  <a:pt x="1050086" y="1023721"/>
                </a:lnTo>
                <a:lnTo>
                  <a:pt x="1048219" y="1025588"/>
                </a:lnTo>
                <a:lnTo>
                  <a:pt x="1047750" y="1026706"/>
                </a:lnTo>
                <a:lnTo>
                  <a:pt x="1047750" y="1029335"/>
                </a:lnTo>
                <a:lnTo>
                  <a:pt x="1048219" y="1030465"/>
                </a:lnTo>
                <a:lnTo>
                  <a:pt x="1050086" y="1032319"/>
                </a:lnTo>
                <a:lnTo>
                  <a:pt x="1051204" y="1032789"/>
                </a:lnTo>
                <a:lnTo>
                  <a:pt x="1053833" y="1032789"/>
                </a:lnTo>
                <a:lnTo>
                  <a:pt x="1054950" y="1032319"/>
                </a:lnTo>
                <a:lnTo>
                  <a:pt x="1056817" y="1030465"/>
                </a:lnTo>
                <a:lnTo>
                  <a:pt x="1057275" y="1029335"/>
                </a:lnTo>
                <a:lnTo>
                  <a:pt x="1057275" y="1026706"/>
                </a:lnTo>
                <a:close/>
              </a:path>
              <a:path w="4819650" h="1544954">
                <a:moveTo>
                  <a:pt x="1057275" y="515086"/>
                </a:moveTo>
                <a:lnTo>
                  <a:pt x="1056817" y="513956"/>
                </a:lnTo>
                <a:lnTo>
                  <a:pt x="1054950" y="512102"/>
                </a:lnTo>
                <a:lnTo>
                  <a:pt x="1053833" y="511632"/>
                </a:lnTo>
                <a:lnTo>
                  <a:pt x="1051204" y="511632"/>
                </a:lnTo>
                <a:lnTo>
                  <a:pt x="1050086" y="512102"/>
                </a:lnTo>
                <a:lnTo>
                  <a:pt x="1048219" y="513956"/>
                </a:lnTo>
                <a:lnTo>
                  <a:pt x="1047750" y="515086"/>
                </a:lnTo>
                <a:lnTo>
                  <a:pt x="1047750" y="517715"/>
                </a:lnTo>
                <a:lnTo>
                  <a:pt x="1048219" y="518833"/>
                </a:lnTo>
                <a:lnTo>
                  <a:pt x="1050086" y="520687"/>
                </a:lnTo>
                <a:lnTo>
                  <a:pt x="1051204" y="521157"/>
                </a:lnTo>
                <a:lnTo>
                  <a:pt x="1053833" y="521157"/>
                </a:lnTo>
                <a:lnTo>
                  <a:pt x="1054950" y="520687"/>
                </a:lnTo>
                <a:lnTo>
                  <a:pt x="1056817" y="518833"/>
                </a:lnTo>
                <a:lnTo>
                  <a:pt x="1057275" y="517715"/>
                </a:lnTo>
                <a:lnTo>
                  <a:pt x="1057275" y="515086"/>
                </a:lnTo>
                <a:close/>
              </a:path>
              <a:path w="4819650" h="1544954">
                <a:moveTo>
                  <a:pt x="1057275" y="3454"/>
                </a:moveTo>
                <a:lnTo>
                  <a:pt x="1056817" y="2324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24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4819650" h="1544954">
                <a:moveTo>
                  <a:pt x="1104900" y="1538338"/>
                </a:moveTo>
                <a:lnTo>
                  <a:pt x="1104442" y="1537220"/>
                </a:lnTo>
                <a:lnTo>
                  <a:pt x="1102575" y="1535353"/>
                </a:lnTo>
                <a:lnTo>
                  <a:pt x="1101458" y="1534883"/>
                </a:lnTo>
                <a:lnTo>
                  <a:pt x="1098829" y="1534883"/>
                </a:lnTo>
                <a:lnTo>
                  <a:pt x="1097711" y="1535353"/>
                </a:lnTo>
                <a:lnTo>
                  <a:pt x="1095844" y="1537220"/>
                </a:lnTo>
                <a:lnTo>
                  <a:pt x="1095375" y="1538338"/>
                </a:lnTo>
                <a:lnTo>
                  <a:pt x="1095375" y="1540967"/>
                </a:lnTo>
                <a:lnTo>
                  <a:pt x="1095844" y="1542084"/>
                </a:lnTo>
                <a:lnTo>
                  <a:pt x="1097711" y="1543951"/>
                </a:lnTo>
                <a:lnTo>
                  <a:pt x="1098829" y="1544408"/>
                </a:lnTo>
                <a:lnTo>
                  <a:pt x="1101458" y="1544408"/>
                </a:lnTo>
                <a:lnTo>
                  <a:pt x="1102575" y="1543951"/>
                </a:lnTo>
                <a:lnTo>
                  <a:pt x="1104442" y="1542084"/>
                </a:lnTo>
                <a:lnTo>
                  <a:pt x="1104900" y="1540967"/>
                </a:lnTo>
                <a:lnTo>
                  <a:pt x="1104900" y="1538338"/>
                </a:lnTo>
                <a:close/>
              </a:path>
              <a:path w="4819650" h="1544954">
                <a:moveTo>
                  <a:pt x="1104900" y="1026706"/>
                </a:moveTo>
                <a:lnTo>
                  <a:pt x="1104442" y="1025588"/>
                </a:lnTo>
                <a:lnTo>
                  <a:pt x="1102575" y="1023721"/>
                </a:lnTo>
                <a:lnTo>
                  <a:pt x="1101458" y="1023264"/>
                </a:lnTo>
                <a:lnTo>
                  <a:pt x="1098829" y="1023264"/>
                </a:lnTo>
                <a:lnTo>
                  <a:pt x="1097711" y="1023721"/>
                </a:lnTo>
                <a:lnTo>
                  <a:pt x="1095844" y="1025588"/>
                </a:lnTo>
                <a:lnTo>
                  <a:pt x="1095375" y="1026706"/>
                </a:lnTo>
                <a:lnTo>
                  <a:pt x="1095375" y="1029335"/>
                </a:lnTo>
                <a:lnTo>
                  <a:pt x="1095844" y="1030465"/>
                </a:lnTo>
                <a:lnTo>
                  <a:pt x="1097711" y="1032319"/>
                </a:lnTo>
                <a:lnTo>
                  <a:pt x="1098829" y="1032789"/>
                </a:lnTo>
                <a:lnTo>
                  <a:pt x="1101458" y="1032789"/>
                </a:lnTo>
                <a:lnTo>
                  <a:pt x="1102575" y="1032319"/>
                </a:lnTo>
                <a:lnTo>
                  <a:pt x="1104442" y="1030465"/>
                </a:lnTo>
                <a:lnTo>
                  <a:pt x="1104900" y="1029335"/>
                </a:lnTo>
                <a:lnTo>
                  <a:pt x="1104900" y="1026706"/>
                </a:lnTo>
                <a:close/>
              </a:path>
              <a:path w="4819650" h="1544954">
                <a:moveTo>
                  <a:pt x="1104900" y="515086"/>
                </a:moveTo>
                <a:lnTo>
                  <a:pt x="1104442" y="513956"/>
                </a:lnTo>
                <a:lnTo>
                  <a:pt x="1102575" y="512102"/>
                </a:lnTo>
                <a:lnTo>
                  <a:pt x="1101458" y="511632"/>
                </a:lnTo>
                <a:lnTo>
                  <a:pt x="1098829" y="511632"/>
                </a:lnTo>
                <a:lnTo>
                  <a:pt x="1097711" y="512102"/>
                </a:lnTo>
                <a:lnTo>
                  <a:pt x="1095844" y="513956"/>
                </a:lnTo>
                <a:lnTo>
                  <a:pt x="1095375" y="515086"/>
                </a:lnTo>
                <a:lnTo>
                  <a:pt x="1095375" y="517715"/>
                </a:lnTo>
                <a:lnTo>
                  <a:pt x="1095844" y="518833"/>
                </a:lnTo>
                <a:lnTo>
                  <a:pt x="1097711" y="520687"/>
                </a:lnTo>
                <a:lnTo>
                  <a:pt x="1098829" y="521157"/>
                </a:lnTo>
                <a:lnTo>
                  <a:pt x="1101458" y="521157"/>
                </a:lnTo>
                <a:lnTo>
                  <a:pt x="1102575" y="520687"/>
                </a:lnTo>
                <a:lnTo>
                  <a:pt x="1104442" y="518833"/>
                </a:lnTo>
                <a:lnTo>
                  <a:pt x="1104900" y="517715"/>
                </a:lnTo>
                <a:lnTo>
                  <a:pt x="1104900" y="515086"/>
                </a:lnTo>
                <a:close/>
              </a:path>
              <a:path w="4819650" h="1544954">
                <a:moveTo>
                  <a:pt x="1104900" y="3454"/>
                </a:moveTo>
                <a:lnTo>
                  <a:pt x="1104442" y="2324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24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4819650" h="1544954">
                <a:moveTo>
                  <a:pt x="1152525" y="1538338"/>
                </a:moveTo>
                <a:lnTo>
                  <a:pt x="1152067" y="1537220"/>
                </a:lnTo>
                <a:lnTo>
                  <a:pt x="1150200" y="1535353"/>
                </a:lnTo>
                <a:lnTo>
                  <a:pt x="1149083" y="1534883"/>
                </a:lnTo>
                <a:lnTo>
                  <a:pt x="1146454" y="1534883"/>
                </a:lnTo>
                <a:lnTo>
                  <a:pt x="1145336" y="1535353"/>
                </a:lnTo>
                <a:lnTo>
                  <a:pt x="1143469" y="1537220"/>
                </a:lnTo>
                <a:lnTo>
                  <a:pt x="1143000" y="1538338"/>
                </a:lnTo>
                <a:lnTo>
                  <a:pt x="1143000" y="1540967"/>
                </a:lnTo>
                <a:lnTo>
                  <a:pt x="1143469" y="1542084"/>
                </a:lnTo>
                <a:lnTo>
                  <a:pt x="1145336" y="1543951"/>
                </a:lnTo>
                <a:lnTo>
                  <a:pt x="1146454" y="1544408"/>
                </a:lnTo>
                <a:lnTo>
                  <a:pt x="1149083" y="1544408"/>
                </a:lnTo>
                <a:lnTo>
                  <a:pt x="1150200" y="1543951"/>
                </a:lnTo>
                <a:lnTo>
                  <a:pt x="1152067" y="1542084"/>
                </a:lnTo>
                <a:lnTo>
                  <a:pt x="1152525" y="1540967"/>
                </a:lnTo>
                <a:lnTo>
                  <a:pt x="1152525" y="1538338"/>
                </a:lnTo>
                <a:close/>
              </a:path>
              <a:path w="4819650" h="1544954">
                <a:moveTo>
                  <a:pt x="1152525" y="1026706"/>
                </a:moveTo>
                <a:lnTo>
                  <a:pt x="1152067" y="1025588"/>
                </a:lnTo>
                <a:lnTo>
                  <a:pt x="1150200" y="1023721"/>
                </a:lnTo>
                <a:lnTo>
                  <a:pt x="1149083" y="1023264"/>
                </a:lnTo>
                <a:lnTo>
                  <a:pt x="1146454" y="1023264"/>
                </a:lnTo>
                <a:lnTo>
                  <a:pt x="1145336" y="1023721"/>
                </a:lnTo>
                <a:lnTo>
                  <a:pt x="1143469" y="1025588"/>
                </a:lnTo>
                <a:lnTo>
                  <a:pt x="1143000" y="1026706"/>
                </a:lnTo>
                <a:lnTo>
                  <a:pt x="1143000" y="1029335"/>
                </a:lnTo>
                <a:lnTo>
                  <a:pt x="1143469" y="1030465"/>
                </a:lnTo>
                <a:lnTo>
                  <a:pt x="1145336" y="1032319"/>
                </a:lnTo>
                <a:lnTo>
                  <a:pt x="1146454" y="1032789"/>
                </a:lnTo>
                <a:lnTo>
                  <a:pt x="1149083" y="1032789"/>
                </a:lnTo>
                <a:lnTo>
                  <a:pt x="1150200" y="1032319"/>
                </a:lnTo>
                <a:lnTo>
                  <a:pt x="1152067" y="1030465"/>
                </a:lnTo>
                <a:lnTo>
                  <a:pt x="1152525" y="1029335"/>
                </a:lnTo>
                <a:lnTo>
                  <a:pt x="1152525" y="1026706"/>
                </a:lnTo>
                <a:close/>
              </a:path>
              <a:path w="4819650" h="1544954">
                <a:moveTo>
                  <a:pt x="1152525" y="515086"/>
                </a:moveTo>
                <a:lnTo>
                  <a:pt x="1152067" y="513956"/>
                </a:lnTo>
                <a:lnTo>
                  <a:pt x="1150200" y="512102"/>
                </a:lnTo>
                <a:lnTo>
                  <a:pt x="1149083" y="511632"/>
                </a:lnTo>
                <a:lnTo>
                  <a:pt x="1146454" y="511632"/>
                </a:lnTo>
                <a:lnTo>
                  <a:pt x="1145336" y="512102"/>
                </a:lnTo>
                <a:lnTo>
                  <a:pt x="1143469" y="513956"/>
                </a:lnTo>
                <a:lnTo>
                  <a:pt x="1143000" y="515086"/>
                </a:lnTo>
                <a:lnTo>
                  <a:pt x="1143000" y="517715"/>
                </a:lnTo>
                <a:lnTo>
                  <a:pt x="1143469" y="518833"/>
                </a:lnTo>
                <a:lnTo>
                  <a:pt x="1145336" y="520687"/>
                </a:lnTo>
                <a:lnTo>
                  <a:pt x="1146454" y="521157"/>
                </a:lnTo>
                <a:lnTo>
                  <a:pt x="1149083" y="521157"/>
                </a:lnTo>
                <a:lnTo>
                  <a:pt x="1150200" y="520687"/>
                </a:lnTo>
                <a:lnTo>
                  <a:pt x="1152067" y="518833"/>
                </a:lnTo>
                <a:lnTo>
                  <a:pt x="1152525" y="517715"/>
                </a:lnTo>
                <a:lnTo>
                  <a:pt x="1152525" y="515086"/>
                </a:lnTo>
                <a:close/>
              </a:path>
              <a:path w="4819650" h="1544954">
                <a:moveTo>
                  <a:pt x="1152525" y="3454"/>
                </a:moveTo>
                <a:lnTo>
                  <a:pt x="1152067" y="2324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24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4819650" h="1544954">
                <a:moveTo>
                  <a:pt x="1200150" y="1538338"/>
                </a:moveTo>
                <a:lnTo>
                  <a:pt x="1199692" y="1537220"/>
                </a:lnTo>
                <a:lnTo>
                  <a:pt x="1197825" y="1535353"/>
                </a:lnTo>
                <a:lnTo>
                  <a:pt x="1196708" y="1534883"/>
                </a:lnTo>
                <a:lnTo>
                  <a:pt x="1194079" y="1534883"/>
                </a:lnTo>
                <a:lnTo>
                  <a:pt x="1192961" y="1535353"/>
                </a:lnTo>
                <a:lnTo>
                  <a:pt x="1191094" y="1537220"/>
                </a:lnTo>
                <a:lnTo>
                  <a:pt x="1190625" y="1538338"/>
                </a:lnTo>
                <a:lnTo>
                  <a:pt x="1190625" y="1540967"/>
                </a:lnTo>
                <a:lnTo>
                  <a:pt x="1191094" y="1542084"/>
                </a:lnTo>
                <a:lnTo>
                  <a:pt x="1192961" y="1543951"/>
                </a:lnTo>
                <a:lnTo>
                  <a:pt x="1194079" y="1544408"/>
                </a:lnTo>
                <a:lnTo>
                  <a:pt x="1196708" y="1544408"/>
                </a:lnTo>
                <a:lnTo>
                  <a:pt x="1197825" y="1543951"/>
                </a:lnTo>
                <a:lnTo>
                  <a:pt x="1199692" y="1542084"/>
                </a:lnTo>
                <a:lnTo>
                  <a:pt x="1200150" y="1540967"/>
                </a:lnTo>
                <a:lnTo>
                  <a:pt x="1200150" y="1538338"/>
                </a:lnTo>
                <a:close/>
              </a:path>
              <a:path w="4819650" h="1544954">
                <a:moveTo>
                  <a:pt x="1200150" y="1026706"/>
                </a:moveTo>
                <a:lnTo>
                  <a:pt x="1199692" y="1025588"/>
                </a:lnTo>
                <a:lnTo>
                  <a:pt x="1197825" y="1023721"/>
                </a:lnTo>
                <a:lnTo>
                  <a:pt x="1196708" y="1023264"/>
                </a:lnTo>
                <a:lnTo>
                  <a:pt x="1194079" y="1023264"/>
                </a:lnTo>
                <a:lnTo>
                  <a:pt x="1192961" y="1023721"/>
                </a:lnTo>
                <a:lnTo>
                  <a:pt x="1191094" y="1025588"/>
                </a:lnTo>
                <a:lnTo>
                  <a:pt x="1190625" y="1026706"/>
                </a:lnTo>
                <a:lnTo>
                  <a:pt x="1190625" y="1029335"/>
                </a:lnTo>
                <a:lnTo>
                  <a:pt x="1191094" y="1030465"/>
                </a:lnTo>
                <a:lnTo>
                  <a:pt x="1192961" y="1032319"/>
                </a:lnTo>
                <a:lnTo>
                  <a:pt x="1194079" y="1032789"/>
                </a:lnTo>
                <a:lnTo>
                  <a:pt x="1196708" y="1032789"/>
                </a:lnTo>
                <a:lnTo>
                  <a:pt x="1197825" y="1032319"/>
                </a:lnTo>
                <a:lnTo>
                  <a:pt x="1199692" y="1030465"/>
                </a:lnTo>
                <a:lnTo>
                  <a:pt x="1200150" y="1029335"/>
                </a:lnTo>
                <a:lnTo>
                  <a:pt x="1200150" y="1026706"/>
                </a:lnTo>
                <a:close/>
              </a:path>
              <a:path w="4819650" h="1544954">
                <a:moveTo>
                  <a:pt x="1200150" y="515086"/>
                </a:moveTo>
                <a:lnTo>
                  <a:pt x="1199692" y="513956"/>
                </a:lnTo>
                <a:lnTo>
                  <a:pt x="1197825" y="512102"/>
                </a:lnTo>
                <a:lnTo>
                  <a:pt x="1196708" y="511632"/>
                </a:lnTo>
                <a:lnTo>
                  <a:pt x="1194079" y="511632"/>
                </a:lnTo>
                <a:lnTo>
                  <a:pt x="1192961" y="512102"/>
                </a:lnTo>
                <a:lnTo>
                  <a:pt x="1191094" y="513956"/>
                </a:lnTo>
                <a:lnTo>
                  <a:pt x="1190625" y="515086"/>
                </a:lnTo>
                <a:lnTo>
                  <a:pt x="1190625" y="517715"/>
                </a:lnTo>
                <a:lnTo>
                  <a:pt x="1191094" y="518833"/>
                </a:lnTo>
                <a:lnTo>
                  <a:pt x="1192961" y="520687"/>
                </a:lnTo>
                <a:lnTo>
                  <a:pt x="1194079" y="521157"/>
                </a:lnTo>
                <a:lnTo>
                  <a:pt x="1196708" y="521157"/>
                </a:lnTo>
                <a:lnTo>
                  <a:pt x="1197825" y="520687"/>
                </a:lnTo>
                <a:lnTo>
                  <a:pt x="1199692" y="518833"/>
                </a:lnTo>
                <a:lnTo>
                  <a:pt x="1200150" y="517715"/>
                </a:lnTo>
                <a:lnTo>
                  <a:pt x="1200150" y="515086"/>
                </a:lnTo>
                <a:close/>
              </a:path>
              <a:path w="4819650" h="1544954">
                <a:moveTo>
                  <a:pt x="1200150" y="3454"/>
                </a:moveTo>
                <a:lnTo>
                  <a:pt x="1199692" y="2324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24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4819650" h="1544954">
                <a:moveTo>
                  <a:pt x="1247775" y="1538338"/>
                </a:moveTo>
                <a:lnTo>
                  <a:pt x="1247317" y="1537220"/>
                </a:lnTo>
                <a:lnTo>
                  <a:pt x="1245450" y="1535353"/>
                </a:lnTo>
                <a:lnTo>
                  <a:pt x="1244333" y="1534883"/>
                </a:lnTo>
                <a:lnTo>
                  <a:pt x="1241704" y="1534883"/>
                </a:lnTo>
                <a:lnTo>
                  <a:pt x="1240586" y="1535353"/>
                </a:lnTo>
                <a:lnTo>
                  <a:pt x="1238719" y="1537220"/>
                </a:lnTo>
                <a:lnTo>
                  <a:pt x="1238250" y="1538338"/>
                </a:lnTo>
                <a:lnTo>
                  <a:pt x="1238250" y="1540967"/>
                </a:lnTo>
                <a:lnTo>
                  <a:pt x="1238719" y="1542084"/>
                </a:lnTo>
                <a:lnTo>
                  <a:pt x="1240586" y="1543951"/>
                </a:lnTo>
                <a:lnTo>
                  <a:pt x="1241704" y="1544408"/>
                </a:lnTo>
                <a:lnTo>
                  <a:pt x="1244333" y="1544408"/>
                </a:lnTo>
                <a:lnTo>
                  <a:pt x="1245450" y="1543951"/>
                </a:lnTo>
                <a:lnTo>
                  <a:pt x="1247317" y="1542084"/>
                </a:lnTo>
                <a:lnTo>
                  <a:pt x="1247775" y="1540967"/>
                </a:lnTo>
                <a:lnTo>
                  <a:pt x="1247775" y="1538338"/>
                </a:lnTo>
                <a:close/>
              </a:path>
              <a:path w="4819650" h="1544954">
                <a:moveTo>
                  <a:pt x="1247775" y="1026706"/>
                </a:moveTo>
                <a:lnTo>
                  <a:pt x="1247317" y="1025588"/>
                </a:lnTo>
                <a:lnTo>
                  <a:pt x="1245450" y="1023721"/>
                </a:lnTo>
                <a:lnTo>
                  <a:pt x="1244333" y="1023264"/>
                </a:lnTo>
                <a:lnTo>
                  <a:pt x="1241704" y="1023264"/>
                </a:lnTo>
                <a:lnTo>
                  <a:pt x="1240586" y="1023721"/>
                </a:lnTo>
                <a:lnTo>
                  <a:pt x="1238719" y="1025588"/>
                </a:lnTo>
                <a:lnTo>
                  <a:pt x="1238250" y="1026706"/>
                </a:lnTo>
                <a:lnTo>
                  <a:pt x="1238250" y="1029335"/>
                </a:lnTo>
                <a:lnTo>
                  <a:pt x="1238719" y="1030465"/>
                </a:lnTo>
                <a:lnTo>
                  <a:pt x="1240586" y="1032319"/>
                </a:lnTo>
                <a:lnTo>
                  <a:pt x="1241704" y="1032789"/>
                </a:lnTo>
                <a:lnTo>
                  <a:pt x="1244333" y="1032789"/>
                </a:lnTo>
                <a:lnTo>
                  <a:pt x="1245450" y="1032319"/>
                </a:lnTo>
                <a:lnTo>
                  <a:pt x="1247317" y="1030465"/>
                </a:lnTo>
                <a:lnTo>
                  <a:pt x="1247775" y="1029335"/>
                </a:lnTo>
                <a:lnTo>
                  <a:pt x="1247775" y="1026706"/>
                </a:lnTo>
                <a:close/>
              </a:path>
              <a:path w="4819650" h="1544954">
                <a:moveTo>
                  <a:pt x="1247775" y="515086"/>
                </a:moveTo>
                <a:lnTo>
                  <a:pt x="1247317" y="513956"/>
                </a:lnTo>
                <a:lnTo>
                  <a:pt x="1245450" y="512102"/>
                </a:lnTo>
                <a:lnTo>
                  <a:pt x="1244333" y="511632"/>
                </a:lnTo>
                <a:lnTo>
                  <a:pt x="1241704" y="511632"/>
                </a:lnTo>
                <a:lnTo>
                  <a:pt x="1240586" y="512102"/>
                </a:lnTo>
                <a:lnTo>
                  <a:pt x="1238719" y="513956"/>
                </a:lnTo>
                <a:lnTo>
                  <a:pt x="1238250" y="515086"/>
                </a:lnTo>
                <a:lnTo>
                  <a:pt x="1238250" y="517715"/>
                </a:lnTo>
                <a:lnTo>
                  <a:pt x="1238719" y="518833"/>
                </a:lnTo>
                <a:lnTo>
                  <a:pt x="1240586" y="520687"/>
                </a:lnTo>
                <a:lnTo>
                  <a:pt x="1241704" y="521157"/>
                </a:lnTo>
                <a:lnTo>
                  <a:pt x="1244333" y="521157"/>
                </a:lnTo>
                <a:lnTo>
                  <a:pt x="1245450" y="520687"/>
                </a:lnTo>
                <a:lnTo>
                  <a:pt x="1247317" y="518833"/>
                </a:lnTo>
                <a:lnTo>
                  <a:pt x="1247775" y="517715"/>
                </a:lnTo>
                <a:lnTo>
                  <a:pt x="1247775" y="515086"/>
                </a:lnTo>
                <a:close/>
              </a:path>
              <a:path w="4819650" h="1544954">
                <a:moveTo>
                  <a:pt x="1247775" y="3454"/>
                </a:moveTo>
                <a:lnTo>
                  <a:pt x="1247317" y="2324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24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4819650" h="1544954">
                <a:moveTo>
                  <a:pt x="1295400" y="1538338"/>
                </a:moveTo>
                <a:lnTo>
                  <a:pt x="1294942" y="1537220"/>
                </a:lnTo>
                <a:lnTo>
                  <a:pt x="1293075" y="1535353"/>
                </a:lnTo>
                <a:lnTo>
                  <a:pt x="1291958" y="1534883"/>
                </a:lnTo>
                <a:lnTo>
                  <a:pt x="1289329" y="1534883"/>
                </a:lnTo>
                <a:lnTo>
                  <a:pt x="1288211" y="1535353"/>
                </a:lnTo>
                <a:lnTo>
                  <a:pt x="1286344" y="1537220"/>
                </a:lnTo>
                <a:lnTo>
                  <a:pt x="1285875" y="1538338"/>
                </a:lnTo>
                <a:lnTo>
                  <a:pt x="1285875" y="1540967"/>
                </a:lnTo>
                <a:lnTo>
                  <a:pt x="1286344" y="1542084"/>
                </a:lnTo>
                <a:lnTo>
                  <a:pt x="1288211" y="1543951"/>
                </a:lnTo>
                <a:lnTo>
                  <a:pt x="1289329" y="1544408"/>
                </a:lnTo>
                <a:lnTo>
                  <a:pt x="1291958" y="1544408"/>
                </a:lnTo>
                <a:lnTo>
                  <a:pt x="1293075" y="1543951"/>
                </a:lnTo>
                <a:lnTo>
                  <a:pt x="1294942" y="1542084"/>
                </a:lnTo>
                <a:lnTo>
                  <a:pt x="1295400" y="1540967"/>
                </a:lnTo>
                <a:lnTo>
                  <a:pt x="1295400" y="1538338"/>
                </a:lnTo>
                <a:close/>
              </a:path>
              <a:path w="4819650" h="1544954">
                <a:moveTo>
                  <a:pt x="1295400" y="1026706"/>
                </a:moveTo>
                <a:lnTo>
                  <a:pt x="1294942" y="1025588"/>
                </a:lnTo>
                <a:lnTo>
                  <a:pt x="1293075" y="1023721"/>
                </a:lnTo>
                <a:lnTo>
                  <a:pt x="1291958" y="1023264"/>
                </a:lnTo>
                <a:lnTo>
                  <a:pt x="1289329" y="1023264"/>
                </a:lnTo>
                <a:lnTo>
                  <a:pt x="1288211" y="1023721"/>
                </a:lnTo>
                <a:lnTo>
                  <a:pt x="1286344" y="1025588"/>
                </a:lnTo>
                <a:lnTo>
                  <a:pt x="1285875" y="1026706"/>
                </a:lnTo>
                <a:lnTo>
                  <a:pt x="1285875" y="1029335"/>
                </a:lnTo>
                <a:lnTo>
                  <a:pt x="1286344" y="1030465"/>
                </a:lnTo>
                <a:lnTo>
                  <a:pt x="1288211" y="1032319"/>
                </a:lnTo>
                <a:lnTo>
                  <a:pt x="1289329" y="1032789"/>
                </a:lnTo>
                <a:lnTo>
                  <a:pt x="1291958" y="1032789"/>
                </a:lnTo>
                <a:lnTo>
                  <a:pt x="1293075" y="1032319"/>
                </a:lnTo>
                <a:lnTo>
                  <a:pt x="1294942" y="1030465"/>
                </a:lnTo>
                <a:lnTo>
                  <a:pt x="1295400" y="1029335"/>
                </a:lnTo>
                <a:lnTo>
                  <a:pt x="1295400" y="1026706"/>
                </a:lnTo>
                <a:close/>
              </a:path>
              <a:path w="4819650" h="1544954">
                <a:moveTo>
                  <a:pt x="1295400" y="515086"/>
                </a:moveTo>
                <a:lnTo>
                  <a:pt x="1294942" y="513956"/>
                </a:lnTo>
                <a:lnTo>
                  <a:pt x="1293075" y="512102"/>
                </a:lnTo>
                <a:lnTo>
                  <a:pt x="1291958" y="511632"/>
                </a:lnTo>
                <a:lnTo>
                  <a:pt x="1289329" y="511632"/>
                </a:lnTo>
                <a:lnTo>
                  <a:pt x="1288211" y="512102"/>
                </a:lnTo>
                <a:lnTo>
                  <a:pt x="1286344" y="513956"/>
                </a:lnTo>
                <a:lnTo>
                  <a:pt x="1285875" y="515086"/>
                </a:lnTo>
                <a:lnTo>
                  <a:pt x="1285875" y="517715"/>
                </a:lnTo>
                <a:lnTo>
                  <a:pt x="1286344" y="518833"/>
                </a:lnTo>
                <a:lnTo>
                  <a:pt x="1288211" y="520687"/>
                </a:lnTo>
                <a:lnTo>
                  <a:pt x="1289329" y="521157"/>
                </a:lnTo>
                <a:lnTo>
                  <a:pt x="1291958" y="521157"/>
                </a:lnTo>
                <a:lnTo>
                  <a:pt x="1293075" y="520687"/>
                </a:lnTo>
                <a:lnTo>
                  <a:pt x="1294942" y="518833"/>
                </a:lnTo>
                <a:lnTo>
                  <a:pt x="1295400" y="517715"/>
                </a:lnTo>
                <a:lnTo>
                  <a:pt x="1295400" y="515086"/>
                </a:lnTo>
                <a:close/>
              </a:path>
              <a:path w="4819650" h="1544954">
                <a:moveTo>
                  <a:pt x="1295400" y="3454"/>
                </a:moveTo>
                <a:lnTo>
                  <a:pt x="1294942" y="2324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24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4819650" h="1544954">
                <a:moveTo>
                  <a:pt x="1343025" y="1538338"/>
                </a:moveTo>
                <a:lnTo>
                  <a:pt x="1342567" y="1537220"/>
                </a:lnTo>
                <a:lnTo>
                  <a:pt x="1340700" y="1535353"/>
                </a:lnTo>
                <a:lnTo>
                  <a:pt x="1339583" y="1534883"/>
                </a:lnTo>
                <a:lnTo>
                  <a:pt x="1336954" y="1534883"/>
                </a:lnTo>
                <a:lnTo>
                  <a:pt x="1335836" y="1535353"/>
                </a:lnTo>
                <a:lnTo>
                  <a:pt x="1333969" y="1537220"/>
                </a:lnTo>
                <a:lnTo>
                  <a:pt x="1333500" y="1538338"/>
                </a:lnTo>
                <a:lnTo>
                  <a:pt x="1333500" y="1540967"/>
                </a:lnTo>
                <a:lnTo>
                  <a:pt x="1333969" y="1542084"/>
                </a:lnTo>
                <a:lnTo>
                  <a:pt x="1335836" y="1543951"/>
                </a:lnTo>
                <a:lnTo>
                  <a:pt x="1336954" y="1544408"/>
                </a:lnTo>
                <a:lnTo>
                  <a:pt x="1339583" y="1544408"/>
                </a:lnTo>
                <a:lnTo>
                  <a:pt x="1340700" y="1543951"/>
                </a:lnTo>
                <a:lnTo>
                  <a:pt x="1342567" y="1542084"/>
                </a:lnTo>
                <a:lnTo>
                  <a:pt x="1343025" y="1540967"/>
                </a:lnTo>
                <a:lnTo>
                  <a:pt x="1343025" y="1538338"/>
                </a:lnTo>
                <a:close/>
              </a:path>
              <a:path w="4819650" h="1544954">
                <a:moveTo>
                  <a:pt x="1343025" y="1026706"/>
                </a:moveTo>
                <a:lnTo>
                  <a:pt x="1342567" y="1025588"/>
                </a:lnTo>
                <a:lnTo>
                  <a:pt x="1340700" y="1023721"/>
                </a:lnTo>
                <a:lnTo>
                  <a:pt x="1339583" y="1023264"/>
                </a:lnTo>
                <a:lnTo>
                  <a:pt x="1336954" y="1023264"/>
                </a:lnTo>
                <a:lnTo>
                  <a:pt x="1335836" y="1023721"/>
                </a:lnTo>
                <a:lnTo>
                  <a:pt x="1333969" y="1025588"/>
                </a:lnTo>
                <a:lnTo>
                  <a:pt x="1333500" y="1026706"/>
                </a:lnTo>
                <a:lnTo>
                  <a:pt x="1333500" y="1029335"/>
                </a:lnTo>
                <a:lnTo>
                  <a:pt x="1333969" y="1030465"/>
                </a:lnTo>
                <a:lnTo>
                  <a:pt x="1335836" y="1032319"/>
                </a:lnTo>
                <a:lnTo>
                  <a:pt x="1336954" y="1032789"/>
                </a:lnTo>
                <a:lnTo>
                  <a:pt x="1339583" y="1032789"/>
                </a:lnTo>
                <a:lnTo>
                  <a:pt x="1340700" y="1032319"/>
                </a:lnTo>
                <a:lnTo>
                  <a:pt x="1342567" y="1030465"/>
                </a:lnTo>
                <a:lnTo>
                  <a:pt x="1343025" y="1029335"/>
                </a:lnTo>
                <a:lnTo>
                  <a:pt x="1343025" y="1026706"/>
                </a:lnTo>
                <a:close/>
              </a:path>
              <a:path w="4819650" h="1544954">
                <a:moveTo>
                  <a:pt x="1343025" y="515086"/>
                </a:moveTo>
                <a:lnTo>
                  <a:pt x="1342567" y="513956"/>
                </a:lnTo>
                <a:lnTo>
                  <a:pt x="1340700" y="512102"/>
                </a:lnTo>
                <a:lnTo>
                  <a:pt x="1339583" y="511632"/>
                </a:lnTo>
                <a:lnTo>
                  <a:pt x="1336954" y="511632"/>
                </a:lnTo>
                <a:lnTo>
                  <a:pt x="1335836" y="512102"/>
                </a:lnTo>
                <a:lnTo>
                  <a:pt x="1333969" y="513956"/>
                </a:lnTo>
                <a:lnTo>
                  <a:pt x="1333500" y="515086"/>
                </a:lnTo>
                <a:lnTo>
                  <a:pt x="1333500" y="517715"/>
                </a:lnTo>
                <a:lnTo>
                  <a:pt x="1333969" y="518833"/>
                </a:lnTo>
                <a:lnTo>
                  <a:pt x="1335836" y="520687"/>
                </a:lnTo>
                <a:lnTo>
                  <a:pt x="1336954" y="521157"/>
                </a:lnTo>
                <a:lnTo>
                  <a:pt x="1339583" y="521157"/>
                </a:lnTo>
                <a:lnTo>
                  <a:pt x="1340700" y="520687"/>
                </a:lnTo>
                <a:lnTo>
                  <a:pt x="1342567" y="518833"/>
                </a:lnTo>
                <a:lnTo>
                  <a:pt x="1343025" y="517715"/>
                </a:lnTo>
                <a:lnTo>
                  <a:pt x="1343025" y="515086"/>
                </a:lnTo>
                <a:close/>
              </a:path>
              <a:path w="4819650" h="1544954">
                <a:moveTo>
                  <a:pt x="1343025" y="3454"/>
                </a:moveTo>
                <a:lnTo>
                  <a:pt x="1342567" y="2324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24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4819650" h="1544954">
                <a:moveTo>
                  <a:pt x="1390650" y="1538338"/>
                </a:moveTo>
                <a:lnTo>
                  <a:pt x="1390192" y="1537220"/>
                </a:lnTo>
                <a:lnTo>
                  <a:pt x="1388325" y="1535353"/>
                </a:lnTo>
                <a:lnTo>
                  <a:pt x="1387208" y="1534883"/>
                </a:lnTo>
                <a:lnTo>
                  <a:pt x="1384579" y="1534883"/>
                </a:lnTo>
                <a:lnTo>
                  <a:pt x="1383461" y="1535353"/>
                </a:lnTo>
                <a:lnTo>
                  <a:pt x="1381594" y="1537220"/>
                </a:lnTo>
                <a:lnTo>
                  <a:pt x="1381125" y="1538338"/>
                </a:lnTo>
                <a:lnTo>
                  <a:pt x="1381125" y="1540967"/>
                </a:lnTo>
                <a:lnTo>
                  <a:pt x="1381594" y="1542084"/>
                </a:lnTo>
                <a:lnTo>
                  <a:pt x="1383461" y="1543951"/>
                </a:lnTo>
                <a:lnTo>
                  <a:pt x="1384579" y="1544408"/>
                </a:lnTo>
                <a:lnTo>
                  <a:pt x="1387208" y="1544408"/>
                </a:lnTo>
                <a:lnTo>
                  <a:pt x="1388325" y="1543951"/>
                </a:lnTo>
                <a:lnTo>
                  <a:pt x="1390192" y="1542084"/>
                </a:lnTo>
                <a:lnTo>
                  <a:pt x="1390650" y="1540967"/>
                </a:lnTo>
                <a:lnTo>
                  <a:pt x="1390650" y="1538338"/>
                </a:lnTo>
                <a:close/>
              </a:path>
              <a:path w="4819650" h="1544954">
                <a:moveTo>
                  <a:pt x="1390650" y="1026706"/>
                </a:moveTo>
                <a:lnTo>
                  <a:pt x="1390192" y="1025588"/>
                </a:lnTo>
                <a:lnTo>
                  <a:pt x="1388325" y="1023721"/>
                </a:lnTo>
                <a:lnTo>
                  <a:pt x="1387208" y="1023264"/>
                </a:lnTo>
                <a:lnTo>
                  <a:pt x="1384579" y="1023264"/>
                </a:lnTo>
                <a:lnTo>
                  <a:pt x="1383461" y="1023721"/>
                </a:lnTo>
                <a:lnTo>
                  <a:pt x="1381594" y="1025588"/>
                </a:lnTo>
                <a:lnTo>
                  <a:pt x="1381125" y="1026706"/>
                </a:lnTo>
                <a:lnTo>
                  <a:pt x="1381125" y="1029335"/>
                </a:lnTo>
                <a:lnTo>
                  <a:pt x="1381594" y="1030465"/>
                </a:lnTo>
                <a:lnTo>
                  <a:pt x="1383461" y="1032319"/>
                </a:lnTo>
                <a:lnTo>
                  <a:pt x="1384579" y="1032789"/>
                </a:lnTo>
                <a:lnTo>
                  <a:pt x="1387208" y="1032789"/>
                </a:lnTo>
                <a:lnTo>
                  <a:pt x="1388325" y="1032319"/>
                </a:lnTo>
                <a:lnTo>
                  <a:pt x="1390192" y="1030465"/>
                </a:lnTo>
                <a:lnTo>
                  <a:pt x="1390650" y="1029335"/>
                </a:lnTo>
                <a:lnTo>
                  <a:pt x="1390650" y="1026706"/>
                </a:lnTo>
                <a:close/>
              </a:path>
              <a:path w="4819650" h="1544954">
                <a:moveTo>
                  <a:pt x="1390650" y="515086"/>
                </a:moveTo>
                <a:lnTo>
                  <a:pt x="1390192" y="513956"/>
                </a:lnTo>
                <a:lnTo>
                  <a:pt x="1388325" y="512102"/>
                </a:lnTo>
                <a:lnTo>
                  <a:pt x="1387208" y="511632"/>
                </a:lnTo>
                <a:lnTo>
                  <a:pt x="1384579" y="511632"/>
                </a:lnTo>
                <a:lnTo>
                  <a:pt x="1383461" y="512102"/>
                </a:lnTo>
                <a:lnTo>
                  <a:pt x="1381594" y="513956"/>
                </a:lnTo>
                <a:lnTo>
                  <a:pt x="1381125" y="515086"/>
                </a:lnTo>
                <a:lnTo>
                  <a:pt x="1381125" y="517715"/>
                </a:lnTo>
                <a:lnTo>
                  <a:pt x="1381594" y="518833"/>
                </a:lnTo>
                <a:lnTo>
                  <a:pt x="1383461" y="520687"/>
                </a:lnTo>
                <a:lnTo>
                  <a:pt x="1384579" y="521157"/>
                </a:lnTo>
                <a:lnTo>
                  <a:pt x="1387208" y="521157"/>
                </a:lnTo>
                <a:lnTo>
                  <a:pt x="1388325" y="520687"/>
                </a:lnTo>
                <a:lnTo>
                  <a:pt x="1390192" y="518833"/>
                </a:lnTo>
                <a:lnTo>
                  <a:pt x="1390650" y="517715"/>
                </a:lnTo>
                <a:lnTo>
                  <a:pt x="1390650" y="515086"/>
                </a:lnTo>
                <a:close/>
              </a:path>
              <a:path w="4819650" h="1544954">
                <a:moveTo>
                  <a:pt x="1390650" y="3454"/>
                </a:moveTo>
                <a:lnTo>
                  <a:pt x="1390192" y="2324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24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4819650" h="1544954">
                <a:moveTo>
                  <a:pt x="1438275" y="1538338"/>
                </a:moveTo>
                <a:lnTo>
                  <a:pt x="1437817" y="1537220"/>
                </a:lnTo>
                <a:lnTo>
                  <a:pt x="1435950" y="1535353"/>
                </a:lnTo>
                <a:lnTo>
                  <a:pt x="1434833" y="1534883"/>
                </a:lnTo>
                <a:lnTo>
                  <a:pt x="1432204" y="1534883"/>
                </a:lnTo>
                <a:lnTo>
                  <a:pt x="1431086" y="1535353"/>
                </a:lnTo>
                <a:lnTo>
                  <a:pt x="1429219" y="1537220"/>
                </a:lnTo>
                <a:lnTo>
                  <a:pt x="1428750" y="1538338"/>
                </a:lnTo>
                <a:lnTo>
                  <a:pt x="1428750" y="1540967"/>
                </a:lnTo>
                <a:lnTo>
                  <a:pt x="1429219" y="1542084"/>
                </a:lnTo>
                <a:lnTo>
                  <a:pt x="1431086" y="1543951"/>
                </a:lnTo>
                <a:lnTo>
                  <a:pt x="1432204" y="1544408"/>
                </a:lnTo>
                <a:lnTo>
                  <a:pt x="1434833" y="1544408"/>
                </a:lnTo>
                <a:lnTo>
                  <a:pt x="1435950" y="1543951"/>
                </a:lnTo>
                <a:lnTo>
                  <a:pt x="1437817" y="1542084"/>
                </a:lnTo>
                <a:lnTo>
                  <a:pt x="1438275" y="1540967"/>
                </a:lnTo>
                <a:lnTo>
                  <a:pt x="1438275" y="1538338"/>
                </a:lnTo>
                <a:close/>
              </a:path>
              <a:path w="4819650" h="1544954">
                <a:moveTo>
                  <a:pt x="1438275" y="1026706"/>
                </a:moveTo>
                <a:lnTo>
                  <a:pt x="1437817" y="1025588"/>
                </a:lnTo>
                <a:lnTo>
                  <a:pt x="1435950" y="1023721"/>
                </a:lnTo>
                <a:lnTo>
                  <a:pt x="1434833" y="1023264"/>
                </a:lnTo>
                <a:lnTo>
                  <a:pt x="1432204" y="1023264"/>
                </a:lnTo>
                <a:lnTo>
                  <a:pt x="1431086" y="1023721"/>
                </a:lnTo>
                <a:lnTo>
                  <a:pt x="1429219" y="1025588"/>
                </a:lnTo>
                <a:lnTo>
                  <a:pt x="1428750" y="1026706"/>
                </a:lnTo>
                <a:lnTo>
                  <a:pt x="1428750" y="1029335"/>
                </a:lnTo>
                <a:lnTo>
                  <a:pt x="1429219" y="1030465"/>
                </a:lnTo>
                <a:lnTo>
                  <a:pt x="1431086" y="1032319"/>
                </a:lnTo>
                <a:lnTo>
                  <a:pt x="1432204" y="1032789"/>
                </a:lnTo>
                <a:lnTo>
                  <a:pt x="1434833" y="1032789"/>
                </a:lnTo>
                <a:lnTo>
                  <a:pt x="1435950" y="1032319"/>
                </a:lnTo>
                <a:lnTo>
                  <a:pt x="1437817" y="1030465"/>
                </a:lnTo>
                <a:lnTo>
                  <a:pt x="1438275" y="1029335"/>
                </a:lnTo>
                <a:lnTo>
                  <a:pt x="1438275" y="1026706"/>
                </a:lnTo>
                <a:close/>
              </a:path>
              <a:path w="4819650" h="1544954">
                <a:moveTo>
                  <a:pt x="1438275" y="515086"/>
                </a:moveTo>
                <a:lnTo>
                  <a:pt x="1437817" y="513956"/>
                </a:lnTo>
                <a:lnTo>
                  <a:pt x="1435950" y="512102"/>
                </a:lnTo>
                <a:lnTo>
                  <a:pt x="1434833" y="511632"/>
                </a:lnTo>
                <a:lnTo>
                  <a:pt x="1432204" y="511632"/>
                </a:lnTo>
                <a:lnTo>
                  <a:pt x="1431086" y="512102"/>
                </a:lnTo>
                <a:lnTo>
                  <a:pt x="1429219" y="513956"/>
                </a:lnTo>
                <a:lnTo>
                  <a:pt x="1428750" y="515086"/>
                </a:lnTo>
                <a:lnTo>
                  <a:pt x="1428750" y="517715"/>
                </a:lnTo>
                <a:lnTo>
                  <a:pt x="1429219" y="518833"/>
                </a:lnTo>
                <a:lnTo>
                  <a:pt x="1431086" y="520687"/>
                </a:lnTo>
                <a:lnTo>
                  <a:pt x="1432204" y="521157"/>
                </a:lnTo>
                <a:lnTo>
                  <a:pt x="1434833" y="521157"/>
                </a:lnTo>
                <a:lnTo>
                  <a:pt x="1435950" y="520687"/>
                </a:lnTo>
                <a:lnTo>
                  <a:pt x="1437817" y="518833"/>
                </a:lnTo>
                <a:lnTo>
                  <a:pt x="1438275" y="517715"/>
                </a:lnTo>
                <a:lnTo>
                  <a:pt x="1438275" y="515086"/>
                </a:lnTo>
                <a:close/>
              </a:path>
              <a:path w="4819650" h="1544954">
                <a:moveTo>
                  <a:pt x="1438275" y="3454"/>
                </a:moveTo>
                <a:lnTo>
                  <a:pt x="1437817" y="2324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24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4819650" h="1544954">
                <a:moveTo>
                  <a:pt x="1485900" y="1538338"/>
                </a:moveTo>
                <a:lnTo>
                  <a:pt x="1485442" y="1537220"/>
                </a:lnTo>
                <a:lnTo>
                  <a:pt x="1483575" y="1535353"/>
                </a:lnTo>
                <a:lnTo>
                  <a:pt x="1482458" y="1534883"/>
                </a:lnTo>
                <a:lnTo>
                  <a:pt x="1479829" y="1534883"/>
                </a:lnTo>
                <a:lnTo>
                  <a:pt x="1478711" y="1535353"/>
                </a:lnTo>
                <a:lnTo>
                  <a:pt x="1476844" y="1537220"/>
                </a:lnTo>
                <a:lnTo>
                  <a:pt x="1476375" y="1538338"/>
                </a:lnTo>
                <a:lnTo>
                  <a:pt x="1476375" y="1540967"/>
                </a:lnTo>
                <a:lnTo>
                  <a:pt x="1476844" y="1542084"/>
                </a:lnTo>
                <a:lnTo>
                  <a:pt x="1478711" y="1543951"/>
                </a:lnTo>
                <a:lnTo>
                  <a:pt x="1479829" y="1544408"/>
                </a:lnTo>
                <a:lnTo>
                  <a:pt x="1482458" y="1544408"/>
                </a:lnTo>
                <a:lnTo>
                  <a:pt x="1483575" y="1543951"/>
                </a:lnTo>
                <a:lnTo>
                  <a:pt x="1485442" y="1542084"/>
                </a:lnTo>
                <a:lnTo>
                  <a:pt x="1485900" y="1540967"/>
                </a:lnTo>
                <a:lnTo>
                  <a:pt x="1485900" y="1538338"/>
                </a:lnTo>
                <a:close/>
              </a:path>
              <a:path w="4819650" h="1544954">
                <a:moveTo>
                  <a:pt x="1485900" y="1026706"/>
                </a:moveTo>
                <a:lnTo>
                  <a:pt x="1485442" y="1025588"/>
                </a:lnTo>
                <a:lnTo>
                  <a:pt x="1483575" y="1023721"/>
                </a:lnTo>
                <a:lnTo>
                  <a:pt x="1482458" y="1023264"/>
                </a:lnTo>
                <a:lnTo>
                  <a:pt x="1479829" y="1023264"/>
                </a:lnTo>
                <a:lnTo>
                  <a:pt x="1478711" y="1023721"/>
                </a:lnTo>
                <a:lnTo>
                  <a:pt x="1476844" y="1025588"/>
                </a:lnTo>
                <a:lnTo>
                  <a:pt x="1476375" y="1026706"/>
                </a:lnTo>
                <a:lnTo>
                  <a:pt x="1476375" y="1029335"/>
                </a:lnTo>
                <a:lnTo>
                  <a:pt x="1476844" y="1030465"/>
                </a:lnTo>
                <a:lnTo>
                  <a:pt x="1478711" y="1032319"/>
                </a:lnTo>
                <a:lnTo>
                  <a:pt x="1479829" y="1032789"/>
                </a:lnTo>
                <a:lnTo>
                  <a:pt x="1482458" y="1032789"/>
                </a:lnTo>
                <a:lnTo>
                  <a:pt x="1483575" y="1032319"/>
                </a:lnTo>
                <a:lnTo>
                  <a:pt x="1485442" y="1030465"/>
                </a:lnTo>
                <a:lnTo>
                  <a:pt x="1485900" y="1029335"/>
                </a:lnTo>
                <a:lnTo>
                  <a:pt x="1485900" y="1026706"/>
                </a:lnTo>
                <a:close/>
              </a:path>
              <a:path w="4819650" h="1544954">
                <a:moveTo>
                  <a:pt x="1485900" y="515086"/>
                </a:moveTo>
                <a:lnTo>
                  <a:pt x="1485442" y="513956"/>
                </a:lnTo>
                <a:lnTo>
                  <a:pt x="1483575" y="512102"/>
                </a:lnTo>
                <a:lnTo>
                  <a:pt x="1482458" y="511632"/>
                </a:lnTo>
                <a:lnTo>
                  <a:pt x="1479829" y="511632"/>
                </a:lnTo>
                <a:lnTo>
                  <a:pt x="1478711" y="512102"/>
                </a:lnTo>
                <a:lnTo>
                  <a:pt x="1476844" y="513956"/>
                </a:lnTo>
                <a:lnTo>
                  <a:pt x="1476375" y="515086"/>
                </a:lnTo>
                <a:lnTo>
                  <a:pt x="1476375" y="517715"/>
                </a:lnTo>
                <a:lnTo>
                  <a:pt x="1476844" y="518833"/>
                </a:lnTo>
                <a:lnTo>
                  <a:pt x="1478711" y="520687"/>
                </a:lnTo>
                <a:lnTo>
                  <a:pt x="1479829" y="521157"/>
                </a:lnTo>
                <a:lnTo>
                  <a:pt x="1482458" y="521157"/>
                </a:lnTo>
                <a:lnTo>
                  <a:pt x="1483575" y="520687"/>
                </a:lnTo>
                <a:lnTo>
                  <a:pt x="1485442" y="518833"/>
                </a:lnTo>
                <a:lnTo>
                  <a:pt x="1485900" y="517715"/>
                </a:lnTo>
                <a:lnTo>
                  <a:pt x="1485900" y="515086"/>
                </a:lnTo>
                <a:close/>
              </a:path>
              <a:path w="4819650" h="1544954">
                <a:moveTo>
                  <a:pt x="1485900" y="3454"/>
                </a:moveTo>
                <a:lnTo>
                  <a:pt x="1485442" y="2324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24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4819650" h="1544954">
                <a:moveTo>
                  <a:pt x="1533525" y="1538338"/>
                </a:moveTo>
                <a:lnTo>
                  <a:pt x="1533067" y="1537220"/>
                </a:lnTo>
                <a:lnTo>
                  <a:pt x="1531200" y="1535353"/>
                </a:lnTo>
                <a:lnTo>
                  <a:pt x="1530083" y="1534883"/>
                </a:lnTo>
                <a:lnTo>
                  <a:pt x="1527454" y="1534883"/>
                </a:lnTo>
                <a:lnTo>
                  <a:pt x="1526336" y="1535353"/>
                </a:lnTo>
                <a:lnTo>
                  <a:pt x="1524469" y="1537220"/>
                </a:lnTo>
                <a:lnTo>
                  <a:pt x="1524000" y="1538338"/>
                </a:lnTo>
                <a:lnTo>
                  <a:pt x="1524000" y="1540967"/>
                </a:lnTo>
                <a:lnTo>
                  <a:pt x="1524469" y="1542084"/>
                </a:lnTo>
                <a:lnTo>
                  <a:pt x="1526336" y="1543951"/>
                </a:lnTo>
                <a:lnTo>
                  <a:pt x="1527454" y="1544408"/>
                </a:lnTo>
                <a:lnTo>
                  <a:pt x="1530083" y="1544408"/>
                </a:lnTo>
                <a:lnTo>
                  <a:pt x="1531200" y="1543951"/>
                </a:lnTo>
                <a:lnTo>
                  <a:pt x="1533067" y="1542084"/>
                </a:lnTo>
                <a:lnTo>
                  <a:pt x="1533525" y="1540967"/>
                </a:lnTo>
                <a:lnTo>
                  <a:pt x="1533525" y="1538338"/>
                </a:lnTo>
                <a:close/>
              </a:path>
              <a:path w="4819650" h="1544954">
                <a:moveTo>
                  <a:pt x="1533525" y="1026706"/>
                </a:moveTo>
                <a:lnTo>
                  <a:pt x="1533067" y="1025588"/>
                </a:lnTo>
                <a:lnTo>
                  <a:pt x="1531200" y="1023721"/>
                </a:lnTo>
                <a:lnTo>
                  <a:pt x="1530083" y="1023264"/>
                </a:lnTo>
                <a:lnTo>
                  <a:pt x="1527454" y="1023264"/>
                </a:lnTo>
                <a:lnTo>
                  <a:pt x="1526336" y="1023721"/>
                </a:lnTo>
                <a:lnTo>
                  <a:pt x="1524469" y="1025588"/>
                </a:lnTo>
                <a:lnTo>
                  <a:pt x="1524000" y="1026706"/>
                </a:lnTo>
                <a:lnTo>
                  <a:pt x="1524000" y="1029335"/>
                </a:lnTo>
                <a:lnTo>
                  <a:pt x="1524469" y="1030465"/>
                </a:lnTo>
                <a:lnTo>
                  <a:pt x="1526336" y="1032319"/>
                </a:lnTo>
                <a:lnTo>
                  <a:pt x="1527454" y="1032789"/>
                </a:lnTo>
                <a:lnTo>
                  <a:pt x="1530083" y="1032789"/>
                </a:lnTo>
                <a:lnTo>
                  <a:pt x="1531200" y="1032319"/>
                </a:lnTo>
                <a:lnTo>
                  <a:pt x="1533067" y="1030465"/>
                </a:lnTo>
                <a:lnTo>
                  <a:pt x="1533525" y="1029335"/>
                </a:lnTo>
                <a:lnTo>
                  <a:pt x="1533525" y="1026706"/>
                </a:lnTo>
                <a:close/>
              </a:path>
              <a:path w="4819650" h="1544954">
                <a:moveTo>
                  <a:pt x="1533525" y="515086"/>
                </a:moveTo>
                <a:lnTo>
                  <a:pt x="1533067" y="513956"/>
                </a:lnTo>
                <a:lnTo>
                  <a:pt x="1531200" y="512102"/>
                </a:lnTo>
                <a:lnTo>
                  <a:pt x="1530083" y="511632"/>
                </a:lnTo>
                <a:lnTo>
                  <a:pt x="1527454" y="511632"/>
                </a:lnTo>
                <a:lnTo>
                  <a:pt x="1526336" y="512102"/>
                </a:lnTo>
                <a:lnTo>
                  <a:pt x="1524469" y="513956"/>
                </a:lnTo>
                <a:lnTo>
                  <a:pt x="1524000" y="515086"/>
                </a:lnTo>
                <a:lnTo>
                  <a:pt x="1524000" y="517715"/>
                </a:lnTo>
                <a:lnTo>
                  <a:pt x="1524469" y="518833"/>
                </a:lnTo>
                <a:lnTo>
                  <a:pt x="1526336" y="520687"/>
                </a:lnTo>
                <a:lnTo>
                  <a:pt x="1527454" y="521157"/>
                </a:lnTo>
                <a:lnTo>
                  <a:pt x="1530083" y="521157"/>
                </a:lnTo>
                <a:lnTo>
                  <a:pt x="1531200" y="520687"/>
                </a:lnTo>
                <a:lnTo>
                  <a:pt x="1533067" y="518833"/>
                </a:lnTo>
                <a:lnTo>
                  <a:pt x="1533525" y="517715"/>
                </a:lnTo>
                <a:lnTo>
                  <a:pt x="1533525" y="515086"/>
                </a:lnTo>
                <a:close/>
              </a:path>
              <a:path w="4819650" h="1544954">
                <a:moveTo>
                  <a:pt x="1533525" y="3454"/>
                </a:moveTo>
                <a:lnTo>
                  <a:pt x="1533067" y="2324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24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4819650" h="1544954">
                <a:moveTo>
                  <a:pt x="1581150" y="1538338"/>
                </a:moveTo>
                <a:lnTo>
                  <a:pt x="1580692" y="1537220"/>
                </a:lnTo>
                <a:lnTo>
                  <a:pt x="1578825" y="1535353"/>
                </a:lnTo>
                <a:lnTo>
                  <a:pt x="1577708" y="1534883"/>
                </a:lnTo>
                <a:lnTo>
                  <a:pt x="1575079" y="1534883"/>
                </a:lnTo>
                <a:lnTo>
                  <a:pt x="1573961" y="1535353"/>
                </a:lnTo>
                <a:lnTo>
                  <a:pt x="1572094" y="1537220"/>
                </a:lnTo>
                <a:lnTo>
                  <a:pt x="1571625" y="1538338"/>
                </a:lnTo>
                <a:lnTo>
                  <a:pt x="1571625" y="1540967"/>
                </a:lnTo>
                <a:lnTo>
                  <a:pt x="1572094" y="1542084"/>
                </a:lnTo>
                <a:lnTo>
                  <a:pt x="1573961" y="1543951"/>
                </a:lnTo>
                <a:lnTo>
                  <a:pt x="1575079" y="1544408"/>
                </a:lnTo>
                <a:lnTo>
                  <a:pt x="1577708" y="1544408"/>
                </a:lnTo>
                <a:lnTo>
                  <a:pt x="1578825" y="1543951"/>
                </a:lnTo>
                <a:lnTo>
                  <a:pt x="1580692" y="1542084"/>
                </a:lnTo>
                <a:lnTo>
                  <a:pt x="1581150" y="1540967"/>
                </a:lnTo>
                <a:lnTo>
                  <a:pt x="1581150" y="1538338"/>
                </a:lnTo>
                <a:close/>
              </a:path>
              <a:path w="4819650" h="1544954">
                <a:moveTo>
                  <a:pt x="1581150" y="1026706"/>
                </a:moveTo>
                <a:lnTo>
                  <a:pt x="1580692" y="1025588"/>
                </a:lnTo>
                <a:lnTo>
                  <a:pt x="1578825" y="1023721"/>
                </a:lnTo>
                <a:lnTo>
                  <a:pt x="1577708" y="1023264"/>
                </a:lnTo>
                <a:lnTo>
                  <a:pt x="1575079" y="1023264"/>
                </a:lnTo>
                <a:lnTo>
                  <a:pt x="1573961" y="1023721"/>
                </a:lnTo>
                <a:lnTo>
                  <a:pt x="1572094" y="1025588"/>
                </a:lnTo>
                <a:lnTo>
                  <a:pt x="1571625" y="1026706"/>
                </a:lnTo>
                <a:lnTo>
                  <a:pt x="1571625" y="1029335"/>
                </a:lnTo>
                <a:lnTo>
                  <a:pt x="1572094" y="1030465"/>
                </a:lnTo>
                <a:lnTo>
                  <a:pt x="1573961" y="1032319"/>
                </a:lnTo>
                <a:lnTo>
                  <a:pt x="1575079" y="1032789"/>
                </a:lnTo>
                <a:lnTo>
                  <a:pt x="1577708" y="1032789"/>
                </a:lnTo>
                <a:lnTo>
                  <a:pt x="1578825" y="1032319"/>
                </a:lnTo>
                <a:lnTo>
                  <a:pt x="1580692" y="1030465"/>
                </a:lnTo>
                <a:lnTo>
                  <a:pt x="1581150" y="1029335"/>
                </a:lnTo>
                <a:lnTo>
                  <a:pt x="1581150" y="1026706"/>
                </a:lnTo>
                <a:close/>
              </a:path>
              <a:path w="4819650" h="1544954">
                <a:moveTo>
                  <a:pt x="1581150" y="515086"/>
                </a:moveTo>
                <a:lnTo>
                  <a:pt x="1580692" y="513956"/>
                </a:lnTo>
                <a:lnTo>
                  <a:pt x="1578825" y="512102"/>
                </a:lnTo>
                <a:lnTo>
                  <a:pt x="1577708" y="511632"/>
                </a:lnTo>
                <a:lnTo>
                  <a:pt x="1575079" y="511632"/>
                </a:lnTo>
                <a:lnTo>
                  <a:pt x="1573961" y="512102"/>
                </a:lnTo>
                <a:lnTo>
                  <a:pt x="1572094" y="513956"/>
                </a:lnTo>
                <a:lnTo>
                  <a:pt x="1571625" y="515086"/>
                </a:lnTo>
                <a:lnTo>
                  <a:pt x="1571625" y="517715"/>
                </a:lnTo>
                <a:lnTo>
                  <a:pt x="1572094" y="518833"/>
                </a:lnTo>
                <a:lnTo>
                  <a:pt x="1573961" y="520687"/>
                </a:lnTo>
                <a:lnTo>
                  <a:pt x="1575079" y="521157"/>
                </a:lnTo>
                <a:lnTo>
                  <a:pt x="1577708" y="521157"/>
                </a:lnTo>
                <a:lnTo>
                  <a:pt x="1578825" y="520687"/>
                </a:lnTo>
                <a:lnTo>
                  <a:pt x="1580692" y="518833"/>
                </a:lnTo>
                <a:lnTo>
                  <a:pt x="1581150" y="517715"/>
                </a:lnTo>
                <a:lnTo>
                  <a:pt x="1581150" y="515086"/>
                </a:lnTo>
                <a:close/>
              </a:path>
              <a:path w="4819650" h="1544954">
                <a:moveTo>
                  <a:pt x="1581150" y="3454"/>
                </a:moveTo>
                <a:lnTo>
                  <a:pt x="1580692" y="2324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24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4819650" h="1544954">
                <a:moveTo>
                  <a:pt x="1628775" y="1538338"/>
                </a:moveTo>
                <a:lnTo>
                  <a:pt x="1628317" y="1537220"/>
                </a:lnTo>
                <a:lnTo>
                  <a:pt x="1626450" y="1535353"/>
                </a:lnTo>
                <a:lnTo>
                  <a:pt x="1625333" y="1534883"/>
                </a:lnTo>
                <a:lnTo>
                  <a:pt x="1622704" y="1534883"/>
                </a:lnTo>
                <a:lnTo>
                  <a:pt x="1621586" y="1535353"/>
                </a:lnTo>
                <a:lnTo>
                  <a:pt x="1619719" y="1537220"/>
                </a:lnTo>
                <a:lnTo>
                  <a:pt x="1619250" y="1538338"/>
                </a:lnTo>
                <a:lnTo>
                  <a:pt x="1619250" y="1540967"/>
                </a:lnTo>
                <a:lnTo>
                  <a:pt x="1619719" y="1542084"/>
                </a:lnTo>
                <a:lnTo>
                  <a:pt x="1621586" y="1543951"/>
                </a:lnTo>
                <a:lnTo>
                  <a:pt x="1622704" y="1544408"/>
                </a:lnTo>
                <a:lnTo>
                  <a:pt x="1625333" y="1544408"/>
                </a:lnTo>
                <a:lnTo>
                  <a:pt x="1626450" y="1543951"/>
                </a:lnTo>
                <a:lnTo>
                  <a:pt x="1628317" y="1542084"/>
                </a:lnTo>
                <a:lnTo>
                  <a:pt x="1628775" y="1540967"/>
                </a:lnTo>
                <a:lnTo>
                  <a:pt x="1628775" y="1538338"/>
                </a:lnTo>
                <a:close/>
              </a:path>
              <a:path w="4819650" h="1544954">
                <a:moveTo>
                  <a:pt x="1628775" y="1026706"/>
                </a:moveTo>
                <a:lnTo>
                  <a:pt x="1628317" y="1025588"/>
                </a:lnTo>
                <a:lnTo>
                  <a:pt x="1626450" y="1023721"/>
                </a:lnTo>
                <a:lnTo>
                  <a:pt x="1625333" y="1023264"/>
                </a:lnTo>
                <a:lnTo>
                  <a:pt x="1622704" y="1023264"/>
                </a:lnTo>
                <a:lnTo>
                  <a:pt x="1621586" y="1023721"/>
                </a:lnTo>
                <a:lnTo>
                  <a:pt x="1619719" y="1025588"/>
                </a:lnTo>
                <a:lnTo>
                  <a:pt x="1619250" y="1026706"/>
                </a:lnTo>
                <a:lnTo>
                  <a:pt x="1619250" y="1029335"/>
                </a:lnTo>
                <a:lnTo>
                  <a:pt x="1619719" y="1030465"/>
                </a:lnTo>
                <a:lnTo>
                  <a:pt x="1621586" y="1032319"/>
                </a:lnTo>
                <a:lnTo>
                  <a:pt x="1622704" y="1032789"/>
                </a:lnTo>
                <a:lnTo>
                  <a:pt x="1625333" y="1032789"/>
                </a:lnTo>
                <a:lnTo>
                  <a:pt x="1626450" y="1032319"/>
                </a:lnTo>
                <a:lnTo>
                  <a:pt x="1628317" y="1030465"/>
                </a:lnTo>
                <a:lnTo>
                  <a:pt x="1628775" y="1029335"/>
                </a:lnTo>
                <a:lnTo>
                  <a:pt x="1628775" y="1026706"/>
                </a:lnTo>
                <a:close/>
              </a:path>
              <a:path w="4819650" h="1544954">
                <a:moveTo>
                  <a:pt x="1628775" y="515086"/>
                </a:moveTo>
                <a:lnTo>
                  <a:pt x="1628317" y="513956"/>
                </a:lnTo>
                <a:lnTo>
                  <a:pt x="1626450" y="512102"/>
                </a:lnTo>
                <a:lnTo>
                  <a:pt x="1625333" y="511632"/>
                </a:lnTo>
                <a:lnTo>
                  <a:pt x="1622704" y="511632"/>
                </a:lnTo>
                <a:lnTo>
                  <a:pt x="1621586" y="512102"/>
                </a:lnTo>
                <a:lnTo>
                  <a:pt x="1619719" y="513956"/>
                </a:lnTo>
                <a:lnTo>
                  <a:pt x="1619250" y="515086"/>
                </a:lnTo>
                <a:lnTo>
                  <a:pt x="1619250" y="517715"/>
                </a:lnTo>
                <a:lnTo>
                  <a:pt x="1619719" y="518833"/>
                </a:lnTo>
                <a:lnTo>
                  <a:pt x="1621586" y="520687"/>
                </a:lnTo>
                <a:lnTo>
                  <a:pt x="1622704" y="521157"/>
                </a:lnTo>
                <a:lnTo>
                  <a:pt x="1625333" y="521157"/>
                </a:lnTo>
                <a:lnTo>
                  <a:pt x="1626450" y="520687"/>
                </a:lnTo>
                <a:lnTo>
                  <a:pt x="1628317" y="518833"/>
                </a:lnTo>
                <a:lnTo>
                  <a:pt x="1628775" y="517715"/>
                </a:lnTo>
                <a:lnTo>
                  <a:pt x="1628775" y="515086"/>
                </a:lnTo>
                <a:close/>
              </a:path>
              <a:path w="4819650" h="1544954">
                <a:moveTo>
                  <a:pt x="1628775" y="3454"/>
                </a:moveTo>
                <a:lnTo>
                  <a:pt x="1628317" y="2324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24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4819650" h="1544954">
                <a:moveTo>
                  <a:pt x="1676400" y="1538338"/>
                </a:moveTo>
                <a:lnTo>
                  <a:pt x="1675942" y="1537220"/>
                </a:lnTo>
                <a:lnTo>
                  <a:pt x="1674075" y="1535353"/>
                </a:lnTo>
                <a:lnTo>
                  <a:pt x="1672958" y="1534883"/>
                </a:lnTo>
                <a:lnTo>
                  <a:pt x="1670329" y="1534883"/>
                </a:lnTo>
                <a:lnTo>
                  <a:pt x="1669211" y="1535353"/>
                </a:lnTo>
                <a:lnTo>
                  <a:pt x="1667344" y="1537220"/>
                </a:lnTo>
                <a:lnTo>
                  <a:pt x="1666875" y="1538338"/>
                </a:lnTo>
                <a:lnTo>
                  <a:pt x="1666875" y="1540967"/>
                </a:lnTo>
                <a:lnTo>
                  <a:pt x="1667344" y="1542084"/>
                </a:lnTo>
                <a:lnTo>
                  <a:pt x="1669211" y="1543951"/>
                </a:lnTo>
                <a:lnTo>
                  <a:pt x="1670329" y="1544408"/>
                </a:lnTo>
                <a:lnTo>
                  <a:pt x="1672958" y="1544408"/>
                </a:lnTo>
                <a:lnTo>
                  <a:pt x="1674075" y="1543951"/>
                </a:lnTo>
                <a:lnTo>
                  <a:pt x="1675942" y="1542084"/>
                </a:lnTo>
                <a:lnTo>
                  <a:pt x="1676400" y="1540967"/>
                </a:lnTo>
                <a:lnTo>
                  <a:pt x="1676400" y="1538338"/>
                </a:lnTo>
                <a:close/>
              </a:path>
              <a:path w="4819650" h="1544954">
                <a:moveTo>
                  <a:pt x="1676400" y="1026706"/>
                </a:moveTo>
                <a:lnTo>
                  <a:pt x="1675942" y="1025588"/>
                </a:lnTo>
                <a:lnTo>
                  <a:pt x="1674075" y="1023721"/>
                </a:lnTo>
                <a:lnTo>
                  <a:pt x="1672958" y="1023264"/>
                </a:lnTo>
                <a:lnTo>
                  <a:pt x="1670329" y="1023264"/>
                </a:lnTo>
                <a:lnTo>
                  <a:pt x="1669211" y="1023721"/>
                </a:lnTo>
                <a:lnTo>
                  <a:pt x="1667344" y="1025588"/>
                </a:lnTo>
                <a:lnTo>
                  <a:pt x="1666875" y="1026706"/>
                </a:lnTo>
                <a:lnTo>
                  <a:pt x="1666875" y="1029335"/>
                </a:lnTo>
                <a:lnTo>
                  <a:pt x="1667344" y="1030465"/>
                </a:lnTo>
                <a:lnTo>
                  <a:pt x="1669211" y="1032319"/>
                </a:lnTo>
                <a:lnTo>
                  <a:pt x="1670329" y="1032789"/>
                </a:lnTo>
                <a:lnTo>
                  <a:pt x="1672958" y="1032789"/>
                </a:lnTo>
                <a:lnTo>
                  <a:pt x="1674075" y="1032319"/>
                </a:lnTo>
                <a:lnTo>
                  <a:pt x="1675942" y="1030465"/>
                </a:lnTo>
                <a:lnTo>
                  <a:pt x="1676400" y="1029335"/>
                </a:lnTo>
                <a:lnTo>
                  <a:pt x="1676400" y="1026706"/>
                </a:lnTo>
                <a:close/>
              </a:path>
              <a:path w="4819650" h="1544954">
                <a:moveTo>
                  <a:pt x="1676400" y="515086"/>
                </a:moveTo>
                <a:lnTo>
                  <a:pt x="1675942" y="513956"/>
                </a:lnTo>
                <a:lnTo>
                  <a:pt x="1674075" y="512102"/>
                </a:lnTo>
                <a:lnTo>
                  <a:pt x="1672958" y="511632"/>
                </a:lnTo>
                <a:lnTo>
                  <a:pt x="1670329" y="511632"/>
                </a:lnTo>
                <a:lnTo>
                  <a:pt x="1669211" y="512102"/>
                </a:lnTo>
                <a:lnTo>
                  <a:pt x="1667344" y="513956"/>
                </a:lnTo>
                <a:lnTo>
                  <a:pt x="1666875" y="515086"/>
                </a:lnTo>
                <a:lnTo>
                  <a:pt x="1666875" y="517715"/>
                </a:lnTo>
                <a:lnTo>
                  <a:pt x="1667344" y="518833"/>
                </a:lnTo>
                <a:lnTo>
                  <a:pt x="1669211" y="520687"/>
                </a:lnTo>
                <a:lnTo>
                  <a:pt x="1670329" y="521157"/>
                </a:lnTo>
                <a:lnTo>
                  <a:pt x="1672958" y="521157"/>
                </a:lnTo>
                <a:lnTo>
                  <a:pt x="1674075" y="520687"/>
                </a:lnTo>
                <a:lnTo>
                  <a:pt x="1675942" y="518833"/>
                </a:lnTo>
                <a:lnTo>
                  <a:pt x="1676400" y="517715"/>
                </a:lnTo>
                <a:lnTo>
                  <a:pt x="1676400" y="515086"/>
                </a:lnTo>
                <a:close/>
              </a:path>
              <a:path w="4819650" h="1544954">
                <a:moveTo>
                  <a:pt x="1676400" y="3454"/>
                </a:moveTo>
                <a:lnTo>
                  <a:pt x="1675942" y="2324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24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4819650" h="1544954">
                <a:moveTo>
                  <a:pt x="1724025" y="1538338"/>
                </a:moveTo>
                <a:lnTo>
                  <a:pt x="1723567" y="1537220"/>
                </a:lnTo>
                <a:lnTo>
                  <a:pt x="1721700" y="1535353"/>
                </a:lnTo>
                <a:lnTo>
                  <a:pt x="1720583" y="1534883"/>
                </a:lnTo>
                <a:lnTo>
                  <a:pt x="1717954" y="1534883"/>
                </a:lnTo>
                <a:lnTo>
                  <a:pt x="1716836" y="1535353"/>
                </a:lnTo>
                <a:lnTo>
                  <a:pt x="1714969" y="1537220"/>
                </a:lnTo>
                <a:lnTo>
                  <a:pt x="1714500" y="1538338"/>
                </a:lnTo>
                <a:lnTo>
                  <a:pt x="1714500" y="1540967"/>
                </a:lnTo>
                <a:lnTo>
                  <a:pt x="1714969" y="1542084"/>
                </a:lnTo>
                <a:lnTo>
                  <a:pt x="1716836" y="1543951"/>
                </a:lnTo>
                <a:lnTo>
                  <a:pt x="1717954" y="1544408"/>
                </a:lnTo>
                <a:lnTo>
                  <a:pt x="1720583" y="1544408"/>
                </a:lnTo>
                <a:lnTo>
                  <a:pt x="1721700" y="1543951"/>
                </a:lnTo>
                <a:lnTo>
                  <a:pt x="1723567" y="1542084"/>
                </a:lnTo>
                <a:lnTo>
                  <a:pt x="1724025" y="1540967"/>
                </a:lnTo>
                <a:lnTo>
                  <a:pt x="1724025" y="1538338"/>
                </a:lnTo>
                <a:close/>
              </a:path>
              <a:path w="4819650" h="1544954">
                <a:moveTo>
                  <a:pt x="1724025" y="1026706"/>
                </a:moveTo>
                <a:lnTo>
                  <a:pt x="1723567" y="1025588"/>
                </a:lnTo>
                <a:lnTo>
                  <a:pt x="1721700" y="1023721"/>
                </a:lnTo>
                <a:lnTo>
                  <a:pt x="1720583" y="1023264"/>
                </a:lnTo>
                <a:lnTo>
                  <a:pt x="1717954" y="1023264"/>
                </a:lnTo>
                <a:lnTo>
                  <a:pt x="1716836" y="1023721"/>
                </a:lnTo>
                <a:lnTo>
                  <a:pt x="1714969" y="1025588"/>
                </a:lnTo>
                <a:lnTo>
                  <a:pt x="1714500" y="1026706"/>
                </a:lnTo>
                <a:lnTo>
                  <a:pt x="1714500" y="1029335"/>
                </a:lnTo>
                <a:lnTo>
                  <a:pt x="1714969" y="1030465"/>
                </a:lnTo>
                <a:lnTo>
                  <a:pt x="1716836" y="1032319"/>
                </a:lnTo>
                <a:lnTo>
                  <a:pt x="1717954" y="1032789"/>
                </a:lnTo>
                <a:lnTo>
                  <a:pt x="1720583" y="1032789"/>
                </a:lnTo>
                <a:lnTo>
                  <a:pt x="1721700" y="1032319"/>
                </a:lnTo>
                <a:lnTo>
                  <a:pt x="1723567" y="1030465"/>
                </a:lnTo>
                <a:lnTo>
                  <a:pt x="1724025" y="1029335"/>
                </a:lnTo>
                <a:lnTo>
                  <a:pt x="1724025" y="1026706"/>
                </a:lnTo>
                <a:close/>
              </a:path>
              <a:path w="4819650" h="1544954">
                <a:moveTo>
                  <a:pt x="1724025" y="515086"/>
                </a:moveTo>
                <a:lnTo>
                  <a:pt x="1723567" y="513956"/>
                </a:lnTo>
                <a:lnTo>
                  <a:pt x="1721700" y="512102"/>
                </a:lnTo>
                <a:lnTo>
                  <a:pt x="1720583" y="511632"/>
                </a:lnTo>
                <a:lnTo>
                  <a:pt x="1717954" y="511632"/>
                </a:lnTo>
                <a:lnTo>
                  <a:pt x="1716836" y="512102"/>
                </a:lnTo>
                <a:lnTo>
                  <a:pt x="1714969" y="513956"/>
                </a:lnTo>
                <a:lnTo>
                  <a:pt x="1714500" y="515086"/>
                </a:lnTo>
                <a:lnTo>
                  <a:pt x="1714500" y="517715"/>
                </a:lnTo>
                <a:lnTo>
                  <a:pt x="1714969" y="518833"/>
                </a:lnTo>
                <a:lnTo>
                  <a:pt x="1716836" y="520687"/>
                </a:lnTo>
                <a:lnTo>
                  <a:pt x="1717954" y="521157"/>
                </a:lnTo>
                <a:lnTo>
                  <a:pt x="1720583" y="521157"/>
                </a:lnTo>
                <a:lnTo>
                  <a:pt x="1721700" y="520687"/>
                </a:lnTo>
                <a:lnTo>
                  <a:pt x="1723567" y="518833"/>
                </a:lnTo>
                <a:lnTo>
                  <a:pt x="1724025" y="517715"/>
                </a:lnTo>
                <a:lnTo>
                  <a:pt x="1724025" y="515086"/>
                </a:lnTo>
                <a:close/>
              </a:path>
              <a:path w="4819650" h="1544954">
                <a:moveTo>
                  <a:pt x="1724025" y="3454"/>
                </a:moveTo>
                <a:lnTo>
                  <a:pt x="1723567" y="2324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24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4819650" h="1544954">
                <a:moveTo>
                  <a:pt x="1771650" y="1538338"/>
                </a:moveTo>
                <a:lnTo>
                  <a:pt x="1771192" y="1537220"/>
                </a:lnTo>
                <a:lnTo>
                  <a:pt x="1769325" y="1535353"/>
                </a:lnTo>
                <a:lnTo>
                  <a:pt x="1768208" y="1534883"/>
                </a:lnTo>
                <a:lnTo>
                  <a:pt x="1765579" y="1534883"/>
                </a:lnTo>
                <a:lnTo>
                  <a:pt x="1764461" y="1535353"/>
                </a:lnTo>
                <a:lnTo>
                  <a:pt x="1762594" y="1537220"/>
                </a:lnTo>
                <a:lnTo>
                  <a:pt x="1762125" y="1538338"/>
                </a:lnTo>
                <a:lnTo>
                  <a:pt x="1762125" y="1540967"/>
                </a:lnTo>
                <a:lnTo>
                  <a:pt x="1762594" y="1542084"/>
                </a:lnTo>
                <a:lnTo>
                  <a:pt x="1764461" y="1543951"/>
                </a:lnTo>
                <a:lnTo>
                  <a:pt x="1765579" y="1544408"/>
                </a:lnTo>
                <a:lnTo>
                  <a:pt x="1768208" y="1544408"/>
                </a:lnTo>
                <a:lnTo>
                  <a:pt x="1769325" y="1543951"/>
                </a:lnTo>
                <a:lnTo>
                  <a:pt x="1771192" y="1542084"/>
                </a:lnTo>
                <a:lnTo>
                  <a:pt x="1771650" y="1540967"/>
                </a:lnTo>
                <a:lnTo>
                  <a:pt x="1771650" y="1538338"/>
                </a:lnTo>
                <a:close/>
              </a:path>
              <a:path w="4819650" h="1544954">
                <a:moveTo>
                  <a:pt x="1771650" y="1026706"/>
                </a:moveTo>
                <a:lnTo>
                  <a:pt x="1771192" y="1025588"/>
                </a:lnTo>
                <a:lnTo>
                  <a:pt x="1769325" y="1023721"/>
                </a:lnTo>
                <a:lnTo>
                  <a:pt x="1768208" y="1023264"/>
                </a:lnTo>
                <a:lnTo>
                  <a:pt x="1765579" y="1023264"/>
                </a:lnTo>
                <a:lnTo>
                  <a:pt x="1764461" y="1023721"/>
                </a:lnTo>
                <a:lnTo>
                  <a:pt x="1762594" y="1025588"/>
                </a:lnTo>
                <a:lnTo>
                  <a:pt x="1762125" y="1026706"/>
                </a:lnTo>
                <a:lnTo>
                  <a:pt x="1762125" y="1029335"/>
                </a:lnTo>
                <a:lnTo>
                  <a:pt x="1762594" y="1030465"/>
                </a:lnTo>
                <a:lnTo>
                  <a:pt x="1764461" y="1032319"/>
                </a:lnTo>
                <a:lnTo>
                  <a:pt x="1765579" y="1032789"/>
                </a:lnTo>
                <a:lnTo>
                  <a:pt x="1768208" y="1032789"/>
                </a:lnTo>
                <a:lnTo>
                  <a:pt x="1769325" y="1032319"/>
                </a:lnTo>
                <a:lnTo>
                  <a:pt x="1771192" y="1030465"/>
                </a:lnTo>
                <a:lnTo>
                  <a:pt x="1771650" y="1029335"/>
                </a:lnTo>
                <a:lnTo>
                  <a:pt x="1771650" y="1026706"/>
                </a:lnTo>
                <a:close/>
              </a:path>
              <a:path w="4819650" h="1544954">
                <a:moveTo>
                  <a:pt x="1771650" y="515086"/>
                </a:moveTo>
                <a:lnTo>
                  <a:pt x="1771192" y="513956"/>
                </a:lnTo>
                <a:lnTo>
                  <a:pt x="1769325" y="512102"/>
                </a:lnTo>
                <a:lnTo>
                  <a:pt x="1768208" y="511632"/>
                </a:lnTo>
                <a:lnTo>
                  <a:pt x="1765579" y="511632"/>
                </a:lnTo>
                <a:lnTo>
                  <a:pt x="1764461" y="512102"/>
                </a:lnTo>
                <a:lnTo>
                  <a:pt x="1762594" y="513956"/>
                </a:lnTo>
                <a:lnTo>
                  <a:pt x="1762125" y="515086"/>
                </a:lnTo>
                <a:lnTo>
                  <a:pt x="1762125" y="517715"/>
                </a:lnTo>
                <a:lnTo>
                  <a:pt x="1762594" y="518833"/>
                </a:lnTo>
                <a:lnTo>
                  <a:pt x="1764461" y="520687"/>
                </a:lnTo>
                <a:lnTo>
                  <a:pt x="1765579" y="521157"/>
                </a:lnTo>
                <a:lnTo>
                  <a:pt x="1768208" y="521157"/>
                </a:lnTo>
                <a:lnTo>
                  <a:pt x="1769325" y="520687"/>
                </a:lnTo>
                <a:lnTo>
                  <a:pt x="1771192" y="518833"/>
                </a:lnTo>
                <a:lnTo>
                  <a:pt x="1771650" y="517715"/>
                </a:lnTo>
                <a:lnTo>
                  <a:pt x="1771650" y="515086"/>
                </a:lnTo>
                <a:close/>
              </a:path>
              <a:path w="4819650" h="1544954">
                <a:moveTo>
                  <a:pt x="1771650" y="3454"/>
                </a:moveTo>
                <a:lnTo>
                  <a:pt x="1771192" y="2324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24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4819650" h="1544954">
                <a:moveTo>
                  <a:pt x="1819275" y="1538338"/>
                </a:moveTo>
                <a:lnTo>
                  <a:pt x="1818817" y="1537220"/>
                </a:lnTo>
                <a:lnTo>
                  <a:pt x="1816950" y="1535353"/>
                </a:lnTo>
                <a:lnTo>
                  <a:pt x="1815833" y="1534883"/>
                </a:lnTo>
                <a:lnTo>
                  <a:pt x="1813204" y="1534883"/>
                </a:lnTo>
                <a:lnTo>
                  <a:pt x="1812086" y="1535353"/>
                </a:lnTo>
                <a:lnTo>
                  <a:pt x="1810219" y="1537220"/>
                </a:lnTo>
                <a:lnTo>
                  <a:pt x="1809750" y="1538338"/>
                </a:lnTo>
                <a:lnTo>
                  <a:pt x="1809750" y="1540967"/>
                </a:lnTo>
                <a:lnTo>
                  <a:pt x="1810219" y="1542084"/>
                </a:lnTo>
                <a:lnTo>
                  <a:pt x="1812086" y="1543951"/>
                </a:lnTo>
                <a:lnTo>
                  <a:pt x="1813204" y="1544408"/>
                </a:lnTo>
                <a:lnTo>
                  <a:pt x="1815833" y="1544408"/>
                </a:lnTo>
                <a:lnTo>
                  <a:pt x="1816950" y="1543951"/>
                </a:lnTo>
                <a:lnTo>
                  <a:pt x="1818817" y="1542084"/>
                </a:lnTo>
                <a:lnTo>
                  <a:pt x="1819275" y="1540967"/>
                </a:lnTo>
                <a:lnTo>
                  <a:pt x="1819275" y="1538338"/>
                </a:lnTo>
                <a:close/>
              </a:path>
              <a:path w="4819650" h="1544954">
                <a:moveTo>
                  <a:pt x="1819275" y="1026706"/>
                </a:moveTo>
                <a:lnTo>
                  <a:pt x="1818817" y="1025588"/>
                </a:lnTo>
                <a:lnTo>
                  <a:pt x="1816950" y="1023721"/>
                </a:lnTo>
                <a:lnTo>
                  <a:pt x="1815833" y="1023264"/>
                </a:lnTo>
                <a:lnTo>
                  <a:pt x="1813204" y="1023264"/>
                </a:lnTo>
                <a:lnTo>
                  <a:pt x="1812086" y="1023721"/>
                </a:lnTo>
                <a:lnTo>
                  <a:pt x="1810219" y="1025588"/>
                </a:lnTo>
                <a:lnTo>
                  <a:pt x="1809750" y="1026706"/>
                </a:lnTo>
                <a:lnTo>
                  <a:pt x="1809750" y="1029335"/>
                </a:lnTo>
                <a:lnTo>
                  <a:pt x="1810219" y="1030465"/>
                </a:lnTo>
                <a:lnTo>
                  <a:pt x="1812086" y="1032319"/>
                </a:lnTo>
                <a:lnTo>
                  <a:pt x="1813204" y="1032789"/>
                </a:lnTo>
                <a:lnTo>
                  <a:pt x="1815833" y="1032789"/>
                </a:lnTo>
                <a:lnTo>
                  <a:pt x="1816950" y="1032319"/>
                </a:lnTo>
                <a:lnTo>
                  <a:pt x="1818817" y="1030465"/>
                </a:lnTo>
                <a:lnTo>
                  <a:pt x="1819275" y="1029335"/>
                </a:lnTo>
                <a:lnTo>
                  <a:pt x="1819275" y="1026706"/>
                </a:lnTo>
                <a:close/>
              </a:path>
              <a:path w="4819650" h="1544954">
                <a:moveTo>
                  <a:pt x="1819275" y="515086"/>
                </a:moveTo>
                <a:lnTo>
                  <a:pt x="1818817" y="513956"/>
                </a:lnTo>
                <a:lnTo>
                  <a:pt x="1816950" y="512102"/>
                </a:lnTo>
                <a:lnTo>
                  <a:pt x="1815833" y="511632"/>
                </a:lnTo>
                <a:lnTo>
                  <a:pt x="1813204" y="511632"/>
                </a:lnTo>
                <a:lnTo>
                  <a:pt x="1812086" y="512102"/>
                </a:lnTo>
                <a:lnTo>
                  <a:pt x="1810219" y="513956"/>
                </a:lnTo>
                <a:lnTo>
                  <a:pt x="1809750" y="515086"/>
                </a:lnTo>
                <a:lnTo>
                  <a:pt x="1809750" y="517715"/>
                </a:lnTo>
                <a:lnTo>
                  <a:pt x="1810219" y="518833"/>
                </a:lnTo>
                <a:lnTo>
                  <a:pt x="1812086" y="520687"/>
                </a:lnTo>
                <a:lnTo>
                  <a:pt x="1813204" y="521157"/>
                </a:lnTo>
                <a:lnTo>
                  <a:pt x="1815833" y="521157"/>
                </a:lnTo>
                <a:lnTo>
                  <a:pt x="1816950" y="520687"/>
                </a:lnTo>
                <a:lnTo>
                  <a:pt x="1818817" y="518833"/>
                </a:lnTo>
                <a:lnTo>
                  <a:pt x="1819275" y="517715"/>
                </a:lnTo>
                <a:lnTo>
                  <a:pt x="1819275" y="515086"/>
                </a:lnTo>
                <a:close/>
              </a:path>
              <a:path w="4819650" h="1544954">
                <a:moveTo>
                  <a:pt x="1819275" y="3454"/>
                </a:moveTo>
                <a:lnTo>
                  <a:pt x="1818817" y="2324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24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4819650" h="1544954">
                <a:moveTo>
                  <a:pt x="1866900" y="1538338"/>
                </a:moveTo>
                <a:lnTo>
                  <a:pt x="1866442" y="1537220"/>
                </a:lnTo>
                <a:lnTo>
                  <a:pt x="1864575" y="1535353"/>
                </a:lnTo>
                <a:lnTo>
                  <a:pt x="1863458" y="1534883"/>
                </a:lnTo>
                <a:lnTo>
                  <a:pt x="1860829" y="1534883"/>
                </a:lnTo>
                <a:lnTo>
                  <a:pt x="1859711" y="1535353"/>
                </a:lnTo>
                <a:lnTo>
                  <a:pt x="1857844" y="1537220"/>
                </a:lnTo>
                <a:lnTo>
                  <a:pt x="1857375" y="1538338"/>
                </a:lnTo>
                <a:lnTo>
                  <a:pt x="1857375" y="1540967"/>
                </a:lnTo>
                <a:lnTo>
                  <a:pt x="1857844" y="1542084"/>
                </a:lnTo>
                <a:lnTo>
                  <a:pt x="1859711" y="1543951"/>
                </a:lnTo>
                <a:lnTo>
                  <a:pt x="1860829" y="1544408"/>
                </a:lnTo>
                <a:lnTo>
                  <a:pt x="1863458" y="1544408"/>
                </a:lnTo>
                <a:lnTo>
                  <a:pt x="1864575" y="1543951"/>
                </a:lnTo>
                <a:lnTo>
                  <a:pt x="1866442" y="1542084"/>
                </a:lnTo>
                <a:lnTo>
                  <a:pt x="1866900" y="1540967"/>
                </a:lnTo>
                <a:lnTo>
                  <a:pt x="1866900" y="1538338"/>
                </a:lnTo>
                <a:close/>
              </a:path>
              <a:path w="4819650" h="1544954">
                <a:moveTo>
                  <a:pt x="1866900" y="1026706"/>
                </a:moveTo>
                <a:lnTo>
                  <a:pt x="1866442" y="1025588"/>
                </a:lnTo>
                <a:lnTo>
                  <a:pt x="1864575" y="1023721"/>
                </a:lnTo>
                <a:lnTo>
                  <a:pt x="1863458" y="1023264"/>
                </a:lnTo>
                <a:lnTo>
                  <a:pt x="1860829" y="1023264"/>
                </a:lnTo>
                <a:lnTo>
                  <a:pt x="1859711" y="1023721"/>
                </a:lnTo>
                <a:lnTo>
                  <a:pt x="1857844" y="1025588"/>
                </a:lnTo>
                <a:lnTo>
                  <a:pt x="1857375" y="1026706"/>
                </a:lnTo>
                <a:lnTo>
                  <a:pt x="1857375" y="1029335"/>
                </a:lnTo>
                <a:lnTo>
                  <a:pt x="1857844" y="1030465"/>
                </a:lnTo>
                <a:lnTo>
                  <a:pt x="1859711" y="1032319"/>
                </a:lnTo>
                <a:lnTo>
                  <a:pt x="1860829" y="1032789"/>
                </a:lnTo>
                <a:lnTo>
                  <a:pt x="1863458" y="1032789"/>
                </a:lnTo>
                <a:lnTo>
                  <a:pt x="1864575" y="1032319"/>
                </a:lnTo>
                <a:lnTo>
                  <a:pt x="1866442" y="1030465"/>
                </a:lnTo>
                <a:lnTo>
                  <a:pt x="1866900" y="1029335"/>
                </a:lnTo>
                <a:lnTo>
                  <a:pt x="1866900" y="1026706"/>
                </a:lnTo>
                <a:close/>
              </a:path>
              <a:path w="4819650" h="1544954">
                <a:moveTo>
                  <a:pt x="1866900" y="515086"/>
                </a:moveTo>
                <a:lnTo>
                  <a:pt x="1866442" y="513956"/>
                </a:lnTo>
                <a:lnTo>
                  <a:pt x="1864575" y="512102"/>
                </a:lnTo>
                <a:lnTo>
                  <a:pt x="1863458" y="511632"/>
                </a:lnTo>
                <a:lnTo>
                  <a:pt x="1860829" y="511632"/>
                </a:lnTo>
                <a:lnTo>
                  <a:pt x="1859711" y="512102"/>
                </a:lnTo>
                <a:lnTo>
                  <a:pt x="1857844" y="513956"/>
                </a:lnTo>
                <a:lnTo>
                  <a:pt x="1857375" y="515086"/>
                </a:lnTo>
                <a:lnTo>
                  <a:pt x="1857375" y="517715"/>
                </a:lnTo>
                <a:lnTo>
                  <a:pt x="1857844" y="518833"/>
                </a:lnTo>
                <a:lnTo>
                  <a:pt x="1859711" y="520687"/>
                </a:lnTo>
                <a:lnTo>
                  <a:pt x="1860829" y="521157"/>
                </a:lnTo>
                <a:lnTo>
                  <a:pt x="1863458" y="521157"/>
                </a:lnTo>
                <a:lnTo>
                  <a:pt x="1864575" y="520687"/>
                </a:lnTo>
                <a:lnTo>
                  <a:pt x="1866442" y="518833"/>
                </a:lnTo>
                <a:lnTo>
                  <a:pt x="1866900" y="517715"/>
                </a:lnTo>
                <a:lnTo>
                  <a:pt x="1866900" y="515086"/>
                </a:lnTo>
                <a:close/>
              </a:path>
              <a:path w="4819650" h="1544954">
                <a:moveTo>
                  <a:pt x="1866900" y="3454"/>
                </a:moveTo>
                <a:lnTo>
                  <a:pt x="1866442" y="2324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24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4819650" h="1544954">
                <a:moveTo>
                  <a:pt x="1914525" y="1538338"/>
                </a:moveTo>
                <a:lnTo>
                  <a:pt x="1914067" y="1537220"/>
                </a:lnTo>
                <a:lnTo>
                  <a:pt x="1912200" y="1535353"/>
                </a:lnTo>
                <a:lnTo>
                  <a:pt x="1911083" y="1534883"/>
                </a:lnTo>
                <a:lnTo>
                  <a:pt x="1908454" y="1534883"/>
                </a:lnTo>
                <a:lnTo>
                  <a:pt x="1907336" y="1535353"/>
                </a:lnTo>
                <a:lnTo>
                  <a:pt x="1905469" y="1537220"/>
                </a:lnTo>
                <a:lnTo>
                  <a:pt x="1905000" y="1538338"/>
                </a:lnTo>
                <a:lnTo>
                  <a:pt x="1905000" y="1540967"/>
                </a:lnTo>
                <a:lnTo>
                  <a:pt x="1905469" y="1542084"/>
                </a:lnTo>
                <a:lnTo>
                  <a:pt x="1907336" y="1543951"/>
                </a:lnTo>
                <a:lnTo>
                  <a:pt x="1908454" y="1544408"/>
                </a:lnTo>
                <a:lnTo>
                  <a:pt x="1911083" y="1544408"/>
                </a:lnTo>
                <a:lnTo>
                  <a:pt x="1912200" y="1543951"/>
                </a:lnTo>
                <a:lnTo>
                  <a:pt x="1914067" y="1542084"/>
                </a:lnTo>
                <a:lnTo>
                  <a:pt x="1914525" y="1540967"/>
                </a:lnTo>
                <a:lnTo>
                  <a:pt x="1914525" y="1538338"/>
                </a:lnTo>
                <a:close/>
              </a:path>
              <a:path w="4819650" h="1544954">
                <a:moveTo>
                  <a:pt x="1914525" y="1026706"/>
                </a:moveTo>
                <a:lnTo>
                  <a:pt x="1914067" y="1025588"/>
                </a:lnTo>
                <a:lnTo>
                  <a:pt x="1912200" y="1023721"/>
                </a:lnTo>
                <a:lnTo>
                  <a:pt x="1911083" y="1023264"/>
                </a:lnTo>
                <a:lnTo>
                  <a:pt x="1908454" y="1023264"/>
                </a:lnTo>
                <a:lnTo>
                  <a:pt x="1907336" y="1023721"/>
                </a:lnTo>
                <a:lnTo>
                  <a:pt x="1905469" y="1025588"/>
                </a:lnTo>
                <a:lnTo>
                  <a:pt x="1905000" y="1026706"/>
                </a:lnTo>
                <a:lnTo>
                  <a:pt x="1905000" y="1029335"/>
                </a:lnTo>
                <a:lnTo>
                  <a:pt x="1905469" y="1030465"/>
                </a:lnTo>
                <a:lnTo>
                  <a:pt x="1907336" y="1032319"/>
                </a:lnTo>
                <a:lnTo>
                  <a:pt x="1908454" y="1032789"/>
                </a:lnTo>
                <a:lnTo>
                  <a:pt x="1911083" y="1032789"/>
                </a:lnTo>
                <a:lnTo>
                  <a:pt x="1912200" y="1032319"/>
                </a:lnTo>
                <a:lnTo>
                  <a:pt x="1914067" y="1030465"/>
                </a:lnTo>
                <a:lnTo>
                  <a:pt x="1914525" y="1029335"/>
                </a:lnTo>
                <a:lnTo>
                  <a:pt x="1914525" y="1026706"/>
                </a:lnTo>
                <a:close/>
              </a:path>
              <a:path w="4819650" h="1544954">
                <a:moveTo>
                  <a:pt x="1914525" y="515086"/>
                </a:moveTo>
                <a:lnTo>
                  <a:pt x="1914067" y="513956"/>
                </a:lnTo>
                <a:lnTo>
                  <a:pt x="1912200" y="512102"/>
                </a:lnTo>
                <a:lnTo>
                  <a:pt x="1911083" y="511632"/>
                </a:lnTo>
                <a:lnTo>
                  <a:pt x="1908454" y="511632"/>
                </a:lnTo>
                <a:lnTo>
                  <a:pt x="1907336" y="512102"/>
                </a:lnTo>
                <a:lnTo>
                  <a:pt x="1905469" y="513956"/>
                </a:lnTo>
                <a:lnTo>
                  <a:pt x="1905000" y="515086"/>
                </a:lnTo>
                <a:lnTo>
                  <a:pt x="1905000" y="517715"/>
                </a:lnTo>
                <a:lnTo>
                  <a:pt x="1905469" y="518833"/>
                </a:lnTo>
                <a:lnTo>
                  <a:pt x="1907336" y="520687"/>
                </a:lnTo>
                <a:lnTo>
                  <a:pt x="1908454" y="521157"/>
                </a:lnTo>
                <a:lnTo>
                  <a:pt x="1911083" y="521157"/>
                </a:lnTo>
                <a:lnTo>
                  <a:pt x="1912200" y="520687"/>
                </a:lnTo>
                <a:lnTo>
                  <a:pt x="1914067" y="518833"/>
                </a:lnTo>
                <a:lnTo>
                  <a:pt x="1914525" y="517715"/>
                </a:lnTo>
                <a:lnTo>
                  <a:pt x="1914525" y="515086"/>
                </a:lnTo>
                <a:close/>
              </a:path>
              <a:path w="4819650" h="1544954">
                <a:moveTo>
                  <a:pt x="1914525" y="3454"/>
                </a:moveTo>
                <a:lnTo>
                  <a:pt x="1914067" y="2324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24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4819650" h="1544954">
                <a:moveTo>
                  <a:pt x="1962150" y="1538338"/>
                </a:moveTo>
                <a:lnTo>
                  <a:pt x="1961692" y="1537220"/>
                </a:lnTo>
                <a:lnTo>
                  <a:pt x="1959825" y="1535353"/>
                </a:lnTo>
                <a:lnTo>
                  <a:pt x="1958708" y="1534883"/>
                </a:lnTo>
                <a:lnTo>
                  <a:pt x="1956079" y="1534883"/>
                </a:lnTo>
                <a:lnTo>
                  <a:pt x="1954961" y="1535353"/>
                </a:lnTo>
                <a:lnTo>
                  <a:pt x="1953094" y="1537220"/>
                </a:lnTo>
                <a:lnTo>
                  <a:pt x="1952625" y="1538338"/>
                </a:lnTo>
                <a:lnTo>
                  <a:pt x="1952625" y="1540967"/>
                </a:lnTo>
                <a:lnTo>
                  <a:pt x="1953094" y="1542084"/>
                </a:lnTo>
                <a:lnTo>
                  <a:pt x="1954961" y="1543951"/>
                </a:lnTo>
                <a:lnTo>
                  <a:pt x="1956079" y="1544408"/>
                </a:lnTo>
                <a:lnTo>
                  <a:pt x="1958708" y="1544408"/>
                </a:lnTo>
                <a:lnTo>
                  <a:pt x="1959825" y="1543951"/>
                </a:lnTo>
                <a:lnTo>
                  <a:pt x="1961692" y="1542084"/>
                </a:lnTo>
                <a:lnTo>
                  <a:pt x="1962150" y="1540967"/>
                </a:lnTo>
                <a:lnTo>
                  <a:pt x="1962150" y="1538338"/>
                </a:lnTo>
                <a:close/>
              </a:path>
              <a:path w="4819650" h="1544954">
                <a:moveTo>
                  <a:pt x="1962150" y="1026706"/>
                </a:moveTo>
                <a:lnTo>
                  <a:pt x="1961692" y="1025588"/>
                </a:lnTo>
                <a:lnTo>
                  <a:pt x="1959825" y="1023721"/>
                </a:lnTo>
                <a:lnTo>
                  <a:pt x="1958708" y="1023264"/>
                </a:lnTo>
                <a:lnTo>
                  <a:pt x="1956079" y="1023264"/>
                </a:lnTo>
                <a:lnTo>
                  <a:pt x="1954961" y="1023721"/>
                </a:lnTo>
                <a:lnTo>
                  <a:pt x="1953094" y="1025588"/>
                </a:lnTo>
                <a:lnTo>
                  <a:pt x="1952625" y="1026706"/>
                </a:lnTo>
                <a:lnTo>
                  <a:pt x="1952625" y="1029335"/>
                </a:lnTo>
                <a:lnTo>
                  <a:pt x="1953094" y="1030465"/>
                </a:lnTo>
                <a:lnTo>
                  <a:pt x="1954961" y="1032319"/>
                </a:lnTo>
                <a:lnTo>
                  <a:pt x="1956079" y="1032789"/>
                </a:lnTo>
                <a:lnTo>
                  <a:pt x="1958708" y="1032789"/>
                </a:lnTo>
                <a:lnTo>
                  <a:pt x="1959825" y="1032319"/>
                </a:lnTo>
                <a:lnTo>
                  <a:pt x="1961692" y="1030465"/>
                </a:lnTo>
                <a:lnTo>
                  <a:pt x="1962150" y="1029335"/>
                </a:lnTo>
                <a:lnTo>
                  <a:pt x="1962150" y="1026706"/>
                </a:lnTo>
                <a:close/>
              </a:path>
              <a:path w="4819650" h="1544954">
                <a:moveTo>
                  <a:pt x="1962150" y="515086"/>
                </a:moveTo>
                <a:lnTo>
                  <a:pt x="1961692" y="513956"/>
                </a:lnTo>
                <a:lnTo>
                  <a:pt x="1959825" y="512102"/>
                </a:lnTo>
                <a:lnTo>
                  <a:pt x="1958708" y="511632"/>
                </a:lnTo>
                <a:lnTo>
                  <a:pt x="1956079" y="511632"/>
                </a:lnTo>
                <a:lnTo>
                  <a:pt x="1954961" y="512102"/>
                </a:lnTo>
                <a:lnTo>
                  <a:pt x="1953094" y="513956"/>
                </a:lnTo>
                <a:lnTo>
                  <a:pt x="1952625" y="515086"/>
                </a:lnTo>
                <a:lnTo>
                  <a:pt x="1952625" y="517715"/>
                </a:lnTo>
                <a:lnTo>
                  <a:pt x="1953094" y="518833"/>
                </a:lnTo>
                <a:lnTo>
                  <a:pt x="1954961" y="520687"/>
                </a:lnTo>
                <a:lnTo>
                  <a:pt x="1956079" y="521157"/>
                </a:lnTo>
                <a:lnTo>
                  <a:pt x="1958708" y="521157"/>
                </a:lnTo>
                <a:lnTo>
                  <a:pt x="1959825" y="520687"/>
                </a:lnTo>
                <a:lnTo>
                  <a:pt x="1961692" y="518833"/>
                </a:lnTo>
                <a:lnTo>
                  <a:pt x="1962150" y="517715"/>
                </a:lnTo>
                <a:lnTo>
                  <a:pt x="1962150" y="515086"/>
                </a:lnTo>
                <a:close/>
              </a:path>
              <a:path w="4819650" h="1544954">
                <a:moveTo>
                  <a:pt x="1962150" y="3454"/>
                </a:moveTo>
                <a:lnTo>
                  <a:pt x="1961692" y="2324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24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4819650" h="1544954">
                <a:moveTo>
                  <a:pt x="2009775" y="1538338"/>
                </a:moveTo>
                <a:lnTo>
                  <a:pt x="2009317" y="1537220"/>
                </a:lnTo>
                <a:lnTo>
                  <a:pt x="2007450" y="1535353"/>
                </a:lnTo>
                <a:lnTo>
                  <a:pt x="2006333" y="1534883"/>
                </a:lnTo>
                <a:lnTo>
                  <a:pt x="2003704" y="1534883"/>
                </a:lnTo>
                <a:lnTo>
                  <a:pt x="2002586" y="1535353"/>
                </a:lnTo>
                <a:lnTo>
                  <a:pt x="2000719" y="1537220"/>
                </a:lnTo>
                <a:lnTo>
                  <a:pt x="2000250" y="1538338"/>
                </a:lnTo>
                <a:lnTo>
                  <a:pt x="2000250" y="1540967"/>
                </a:lnTo>
                <a:lnTo>
                  <a:pt x="2000719" y="1542084"/>
                </a:lnTo>
                <a:lnTo>
                  <a:pt x="2002586" y="1543951"/>
                </a:lnTo>
                <a:lnTo>
                  <a:pt x="2003704" y="1544408"/>
                </a:lnTo>
                <a:lnTo>
                  <a:pt x="2006333" y="1544408"/>
                </a:lnTo>
                <a:lnTo>
                  <a:pt x="2007450" y="1543951"/>
                </a:lnTo>
                <a:lnTo>
                  <a:pt x="2009317" y="1542084"/>
                </a:lnTo>
                <a:lnTo>
                  <a:pt x="2009775" y="1540967"/>
                </a:lnTo>
                <a:lnTo>
                  <a:pt x="2009775" y="1538338"/>
                </a:lnTo>
                <a:close/>
              </a:path>
              <a:path w="4819650" h="1544954">
                <a:moveTo>
                  <a:pt x="2009775" y="1026706"/>
                </a:moveTo>
                <a:lnTo>
                  <a:pt x="2009317" y="1025588"/>
                </a:lnTo>
                <a:lnTo>
                  <a:pt x="2007450" y="1023721"/>
                </a:lnTo>
                <a:lnTo>
                  <a:pt x="2006333" y="1023264"/>
                </a:lnTo>
                <a:lnTo>
                  <a:pt x="2003704" y="1023264"/>
                </a:lnTo>
                <a:lnTo>
                  <a:pt x="2002586" y="1023721"/>
                </a:lnTo>
                <a:lnTo>
                  <a:pt x="2000719" y="1025588"/>
                </a:lnTo>
                <a:lnTo>
                  <a:pt x="2000250" y="1026706"/>
                </a:lnTo>
                <a:lnTo>
                  <a:pt x="2000250" y="1029335"/>
                </a:lnTo>
                <a:lnTo>
                  <a:pt x="2000719" y="1030465"/>
                </a:lnTo>
                <a:lnTo>
                  <a:pt x="2002586" y="1032319"/>
                </a:lnTo>
                <a:lnTo>
                  <a:pt x="2003704" y="1032789"/>
                </a:lnTo>
                <a:lnTo>
                  <a:pt x="2006333" y="1032789"/>
                </a:lnTo>
                <a:lnTo>
                  <a:pt x="2007450" y="1032319"/>
                </a:lnTo>
                <a:lnTo>
                  <a:pt x="2009317" y="1030465"/>
                </a:lnTo>
                <a:lnTo>
                  <a:pt x="2009775" y="1029335"/>
                </a:lnTo>
                <a:lnTo>
                  <a:pt x="2009775" y="1026706"/>
                </a:lnTo>
                <a:close/>
              </a:path>
              <a:path w="4819650" h="1544954">
                <a:moveTo>
                  <a:pt x="2009775" y="515086"/>
                </a:moveTo>
                <a:lnTo>
                  <a:pt x="2009317" y="513956"/>
                </a:lnTo>
                <a:lnTo>
                  <a:pt x="2007450" y="512102"/>
                </a:lnTo>
                <a:lnTo>
                  <a:pt x="2006333" y="511632"/>
                </a:lnTo>
                <a:lnTo>
                  <a:pt x="2003704" y="511632"/>
                </a:lnTo>
                <a:lnTo>
                  <a:pt x="2002586" y="512102"/>
                </a:lnTo>
                <a:lnTo>
                  <a:pt x="2000719" y="513956"/>
                </a:lnTo>
                <a:lnTo>
                  <a:pt x="2000250" y="515086"/>
                </a:lnTo>
                <a:lnTo>
                  <a:pt x="2000250" y="517715"/>
                </a:lnTo>
                <a:lnTo>
                  <a:pt x="2000719" y="518833"/>
                </a:lnTo>
                <a:lnTo>
                  <a:pt x="2002586" y="520687"/>
                </a:lnTo>
                <a:lnTo>
                  <a:pt x="2003704" y="521157"/>
                </a:lnTo>
                <a:lnTo>
                  <a:pt x="2006333" y="521157"/>
                </a:lnTo>
                <a:lnTo>
                  <a:pt x="2007450" y="520687"/>
                </a:lnTo>
                <a:lnTo>
                  <a:pt x="2009317" y="518833"/>
                </a:lnTo>
                <a:lnTo>
                  <a:pt x="2009775" y="517715"/>
                </a:lnTo>
                <a:lnTo>
                  <a:pt x="2009775" y="515086"/>
                </a:lnTo>
                <a:close/>
              </a:path>
              <a:path w="4819650" h="1544954">
                <a:moveTo>
                  <a:pt x="2009775" y="3454"/>
                </a:moveTo>
                <a:lnTo>
                  <a:pt x="2009317" y="2324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24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4819650" h="1544954">
                <a:moveTo>
                  <a:pt x="2057400" y="1538338"/>
                </a:moveTo>
                <a:lnTo>
                  <a:pt x="2056942" y="1537220"/>
                </a:lnTo>
                <a:lnTo>
                  <a:pt x="2055075" y="1535353"/>
                </a:lnTo>
                <a:lnTo>
                  <a:pt x="2053958" y="1534883"/>
                </a:lnTo>
                <a:lnTo>
                  <a:pt x="2051329" y="1534883"/>
                </a:lnTo>
                <a:lnTo>
                  <a:pt x="2050211" y="1535353"/>
                </a:lnTo>
                <a:lnTo>
                  <a:pt x="2048344" y="1537220"/>
                </a:lnTo>
                <a:lnTo>
                  <a:pt x="2047875" y="1538338"/>
                </a:lnTo>
                <a:lnTo>
                  <a:pt x="2047875" y="1540967"/>
                </a:lnTo>
                <a:lnTo>
                  <a:pt x="2048344" y="1542084"/>
                </a:lnTo>
                <a:lnTo>
                  <a:pt x="2050211" y="1543951"/>
                </a:lnTo>
                <a:lnTo>
                  <a:pt x="2051329" y="1544408"/>
                </a:lnTo>
                <a:lnTo>
                  <a:pt x="2053958" y="1544408"/>
                </a:lnTo>
                <a:lnTo>
                  <a:pt x="2055075" y="1543951"/>
                </a:lnTo>
                <a:lnTo>
                  <a:pt x="2056942" y="1542084"/>
                </a:lnTo>
                <a:lnTo>
                  <a:pt x="2057400" y="1540967"/>
                </a:lnTo>
                <a:lnTo>
                  <a:pt x="2057400" y="1538338"/>
                </a:lnTo>
                <a:close/>
              </a:path>
              <a:path w="4819650" h="1544954">
                <a:moveTo>
                  <a:pt x="2057400" y="1026706"/>
                </a:moveTo>
                <a:lnTo>
                  <a:pt x="2056942" y="1025588"/>
                </a:lnTo>
                <a:lnTo>
                  <a:pt x="2055075" y="1023721"/>
                </a:lnTo>
                <a:lnTo>
                  <a:pt x="2053958" y="1023264"/>
                </a:lnTo>
                <a:lnTo>
                  <a:pt x="2051329" y="1023264"/>
                </a:lnTo>
                <a:lnTo>
                  <a:pt x="2050211" y="1023721"/>
                </a:lnTo>
                <a:lnTo>
                  <a:pt x="2048344" y="1025588"/>
                </a:lnTo>
                <a:lnTo>
                  <a:pt x="2047875" y="1026706"/>
                </a:lnTo>
                <a:lnTo>
                  <a:pt x="2047875" y="1029335"/>
                </a:lnTo>
                <a:lnTo>
                  <a:pt x="2048344" y="1030465"/>
                </a:lnTo>
                <a:lnTo>
                  <a:pt x="2050211" y="1032319"/>
                </a:lnTo>
                <a:lnTo>
                  <a:pt x="2051329" y="1032789"/>
                </a:lnTo>
                <a:lnTo>
                  <a:pt x="2053958" y="1032789"/>
                </a:lnTo>
                <a:lnTo>
                  <a:pt x="2055075" y="1032319"/>
                </a:lnTo>
                <a:lnTo>
                  <a:pt x="2056942" y="1030465"/>
                </a:lnTo>
                <a:lnTo>
                  <a:pt x="2057400" y="1029335"/>
                </a:lnTo>
                <a:lnTo>
                  <a:pt x="2057400" y="1026706"/>
                </a:lnTo>
                <a:close/>
              </a:path>
              <a:path w="4819650" h="1544954">
                <a:moveTo>
                  <a:pt x="2057400" y="515086"/>
                </a:moveTo>
                <a:lnTo>
                  <a:pt x="2056942" y="513956"/>
                </a:lnTo>
                <a:lnTo>
                  <a:pt x="2055075" y="512102"/>
                </a:lnTo>
                <a:lnTo>
                  <a:pt x="2053958" y="511632"/>
                </a:lnTo>
                <a:lnTo>
                  <a:pt x="2051329" y="511632"/>
                </a:lnTo>
                <a:lnTo>
                  <a:pt x="2050211" y="512102"/>
                </a:lnTo>
                <a:lnTo>
                  <a:pt x="2048344" y="513956"/>
                </a:lnTo>
                <a:lnTo>
                  <a:pt x="2047875" y="515086"/>
                </a:lnTo>
                <a:lnTo>
                  <a:pt x="2047875" y="517715"/>
                </a:lnTo>
                <a:lnTo>
                  <a:pt x="2048344" y="518833"/>
                </a:lnTo>
                <a:lnTo>
                  <a:pt x="2050211" y="520687"/>
                </a:lnTo>
                <a:lnTo>
                  <a:pt x="2051329" y="521157"/>
                </a:lnTo>
                <a:lnTo>
                  <a:pt x="2053958" y="521157"/>
                </a:lnTo>
                <a:lnTo>
                  <a:pt x="2055075" y="520687"/>
                </a:lnTo>
                <a:lnTo>
                  <a:pt x="2056942" y="518833"/>
                </a:lnTo>
                <a:lnTo>
                  <a:pt x="2057400" y="517715"/>
                </a:lnTo>
                <a:lnTo>
                  <a:pt x="2057400" y="515086"/>
                </a:lnTo>
                <a:close/>
              </a:path>
              <a:path w="4819650" h="1544954">
                <a:moveTo>
                  <a:pt x="2057400" y="3454"/>
                </a:moveTo>
                <a:lnTo>
                  <a:pt x="2056942" y="2324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24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4819650" h="1544954">
                <a:moveTo>
                  <a:pt x="2105025" y="1538338"/>
                </a:moveTo>
                <a:lnTo>
                  <a:pt x="2104567" y="1537220"/>
                </a:lnTo>
                <a:lnTo>
                  <a:pt x="2102700" y="1535353"/>
                </a:lnTo>
                <a:lnTo>
                  <a:pt x="2101583" y="1534883"/>
                </a:lnTo>
                <a:lnTo>
                  <a:pt x="2098954" y="1534883"/>
                </a:lnTo>
                <a:lnTo>
                  <a:pt x="2097836" y="1535353"/>
                </a:lnTo>
                <a:lnTo>
                  <a:pt x="2095969" y="1537220"/>
                </a:lnTo>
                <a:lnTo>
                  <a:pt x="2095500" y="1538338"/>
                </a:lnTo>
                <a:lnTo>
                  <a:pt x="2095500" y="1540967"/>
                </a:lnTo>
                <a:lnTo>
                  <a:pt x="2095969" y="1542084"/>
                </a:lnTo>
                <a:lnTo>
                  <a:pt x="2097836" y="1543951"/>
                </a:lnTo>
                <a:lnTo>
                  <a:pt x="2098954" y="1544408"/>
                </a:lnTo>
                <a:lnTo>
                  <a:pt x="2101583" y="1544408"/>
                </a:lnTo>
                <a:lnTo>
                  <a:pt x="2102700" y="1543951"/>
                </a:lnTo>
                <a:lnTo>
                  <a:pt x="2104567" y="1542084"/>
                </a:lnTo>
                <a:lnTo>
                  <a:pt x="2105025" y="1540967"/>
                </a:lnTo>
                <a:lnTo>
                  <a:pt x="2105025" y="1538338"/>
                </a:lnTo>
                <a:close/>
              </a:path>
              <a:path w="4819650" h="1544954">
                <a:moveTo>
                  <a:pt x="2105025" y="1026706"/>
                </a:moveTo>
                <a:lnTo>
                  <a:pt x="2104567" y="1025588"/>
                </a:lnTo>
                <a:lnTo>
                  <a:pt x="2102700" y="1023721"/>
                </a:lnTo>
                <a:lnTo>
                  <a:pt x="2101583" y="1023264"/>
                </a:lnTo>
                <a:lnTo>
                  <a:pt x="2098954" y="1023264"/>
                </a:lnTo>
                <a:lnTo>
                  <a:pt x="2097836" y="1023721"/>
                </a:lnTo>
                <a:lnTo>
                  <a:pt x="2095969" y="1025588"/>
                </a:lnTo>
                <a:lnTo>
                  <a:pt x="2095500" y="1026706"/>
                </a:lnTo>
                <a:lnTo>
                  <a:pt x="2095500" y="1029335"/>
                </a:lnTo>
                <a:lnTo>
                  <a:pt x="2095969" y="1030465"/>
                </a:lnTo>
                <a:lnTo>
                  <a:pt x="2097836" y="1032319"/>
                </a:lnTo>
                <a:lnTo>
                  <a:pt x="2098954" y="1032789"/>
                </a:lnTo>
                <a:lnTo>
                  <a:pt x="2101583" y="1032789"/>
                </a:lnTo>
                <a:lnTo>
                  <a:pt x="2102700" y="1032319"/>
                </a:lnTo>
                <a:lnTo>
                  <a:pt x="2104567" y="1030465"/>
                </a:lnTo>
                <a:lnTo>
                  <a:pt x="2105025" y="1029335"/>
                </a:lnTo>
                <a:lnTo>
                  <a:pt x="2105025" y="1026706"/>
                </a:lnTo>
                <a:close/>
              </a:path>
              <a:path w="4819650" h="1544954">
                <a:moveTo>
                  <a:pt x="2105025" y="515086"/>
                </a:moveTo>
                <a:lnTo>
                  <a:pt x="2104567" y="513956"/>
                </a:lnTo>
                <a:lnTo>
                  <a:pt x="2102700" y="512102"/>
                </a:lnTo>
                <a:lnTo>
                  <a:pt x="2101583" y="511632"/>
                </a:lnTo>
                <a:lnTo>
                  <a:pt x="2098954" y="511632"/>
                </a:lnTo>
                <a:lnTo>
                  <a:pt x="2097836" y="512102"/>
                </a:lnTo>
                <a:lnTo>
                  <a:pt x="2095969" y="513956"/>
                </a:lnTo>
                <a:lnTo>
                  <a:pt x="2095500" y="515086"/>
                </a:lnTo>
                <a:lnTo>
                  <a:pt x="2095500" y="517715"/>
                </a:lnTo>
                <a:lnTo>
                  <a:pt x="2095969" y="518833"/>
                </a:lnTo>
                <a:lnTo>
                  <a:pt x="2097836" y="520687"/>
                </a:lnTo>
                <a:lnTo>
                  <a:pt x="2098954" y="521157"/>
                </a:lnTo>
                <a:lnTo>
                  <a:pt x="2101583" y="521157"/>
                </a:lnTo>
                <a:lnTo>
                  <a:pt x="2102700" y="520687"/>
                </a:lnTo>
                <a:lnTo>
                  <a:pt x="2104567" y="518833"/>
                </a:lnTo>
                <a:lnTo>
                  <a:pt x="2105025" y="517715"/>
                </a:lnTo>
                <a:lnTo>
                  <a:pt x="2105025" y="515086"/>
                </a:lnTo>
                <a:close/>
              </a:path>
              <a:path w="4819650" h="1544954">
                <a:moveTo>
                  <a:pt x="2105025" y="3454"/>
                </a:moveTo>
                <a:lnTo>
                  <a:pt x="2104567" y="2324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24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4819650" h="1544954">
                <a:moveTo>
                  <a:pt x="2152650" y="1538338"/>
                </a:moveTo>
                <a:lnTo>
                  <a:pt x="2152192" y="1537220"/>
                </a:lnTo>
                <a:lnTo>
                  <a:pt x="2150326" y="1535353"/>
                </a:lnTo>
                <a:lnTo>
                  <a:pt x="2149208" y="1534883"/>
                </a:lnTo>
                <a:lnTo>
                  <a:pt x="2146579" y="1534883"/>
                </a:lnTo>
                <a:lnTo>
                  <a:pt x="2145461" y="1535353"/>
                </a:lnTo>
                <a:lnTo>
                  <a:pt x="2143595" y="1537220"/>
                </a:lnTo>
                <a:lnTo>
                  <a:pt x="2143125" y="1538338"/>
                </a:lnTo>
                <a:lnTo>
                  <a:pt x="2143125" y="1540967"/>
                </a:lnTo>
                <a:lnTo>
                  <a:pt x="2143595" y="1542084"/>
                </a:lnTo>
                <a:lnTo>
                  <a:pt x="2145461" y="1543951"/>
                </a:lnTo>
                <a:lnTo>
                  <a:pt x="2146579" y="1544408"/>
                </a:lnTo>
                <a:lnTo>
                  <a:pt x="2149208" y="1544408"/>
                </a:lnTo>
                <a:lnTo>
                  <a:pt x="2150326" y="1543951"/>
                </a:lnTo>
                <a:lnTo>
                  <a:pt x="2152192" y="1542084"/>
                </a:lnTo>
                <a:lnTo>
                  <a:pt x="2152650" y="1540967"/>
                </a:lnTo>
                <a:lnTo>
                  <a:pt x="2152650" y="1538338"/>
                </a:lnTo>
                <a:close/>
              </a:path>
              <a:path w="4819650" h="1544954">
                <a:moveTo>
                  <a:pt x="2152650" y="1026706"/>
                </a:moveTo>
                <a:lnTo>
                  <a:pt x="2152192" y="1025588"/>
                </a:lnTo>
                <a:lnTo>
                  <a:pt x="2150326" y="1023721"/>
                </a:lnTo>
                <a:lnTo>
                  <a:pt x="2149208" y="1023264"/>
                </a:lnTo>
                <a:lnTo>
                  <a:pt x="2146579" y="1023264"/>
                </a:lnTo>
                <a:lnTo>
                  <a:pt x="2145461" y="1023721"/>
                </a:lnTo>
                <a:lnTo>
                  <a:pt x="2143595" y="1025588"/>
                </a:lnTo>
                <a:lnTo>
                  <a:pt x="2143125" y="1026706"/>
                </a:lnTo>
                <a:lnTo>
                  <a:pt x="2143125" y="1029335"/>
                </a:lnTo>
                <a:lnTo>
                  <a:pt x="2143595" y="1030465"/>
                </a:lnTo>
                <a:lnTo>
                  <a:pt x="2145461" y="1032319"/>
                </a:lnTo>
                <a:lnTo>
                  <a:pt x="2146579" y="1032789"/>
                </a:lnTo>
                <a:lnTo>
                  <a:pt x="2149208" y="1032789"/>
                </a:lnTo>
                <a:lnTo>
                  <a:pt x="2150326" y="1032319"/>
                </a:lnTo>
                <a:lnTo>
                  <a:pt x="2152192" y="1030465"/>
                </a:lnTo>
                <a:lnTo>
                  <a:pt x="2152650" y="1029335"/>
                </a:lnTo>
                <a:lnTo>
                  <a:pt x="2152650" y="1026706"/>
                </a:lnTo>
                <a:close/>
              </a:path>
              <a:path w="4819650" h="1544954">
                <a:moveTo>
                  <a:pt x="2152650" y="515086"/>
                </a:moveTo>
                <a:lnTo>
                  <a:pt x="2152192" y="513956"/>
                </a:lnTo>
                <a:lnTo>
                  <a:pt x="2150326" y="512102"/>
                </a:lnTo>
                <a:lnTo>
                  <a:pt x="2149208" y="511632"/>
                </a:lnTo>
                <a:lnTo>
                  <a:pt x="2146579" y="511632"/>
                </a:lnTo>
                <a:lnTo>
                  <a:pt x="2145461" y="512102"/>
                </a:lnTo>
                <a:lnTo>
                  <a:pt x="2143595" y="513956"/>
                </a:lnTo>
                <a:lnTo>
                  <a:pt x="2143125" y="515086"/>
                </a:lnTo>
                <a:lnTo>
                  <a:pt x="2143125" y="517715"/>
                </a:lnTo>
                <a:lnTo>
                  <a:pt x="2143595" y="518833"/>
                </a:lnTo>
                <a:lnTo>
                  <a:pt x="2145461" y="520687"/>
                </a:lnTo>
                <a:lnTo>
                  <a:pt x="2146579" y="521157"/>
                </a:lnTo>
                <a:lnTo>
                  <a:pt x="2149208" y="521157"/>
                </a:lnTo>
                <a:lnTo>
                  <a:pt x="2150326" y="520687"/>
                </a:lnTo>
                <a:lnTo>
                  <a:pt x="2152192" y="518833"/>
                </a:lnTo>
                <a:lnTo>
                  <a:pt x="2152650" y="517715"/>
                </a:lnTo>
                <a:lnTo>
                  <a:pt x="2152650" y="515086"/>
                </a:lnTo>
                <a:close/>
              </a:path>
              <a:path w="4819650" h="1544954">
                <a:moveTo>
                  <a:pt x="2152650" y="3454"/>
                </a:moveTo>
                <a:lnTo>
                  <a:pt x="2152192" y="2324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24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4819650" h="1544954">
                <a:moveTo>
                  <a:pt x="2200275" y="1538338"/>
                </a:moveTo>
                <a:lnTo>
                  <a:pt x="2199817" y="1537220"/>
                </a:lnTo>
                <a:lnTo>
                  <a:pt x="2197951" y="1535353"/>
                </a:lnTo>
                <a:lnTo>
                  <a:pt x="2196833" y="1534883"/>
                </a:lnTo>
                <a:lnTo>
                  <a:pt x="2194204" y="1534883"/>
                </a:lnTo>
                <a:lnTo>
                  <a:pt x="2193086" y="1535353"/>
                </a:lnTo>
                <a:lnTo>
                  <a:pt x="2191220" y="1537220"/>
                </a:lnTo>
                <a:lnTo>
                  <a:pt x="2190750" y="1538338"/>
                </a:lnTo>
                <a:lnTo>
                  <a:pt x="2190750" y="1540967"/>
                </a:lnTo>
                <a:lnTo>
                  <a:pt x="2191220" y="1542084"/>
                </a:lnTo>
                <a:lnTo>
                  <a:pt x="2193086" y="1543951"/>
                </a:lnTo>
                <a:lnTo>
                  <a:pt x="2194204" y="1544408"/>
                </a:lnTo>
                <a:lnTo>
                  <a:pt x="2196833" y="1544408"/>
                </a:lnTo>
                <a:lnTo>
                  <a:pt x="2197951" y="1543951"/>
                </a:lnTo>
                <a:lnTo>
                  <a:pt x="2199817" y="1542084"/>
                </a:lnTo>
                <a:lnTo>
                  <a:pt x="2200275" y="1540967"/>
                </a:lnTo>
                <a:lnTo>
                  <a:pt x="2200275" y="1538338"/>
                </a:lnTo>
                <a:close/>
              </a:path>
              <a:path w="4819650" h="1544954">
                <a:moveTo>
                  <a:pt x="2200275" y="1026706"/>
                </a:moveTo>
                <a:lnTo>
                  <a:pt x="2199817" y="1025588"/>
                </a:lnTo>
                <a:lnTo>
                  <a:pt x="2197951" y="1023721"/>
                </a:lnTo>
                <a:lnTo>
                  <a:pt x="2196833" y="1023264"/>
                </a:lnTo>
                <a:lnTo>
                  <a:pt x="2194204" y="1023264"/>
                </a:lnTo>
                <a:lnTo>
                  <a:pt x="2193086" y="1023721"/>
                </a:lnTo>
                <a:lnTo>
                  <a:pt x="2191220" y="1025588"/>
                </a:lnTo>
                <a:lnTo>
                  <a:pt x="2190750" y="1026706"/>
                </a:lnTo>
                <a:lnTo>
                  <a:pt x="2190750" y="1029335"/>
                </a:lnTo>
                <a:lnTo>
                  <a:pt x="2191220" y="1030465"/>
                </a:lnTo>
                <a:lnTo>
                  <a:pt x="2193086" y="1032319"/>
                </a:lnTo>
                <a:lnTo>
                  <a:pt x="2194204" y="1032789"/>
                </a:lnTo>
                <a:lnTo>
                  <a:pt x="2196833" y="1032789"/>
                </a:lnTo>
                <a:lnTo>
                  <a:pt x="2197951" y="1032319"/>
                </a:lnTo>
                <a:lnTo>
                  <a:pt x="2199817" y="1030465"/>
                </a:lnTo>
                <a:lnTo>
                  <a:pt x="2200275" y="1029335"/>
                </a:lnTo>
                <a:lnTo>
                  <a:pt x="2200275" y="1026706"/>
                </a:lnTo>
                <a:close/>
              </a:path>
              <a:path w="4819650" h="1544954">
                <a:moveTo>
                  <a:pt x="2200275" y="515086"/>
                </a:moveTo>
                <a:lnTo>
                  <a:pt x="2199817" y="513956"/>
                </a:lnTo>
                <a:lnTo>
                  <a:pt x="2197951" y="512102"/>
                </a:lnTo>
                <a:lnTo>
                  <a:pt x="2196833" y="511632"/>
                </a:lnTo>
                <a:lnTo>
                  <a:pt x="2194204" y="511632"/>
                </a:lnTo>
                <a:lnTo>
                  <a:pt x="2193086" y="512102"/>
                </a:lnTo>
                <a:lnTo>
                  <a:pt x="2191220" y="513956"/>
                </a:lnTo>
                <a:lnTo>
                  <a:pt x="2190750" y="515086"/>
                </a:lnTo>
                <a:lnTo>
                  <a:pt x="2190750" y="517715"/>
                </a:lnTo>
                <a:lnTo>
                  <a:pt x="2191220" y="518833"/>
                </a:lnTo>
                <a:lnTo>
                  <a:pt x="2193086" y="520687"/>
                </a:lnTo>
                <a:lnTo>
                  <a:pt x="2194204" y="521157"/>
                </a:lnTo>
                <a:lnTo>
                  <a:pt x="2196833" y="521157"/>
                </a:lnTo>
                <a:lnTo>
                  <a:pt x="2197951" y="520687"/>
                </a:lnTo>
                <a:lnTo>
                  <a:pt x="2199817" y="518833"/>
                </a:lnTo>
                <a:lnTo>
                  <a:pt x="2200275" y="517715"/>
                </a:lnTo>
                <a:lnTo>
                  <a:pt x="2200275" y="515086"/>
                </a:lnTo>
                <a:close/>
              </a:path>
              <a:path w="4819650" h="1544954">
                <a:moveTo>
                  <a:pt x="2200275" y="3454"/>
                </a:moveTo>
                <a:lnTo>
                  <a:pt x="2199817" y="2324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24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4819650" h="1544954">
                <a:moveTo>
                  <a:pt x="2247900" y="1538338"/>
                </a:moveTo>
                <a:lnTo>
                  <a:pt x="2247442" y="1537220"/>
                </a:lnTo>
                <a:lnTo>
                  <a:pt x="2245576" y="1535353"/>
                </a:lnTo>
                <a:lnTo>
                  <a:pt x="2244458" y="1534883"/>
                </a:lnTo>
                <a:lnTo>
                  <a:pt x="2241829" y="1534883"/>
                </a:lnTo>
                <a:lnTo>
                  <a:pt x="2240711" y="1535353"/>
                </a:lnTo>
                <a:lnTo>
                  <a:pt x="2238845" y="1537220"/>
                </a:lnTo>
                <a:lnTo>
                  <a:pt x="2238375" y="1538338"/>
                </a:lnTo>
                <a:lnTo>
                  <a:pt x="2238375" y="1540967"/>
                </a:lnTo>
                <a:lnTo>
                  <a:pt x="2238845" y="1542084"/>
                </a:lnTo>
                <a:lnTo>
                  <a:pt x="2240711" y="1543951"/>
                </a:lnTo>
                <a:lnTo>
                  <a:pt x="2241829" y="1544408"/>
                </a:lnTo>
                <a:lnTo>
                  <a:pt x="2244458" y="1544408"/>
                </a:lnTo>
                <a:lnTo>
                  <a:pt x="2245576" y="1543951"/>
                </a:lnTo>
                <a:lnTo>
                  <a:pt x="2247442" y="1542084"/>
                </a:lnTo>
                <a:lnTo>
                  <a:pt x="2247900" y="1540967"/>
                </a:lnTo>
                <a:lnTo>
                  <a:pt x="2247900" y="1538338"/>
                </a:lnTo>
                <a:close/>
              </a:path>
              <a:path w="4819650" h="1544954">
                <a:moveTo>
                  <a:pt x="2247900" y="1026706"/>
                </a:moveTo>
                <a:lnTo>
                  <a:pt x="2247442" y="1025588"/>
                </a:lnTo>
                <a:lnTo>
                  <a:pt x="2245576" y="1023721"/>
                </a:lnTo>
                <a:lnTo>
                  <a:pt x="2244458" y="1023264"/>
                </a:lnTo>
                <a:lnTo>
                  <a:pt x="2241829" y="1023264"/>
                </a:lnTo>
                <a:lnTo>
                  <a:pt x="2240711" y="1023721"/>
                </a:lnTo>
                <a:lnTo>
                  <a:pt x="2238845" y="1025588"/>
                </a:lnTo>
                <a:lnTo>
                  <a:pt x="2238375" y="1026706"/>
                </a:lnTo>
                <a:lnTo>
                  <a:pt x="2238375" y="1029335"/>
                </a:lnTo>
                <a:lnTo>
                  <a:pt x="2238845" y="1030465"/>
                </a:lnTo>
                <a:lnTo>
                  <a:pt x="2240711" y="1032319"/>
                </a:lnTo>
                <a:lnTo>
                  <a:pt x="2241829" y="1032789"/>
                </a:lnTo>
                <a:lnTo>
                  <a:pt x="2244458" y="1032789"/>
                </a:lnTo>
                <a:lnTo>
                  <a:pt x="2245576" y="1032319"/>
                </a:lnTo>
                <a:lnTo>
                  <a:pt x="2247442" y="1030465"/>
                </a:lnTo>
                <a:lnTo>
                  <a:pt x="2247900" y="1029335"/>
                </a:lnTo>
                <a:lnTo>
                  <a:pt x="2247900" y="1026706"/>
                </a:lnTo>
                <a:close/>
              </a:path>
              <a:path w="4819650" h="1544954">
                <a:moveTo>
                  <a:pt x="2247900" y="515086"/>
                </a:moveTo>
                <a:lnTo>
                  <a:pt x="2247442" y="513956"/>
                </a:lnTo>
                <a:lnTo>
                  <a:pt x="2245576" y="512102"/>
                </a:lnTo>
                <a:lnTo>
                  <a:pt x="2244458" y="511632"/>
                </a:lnTo>
                <a:lnTo>
                  <a:pt x="2241829" y="511632"/>
                </a:lnTo>
                <a:lnTo>
                  <a:pt x="2240711" y="512102"/>
                </a:lnTo>
                <a:lnTo>
                  <a:pt x="2238845" y="513956"/>
                </a:lnTo>
                <a:lnTo>
                  <a:pt x="2238375" y="515086"/>
                </a:lnTo>
                <a:lnTo>
                  <a:pt x="2238375" y="517715"/>
                </a:lnTo>
                <a:lnTo>
                  <a:pt x="2238845" y="518833"/>
                </a:lnTo>
                <a:lnTo>
                  <a:pt x="2240711" y="520687"/>
                </a:lnTo>
                <a:lnTo>
                  <a:pt x="2241829" y="521157"/>
                </a:lnTo>
                <a:lnTo>
                  <a:pt x="2244458" y="521157"/>
                </a:lnTo>
                <a:lnTo>
                  <a:pt x="2245576" y="520687"/>
                </a:lnTo>
                <a:lnTo>
                  <a:pt x="2247442" y="518833"/>
                </a:lnTo>
                <a:lnTo>
                  <a:pt x="2247900" y="517715"/>
                </a:lnTo>
                <a:lnTo>
                  <a:pt x="2247900" y="515086"/>
                </a:lnTo>
                <a:close/>
              </a:path>
              <a:path w="4819650" h="1544954">
                <a:moveTo>
                  <a:pt x="2247900" y="3454"/>
                </a:moveTo>
                <a:lnTo>
                  <a:pt x="2247442" y="2324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24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4819650" h="1544954">
                <a:moveTo>
                  <a:pt x="2295525" y="1538338"/>
                </a:moveTo>
                <a:lnTo>
                  <a:pt x="2295067" y="1537220"/>
                </a:lnTo>
                <a:lnTo>
                  <a:pt x="2293201" y="1535353"/>
                </a:lnTo>
                <a:lnTo>
                  <a:pt x="2292083" y="1534883"/>
                </a:lnTo>
                <a:lnTo>
                  <a:pt x="2289454" y="1534883"/>
                </a:lnTo>
                <a:lnTo>
                  <a:pt x="2288336" y="1535353"/>
                </a:lnTo>
                <a:lnTo>
                  <a:pt x="2286470" y="1537220"/>
                </a:lnTo>
                <a:lnTo>
                  <a:pt x="2286000" y="1538338"/>
                </a:lnTo>
                <a:lnTo>
                  <a:pt x="2286000" y="1540967"/>
                </a:lnTo>
                <a:lnTo>
                  <a:pt x="2286470" y="1542084"/>
                </a:lnTo>
                <a:lnTo>
                  <a:pt x="2288336" y="1543951"/>
                </a:lnTo>
                <a:lnTo>
                  <a:pt x="2289454" y="1544408"/>
                </a:lnTo>
                <a:lnTo>
                  <a:pt x="2292083" y="1544408"/>
                </a:lnTo>
                <a:lnTo>
                  <a:pt x="2293201" y="1543951"/>
                </a:lnTo>
                <a:lnTo>
                  <a:pt x="2295067" y="1542084"/>
                </a:lnTo>
                <a:lnTo>
                  <a:pt x="2295525" y="1540967"/>
                </a:lnTo>
                <a:lnTo>
                  <a:pt x="2295525" y="1538338"/>
                </a:lnTo>
                <a:close/>
              </a:path>
              <a:path w="4819650" h="1544954">
                <a:moveTo>
                  <a:pt x="2295525" y="1026706"/>
                </a:moveTo>
                <a:lnTo>
                  <a:pt x="2295067" y="1025588"/>
                </a:lnTo>
                <a:lnTo>
                  <a:pt x="2293201" y="1023721"/>
                </a:lnTo>
                <a:lnTo>
                  <a:pt x="2292083" y="1023264"/>
                </a:lnTo>
                <a:lnTo>
                  <a:pt x="2289454" y="1023264"/>
                </a:lnTo>
                <a:lnTo>
                  <a:pt x="2288336" y="1023721"/>
                </a:lnTo>
                <a:lnTo>
                  <a:pt x="2286470" y="1025588"/>
                </a:lnTo>
                <a:lnTo>
                  <a:pt x="2286000" y="1026706"/>
                </a:lnTo>
                <a:lnTo>
                  <a:pt x="2286000" y="1029335"/>
                </a:lnTo>
                <a:lnTo>
                  <a:pt x="2286470" y="1030465"/>
                </a:lnTo>
                <a:lnTo>
                  <a:pt x="2288336" y="1032319"/>
                </a:lnTo>
                <a:lnTo>
                  <a:pt x="2289454" y="1032789"/>
                </a:lnTo>
                <a:lnTo>
                  <a:pt x="2292083" y="1032789"/>
                </a:lnTo>
                <a:lnTo>
                  <a:pt x="2293201" y="1032319"/>
                </a:lnTo>
                <a:lnTo>
                  <a:pt x="2295067" y="1030465"/>
                </a:lnTo>
                <a:lnTo>
                  <a:pt x="2295525" y="1029335"/>
                </a:lnTo>
                <a:lnTo>
                  <a:pt x="2295525" y="1026706"/>
                </a:lnTo>
                <a:close/>
              </a:path>
              <a:path w="4819650" h="1544954">
                <a:moveTo>
                  <a:pt x="2295525" y="515086"/>
                </a:moveTo>
                <a:lnTo>
                  <a:pt x="2295067" y="513956"/>
                </a:lnTo>
                <a:lnTo>
                  <a:pt x="2293201" y="512102"/>
                </a:lnTo>
                <a:lnTo>
                  <a:pt x="2292083" y="511632"/>
                </a:lnTo>
                <a:lnTo>
                  <a:pt x="2289454" y="511632"/>
                </a:lnTo>
                <a:lnTo>
                  <a:pt x="2288336" y="512102"/>
                </a:lnTo>
                <a:lnTo>
                  <a:pt x="2286470" y="513956"/>
                </a:lnTo>
                <a:lnTo>
                  <a:pt x="2286000" y="515086"/>
                </a:lnTo>
                <a:lnTo>
                  <a:pt x="2286000" y="517715"/>
                </a:lnTo>
                <a:lnTo>
                  <a:pt x="2286470" y="518833"/>
                </a:lnTo>
                <a:lnTo>
                  <a:pt x="2288336" y="520687"/>
                </a:lnTo>
                <a:lnTo>
                  <a:pt x="2289454" y="521157"/>
                </a:lnTo>
                <a:lnTo>
                  <a:pt x="2292083" y="521157"/>
                </a:lnTo>
                <a:lnTo>
                  <a:pt x="2293201" y="520687"/>
                </a:lnTo>
                <a:lnTo>
                  <a:pt x="2295067" y="518833"/>
                </a:lnTo>
                <a:lnTo>
                  <a:pt x="2295525" y="517715"/>
                </a:lnTo>
                <a:lnTo>
                  <a:pt x="2295525" y="515086"/>
                </a:lnTo>
                <a:close/>
              </a:path>
              <a:path w="4819650" h="1544954">
                <a:moveTo>
                  <a:pt x="2295525" y="3454"/>
                </a:moveTo>
                <a:lnTo>
                  <a:pt x="2295067" y="2324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24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4819650" h="1544954">
                <a:moveTo>
                  <a:pt x="2343150" y="1538338"/>
                </a:moveTo>
                <a:lnTo>
                  <a:pt x="2342692" y="1537220"/>
                </a:lnTo>
                <a:lnTo>
                  <a:pt x="2340826" y="1535353"/>
                </a:lnTo>
                <a:lnTo>
                  <a:pt x="2339708" y="1534883"/>
                </a:lnTo>
                <a:lnTo>
                  <a:pt x="2337079" y="1534883"/>
                </a:lnTo>
                <a:lnTo>
                  <a:pt x="2335961" y="1535353"/>
                </a:lnTo>
                <a:lnTo>
                  <a:pt x="2334095" y="1537220"/>
                </a:lnTo>
                <a:lnTo>
                  <a:pt x="2333625" y="1538338"/>
                </a:lnTo>
                <a:lnTo>
                  <a:pt x="2333625" y="1540967"/>
                </a:lnTo>
                <a:lnTo>
                  <a:pt x="2334095" y="1542084"/>
                </a:lnTo>
                <a:lnTo>
                  <a:pt x="2335961" y="1543951"/>
                </a:lnTo>
                <a:lnTo>
                  <a:pt x="2337079" y="1544408"/>
                </a:lnTo>
                <a:lnTo>
                  <a:pt x="2339708" y="1544408"/>
                </a:lnTo>
                <a:lnTo>
                  <a:pt x="2340826" y="1543951"/>
                </a:lnTo>
                <a:lnTo>
                  <a:pt x="2342692" y="1542084"/>
                </a:lnTo>
                <a:lnTo>
                  <a:pt x="2343150" y="1540967"/>
                </a:lnTo>
                <a:lnTo>
                  <a:pt x="2343150" y="1538338"/>
                </a:lnTo>
                <a:close/>
              </a:path>
              <a:path w="4819650" h="1544954">
                <a:moveTo>
                  <a:pt x="2343150" y="1026706"/>
                </a:moveTo>
                <a:lnTo>
                  <a:pt x="2342692" y="1025588"/>
                </a:lnTo>
                <a:lnTo>
                  <a:pt x="2340826" y="1023721"/>
                </a:lnTo>
                <a:lnTo>
                  <a:pt x="2339708" y="1023264"/>
                </a:lnTo>
                <a:lnTo>
                  <a:pt x="2337079" y="1023264"/>
                </a:lnTo>
                <a:lnTo>
                  <a:pt x="2335961" y="1023721"/>
                </a:lnTo>
                <a:lnTo>
                  <a:pt x="2334095" y="1025588"/>
                </a:lnTo>
                <a:lnTo>
                  <a:pt x="2333625" y="1026706"/>
                </a:lnTo>
                <a:lnTo>
                  <a:pt x="2333625" y="1029335"/>
                </a:lnTo>
                <a:lnTo>
                  <a:pt x="2334095" y="1030465"/>
                </a:lnTo>
                <a:lnTo>
                  <a:pt x="2335961" y="1032319"/>
                </a:lnTo>
                <a:lnTo>
                  <a:pt x="2337079" y="1032789"/>
                </a:lnTo>
                <a:lnTo>
                  <a:pt x="2339708" y="1032789"/>
                </a:lnTo>
                <a:lnTo>
                  <a:pt x="2340826" y="1032319"/>
                </a:lnTo>
                <a:lnTo>
                  <a:pt x="2342692" y="1030465"/>
                </a:lnTo>
                <a:lnTo>
                  <a:pt x="2343150" y="1029335"/>
                </a:lnTo>
                <a:lnTo>
                  <a:pt x="2343150" y="1026706"/>
                </a:lnTo>
                <a:close/>
              </a:path>
              <a:path w="4819650" h="1544954">
                <a:moveTo>
                  <a:pt x="2343150" y="515086"/>
                </a:moveTo>
                <a:lnTo>
                  <a:pt x="2342692" y="513956"/>
                </a:lnTo>
                <a:lnTo>
                  <a:pt x="2340826" y="512102"/>
                </a:lnTo>
                <a:lnTo>
                  <a:pt x="2339708" y="511632"/>
                </a:lnTo>
                <a:lnTo>
                  <a:pt x="2337079" y="511632"/>
                </a:lnTo>
                <a:lnTo>
                  <a:pt x="2335961" y="512102"/>
                </a:lnTo>
                <a:lnTo>
                  <a:pt x="2334095" y="513956"/>
                </a:lnTo>
                <a:lnTo>
                  <a:pt x="2333625" y="515086"/>
                </a:lnTo>
                <a:lnTo>
                  <a:pt x="2333625" y="517715"/>
                </a:lnTo>
                <a:lnTo>
                  <a:pt x="2334095" y="518833"/>
                </a:lnTo>
                <a:lnTo>
                  <a:pt x="2335961" y="520687"/>
                </a:lnTo>
                <a:lnTo>
                  <a:pt x="2337079" y="521157"/>
                </a:lnTo>
                <a:lnTo>
                  <a:pt x="2339708" y="521157"/>
                </a:lnTo>
                <a:lnTo>
                  <a:pt x="2340826" y="520687"/>
                </a:lnTo>
                <a:lnTo>
                  <a:pt x="2342692" y="518833"/>
                </a:lnTo>
                <a:lnTo>
                  <a:pt x="2343150" y="517715"/>
                </a:lnTo>
                <a:lnTo>
                  <a:pt x="2343150" y="515086"/>
                </a:lnTo>
                <a:close/>
              </a:path>
              <a:path w="4819650" h="1544954">
                <a:moveTo>
                  <a:pt x="2343150" y="3454"/>
                </a:moveTo>
                <a:lnTo>
                  <a:pt x="2342692" y="2324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24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4819650" h="1544954">
                <a:moveTo>
                  <a:pt x="2390775" y="1538338"/>
                </a:moveTo>
                <a:lnTo>
                  <a:pt x="2390317" y="1537220"/>
                </a:lnTo>
                <a:lnTo>
                  <a:pt x="2388451" y="1535353"/>
                </a:lnTo>
                <a:lnTo>
                  <a:pt x="2387333" y="1534883"/>
                </a:lnTo>
                <a:lnTo>
                  <a:pt x="2384704" y="1534883"/>
                </a:lnTo>
                <a:lnTo>
                  <a:pt x="2383586" y="1535353"/>
                </a:lnTo>
                <a:lnTo>
                  <a:pt x="2381720" y="1537220"/>
                </a:lnTo>
                <a:lnTo>
                  <a:pt x="2381250" y="1538338"/>
                </a:lnTo>
                <a:lnTo>
                  <a:pt x="2381250" y="1540967"/>
                </a:lnTo>
                <a:lnTo>
                  <a:pt x="2381720" y="1542084"/>
                </a:lnTo>
                <a:lnTo>
                  <a:pt x="2383586" y="1543951"/>
                </a:lnTo>
                <a:lnTo>
                  <a:pt x="2384704" y="1544408"/>
                </a:lnTo>
                <a:lnTo>
                  <a:pt x="2387333" y="1544408"/>
                </a:lnTo>
                <a:lnTo>
                  <a:pt x="2388451" y="1543951"/>
                </a:lnTo>
                <a:lnTo>
                  <a:pt x="2390317" y="1542084"/>
                </a:lnTo>
                <a:lnTo>
                  <a:pt x="2390775" y="1540967"/>
                </a:lnTo>
                <a:lnTo>
                  <a:pt x="2390775" y="1538338"/>
                </a:lnTo>
                <a:close/>
              </a:path>
              <a:path w="4819650" h="1544954">
                <a:moveTo>
                  <a:pt x="2390775" y="1026706"/>
                </a:moveTo>
                <a:lnTo>
                  <a:pt x="2390317" y="1025588"/>
                </a:lnTo>
                <a:lnTo>
                  <a:pt x="2388451" y="1023721"/>
                </a:lnTo>
                <a:lnTo>
                  <a:pt x="2387333" y="1023264"/>
                </a:lnTo>
                <a:lnTo>
                  <a:pt x="2384704" y="1023264"/>
                </a:lnTo>
                <a:lnTo>
                  <a:pt x="2383586" y="1023721"/>
                </a:lnTo>
                <a:lnTo>
                  <a:pt x="2381720" y="1025588"/>
                </a:lnTo>
                <a:lnTo>
                  <a:pt x="2381250" y="1026706"/>
                </a:lnTo>
                <a:lnTo>
                  <a:pt x="2381250" y="1029335"/>
                </a:lnTo>
                <a:lnTo>
                  <a:pt x="2381720" y="1030465"/>
                </a:lnTo>
                <a:lnTo>
                  <a:pt x="2383586" y="1032319"/>
                </a:lnTo>
                <a:lnTo>
                  <a:pt x="2384704" y="1032789"/>
                </a:lnTo>
                <a:lnTo>
                  <a:pt x="2387333" y="1032789"/>
                </a:lnTo>
                <a:lnTo>
                  <a:pt x="2388451" y="1032319"/>
                </a:lnTo>
                <a:lnTo>
                  <a:pt x="2390317" y="1030465"/>
                </a:lnTo>
                <a:lnTo>
                  <a:pt x="2390775" y="1029335"/>
                </a:lnTo>
                <a:lnTo>
                  <a:pt x="2390775" y="1026706"/>
                </a:lnTo>
                <a:close/>
              </a:path>
              <a:path w="4819650" h="1544954">
                <a:moveTo>
                  <a:pt x="2390775" y="515086"/>
                </a:moveTo>
                <a:lnTo>
                  <a:pt x="2390317" y="513956"/>
                </a:lnTo>
                <a:lnTo>
                  <a:pt x="2388451" y="512102"/>
                </a:lnTo>
                <a:lnTo>
                  <a:pt x="2387333" y="511632"/>
                </a:lnTo>
                <a:lnTo>
                  <a:pt x="2384704" y="511632"/>
                </a:lnTo>
                <a:lnTo>
                  <a:pt x="2383586" y="512102"/>
                </a:lnTo>
                <a:lnTo>
                  <a:pt x="2381720" y="513956"/>
                </a:lnTo>
                <a:lnTo>
                  <a:pt x="2381250" y="515086"/>
                </a:lnTo>
                <a:lnTo>
                  <a:pt x="2381250" y="517715"/>
                </a:lnTo>
                <a:lnTo>
                  <a:pt x="2381720" y="518833"/>
                </a:lnTo>
                <a:lnTo>
                  <a:pt x="2383586" y="520687"/>
                </a:lnTo>
                <a:lnTo>
                  <a:pt x="2384704" y="521157"/>
                </a:lnTo>
                <a:lnTo>
                  <a:pt x="2387333" y="521157"/>
                </a:lnTo>
                <a:lnTo>
                  <a:pt x="2388451" y="520687"/>
                </a:lnTo>
                <a:lnTo>
                  <a:pt x="2390317" y="518833"/>
                </a:lnTo>
                <a:lnTo>
                  <a:pt x="2390775" y="517715"/>
                </a:lnTo>
                <a:lnTo>
                  <a:pt x="2390775" y="515086"/>
                </a:lnTo>
                <a:close/>
              </a:path>
              <a:path w="4819650" h="1544954">
                <a:moveTo>
                  <a:pt x="2390775" y="3454"/>
                </a:moveTo>
                <a:lnTo>
                  <a:pt x="2390317" y="2324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24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4819650" h="1544954">
                <a:moveTo>
                  <a:pt x="2438400" y="1538338"/>
                </a:moveTo>
                <a:lnTo>
                  <a:pt x="2437942" y="1537220"/>
                </a:lnTo>
                <a:lnTo>
                  <a:pt x="2436076" y="1535353"/>
                </a:lnTo>
                <a:lnTo>
                  <a:pt x="2434958" y="1534883"/>
                </a:lnTo>
                <a:lnTo>
                  <a:pt x="2432329" y="1534883"/>
                </a:lnTo>
                <a:lnTo>
                  <a:pt x="2431211" y="1535353"/>
                </a:lnTo>
                <a:lnTo>
                  <a:pt x="2429345" y="1537220"/>
                </a:lnTo>
                <a:lnTo>
                  <a:pt x="2428875" y="1538338"/>
                </a:lnTo>
                <a:lnTo>
                  <a:pt x="2428875" y="1540967"/>
                </a:lnTo>
                <a:lnTo>
                  <a:pt x="2429345" y="1542084"/>
                </a:lnTo>
                <a:lnTo>
                  <a:pt x="2431211" y="1543951"/>
                </a:lnTo>
                <a:lnTo>
                  <a:pt x="2432329" y="1544408"/>
                </a:lnTo>
                <a:lnTo>
                  <a:pt x="2434958" y="1544408"/>
                </a:lnTo>
                <a:lnTo>
                  <a:pt x="2436076" y="1543951"/>
                </a:lnTo>
                <a:lnTo>
                  <a:pt x="2437942" y="1542084"/>
                </a:lnTo>
                <a:lnTo>
                  <a:pt x="2438400" y="1540967"/>
                </a:lnTo>
                <a:lnTo>
                  <a:pt x="2438400" y="1538338"/>
                </a:lnTo>
                <a:close/>
              </a:path>
              <a:path w="4819650" h="1544954">
                <a:moveTo>
                  <a:pt x="2438400" y="1026706"/>
                </a:moveTo>
                <a:lnTo>
                  <a:pt x="2437942" y="1025588"/>
                </a:lnTo>
                <a:lnTo>
                  <a:pt x="2436076" y="1023721"/>
                </a:lnTo>
                <a:lnTo>
                  <a:pt x="2434958" y="1023264"/>
                </a:lnTo>
                <a:lnTo>
                  <a:pt x="2432329" y="1023264"/>
                </a:lnTo>
                <a:lnTo>
                  <a:pt x="2431211" y="1023721"/>
                </a:lnTo>
                <a:lnTo>
                  <a:pt x="2429345" y="1025588"/>
                </a:lnTo>
                <a:lnTo>
                  <a:pt x="2428875" y="1026706"/>
                </a:lnTo>
                <a:lnTo>
                  <a:pt x="2428875" y="1029335"/>
                </a:lnTo>
                <a:lnTo>
                  <a:pt x="2429345" y="1030465"/>
                </a:lnTo>
                <a:lnTo>
                  <a:pt x="2431211" y="1032319"/>
                </a:lnTo>
                <a:lnTo>
                  <a:pt x="2432329" y="1032789"/>
                </a:lnTo>
                <a:lnTo>
                  <a:pt x="2434958" y="1032789"/>
                </a:lnTo>
                <a:lnTo>
                  <a:pt x="2436076" y="1032319"/>
                </a:lnTo>
                <a:lnTo>
                  <a:pt x="2437942" y="1030465"/>
                </a:lnTo>
                <a:lnTo>
                  <a:pt x="2438400" y="1029335"/>
                </a:lnTo>
                <a:lnTo>
                  <a:pt x="2438400" y="1026706"/>
                </a:lnTo>
                <a:close/>
              </a:path>
              <a:path w="4819650" h="1544954">
                <a:moveTo>
                  <a:pt x="2438400" y="515086"/>
                </a:moveTo>
                <a:lnTo>
                  <a:pt x="2437942" y="513956"/>
                </a:lnTo>
                <a:lnTo>
                  <a:pt x="2436076" y="512102"/>
                </a:lnTo>
                <a:lnTo>
                  <a:pt x="2434958" y="511632"/>
                </a:lnTo>
                <a:lnTo>
                  <a:pt x="2432329" y="511632"/>
                </a:lnTo>
                <a:lnTo>
                  <a:pt x="2431211" y="512102"/>
                </a:lnTo>
                <a:lnTo>
                  <a:pt x="2429345" y="513956"/>
                </a:lnTo>
                <a:lnTo>
                  <a:pt x="2428875" y="515086"/>
                </a:lnTo>
                <a:lnTo>
                  <a:pt x="2428875" y="517715"/>
                </a:lnTo>
                <a:lnTo>
                  <a:pt x="2429345" y="518833"/>
                </a:lnTo>
                <a:lnTo>
                  <a:pt x="2431211" y="520687"/>
                </a:lnTo>
                <a:lnTo>
                  <a:pt x="2432329" y="521157"/>
                </a:lnTo>
                <a:lnTo>
                  <a:pt x="2434958" y="521157"/>
                </a:lnTo>
                <a:lnTo>
                  <a:pt x="2436076" y="520687"/>
                </a:lnTo>
                <a:lnTo>
                  <a:pt x="2437942" y="518833"/>
                </a:lnTo>
                <a:lnTo>
                  <a:pt x="2438400" y="517715"/>
                </a:lnTo>
                <a:lnTo>
                  <a:pt x="2438400" y="515086"/>
                </a:lnTo>
                <a:close/>
              </a:path>
              <a:path w="4819650" h="1544954">
                <a:moveTo>
                  <a:pt x="2438400" y="3454"/>
                </a:moveTo>
                <a:lnTo>
                  <a:pt x="2437942" y="2324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24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4819650" h="1544954">
                <a:moveTo>
                  <a:pt x="2486025" y="1538338"/>
                </a:moveTo>
                <a:lnTo>
                  <a:pt x="2485567" y="1537220"/>
                </a:lnTo>
                <a:lnTo>
                  <a:pt x="2483701" y="1535353"/>
                </a:lnTo>
                <a:lnTo>
                  <a:pt x="2482583" y="1534883"/>
                </a:lnTo>
                <a:lnTo>
                  <a:pt x="2479954" y="1534883"/>
                </a:lnTo>
                <a:lnTo>
                  <a:pt x="2478836" y="1535353"/>
                </a:lnTo>
                <a:lnTo>
                  <a:pt x="2476970" y="1537220"/>
                </a:lnTo>
                <a:lnTo>
                  <a:pt x="2476500" y="1538338"/>
                </a:lnTo>
                <a:lnTo>
                  <a:pt x="2476500" y="1540967"/>
                </a:lnTo>
                <a:lnTo>
                  <a:pt x="2476970" y="1542084"/>
                </a:lnTo>
                <a:lnTo>
                  <a:pt x="2478836" y="1543951"/>
                </a:lnTo>
                <a:lnTo>
                  <a:pt x="2479954" y="1544408"/>
                </a:lnTo>
                <a:lnTo>
                  <a:pt x="2482583" y="1544408"/>
                </a:lnTo>
                <a:lnTo>
                  <a:pt x="2483701" y="1543951"/>
                </a:lnTo>
                <a:lnTo>
                  <a:pt x="2485567" y="1542084"/>
                </a:lnTo>
                <a:lnTo>
                  <a:pt x="2486025" y="1540967"/>
                </a:lnTo>
                <a:lnTo>
                  <a:pt x="2486025" y="1538338"/>
                </a:lnTo>
                <a:close/>
              </a:path>
              <a:path w="4819650" h="1544954">
                <a:moveTo>
                  <a:pt x="2486025" y="1026706"/>
                </a:moveTo>
                <a:lnTo>
                  <a:pt x="2485567" y="1025588"/>
                </a:lnTo>
                <a:lnTo>
                  <a:pt x="2483701" y="1023721"/>
                </a:lnTo>
                <a:lnTo>
                  <a:pt x="2482583" y="1023264"/>
                </a:lnTo>
                <a:lnTo>
                  <a:pt x="2479954" y="1023264"/>
                </a:lnTo>
                <a:lnTo>
                  <a:pt x="2478836" y="1023721"/>
                </a:lnTo>
                <a:lnTo>
                  <a:pt x="2476970" y="1025588"/>
                </a:lnTo>
                <a:lnTo>
                  <a:pt x="2476500" y="1026706"/>
                </a:lnTo>
                <a:lnTo>
                  <a:pt x="2476500" y="1029335"/>
                </a:lnTo>
                <a:lnTo>
                  <a:pt x="2476970" y="1030465"/>
                </a:lnTo>
                <a:lnTo>
                  <a:pt x="2478836" y="1032319"/>
                </a:lnTo>
                <a:lnTo>
                  <a:pt x="2479954" y="1032789"/>
                </a:lnTo>
                <a:lnTo>
                  <a:pt x="2482583" y="1032789"/>
                </a:lnTo>
                <a:lnTo>
                  <a:pt x="2483701" y="1032319"/>
                </a:lnTo>
                <a:lnTo>
                  <a:pt x="2485567" y="1030465"/>
                </a:lnTo>
                <a:lnTo>
                  <a:pt x="2486025" y="1029335"/>
                </a:lnTo>
                <a:lnTo>
                  <a:pt x="2486025" y="1026706"/>
                </a:lnTo>
                <a:close/>
              </a:path>
              <a:path w="4819650" h="1544954">
                <a:moveTo>
                  <a:pt x="2486025" y="515086"/>
                </a:moveTo>
                <a:lnTo>
                  <a:pt x="2485567" y="513956"/>
                </a:lnTo>
                <a:lnTo>
                  <a:pt x="2483701" y="512102"/>
                </a:lnTo>
                <a:lnTo>
                  <a:pt x="2482583" y="511632"/>
                </a:lnTo>
                <a:lnTo>
                  <a:pt x="2479954" y="511632"/>
                </a:lnTo>
                <a:lnTo>
                  <a:pt x="2478836" y="512102"/>
                </a:lnTo>
                <a:lnTo>
                  <a:pt x="2476970" y="513956"/>
                </a:lnTo>
                <a:lnTo>
                  <a:pt x="2476500" y="515086"/>
                </a:lnTo>
                <a:lnTo>
                  <a:pt x="2476500" y="517715"/>
                </a:lnTo>
                <a:lnTo>
                  <a:pt x="2476970" y="518833"/>
                </a:lnTo>
                <a:lnTo>
                  <a:pt x="2478836" y="520687"/>
                </a:lnTo>
                <a:lnTo>
                  <a:pt x="2479954" y="521157"/>
                </a:lnTo>
                <a:lnTo>
                  <a:pt x="2482583" y="521157"/>
                </a:lnTo>
                <a:lnTo>
                  <a:pt x="2483701" y="520687"/>
                </a:lnTo>
                <a:lnTo>
                  <a:pt x="2485567" y="518833"/>
                </a:lnTo>
                <a:lnTo>
                  <a:pt x="2486025" y="517715"/>
                </a:lnTo>
                <a:lnTo>
                  <a:pt x="2486025" y="515086"/>
                </a:lnTo>
                <a:close/>
              </a:path>
              <a:path w="4819650" h="1544954">
                <a:moveTo>
                  <a:pt x="2486025" y="3454"/>
                </a:moveTo>
                <a:lnTo>
                  <a:pt x="2485567" y="2324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24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4819650" h="1544954">
                <a:moveTo>
                  <a:pt x="2533650" y="1538338"/>
                </a:moveTo>
                <a:lnTo>
                  <a:pt x="2533192" y="1537220"/>
                </a:lnTo>
                <a:lnTo>
                  <a:pt x="2531326" y="1535353"/>
                </a:lnTo>
                <a:lnTo>
                  <a:pt x="2530208" y="1534883"/>
                </a:lnTo>
                <a:lnTo>
                  <a:pt x="2527579" y="1534883"/>
                </a:lnTo>
                <a:lnTo>
                  <a:pt x="2526461" y="1535353"/>
                </a:lnTo>
                <a:lnTo>
                  <a:pt x="2524595" y="1537220"/>
                </a:lnTo>
                <a:lnTo>
                  <a:pt x="2524125" y="1538338"/>
                </a:lnTo>
                <a:lnTo>
                  <a:pt x="2524125" y="1540967"/>
                </a:lnTo>
                <a:lnTo>
                  <a:pt x="2524595" y="1542084"/>
                </a:lnTo>
                <a:lnTo>
                  <a:pt x="2526461" y="1543951"/>
                </a:lnTo>
                <a:lnTo>
                  <a:pt x="2527579" y="1544408"/>
                </a:lnTo>
                <a:lnTo>
                  <a:pt x="2530208" y="1544408"/>
                </a:lnTo>
                <a:lnTo>
                  <a:pt x="2531326" y="1543951"/>
                </a:lnTo>
                <a:lnTo>
                  <a:pt x="2533192" y="1542084"/>
                </a:lnTo>
                <a:lnTo>
                  <a:pt x="2533650" y="1540967"/>
                </a:lnTo>
                <a:lnTo>
                  <a:pt x="2533650" y="1538338"/>
                </a:lnTo>
                <a:close/>
              </a:path>
              <a:path w="4819650" h="1544954">
                <a:moveTo>
                  <a:pt x="2533650" y="1026706"/>
                </a:moveTo>
                <a:lnTo>
                  <a:pt x="2533192" y="1025588"/>
                </a:lnTo>
                <a:lnTo>
                  <a:pt x="2531326" y="1023721"/>
                </a:lnTo>
                <a:lnTo>
                  <a:pt x="2530208" y="1023264"/>
                </a:lnTo>
                <a:lnTo>
                  <a:pt x="2527579" y="1023264"/>
                </a:lnTo>
                <a:lnTo>
                  <a:pt x="2526461" y="1023721"/>
                </a:lnTo>
                <a:lnTo>
                  <a:pt x="2524595" y="1025588"/>
                </a:lnTo>
                <a:lnTo>
                  <a:pt x="2524125" y="1026706"/>
                </a:lnTo>
                <a:lnTo>
                  <a:pt x="2524125" y="1029335"/>
                </a:lnTo>
                <a:lnTo>
                  <a:pt x="2524595" y="1030465"/>
                </a:lnTo>
                <a:lnTo>
                  <a:pt x="2526461" y="1032319"/>
                </a:lnTo>
                <a:lnTo>
                  <a:pt x="2527579" y="1032789"/>
                </a:lnTo>
                <a:lnTo>
                  <a:pt x="2530208" y="1032789"/>
                </a:lnTo>
                <a:lnTo>
                  <a:pt x="2531326" y="1032319"/>
                </a:lnTo>
                <a:lnTo>
                  <a:pt x="2533192" y="1030465"/>
                </a:lnTo>
                <a:lnTo>
                  <a:pt x="2533650" y="1029335"/>
                </a:lnTo>
                <a:lnTo>
                  <a:pt x="2533650" y="1026706"/>
                </a:lnTo>
                <a:close/>
              </a:path>
              <a:path w="4819650" h="1544954">
                <a:moveTo>
                  <a:pt x="2533650" y="515086"/>
                </a:moveTo>
                <a:lnTo>
                  <a:pt x="2533192" y="513956"/>
                </a:lnTo>
                <a:lnTo>
                  <a:pt x="2531326" y="512102"/>
                </a:lnTo>
                <a:lnTo>
                  <a:pt x="2530208" y="511632"/>
                </a:lnTo>
                <a:lnTo>
                  <a:pt x="2527579" y="511632"/>
                </a:lnTo>
                <a:lnTo>
                  <a:pt x="2526461" y="512102"/>
                </a:lnTo>
                <a:lnTo>
                  <a:pt x="2524595" y="513956"/>
                </a:lnTo>
                <a:lnTo>
                  <a:pt x="2524125" y="515086"/>
                </a:lnTo>
                <a:lnTo>
                  <a:pt x="2524125" y="517715"/>
                </a:lnTo>
                <a:lnTo>
                  <a:pt x="2524595" y="518833"/>
                </a:lnTo>
                <a:lnTo>
                  <a:pt x="2526461" y="520687"/>
                </a:lnTo>
                <a:lnTo>
                  <a:pt x="2527579" y="521157"/>
                </a:lnTo>
                <a:lnTo>
                  <a:pt x="2530208" y="521157"/>
                </a:lnTo>
                <a:lnTo>
                  <a:pt x="2531326" y="520687"/>
                </a:lnTo>
                <a:lnTo>
                  <a:pt x="2533192" y="518833"/>
                </a:lnTo>
                <a:lnTo>
                  <a:pt x="2533650" y="517715"/>
                </a:lnTo>
                <a:lnTo>
                  <a:pt x="2533650" y="515086"/>
                </a:lnTo>
                <a:close/>
              </a:path>
              <a:path w="4819650" h="1544954">
                <a:moveTo>
                  <a:pt x="2533650" y="3454"/>
                </a:moveTo>
                <a:lnTo>
                  <a:pt x="2533192" y="2324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24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4819650" h="1544954">
                <a:moveTo>
                  <a:pt x="2581275" y="1538338"/>
                </a:moveTo>
                <a:lnTo>
                  <a:pt x="2580817" y="1537220"/>
                </a:lnTo>
                <a:lnTo>
                  <a:pt x="2578951" y="1535353"/>
                </a:lnTo>
                <a:lnTo>
                  <a:pt x="2577833" y="1534883"/>
                </a:lnTo>
                <a:lnTo>
                  <a:pt x="2575204" y="1534883"/>
                </a:lnTo>
                <a:lnTo>
                  <a:pt x="2574086" y="1535353"/>
                </a:lnTo>
                <a:lnTo>
                  <a:pt x="2572220" y="1537220"/>
                </a:lnTo>
                <a:lnTo>
                  <a:pt x="2571750" y="1538338"/>
                </a:lnTo>
                <a:lnTo>
                  <a:pt x="2571750" y="1540967"/>
                </a:lnTo>
                <a:lnTo>
                  <a:pt x="2572220" y="1542084"/>
                </a:lnTo>
                <a:lnTo>
                  <a:pt x="2574086" y="1543951"/>
                </a:lnTo>
                <a:lnTo>
                  <a:pt x="2575204" y="1544408"/>
                </a:lnTo>
                <a:lnTo>
                  <a:pt x="2577833" y="1544408"/>
                </a:lnTo>
                <a:lnTo>
                  <a:pt x="2578951" y="1543951"/>
                </a:lnTo>
                <a:lnTo>
                  <a:pt x="2580817" y="1542084"/>
                </a:lnTo>
                <a:lnTo>
                  <a:pt x="2581275" y="1540967"/>
                </a:lnTo>
                <a:lnTo>
                  <a:pt x="2581275" y="1538338"/>
                </a:lnTo>
                <a:close/>
              </a:path>
              <a:path w="4819650" h="1544954">
                <a:moveTo>
                  <a:pt x="2581275" y="1026706"/>
                </a:moveTo>
                <a:lnTo>
                  <a:pt x="2580817" y="1025588"/>
                </a:lnTo>
                <a:lnTo>
                  <a:pt x="2578951" y="1023721"/>
                </a:lnTo>
                <a:lnTo>
                  <a:pt x="2577833" y="1023264"/>
                </a:lnTo>
                <a:lnTo>
                  <a:pt x="2575204" y="1023264"/>
                </a:lnTo>
                <a:lnTo>
                  <a:pt x="2574086" y="1023721"/>
                </a:lnTo>
                <a:lnTo>
                  <a:pt x="2572220" y="1025588"/>
                </a:lnTo>
                <a:lnTo>
                  <a:pt x="2571750" y="1026706"/>
                </a:lnTo>
                <a:lnTo>
                  <a:pt x="2571750" y="1029335"/>
                </a:lnTo>
                <a:lnTo>
                  <a:pt x="2572220" y="1030465"/>
                </a:lnTo>
                <a:lnTo>
                  <a:pt x="2574086" y="1032319"/>
                </a:lnTo>
                <a:lnTo>
                  <a:pt x="2575204" y="1032789"/>
                </a:lnTo>
                <a:lnTo>
                  <a:pt x="2577833" y="1032789"/>
                </a:lnTo>
                <a:lnTo>
                  <a:pt x="2578951" y="1032319"/>
                </a:lnTo>
                <a:lnTo>
                  <a:pt x="2580817" y="1030465"/>
                </a:lnTo>
                <a:lnTo>
                  <a:pt x="2581275" y="1029335"/>
                </a:lnTo>
                <a:lnTo>
                  <a:pt x="2581275" y="1026706"/>
                </a:lnTo>
                <a:close/>
              </a:path>
              <a:path w="4819650" h="1544954">
                <a:moveTo>
                  <a:pt x="2581275" y="515086"/>
                </a:moveTo>
                <a:lnTo>
                  <a:pt x="2580817" y="513956"/>
                </a:lnTo>
                <a:lnTo>
                  <a:pt x="2578951" y="512102"/>
                </a:lnTo>
                <a:lnTo>
                  <a:pt x="2577833" y="511632"/>
                </a:lnTo>
                <a:lnTo>
                  <a:pt x="2575204" y="511632"/>
                </a:lnTo>
                <a:lnTo>
                  <a:pt x="2574086" y="512102"/>
                </a:lnTo>
                <a:lnTo>
                  <a:pt x="2572220" y="513956"/>
                </a:lnTo>
                <a:lnTo>
                  <a:pt x="2571750" y="515086"/>
                </a:lnTo>
                <a:lnTo>
                  <a:pt x="2571750" y="517715"/>
                </a:lnTo>
                <a:lnTo>
                  <a:pt x="2572220" y="518833"/>
                </a:lnTo>
                <a:lnTo>
                  <a:pt x="2574086" y="520687"/>
                </a:lnTo>
                <a:lnTo>
                  <a:pt x="2575204" y="521157"/>
                </a:lnTo>
                <a:lnTo>
                  <a:pt x="2577833" y="521157"/>
                </a:lnTo>
                <a:lnTo>
                  <a:pt x="2578951" y="520687"/>
                </a:lnTo>
                <a:lnTo>
                  <a:pt x="2580817" y="518833"/>
                </a:lnTo>
                <a:lnTo>
                  <a:pt x="2581275" y="517715"/>
                </a:lnTo>
                <a:lnTo>
                  <a:pt x="2581275" y="515086"/>
                </a:lnTo>
                <a:close/>
              </a:path>
              <a:path w="4819650" h="1544954">
                <a:moveTo>
                  <a:pt x="2581275" y="3454"/>
                </a:moveTo>
                <a:lnTo>
                  <a:pt x="2580817" y="2324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24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4819650" h="1544954">
                <a:moveTo>
                  <a:pt x="2628900" y="1538338"/>
                </a:moveTo>
                <a:lnTo>
                  <a:pt x="2628442" y="1537220"/>
                </a:lnTo>
                <a:lnTo>
                  <a:pt x="2626576" y="1535353"/>
                </a:lnTo>
                <a:lnTo>
                  <a:pt x="2625458" y="1534883"/>
                </a:lnTo>
                <a:lnTo>
                  <a:pt x="2622829" y="1534883"/>
                </a:lnTo>
                <a:lnTo>
                  <a:pt x="2621711" y="1535353"/>
                </a:lnTo>
                <a:lnTo>
                  <a:pt x="2619845" y="1537220"/>
                </a:lnTo>
                <a:lnTo>
                  <a:pt x="2619375" y="1538338"/>
                </a:lnTo>
                <a:lnTo>
                  <a:pt x="2619375" y="1540967"/>
                </a:lnTo>
                <a:lnTo>
                  <a:pt x="2619845" y="1542084"/>
                </a:lnTo>
                <a:lnTo>
                  <a:pt x="2621711" y="1543951"/>
                </a:lnTo>
                <a:lnTo>
                  <a:pt x="2622829" y="1544408"/>
                </a:lnTo>
                <a:lnTo>
                  <a:pt x="2625458" y="1544408"/>
                </a:lnTo>
                <a:lnTo>
                  <a:pt x="2626576" y="1543951"/>
                </a:lnTo>
                <a:lnTo>
                  <a:pt x="2628442" y="1542084"/>
                </a:lnTo>
                <a:lnTo>
                  <a:pt x="2628900" y="1540967"/>
                </a:lnTo>
                <a:lnTo>
                  <a:pt x="2628900" y="1538338"/>
                </a:lnTo>
                <a:close/>
              </a:path>
              <a:path w="4819650" h="1544954">
                <a:moveTo>
                  <a:pt x="2628900" y="1026706"/>
                </a:moveTo>
                <a:lnTo>
                  <a:pt x="2628442" y="1025588"/>
                </a:lnTo>
                <a:lnTo>
                  <a:pt x="2626576" y="1023721"/>
                </a:lnTo>
                <a:lnTo>
                  <a:pt x="2625458" y="1023264"/>
                </a:lnTo>
                <a:lnTo>
                  <a:pt x="2622829" y="1023264"/>
                </a:lnTo>
                <a:lnTo>
                  <a:pt x="2621711" y="1023721"/>
                </a:lnTo>
                <a:lnTo>
                  <a:pt x="2619845" y="1025588"/>
                </a:lnTo>
                <a:lnTo>
                  <a:pt x="2619375" y="1026706"/>
                </a:lnTo>
                <a:lnTo>
                  <a:pt x="2619375" y="1029335"/>
                </a:lnTo>
                <a:lnTo>
                  <a:pt x="2619845" y="1030465"/>
                </a:lnTo>
                <a:lnTo>
                  <a:pt x="2621711" y="1032319"/>
                </a:lnTo>
                <a:lnTo>
                  <a:pt x="2622829" y="1032789"/>
                </a:lnTo>
                <a:lnTo>
                  <a:pt x="2625458" y="1032789"/>
                </a:lnTo>
                <a:lnTo>
                  <a:pt x="2626576" y="1032319"/>
                </a:lnTo>
                <a:lnTo>
                  <a:pt x="2628442" y="1030465"/>
                </a:lnTo>
                <a:lnTo>
                  <a:pt x="2628900" y="1029335"/>
                </a:lnTo>
                <a:lnTo>
                  <a:pt x="2628900" y="1026706"/>
                </a:lnTo>
                <a:close/>
              </a:path>
              <a:path w="4819650" h="1544954">
                <a:moveTo>
                  <a:pt x="2628900" y="515086"/>
                </a:moveTo>
                <a:lnTo>
                  <a:pt x="2628442" y="513956"/>
                </a:lnTo>
                <a:lnTo>
                  <a:pt x="2626576" y="512102"/>
                </a:lnTo>
                <a:lnTo>
                  <a:pt x="2625458" y="511632"/>
                </a:lnTo>
                <a:lnTo>
                  <a:pt x="2622829" y="511632"/>
                </a:lnTo>
                <a:lnTo>
                  <a:pt x="2621711" y="512102"/>
                </a:lnTo>
                <a:lnTo>
                  <a:pt x="2619845" y="513956"/>
                </a:lnTo>
                <a:lnTo>
                  <a:pt x="2619375" y="515086"/>
                </a:lnTo>
                <a:lnTo>
                  <a:pt x="2619375" y="517715"/>
                </a:lnTo>
                <a:lnTo>
                  <a:pt x="2619845" y="518833"/>
                </a:lnTo>
                <a:lnTo>
                  <a:pt x="2621711" y="520687"/>
                </a:lnTo>
                <a:lnTo>
                  <a:pt x="2622829" y="521157"/>
                </a:lnTo>
                <a:lnTo>
                  <a:pt x="2625458" y="521157"/>
                </a:lnTo>
                <a:lnTo>
                  <a:pt x="2626576" y="520687"/>
                </a:lnTo>
                <a:lnTo>
                  <a:pt x="2628442" y="518833"/>
                </a:lnTo>
                <a:lnTo>
                  <a:pt x="2628900" y="517715"/>
                </a:lnTo>
                <a:lnTo>
                  <a:pt x="2628900" y="515086"/>
                </a:lnTo>
                <a:close/>
              </a:path>
              <a:path w="4819650" h="1544954">
                <a:moveTo>
                  <a:pt x="2628900" y="3454"/>
                </a:moveTo>
                <a:lnTo>
                  <a:pt x="2628442" y="2324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24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4819650" h="1544954">
                <a:moveTo>
                  <a:pt x="2676525" y="1538338"/>
                </a:moveTo>
                <a:lnTo>
                  <a:pt x="2676067" y="1537220"/>
                </a:lnTo>
                <a:lnTo>
                  <a:pt x="2674201" y="1535353"/>
                </a:lnTo>
                <a:lnTo>
                  <a:pt x="2673083" y="1534883"/>
                </a:lnTo>
                <a:lnTo>
                  <a:pt x="2670454" y="1534883"/>
                </a:lnTo>
                <a:lnTo>
                  <a:pt x="2669336" y="1535353"/>
                </a:lnTo>
                <a:lnTo>
                  <a:pt x="2667470" y="1537220"/>
                </a:lnTo>
                <a:lnTo>
                  <a:pt x="2667000" y="1538338"/>
                </a:lnTo>
                <a:lnTo>
                  <a:pt x="2667000" y="1540967"/>
                </a:lnTo>
                <a:lnTo>
                  <a:pt x="2667470" y="1542084"/>
                </a:lnTo>
                <a:lnTo>
                  <a:pt x="2669336" y="1543951"/>
                </a:lnTo>
                <a:lnTo>
                  <a:pt x="2670454" y="1544408"/>
                </a:lnTo>
                <a:lnTo>
                  <a:pt x="2673083" y="1544408"/>
                </a:lnTo>
                <a:lnTo>
                  <a:pt x="2674201" y="1543951"/>
                </a:lnTo>
                <a:lnTo>
                  <a:pt x="2676067" y="1542084"/>
                </a:lnTo>
                <a:lnTo>
                  <a:pt x="2676525" y="1540967"/>
                </a:lnTo>
                <a:lnTo>
                  <a:pt x="2676525" y="1538338"/>
                </a:lnTo>
                <a:close/>
              </a:path>
              <a:path w="4819650" h="1544954">
                <a:moveTo>
                  <a:pt x="2676525" y="1026706"/>
                </a:moveTo>
                <a:lnTo>
                  <a:pt x="2676067" y="1025588"/>
                </a:lnTo>
                <a:lnTo>
                  <a:pt x="2674201" y="1023721"/>
                </a:lnTo>
                <a:lnTo>
                  <a:pt x="2673083" y="1023264"/>
                </a:lnTo>
                <a:lnTo>
                  <a:pt x="2670454" y="1023264"/>
                </a:lnTo>
                <a:lnTo>
                  <a:pt x="2669336" y="1023721"/>
                </a:lnTo>
                <a:lnTo>
                  <a:pt x="2667470" y="1025588"/>
                </a:lnTo>
                <a:lnTo>
                  <a:pt x="2667000" y="1026706"/>
                </a:lnTo>
                <a:lnTo>
                  <a:pt x="2667000" y="1029335"/>
                </a:lnTo>
                <a:lnTo>
                  <a:pt x="2667470" y="1030465"/>
                </a:lnTo>
                <a:lnTo>
                  <a:pt x="2669336" y="1032319"/>
                </a:lnTo>
                <a:lnTo>
                  <a:pt x="2670454" y="1032789"/>
                </a:lnTo>
                <a:lnTo>
                  <a:pt x="2673083" y="1032789"/>
                </a:lnTo>
                <a:lnTo>
                  <a:pt x="2674201" y="1032319"/>
                </a:lnTo>
                <a:lnTo>
                  <a:pt x="2676067" y="1030465"/>
                </a:lnTo>
                <a:lnTo>
                  <a:pt x="2676525" y="1029335"/>
                </a:lnTo>
                <a:lnTo>
                  <a:pt x="2676525" y="1026706"/>
                </a:lnTo>
                <a:close/>
              </a:path>
              <a:path w="4819650" h="1544954">
                <a:moveTo>
                  <a:pt x="2676525" y="515086"/>
                </a:moveTo>
                <a:lnTo>
                  <a:pt x="2676067" y="513956"/>
                </a:lnTo>
                <a:lnTo>
                  <a:pt x="2674201" y="512102"/>
                </a:lnTo>
                <a:lnTo>
                  <a:pt x="2673083" y="511632"/>
                </a:lnTo>
                <a:lnTo>
                  <a:pt x="2670454" y="511632"/>
                </a:lnTo>
                <a:lnTo>
                  <a:pt x="2669336" y="512102"/>
                </a:lnTo>
                <a:lnTo>
                  <a:pt x="2667470" y="513956"/>
                </a:lnTo>
                <a:lnTo>
                  <a:pt x="2667000" y="515086"/>
                </a:lnTo>
                <a:lnTo>
                  <a:pt x="2667000" y="517715"/>
                </a:lnTo>
                <a:lnTo>
                  <a:pt x="2667470" y="518833"/>
                </a:lnTo>
                <a:lnTo>
                  <a:pt x="2669336" y="520687"/>
                </a:lnTo>
                <a:lnTo>
                  <a:pt x="2670454" y="521157"/>
                </a:lnTo>
                <a:lnTo>
                  <a:pt x="2673083" y="521157"/>
                </a:lnTo>
                <a:lnTo>
                  <a:pt x="2674201" y="520687"/>
                </a:lnTo>
                <a:lnTo>
                  <a:pt x="2676067" y="518833"/>
                </a:lnTo>
                <a:lnTo>
                  <a:pt x="2676525" y="517715"/>
                </a:lnTo>
                <a:lnTo>
                  <a:pt x="2676525" y="515086"/>
                </a:lnTo>
                <a:close/>
              </a:path>
              <a:path w="4819650" h="1544954">
                <a:moveTo>
                  <a:pt x="2676525" y="3454"/>
                </a:moveTo>
                <a:lnTo>
                  <a:pt x="2676067" y="2324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24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4819650" h="1544954">
                <a:moveTo>
                  <a:pt x="2724150" y="1538338"/>
                </a:moveTo>
                <a:lnTo>
                  <a:pt x="2723692" y="1537220"/>
                </a:lnTo>
                <a:lnTo>
                  <a:pt x="2721826" y="1535353"/>
                </a:lnTo>
                <a:lnTo>
                  <a:pt x="2720708" y="1534883"/>
                </a:lnTo>
                <a:lnTo>
                  <a:pt x="2718079" y="1534883"/>
                </a:lnTo>
                <a:lnTo>
                  <a:pt x="2716961" y="1535353"/>
                </a:lnTo>
                <a:lnTo>
                  <a:pt x="2715095" y="1537220"/>
                </a:lnTo>
                <a:lnTo>
                  <a:pt x="2714625" y="1538338"/>
                </a:lnTo>
                <a:lnTo>
                  <a:pt x="2714625" y="1540967"/>
                </a:lnTo>
                <a:lnTo>
                  <a:pt x="2715095" y="1542084"/>
                </a:lnTo>
                <a:lnTo>
                  <a:pt x="2716961" y="1543951"/>
                </a:lnTo>
                <a:lnTo>
                  <a:pt x="2718079" y="1544408"/>
                </a:lnTo>
                <a:lnTo>
                  <a:pt x="2720708" y="1544408"/>
                </a:lnTo>
                <a:lnTo>
                  <a:pt x="2721826" y="1543951"/>
                </a:lnTo>
                <a:lnTo>
                  <a:pt x="2723692" y="1542084"/>
                </a:lnTo>
                <a:lnTo>
                  <a:pt x="2724150" y="1540967"/>
                </a:lnTo>
                <a:lnTo>
                  <a:pt x="2724150" y="1538338"/>
                </a:lnTo>
                <a:close/>
              </a:path>
              <a:path w="4819650" h="1544954">
                <a:moveTo>
                  <a:pt x="2724150" y="1026706"/>
                </a:moveTo>
                <a:lnTo>
                  <a:pt x="2723692" y="1025588"/>
                </a:lnTo>
                <a:lnTo>
                  <a:pt x="2721826" y="1023721"/>
                </a:lnTo>
                <a:lnTo>
                  <a:pt x="2720708" y="1023264"/>
                </a:lnTo>
                <a:lnTo>
                  <a:pt x="2718079" y="1023264"/>
                </a:lnTo>
                <a:lnTo>
                  <a:pt x="2716961" y="1023721"/>
                </a:lnTo>
                <a:lnTo>
                  <a:pt x="2715095" y="1025588"/>
                </a:lnTo>
                <a:lnTo>
                  <a:pt x="2714625" y="1026706"/>
                </a:lnTo>
                <a:lnTo>
                  <a:pt x="2714625" y="1029335"/>
                </a:lnTo>
                <a:lnTo>
                  <a:pt x="2715095" y="1030465"/>
                </a:lnTo>
                <a:lnTo>
                  <a:pt x="2716961" y="1032319"/>
                </a:lnTo>
                <a:lnTo>
                  <a:pt x="2718079" y="1032789"/>
                </a:lnTo>
                <a:lnTo>
                  <a:pt x="2720708" y="1032789"/>
                </a:lnTo>
                <a:lnTo>
                  <a:pt x="2721826" y="1032319"/>
                </a:lnTo>
                <a:lnTo>
                  <a:pt x="2723692" y="1030465"/>
                </a:lnTo>
                <a:lnTo>
                  <a:pt x="2724150" y="1029335"/>
                </a:lnTo>
                <a:lnTo>
                  <a:pt x="2724150" y="1026706"/>
                </a:lnTo>
                <a:close/>
              </a:path>
              <a:path w="4819650" h="1544954">
                <a:moveTo>
                  <a:pt x="2724150" y="515086"/>
                </a:moveTo>
                <a:lnTo>
                  <a:pt x="2723692" y="513956"/>
                </a:lnTo>
                <a:lnTo>
                  <a:pt x="2721826" y="512102"/>
                </a:lnTo>
                <a:lnTo>
                  <a:pt x="2720708" y="511632"/>
                </a:lnTo>
                <a:lnTo>
                  <a:pt x="2718079" y="511632"/>
                </a:lnTo>
                <a:lnTo>
                  <a:pt x="2716961" y="512102"/>
                </a:lnTo>
                <a:lnTo>
                  <a:pt x="2715095" y="513956"/>
                </a:lnTo>
                <a:lnTo>
                  <a:pt x="2714625" y="515086"/>
                </a:lnTo>
                <a:lnTo>
                  <a:pt x="2714625" y="517715"/>
                </a:lnTo>
                <a:lnTo>
                  <a:pt x="2715095" y="518833"/>
                </a:lnTo>
                <a:lnTo>
                  <a:pt x="2716961" y="520687"/>
                </a:lnTo>
                <a:lnTo>
                  <a:pt x="2718079" y="521157"/>
                </a:lnTo>
                <a:lnTo>
                  <a:pt x="2720708" y="521157"/>
                </a:lnTo>
                <a:lnTo>
                  <a:pt x="2721826" y="520687"/>
                </a:lnTo>
                <a:lnTo>
                  <a:pt x="2723692" y="518833"/>
                </a:lnTo>
                <a:lnTo>
                  <a:pt x="2724150" y="517715"/>
                </a:lnTo>
                <a:lnTo>
                  <a:pt x="2724150" y="515086"/>
                </a:lnTo>
                <a:close/>
              </a:path>
              <a:path w="4819650" h="1544954">
                <a:moveTo>
                  <a:pt x="2724150" y="3454"/>
                </a:moveTo>
                <a:lnTo>
                  <a:pt x="2723692" y="2324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24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4819650" h="1544954">
                <a:moveTo>
                  <a:pt x="2771775" y="1538338"/>
                </a:moveTo>
                <a:lnTo>
                  <a:pt x="2771317" y="1537220"/>
                </a:lnTo>
                <a:lnTo>
                  <a:pt x="2769451" y="1535353"/>
                </a:lnTo>
                <a:lnTo>
                  <a:pt x="2768333" y="1534883"/>
                </a:lnTo>
                <a:lnTo>
                  <a:pt x="2765704" y="1534883"/>
                </a:lnTo>
                <a:lnTo>
                  <a:pt x="2764586" y="1535353"/>
                </a:lnTo>
                <a:lnTo>
                  <a:pt x="2762720" y="1537220"/>
                </a:lnTo>
                <a:lnTo>
                  <a:pt x="2762250" y="1538338"/>
                </a:lnTo>
                <a:lnTo>
                  <a:pt x="2762250" y="1540967"/>
                </a:lnTo>
                <a:lnTo>
                  <a:pt x="2762720" y="1542084"/>
                </a:lnTo>
                <a:lnTo>
                  <a:pt x="2764586" y="1543951"/>
                </a:lnTo>
                <a:lnTo>
                  <a:pt x="2765704" y="1544408"/>
                </a:lnTo>
                <a:lnTo>
                  <a:pt x="2768333" y="1544408"/>
                </a:lnTo>
                <a:lnTo>
                  <a:pt x="2769451" y="1543951"/>
                </a:lnTo>
                <a:lnTo>
                  <a:pt x="2771317" y="1542084"/>
                </a:lnTo>
                <a:lnTo>
                  <a:pt x="2771775" y="1540967"/>
                </a:lnTo>
                <a:lnTo>
                  <a:pt x="2771775" y="1538338"/>
                </a:lnTo>
                <a:close/>
              </a:path>
              <a:path w="4819650" h="1544954">
                <a:moveTo>
                  <a:pt x="2771775" y="1026706"/>
                </a:moveTo>
                <a:lnTo>
                  <a:pt x="2771317" y="1025588"/>
                </a:lnTo>
                <a:lnTo>
                  <a:pt x="2769451" y="1023721"/>
                </a:lnTo>
                <a:lnTo>
                  <a:pt x="2768333" y="1023264"/>
                </a:lnTo>
                <a:lnTo>
                  <a:pt x="2765704" y="1023264"/>
                </a:lnTo>
                <a:lnTo>
                  <a:pt x="2764586" y="1023721"/>
                </a:lnTo>
                <a:lnTo>
                  <a:pt x="2762720" y="1025588"/>
                </a:lnTo>
                <a:lnTo>
                  <a:pt x="2762250" y="1026706"/>
                </a:lnTo>
                <a:lnTo>
                  <a:pt x="2762250" y="1029335"/>
                </a:lnTo>
                <a:lnTo>
                  <a:pt x="2762720" y="1030465"/>
                </a:lnTo>
                <a:lnTo>
                  <a:pt x="2764586" y="1032319"/>
                </a:lnTo>
                <a:lnTo>
                  <a:pt x="2765704" y="1032789"/>
                </a:lnTo>
                <a:lnTo>
                  <a:pt x="2768333" y="1032789"/>
                </a:lnTo>
                <a:lnTo>
                  <a:pt x="2769451" y="1032319"/>
                </a:lnTo>
                <a:lnTo>
                  <a:pt x="2771317" y="1030465"/>
                </a:lnTo>
                <a:lnTo>
                  <a:pt x="2771775" y="1029335"/>
                </a:lnTo>
                <a:lnTo>
                  <a:pt x="2771775" y="1026706"/>
                </a:lnTo>
                <a:close/>
              </a:path>
              <a:path w="4819650" h="1544954">
                <a:moveTo>
                  <a:pt x="2771775" y="515086"/>
                </a:moveTo>
                <a:lnTo>
                  <a:pt x="2771317" y="513956"/>
                </a:lnTo>
                <a:lnTo>
                  <a:pt x="2769451" y="512102"/>
                </a:lnTo>
                <a:lnTo>
                  <a:pt x="2768333" y="511632"/>
                </a:lnTo>
                <a:lnTo>
                  <a:pt x="2765704" y="511632"/>
                </a:lnTo>
                <a:lnTo>
                  <a:pt x="2764586" y="512102"/>
                </a:lnTo>
                <a:lnTo>
                  <a:pt x="2762720" y="513956"/>
                </a:lnTo>
                <a:lnTo>
                  <a:pt x="2762250" y="515086"/>
                </a:lnTo>
                <a:lnTo>
                  <a:pt x="2762250" y="517715"/>
                </a:lnTo>
                <a:lnTo>
                  <a:pt x="2762720" y="518833"/>
                </a:lnTo>
                <a:lnTo>
                  <a:pt x="2764586" y="520687"/>
                </a:lnTo>
                <a:lnTo>
                  <a:pt x="2765704" y="521157"/>
                </a:lnTo>
                <a:lnTo>
                  <a:pt x="2768333" y="521157"/>
                </a:lnTo>
                <a:lnTo>
                  <a:pt x="2769451" y="520687"/>
                </a:lnTo>
                <a:lnTo>
                  <a:pt x="2771317" y="518833"/>
                </a:lnTo>
                <a:lnTo>
                  <a:pt x="2771775" y="517715"/>
                </a:lnTo>
                <a:lnTo>
                  <a:pt x="2771775" y="515086"/>
                </a:lnTo>
                <a:close/>
              </a:path>
              <a:path w="4819650" h="1544954">
                <a:moveTo>
                  <a:pt x="2771775" y="3454"/>
                </a:moveTo>
                <a:lnTo>
                  <a:pt x="2771317" y="2324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24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4819650" h="1544954">
                <a:moveTo>
                  <a:pt x="2819400" y="1538338"/>
                </a:moveTo>
                <a:lnTo>
                  <a:pt x="2818942" y="1537220"/>
                </a:lnTo>
                <a:lnTo>
                  <a:pt x="2817076" y="1535353"/>
                </a:lnTo>
                <a:lnTo>
                  <a:pt x="2815958" y="1534883"/>
                </a:lnTo>
                <a:lnTo>
                  <a:pt x="2813329" y="1534883"/>
                </a:lnTo>
                <a:lnTo>
                  <a:pt x="2812211" y="1535353"/>
                </a:lnTo>
                <a:lnTo>
                  <a:pt x="2810345" y="1537220"/>
                </a:lnTo>
                <a:lnTo>
                  <a:pt x="2809875" y="1538338"/>
                </a:lnTo>
                <a:lnTo>
                  <a:pt x="2809875" y="1540967"/>
                </a:lnTo>
                <a:lnTo>
                  <a:pt x="2810345" y="1542084"/>
                </a:lnTo>
                <a:lnTo>
                  <a:pt x="2812211" y="1543951"/>
                </a:lnTo>
                <a:lnTo>
                  <a:pt x="2813329" y="1544408"/>
                </a:lnTo>
                <a:lnTo>
                  <a:pt x="2815958" y="1544408"/>
                </a:lnTo>
                <a:lnTo>
                  <a:pt x="2817076" y="1543951"/>
                </a:lnTo>
                <a:lnTo>
                  <a:pt x="2818942" y="1542084"/>
                </a:lnTo>
                <a:lnTo>
                  <a:pt x="2819400" y="1540967"/>
                </a:lnTo>
                <a:lnTo>
                  <a:pt x="2819400" y="1538338"/>
                </a:lnTo>
                <a:close/>
              </a:path>
              <a:path w="4819650" h="1544954">
                <a:moveTo>
                  <a:pt x="2819400" y="1026706"/>
                </a:moveTo>
                <a:lnTo>
                  <a:pt x="2818942" y="1025588"/>
                </a:lnTo>
                <a:lnTo>
                  <a:pt x="2817076" y="1023721"/>
                </a:lnTo>
                <a:lnTo>
                  <a:pt x="2815958" y="1023264"/>
                </a:lnTo>
                <a:lnTo>
                  <a:pt x="2813329" y="1023264"/>
                </a:lnTo>
                <a:lnTo>
                  <a:pt x="2812211" y="1023721"/>
                </a:lnTo>
                <a:lnTo>
                  <a:pt x="2810345" y="1025588"/>
                </a:lnTo>
                <a:lnTo>
                  <a:pt x="2809875" y="1026706"/>
                </a:lnTo>
                <a:lnTo>
                  <a:pt x="2809875" y="1029335"/>
                </a:lnTo>
                <a:lnTo>
                  <a:pt x="2810345" y="1030465"/>
                </a:lnTo>
                <a:lnTo>
                  <a:pt x="2812211" y="1032319"/>
                </a:lnTo>
                <a:lnTo>
                  <a:pt x="2813329" y="1032789"/>
                </a:lnTo>
                <a:lnTo>
                  <a:pt x="2815958" y="1032789"/>
                </a:lnTo>
                <a:lnTo>
                  <a:pt x="2817076" y="1032319"/>
                </a:lnTo>
                <a:lnTo>
                  <a:pt x="2818942" y="1030465"/>
                </a:lnTo>
                <a:lnTo>
                  <a:pt x="2819400" y="1029335"/>
                </a:lnTo>
                <a:lnTo>
                  <a:pt x="2819400" y="1026706"/>
                </a:lnTo>
                <a:close/>
              </a:path>
              <a:path w="4819650" h="1544954">
                <a:moveTo>
                  <a:pt x="2819400" y="515086"/>
                </a:moveTo>
                <a:lnTo>
                  <a:pt x="2818942" y="513956"/>
                </a:lnTo>
                <a:lnTo>
                  <a:pt x="2817076" y="512102"/>
                </a:lnTo>
                <a:lnTo>
                  <a:pt x="2815958" y="511632"/>
                </a:lnTo>
                <a:lnTo>
                  <a:pt x="2813329" y="511632"/>
                </a:lnTo>
                <a:lnTo>
                  <a:pt x="2812211" y="512102"/>
                </a:lnTo>
                <a:lnTo>
                  <a:pt x="2810345" y="513956"/>
                </a:lnTo>
                <a:lnTo>
                  <a:pt x="2809875" y="515086"/>
                </a:lnTo>
                <a:lnTo>
                  <a:pt x="2809875" y="517715"/>
                </a:lnTo>
                <a:lnTo>
                  <a:pt x="2810345" y="518833"/>
                </a:lnTo>
                <a:lnTo>
                  <a:pt x="2812211" y="520687"/>
                </a:lnTo>
                <a:lnTo>
                  <a:pt x="2813329" y="521157"/>
                </a:lnTo>
                <a:lnTo>
                  <a:pt x="2815958" y="521157"/>
                </a:lnTo>
                <a:lnTo>
                  <a:pt x="2817076" y="520687"/>
                </a:lnTo>
                <a:lnTo>
                  <a:pt x="2818942" y="518833"/>
                </a:lnTo>
                <a:lnTo>
                  <a:pt x="2819400" y="517715"/>
                </a:lnTo>
                <a:lnTo>
                  <a:pt x="2819400" y="515086"/>
                </a:lnTo>
                <a:close/>
              </a:path>
              <a:path w="4819650" h="1544954">
                <a:moveTo>
                  <a:pt x="2819400" y="3454"/>
                </a:moveTo>
                <a:lnTo>
                  <a:pt x="2818942" y="2324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24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4819650" h="1544954">
                <a:moveTo>
                  <a:pt x="2867025" y="1538338"/>
                </a:moveTo>
                <a:lnTo>
                  <a:pt x="2866567" y="1537220"/>
                </a:lnTo>
                <a:lnTo>
                  <a:pt x="2864701" y="1535353"/>
                </a:lnTo>
                <a:lnTo>
                  <a:pt x="2863583" y="1534883"/>
                </a:lnTo>
                <a:lnTo>
                  <a:pt x="2860954" y="1534883"/>
                </a:lnTo>
                <a:lnTo>
                  <a:pt x="2859836" y="1535353"/>
                </a:lnTo>
                <a:lnTo>
                  <a:pt x="2857970" y="1537220"/>
                </a:lnTo>
                <a:lnTo>
                  <a:pt x="2857500" y="1538338"/>
                </a:lnTo>
                <a:lnTo>
                  <a:pt x="2857500" y="1540967"/>
                </a:lnTo>
                <a:lnTo>
                  <a:pt x="2857970" y="1542084"/>
                </a:lnTo>
                <a:lnTo>
                  <a:pt x="2859836" y="1543951"/>
                </a:lnTo>
                <a:lnTo>
                  <a:pt x="2860954" y="1544408"/>
                </a:lnTo>
                <a:lnTo>
                  <a:pt x="2863583" y="1544408"/>
                </a:lnTo>
                <a:lnTo>
                  <a:pt x="2864701" y="1543951"/>
                </a:lnTo>
                <a:lnTo>
                  <a:pt x="2866567" y="1542084"/>
                </a:lnTo>
                <a:lnTo>
                  <a:pt x="2867025" y="1540967"/>
                </a:lnTo>
                <a:lnTo>
                  <a:pt x="2867025" y="1538338"/>
                </a:lnTo>
                <a:close/>
              </a:path>
              <a:path w="4819650" h="1544954">
                <a:moveTo>
                  <a:pt x="2867025" y="1026706"/>
                </a:moveTo>
                <a:lnTo>
                  <a:pt x="2866567" y="1025588"/>
                </a:lnTo>
                <a:lnTo>
                  <a:pt x="2864701" y="1023721"/>
                </a:lnTo>
                <a:lnTo>
                  <a:pt x="2863583" y="1023264"/>
                </a:lnTo>
                <a:lnTo>
                  <a:pt x="2860954" y="1023264"/>
                </a:lnTo>
                <a:lnTo>
                  <a:pt x="2859836" y="1023721"/>
                </a:lnTo>
                <a:lnTo>
                  <a:pt x="2857970" y="1025588"/>
                </a:lnTo>
                <a:lnTo>
                  <a:pt x="2857500" y="1026706"/>
                </a:lnTo>
                <a:lnTo>
                  <a:pt x="2857500" y="1029335"/>
                </a:lnTo>
                <a:lnTo>
                  <a:pt x="2857970" y="1030465"/>
                </a:lnTo>
                <a:lnTo>
                  <a:pt x="2859836" y="1032319"/>
                </a:lnTo>
                <a:lnTo>
                  <a:pt x="2860954" y="1032789"/>
                </a:lnTo>
                <a:lnTo>
                  <a:pt x="2863583" y="1032789"/>
                </a:lnTo>
                <a:lnTo>
                  <a:pt x="2864701" y="1032319"/>
                </a:lnTo>
                <a:lnTo>
                  <a:pt x="2866567" y="1030465"/>
                </a:lnTo>
                <a:lnTo>
                  <a:pt x="2867025" y="1029335"/>
                </a:lnTo>
                <a:lnTo>
                  <a:pt x="2867025" y="1026706"/>
                </a:lnTo>
                <a:close/>
              </a:path>
              <a:path w="4819650" h="1544954">
                <a:moveTo>
                  <a:pt x="2867025" y="515086"/>
                </a:moveTo>
                <a:lnTo>
                  <a:pt x="2866567" y="513956"/>
                </a:lnTo>
                <a:lnTo>
                  <a:pt x="2864701" y="512102"/>
                </a:lnTo>
                <a:lnTo>
                  <a:pt x="2863583" y="511632"/>
                </a:lnTo>
                <a:lnTo>
                  <a:pt x="2860954" y="511632"/>
                </a:lnTo>
                <a:lnTo>
                  <a:pt x="2859836" y="512102"/>
                </a:lnTo>
                <a:lnTo>
                  <a:pt x="2857970" y="513956"/>
                </a:lnTo>
                <a:lnTo>
                  <a:pt x="2857500" y="515086"/>
                </a:lnTo>
                <a:lnTo>
                  <a:pt x="2857500" y="517715"/>
                </a:lnTo>
                <a:lnTo>
                  <a:pt x="2857970" y="518833"/>
                </a:lnTo>
                <a:lnTo>
                  <a:pt x="2859836" y="520687"/>
                </a:lnTo>
                <a:lnTo>
                  <a:pt x="2860954" y="521157"/>
                </a:lnTo>
                <a:lnTo>
                  <a:pt x="2863583" y="521157"/>
                </a:lnTo>
                <a:lnTo>
                  <a:pt x="2864701" y="520687"/>
                </a:lnTo>
                <a:lnTo>
                  <a:pt x="2866567" y="518833"/>
                </a:lnTo>
                <a:lnTo>
                  <a:pt x="2867025" y="517715"/>
                </a:lnTo>
                <a:lnTo>
                  <a:pt x="2867025" y="515086"/>
                </a:lnTo>
                <a:close/>
              </a:path>
              <a:path w="4819650" h="1544954">
                <a:moveTo>
                  <a:pt x="2867025" y="3454"/>
                </a:moveTo>
                <a:lnTo>
                  <a:pt x="2866567" y="2324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24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4819650" h="1544954">
                <a:moveTo>
                  <a:pt x="2914650" y="1538338"/>
                </a:moveTo>
                <a:lnTo>
                  <a:pt x="2914192" y="1537220"/>
                </a:lnTo>
                <a:lnTo>
                  <a:pt x="2912326" y="1535353"/>
                </a:lnTo>
                <a:lnTo>
                  <a:pt x="2911208" y="1534883"/>
                </a:lnTo>
                <a:lnTo>
                  <a:pt x="2908579" y="1534883"/>
                </a:lnTo>
                <a:lnTo>
                  <a:pt x="2907461" y="1535353"/>
                </a:lnTo>
                <a:lnTo>
                  <a:pt x="2905595" y="1537220"/>
                </a:lnTo>
                <a:lnTo>
                  <a:pt x="2905125" y="1538338"/>
                </a:lnTo>
                <a:lnTo>
                  <a:pt x="2905125" y="1540967"/>
                </a:lnTo>
                <a:lnTo>
                  <a:pt x="2905595" y="1542084"/>
                </a:lnTo>
                <a:lnTo>
                  <a:pt x="2907461" y="1543951"/>
                </a:lnTo>
                <a:lnTo>
                  <a:pt x="2908579" y="1544408"/>
                </a:lnTo>
                <a:lnTo>
                  <a:pt x="2911208" y="1544408"/>
                </a:lnTo>
                <a:lnTo>
                  <a:pt x="2912326" y="1543951"/>
                </a:lnTo>
                <a:lnTo>
                  <a:pt x="2914192" y="1542084"/>
                </a:lnTo>
                <a:lnTo>
                  <a:pt x="2914650" y="1540967"/>
                </a:lnTo>
                <a:lnTo>
                  <a:pt x="2914650" y="1538338"/>
                </a:lnTo>
                <a:close/>
              </a:path>
              <a:path w="4819650" h="1544954">
                <a:moveTo>
                  <a:pt x="2914650" y="1026706"/>
                </a:moveTo>
                <a:lnTo>
                  <a:pt x="2914192" y="1025588"/>
                </a:lnTo>
                <a:lnTo>
                  <a:pt x="2912326" y="1023721"/>
                </a:lnTo>
                <a:lnTo>
                  <a:pt x="2911208" y="1023264"/>
                </a:lnTo>
                <a:lnTo>
                  <a:pt x="2908579" y="1023264"/>
                </a:lnTo>
                <a:lnTo>
                  <a:pt x="2907461" y="1023721"/>
                </a:lnTo>
                <a:lnTo>
                  <a:pt x="2905595" y="1025588"/>
                </a:lnTo>
                <a:lnTo>
                  <a:pt x="2905125" y="1026706"/>
                </a:lnTo>
                <a:lnTo>
                  <a:pt x="2905125" y="1029335"/>
                </a:lnTo>
                <a:lnTo>
                  <a:pt x="2905595" y="1030465"/>
                </a:lnTo>
                <a:lnTo>
                  <a:pt x="2907461" y="1032319"/>
                </a:lnTo>
                <a:lnTo>
                  <a:pt x="2908579" y="1032789"/>
                </a:lnTo>
                <a:lnTo>
                  <a:pt x="2911208" y="1032789"/>
                </a:lnTo>
                <a:lnTo>
                  <a:pt x="2912326" y="1032319"/>
                </a:lnTo>
                <a:lnTo>
                  <a:pt x="2914192" y="1030465"/>
                </a:lnTo>
                <a:lnTo>
                  <a:pt x="2914650" y="1029335"/>
                </a:lnTo>
                <a:lnTo>
                  <a:pt x="2914650" y="1026706"/>
                </a:lnTo>
                <a:close/>
              </a:path>
              <a:path w="4819650" h="1544954">
                <a:moveTo>
                  <a:pt x="2914650" y="515086"/>
                </a:moveTo>
                <a:lnTo>
                  <a:pt x="2914192" y="513956"/>
                </a:lnTo>
                <a:lnTo>
                  <a:pt x="2912326" y="512102"/>
                </a:lnTo>
                <a:lnTo>
                  <a:pt x="2911208" y="511632"/>
                </a:lnTo>
                <a:lnTo>
                  <a:pt x="2908579" y="511632"/>
                </a:lnTo>
                <a:lnTo>
                  <a:pt x="2907461" y="512102"/>
                </a:lnTo>
                <a:lnTo>
                  <a:pt x="2905595" y="513956"/>
                </a:lnTo>
                <a:lnTo>
                  <a:pt x="2905125" y="515086"/>
                </a:lnTo>
                <a:lnTo>
                  <a:pt x="2905125" y="517715"/>
                </a:lnTo>
                <a:lnTo>
                  <a:pt x="2905595" y="518833"/>
                </a:lnTo>
                <a:lnTo>
                  <a:pt x="2907461" y="520687"/>
                </a:lnTo>
                <a:lnTo>
                  <a:pt x="2908579" y="521157"/>
                </a:lnTo>
                <a:lnTo>
                  <a:pt x="2911208" y="521157"/>
                </a:lnTo>
                <a:lnTo>
                  <a:pt x="2912326" y="520687"/>
                </a:lnTo>
                <a:lnTo>
                  <a:pt x="2914192" y="518833"/>
                </a:lnTo>
                <a:lnTo>
                  <a:pt x="2914650" y="517715"/>
                </a:lnTo>
                <a:lnTo>
                  <a:pt x="2914650" y="515086"/>
                </a:lnTo>
                <a:close/>
              </a:path>
              <a:path w="4819650" h="1544954">
                <a:moveTo>
                  <a:pt x="2914650" y="3454"/>
                </a:moveTo>
                <a:lnTo>
                  <a:pt x="2914192" y="2324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24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4819650" h="1544954">
                <a:moveTo>
                  <a:pt x="2962275" y="1538338"/>
                </a:moveTo>
                <a:lnTo>
                  <a:pt x="2961817" y="1537220"/>
                </a:lnTo>
                <a:lnTo>
                  <a:pt x="2959951" y="1535353"/>
                </a:lnTo>
                <a:lnTo>
                  <a:pt x="2958833" y="1534883"/>
                </a:lnTo>
                <a:lnTo>
                  <a:pt x="2956204" y="1534883"/>
                </a:lnTo>
                <a:lnTo>
                  <a:pt x="2955086" y="1535353"/>
                </a:lnTo>
                <a:lnTo>
                  <a:pt x="2953220" y="1537220"/>
                </a:lnTo>
                <a:lnTo>
                  <a:pt x="2952750" y="1538338"/>
                </a:lnTo>
                <a:lnTo>
                  <a:pt x="2952750" y="1540967"/>
                </a:lnTo>
                <a:lnTo>
                  <a:pt x="2953220" y="1542084"/>
                </a:lnTo>
                <a:lnTo>
                  <a:pt x="2955086" y="1543951"/>
                </a:lnTo>
                <a:lnTo>
                  <a:pt x="2956204" y="1544408"/>
                </a:lnTo>
                <a:lnTo>
                  <a:pt x="2958833" y="1544408"/>
                </a:lnTo>
                <a:lnTo>
                  <a:pt x="2959951" y="1543951"/>
                </a:lnTo>
                <a:lnTo>
                  <a:pt x="2961817" y="1542084"/>
                </a:lnTo>
                <a:lnTo>
                  <a:pt x="2962275" y="1540967"/>
                </a:lnTo>
                <a:lnTo>
                  <a:pt x="2962275" y="1538338"/>
                </a:lnTo>
                <a:close/>
              </a:path>
              <a:path w="4819650" h="1544954">
                <a:moveTo>
                  <a:pt x="2962275" y="1026706"/>
                </a:moveTo>
                <a:lnTo>
                  <a:pt x="2961817" y="1025588"/>
                </a:lnTo>
                <a:lnTo>
                  <a:pt x="2959951" y="1023721"/>
                </a:lnTo>
                <a:lnTo>
                  <a:pt x="2958833" y="1023264"/>
                </a:lnTo>
                <a:lnTo>
                  <a:pt x="2956204" y="1023264"/>
                </a:lnTo>
                <a:lnTo>
                  <a:pt x="2955086" y="1023721"/>
                </a:lnTo>
                <a:lnTo>
                  <a:pt x="2953220" y="1025588"/>
                </a:lnTo>
                <a:lnTo>
                  <a:pt x="2952750" y="1026706"/>
                </a:lnTo>
                <a:lnTo>
                  <a:pt x="2952750" y="1029335"/>
                </a:lnTo>
                <a:lnTo>
                  <a:pt x="2953220" y="1030465"/>
                </a:lnTo>
                <a:lnTo>
                  <a:pt x="2955086" y="1032319"/>
                </a:lnTo>
                <a:lnTo>
                  <a:pt x="2956204" y="1032789"/>
                </a:lnTo>
                <a:lnTo>
                  <a:pt x="2958833" y="1032789"/>
                </a:lnTo>
                <a:lnTo>
                  <a:pt x="2959951" y="1032319"/>
                </a:lnTo>
                <a:lnTo>
                  <a:pt x="2961817" y="1030465"/>
                </a:lnTo>
                <a:lnTo>
                  <a:pt x="2962275" y="1029335"/>
                </a:lnTo>
                <a:lnTo>
                  <a:pt x="2962275" y="1026706"/>
                </a:lnTo>
                <a:close/>
              </a:path>
              <a:path w="4819650" h="1544954">
                <a:moveTo>
                  <a:pt x="2962275" y="515086"/>
                </a:moveTo>
                <a:lnTo>
                  <a:pt x="2961817" y="513956"/>
                </a:lnTo>
                <a:lnTo>
                  <a:pt x="2959951" y="512102"/>
                </a:lnTo>
                <a:lnTo>
                  <a:pt x="2958833" y="511632"/>
                </a:lnTo>
                <a:lnTo>
                  <a:pt x="2956204" y="511632"/>
                </a:lnTo>
                <a:lnTo>
                  <a:pt x="2955086" y="512102"/>
                </a:lnTo>
                <a:lnTo>
                  <a:pt x="2953220" y="513956"/>
                </a:lnTo>
                <a:lnTo>
                  <a:pt x="2952750" y="515086"/>
                </a:lnTo>
                <a:lnTo>
                  <a:pt x="2952750" y="517715"/>
                </a:lnTo>
                <a:lnTo>
                  <a:pt x="2953220" y="518833"/>
                </a:lnTo>
                <a:lnTo>
                  <a:pt x="2955086" y="520687"/>
                </a:lnTo>
                <a:lnTo>
                  <a:pt x="2956204" y="521157"/>
                </a:lnTo>
                <a:lnTo>
                  <a:pt x="2958833" y="521157"/>
                </a:lnTo>
                <a:lnTo>
                  <a:pt x="2959951" y="520687"/>
                </a:lnTo>
                <a:lnTo>
                  <a:pt x="2961817" y="518833"/>
                </a:lnTo>
                <a:lnTo>
                  <a:pt x="2962275" y="517715"/>
                </a:lnTo>
                <a:lnTo>
                  <a:pt x="2962275" y="515086"/>
                </a:lnTo>
                <a:close/>
              </a:path>
              <a:path w="4819650" h="1544954">
                <a:moveTo>
                  <a:pt x="2962275" y="3454"/>
                </a:moveTo>
                <a:lnTo>
                  <a:pt x="2961817" y="2324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24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4819650" h="1544954">
                <a:moveTo>
                  <a:pt x="3009900" y="1538338"/>
                </a:moveTo>
                <a:lnTo>
                  <a:pt x="3009442" y="1537220"/>
                </a:lnTo>
                <a:lnTo>
                  <a:pt x="3007576" y="1535353"/>
                </a:lnTo>
                <a:lnTo>
                  <a:pt x="3006458" y="1534883"/>
                </a:lnTo>
                <a:lnTo>
                  <a:pt x="3003829" y="1534883"/>
                </a:lnTo>
                <a:lnTo>
                  <a:pt x="3002711" y="1535353"/>
                </a:lnTo>
                <a:lnTo>
                  <a:pt x="3000845" y="1537220"/>
                </a:lnTo>
                <a:lnTo>
                  <a:pt x="3000375" y="1538338"/>
                </a:lnTo>
                <a:lnTo>
                  <a:pt x="3000375" y="1540967"/>
                </a:lnTo>
                <a:lnTo>
                  <a:pt x="3000845" y="1542084"/>
                </a:lnTo>
                <a:lnTo>
                  <a:pt x="3002711" y="1543951"/>
                </a:lnTo>
                <a:lnTo>
                  <a:pt x="3003829" y="1544408"/>
                </a:lnTo>
                <a:lnTo>
                  <a:pt x="3006458" y="1544408"/>
                </a:lnTo>
                <a:lnTo>
                  <a:pt x="3007576" y="1543951"/>
                </a:lnTo>
                <a:lnTo>
                  <a:pt x="3009442" y="1542084"/>
                </a:lnTo>
                <a:lnTo>
                  <a:pt x="3009900" y="1540967"/>
                </a:lnTo>
                <a:lnTo>
                  <a:pt x="3009900" y="1538338"/>
                </a:lnTo>
                <a:close/>
              </a:path>
              <a:path w="4819650" h="1544954">
                <a:moveTo>
                  <a:pt x="3009900" y="1026706"/>
                </a:moveTo>
                <a:lnTo>
                  <a:pt x="3009442" y="1025588"/>
                </a:lnTo>
                <a:lnTo>
                  <a:pt x="3007576" y="1023721"/>
                </a:lnTo>
                <a:lnTo>
                  <a:pt x="3006458" y="1023264"/>
                </a:lnTo>
                <a:lnTo>
                  <a:pt x="3003829" y="1023264"/>
                </a:lnTo>
                <a:lnTo>
                  <a:pt x="3002711" y="1023721"/>
                </a:lnTo>
                <a:lnTo>
                  <a:pt x="3000845" y="1025588"/>
                </a:lnTo>
                <a:lnTo>
                  <a:pt x="3000375" y="1026706"/>
                </a:lnTo>
                <a:lnTo>
                  <a:pt x="3000375" y="1029335"/>
                </a:lnTo>
                <a:lnTo>
                  <a:pt x="3000845" y="1030465"/>
                </a:lnTo>
                <a:lnTo>
                  <a:pt x="3002711" y="1032319"/>
                </a:lnTo>
                <a:lnTo>
                  <a:pt x="3003829" y="1032789"/>
                </a:lnTo>
                <a:lnTo>
                  <a:pt x="3006458" y="1032789"/>
                </a:lnTo>
                <a:lnTo>
                  <a:pt x="3007576" y="1032319"/>
                </a:lnTo>
                <a:lnTo>
                  <a:pt x="3009442" y="1030465"/>
                </a:lnTo>
                <a:lnTo>
                  <a:pt x="3009900" y="1029335"/>
                </a:lnTo>
                <a:lnTo>
                  <a:pt x="3009900" y="1026706"/>
                </a:lnTo>
                <a:close/>
              </a:path>
              <a:path w="4819650" h="1544954">
                <a:moveTo>
                  <a:pt x="3009900" y="515086"/>
                </a:moveTo>
                <a:lnTo>
                  <a:pt x="3009442" y="513956"/>
                </a:lnTo>
                <a:lnTo>
                  <a:pt x="3007576" y="512102"/>
                </a:lnTo>
                <a:lnTo>
                  <a:pt x="3006458" y="511632"/>
                </a:lnTo>
                <a:lnTo>
                  <a:pt x="3003829" y="511632"/>
                </a:lnTo>
                <a:lnTo>
                  <a:pt x="3002711" y="512102"/>
                </a:lnTo>
                <a:lnTo>
                  <a:pt x="3000845" y="513956"/>
                </a:lnTo>
                <a:lnTo>
                  <a:pt x="3000375" y="515086"/>
                </a:lnTo>
                <a:lnTo>
                  <a:pt x="3000375" y="517715"/>
                </a:lnTo>
                <a:lnTo>
                  <a:pt x="3000845" y="518833"/>
                </a:lnTo>
                <a:lnTo>
                  <a:pt x="3002711" y="520687"/>
                </a:lnTo>
                <a:lnTo>
                  <a:pt x="3003829" y="521157"/>
                </a:lnTo>
                <a:lnTo>
                  <a:pt x="3006458" y="521157"/>
                </a:lnTo>
                <a:lnTo>
                  <a:pt x="3007576" y="520687"/>
                </a:lnTo>
                <a:lnTo>
                  <a:pt x="3009442" y="518833"/>
                </a:lnTo>
                <a:lnTo>
                  <a:pt x="3009900" y="517715"/>
                </a:lnTo>
                <a:lnTo>
                  <a:pt x="3009900" y="515086"/>
                </a:lnTo>
                <a:close/>
              </a:path>
              <a:path w="4819650" h="1544954">
                <a:moveTo>
                  <a:pt x="3009900" y="3454"/>
                </a:moveTo>
                <a:lnTo>
                  <a:pt x="3009442" y="2324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24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4819650" h="1544954">
                <a:moveTo>
                  <a:pt x="3057525" y="1538338"/>
                </a:moveTo>
                <a:lnTo>
                  <a:pt x="3057067" y="1537220"/>
                </a:lnTo>
                <a:lnTo>
                  <a:pt x="3055201" y="1535353"/>
                </a:lnTo>
                <a:lnTo>
                  <a:pt x="3054083" y="1534883"/>
                </a:lnTo>
                <a:lnTo>
                  <a:pt x="3051454" y="1534883"/>
                </a:lnTo>
                <a:lnTo>
                  <a:pt x="3050336" y="1535353"/>
                </a:lnTo>
                <a:lnTo>
                  <a:pt x="3048470" y="1537220"/>
                </a:lnTo>
                <a:lnTo>
                  <a:pt x="3048000" y="1538338"/>
                </a:lnTo>
                <a:lnTo>
                  <a:pt x="3048000" y="1540967"/>
                </a:lnTo>
                <a:lnTo>
                  <a:pt x="3048470" y="1542084"/>
                </a:lnTo>
                <a:lnTo>
                  <a:pt x="3050336" y="1543951"/>
                </a:lnTo>
                <a:lnTo>
                  <a:pt x="3051454" y="1544408"/>
                </a:lnTo>
                <a:lnTo>
                  <a:pt x="3054083" y="1544408"/>
                </a:lnTo>
                <a:lnTo>
                  <a:pt x="3055201" y="1543951"/>
                </a:lnTo>
                <a:lnTo>
                  <a:pt x="3057067" y="1542084"/>
                </a:lnTo>
                <a:lnTo>
                  <a:pt x="3057525" y="1540967"/>
                </a:lnTo>
                <a:lnTo>
                  <a:pt x="3057525" y="1538338"/>
                </a:lnTo>
                <a:close/>
              </a:path>
              <a:path w="4819650" h="1544954">
                <a:moveTo>
                  <a:pt x="3057525" y="1026706"/>
                </a:moveTo>
                <a:lnTo>
                  <a:pt x="3057067" y="1025588"/>
                </a:lnTo>
                <a:lnTo>
                  <a:pt x="3055201" y="1023721"/>
                </a:lnTo>
                <a:lnTo>
                  <a:pt x="3054083" y="1023264"/>
                </a:lnTo>
                <a:lnTo>
                  <a:pt x="3051454" y="1023264"/>
                </a:lnTo>
                <a:lnTo>
                  <a:pt x="3050336" y="1023721"/>
                </a:lnTo>
                <a:lnTo>
                  <a:pt x="3048470" y="1025588"/>
                </a:lnTo>
                <a:lnTo>
                  <a:pt x="3048000" y="1026706"/>
                </a:lnTo>
                <a:lnTo>
                  <a:pt x="3048000" y="1029335"/>
                </a:lnTo>
                <a:lnTo>
                  <a:pt x="3048470" y="1030465"/>
                </a:lnTo>
                <a:lnTo>
                  <a:pt x="3050336" y="1032319"/>
                </a:lnTo>
                <a:lnTo>
                  <a:pt x="3051454" y="1032789"/>
                </a:lnTo>
                <a:lnTo>
                  <a:pt x="3054083" y="1032789"/>
                </a:lnTo>
                <a:lnTo>
                  <a:pt x="3055201" y="1032319"/>
                </a:lnTo>
                <a:lnTo>
                  <a:pt x="3057067" y="1030465"/>
                </a:lnTo>
                <a:lnTo>
                  <a:pt x="3057525" y="1029335"/>
                </a:lnTo>
                <a:lnTo>
                  <a:pt x="3057525" y="1026706"/>
                </a:lnTo>
                <a:close/>
              </a:path>
              <a:path w="4819650" h="1544954">
                <a:moveTo>
                  <a:pt x="3057525" y="515086"/>
                </a:moveTo>
                <a:lnTo>
                  <a:pt x="3057067" y="513956"/>
                </a:lnTo>
                <a:lnTo>
                  <a:pt x="3055201" y="512102"/>
                </a:lnTo>
                <a:lnTo>
                  <a:pt x="3054083" y="511632"/>
                </a:lnTo>
                <a:lnTo>
                  <a:pt x="3051454" y="511632"/>
                </a:lnTo>
                <a:lnTo>
                  <a:pt x="3050336" y="512102"/>
                </a:lnTo>
                <a:lnTo>
                  <a:pt x="3048470" y="513956"/>
                </a:lnTo>
                <a:lnTo>
                  <a:pt x="3048000" y="515086"/>
                </a:lnTo>
                <a:lnTo>
                  <a:pt x="3048000" y="517715"/>
                </a:lnTo>
                <a:lnTo>
                  <a:pt x="3048470" y="518833"/>
                </a:lnTo>
                <a:lnTo>
                  <a:pt x="3050336" y="520687"/>
                </a:lnTo>
                <a:lnTo>
                  <a:pt x="3051454" y="521157"/>
                </a:lnTo>
                <a:lnTo>
                  <a:pt x="3054083" y="521157"/>
                </a:lnTo>
                <a:lnTo>
                  <a:pt x="3055201" y="520687"/>
                </a:lnTo>
                <a:lnTo>
                  <a:pt x="3057067" y="518833"/>
                </a:lnTo>
                <a:lnTo>
                  <a:pt x="3057525" y="517715"/>
                </a:lnTo>
                <a:lnTo>
                  <a:pt x="3057525" y="515086"/>
                </a:lnTo>
                <a:close/>
              </a:path>
              <a:path w="4819650" h="1544954">
                <a:moveTo>
                  <a:pt x="3057525" y="3454"/>
                </a:moveTo>
                <a:lnTo>
                  <a:pt x="3057067" y="2324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24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4819650" h="1544954">
                <a:moveTo>
                  <a:pt x="3105150" y="1538338"/>
                </a:moveTo>
                <a:lnTo>
                  <a:pt x="3104692" y="1537220"/>
                </a:lnTo>
                <a:lnTo>
                  <a:pt x="3102826" y="1535353"/>
                </a:lnTo>
                <a:lnTo>
                  <a:pt x="3101708" y="1534883"/>
                </a:lnTo>
                <a:lnTo>
                  <a:pt x="3099079" y="1534883"/>
                </a:lnTo>
                <a:lnTo>
                  <a:pt x="3097961" y="1535353"/>
                </a:lnTo>
                <a:lnTo>
                  <a:pt x="3096095" y="1537220"/>
                </a:lnTo>
                <a:lnTo>
                  <a:pt x="3095625" y="1538338"/>
                </a:lnTo>
                <a:lnTo>
                  <a:pt x="3095625" y="1540967"/>
                </a:lnTo>
                <a:lnTo>
                  <a:pt x="3096095" y="1542084"/>
                </a:lnTo>
                <a:lnTo>
                  <a:pt x="3097961" y="1543951"/>
                </a:lnTo>
                <a:lnTo>
                  <a:pt x="3099079" y="1544408"/>
                </a:lnTo>
                <a:lnTo>
                  <a:pt x="3101708" y="1544408"/>
                </a:lnTo>
                <a:lnTo>
                  <a:pt x="3102826" y="1543951"/>
                </a:lnTo>
                <a:lnTo>
                  <a:pt x="3104692" y="1542084"/>
                </a:lnTo>
                <a:lnTo>
                  <a:pt x="3105150" y="1540967"/>
                </a:lnTo>
                <a:lnTo>
                  <a:pt x="3105150" y="1538338"/>
                </a:lnTo>
                <a:close/>
              </a:path>
              <a:path w="4819650" h="1544954">
                <a:moveTo>
                  <a:pt x="3105150" y="1026706"/>
                </a:moveTo>
                <a:lnTo>
                  <a:pt x="3104692" y="1025588"/>
                </a:lnTo>
                <a:lnTo>
                  <a:pt x="3102826" y="1023721"/>
                </a:lnTo>
                <a:lnTo>
                  <a:pt x="3101708" y="1023264"/>
                </a:lnTo>
                <a:lnTo>
                  <a:pt x="3099079" y="1023264"/>
                </a:lnTo>
                <a:lnTo>
                  <a:pt x="3097961" y="1023721"/>
                </a:lnTo>
                <a:lnTo>
                  <a:pt x="3096095" y="1025588"/>
                </a:lnTo>
                <a:lnTo>
                  <a:pt x="3095625" y="1026706"/>
                </a:lnTo>
                <a:lnTo>
                  <a:pt x="3095625" y="1029335"/>
                </a:lnTo>
                <a:lnTo>
                  <a:pt x="3096095" y="1030465"/>
                </a:lnTo>
                <a:lnTo>
                  <a:pt x="3097961" y="1032319"/>
                </a:lnTo>
                <a:lnTo>
                  <a:pt x="3099079" y="1032789"/>
                </a:lnTo>
                <a:lnTo>
                  <a:pt x="3101708" y="1032789"/>
                </a:lnTo>
                <a:lnTo>
                  <a:pt x="3102826" y="1032319"/>
                </a:lnTo>
                <a:lnTo>
                  <a:pt x="3104692" y="1030465"/>
                </a:lnTo>
                <a:lnTo>
                  <a:pt x="3105150" y="1029335"/>
                </a:lnTo>
                <a:lnTo>
                  <a:pt x="3105150" y="1026706"/>
                </a:lnTo>
                <a:close/>
              </a:path>
              <a:path w="4819650" h="1544954">
                <a:moveTo>
                  <a:pt x="3105150" y="515086"/>
                </a:moveTo>
                <a:lnTo>
                  <a:pt x="3104692" y="513956"/>
                </a:lnTo>
                <a:lnTo>
                  <a:pt x="3102826" y="512102"/>
                </a:lnTo>
                <a:lnTo>
                  <a:pt x="3101708" y="511632"/>
                </a:lnTo>
                <a:lnTo>
                  <a:pt x="3099079" y="511632"/>
                </a:lnTo>
                <a:lnTo>
                  <a:pt x="3097961" y="512102"/>
                </a:lnTo>
                <a:lnTo>
                  <a:pt x="3096095" y="513956"/>
                </a:lnTo>
                <a:lnTo>
                  <a:pt x="3095625" y="515086"/>
                </a:lnTo>
                <a:lnTo>
                  <a:pt x="3095625" y="517715"/>
                </a:lnTo>
                <a:lnTo>
                  <a:pt x="3096095" y="518833"/>
                </a:lnTo>
                <a:lnTo>
                  <a:pt x="3097961" y="520687"/>
                </a:lnTo>
                <a:lnTo>
                  <a:pt x="3099079" y="521157"/>
                </a:lnTo>
                <a:lnTo>
                  <a:pt x="3101708" y="521157"/>
                </a:lnTo>
                <a:lnTo>
                  <a:pt x="3102826" y="520687"/>
                </a:lnTo>
                <a:lnTo>
                  <a:pt x="3104692" y="518833"/>
                </a:lnTo>
                <a:lnTo>
                  <a:pt x="3105150" y="517715"/>
                </a:lnTo>
                <a:lnTo>
                  <a:pt x="3105150" y="515086"/>
                </a:lnTo>
                <a:close/>
              </a:path>
              <a:path w="4819650" h="1544954">
                <a:moveTo>
                  <a:pt x="3105150" y="3454"/>
                </a:moveTo>
                <a:lnTo>
                  <a:pt x="3104692" y="2324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24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4819650" h="1544954">
                <a:moveTo>
                  <a:pt x="3152775" y="1538338"/>
                </a:moveTo>
                <a:lnTo>
                  <a:pt x="3152317" y="1537220"/>
                </a:lnTo>
                <a:lnTo>
                  <a:pt x="3150451" y="1535353"/>
                </a:lnTo>
                <a:lnTo>
                  <a:pt x="3149333" y="1534883"/>
                </a:lnTo>
                <a:lnTo>
                  <a:pt x="3146704" y="1534883"/>
                </a:lnTo>
                <a:lnTo>
                  <a:pt x="3145586" y="1535353"/>
                </a:lnTo>
                <a:lnTo>
                  <a:pt x="3143720" y="1537220"/>
                </a:lnTo>
                <a:lnTo>
                  <a:pt x="3143250" y="1538338"/>
                </a:lnTo>
                <a:lnTo>
                  <a:pt x="3143250" y="1540967"/>
                </a:lnTo>
                <a:lnTo>
                  <a:pt x="3143720" y="1542084"/>
                </a:lnTo>
                <a:lnTo>
                  <a:pt x="3145586" y="1543951"/>
                </a:lnTo>
                <a:lnTo>
                  <a:pt x="3146704" y="1544408"/>
                </a:lnTo>
                <a:lnTo>
                  <a:pt x="3149333" y="1544408"/>
                </a:lnTo>
                <a:lnTo>
                  <a:pt x="3150451" y="1543951"/>
                </a:lnTo>
                <a:lnTo>
                  <a:pt x="3152317" y="1542084"/>
                </a:lnTo>
                <a:lnTo>
                  <a:pt x="3152775" y="1540967"/>
                </a:lnTo>
                <a:lnTo>
                  <a:pt x="3152775" y="1538338"/>
                </a:lnTo>
                <a:close/>
              </a:path>
              <a:path w="4819650" h="1544954">
                <a:moveTo>
                  <a:pt x="3152775" y="1026706"/>
                </a:moveTo>
                <a:lnTo>
                  <a:pt x="3152317" y="1025588"/>
                </a:lnTo>
                <a:lnTo>
                  <a:pt x="3150451" y="1023721"/>
                </a:lnTo>
                <a:lnTo>
                  <a:pt x="3149333" y="1023264"/>
                </a:lnTo>
                <a:lnTo>
                  <a:pt x="3146704" y="1023264"/>
                </a:lnTo>
                <a:lnTo>
                  <a:pt x="3145586" y="1023721"/>
                </a:lnTo>
                <a:lnTo>
                  <a:pt x="3143720" y="1025588"/>
                </a:lnTo>
                <a:lnTo>
                  <a:pt x="3143250" y="1026706"/>
                </a:lnTo>
                <a:lnTo>
                  <a:pt x="3143250" y="1029335"/>
                </a:lnTo>
                <a:lnTo>
                  <a:pt x="3143720" y="1030465"/>
                </a:lnTo>
                <a:lnTo>
                  <a:pt x="3145586" y="1032319"/>
                </a:lnTo>
                <a:lnTo>
                  <a:pt x="3146704" y="1032789"/>
                </a:lnTo>
                <a:lnTo>
                  <a:pt x="3149333" y="1032789"/>
                </a:lnTo>
                <a:lnTo>
                  <a:pt x="3150451" y="1032319"/>
                </a:lnTo>
                <a:lnTo>
                  <a:pt x="3152317" y="1030465"/>
                </a:lnTo>
                <a:lnTo>
                  <a:pt x="3152775" y="1029335"/>
                </a:lnTo>
                <a:lnTo>
                  <a:pt x="3152775" y="1026706"/>
                </a:lnTo>
                <a:close/>
              </a:path>
              <a:path w="4819650" h="1544954">
                <a:moveTo>
                  <a:pt x="3152775" y="515086"/>
                </a:moveTo>
                <a:lnTo>
                  <a:pt x="3152317" y="513956"/>
                </a:lnTo>
                <a:lnTo>
                  <a:pt x="3150451" y="512102"/>
                </a:lnTo>
                <a:lnTo>
                  <a:pt x="3149333" y="511632"/>
                </a:lnTo>
                <a:lnTo>
                  <a:pt x="3146704" y="511632"/>
                </a:lnTo>
                <a:lnTo>
                  <a:pt x="3145586" y="512102"/>
                </a:lnTo>
                <a:lnTo>
                  <a:pt x="3143720" y="513956"/>
                </a:lnTo>
                <a:lnTo>
                  <a:pt x="3143250" y="515086"/>
                </a:lnTo>
                <a:lnTo>
                  <a:pt x="3143250" y="517715"/>
                </a:lnTo>
                <a:lnTo>
                  <a:pt x="3143720" y="518833"/>
                </a:lnTo>
                <a:lnTo>
                  <a:pt x="3145586" y="520687"/>
                </a:lnTo>
                <a:lnTo>
                  <a:pt x="3146704" y="521157"/>
                </a:lnTo>
                <a:lnTo>
                  <a:pt x="3149333" y="521157"/>
                </a:lnTo>
                <a:lnTo>
                  <a:pt x="3150451" y="520687"/>
                </a:lnTo>
                <a:lnTo>
                  <a:pt x="3152317" y="518833"/>
                </a:lnTo>
                <a:lnTo>
                  <a:pt x="3152775" y="517715"/>
                </a:lnTo>
                <a:lnTo>
                  <a:pt x="3152775" y="515086"/>
                </a:lnTo>
                <a:close/>
              </a:path>
              <a:path w="4819650" h="1544954">
                <a:moveTo>
                  <a:pt x="3152775" y="3454"/>
                </a:moveTo>
                <a:lnTo>
                  <a:pt x="3152317" y="2324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24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4819650" h="1544954">
                <a:moveTo>
                  <a:pt x="3200400" y="1538338"/>
                </a:moveTo>
                <a:lnTo>
                  <a:pt x="3199942" y="1537220"/>
                </a:lnTo>
                <a:lnTo>
                  <a:pt x="3198076" y="1535353"/>
                </a:lnTo>
                <a:lnTo>
                  <a:pt x="3196958" y="1534883"/>
                </a:lnTo>
                <a:lnTo>
                  <a:pt x="3194329" y="1534883"/>
                </a:lnTo>
                <a:lnTo>
                  <a:pt x="3193211" y="1535353"/>
                </a:lnTo>
                <a:lnTo>
                  <a:pt x="3191345" y="1537220"/>
                </a:lnTo>
                <a:lnTo>
                  <a:pt x="3190875" y="1538338"/>
                </a:lnTo>
                <a:lnTo>
                  <a:pt x="3190875" y="1540967"/>
                </a:lnTo>
                <a:lnTo>
                  <a:pt x="3191345" y="1542084"/>
                </a:lnTo>
                <a:lnTo>
                  <a:pt x="3193211" y="1543951"/>
                </a:lnTo>
                <a:lnTo>
                  <a:pt x="3194329" y="1544408"/>
                </a:lnTo>
                <a:lnTo>
                  <a:pt x="3196958" y="1544408"/>
                </a:lnTo>
                <a:lnTo>
                  <a:pt x="3198076" y="1543951"/>
                </a:lnTo>
                <a:lnTo>
                  <a:pt x="3199942" y="1542084"/>
                </a:lnTo>
                <a:lnTo>
                  <a:pt x="3200400" y="1540967"/>
                </a:lnTo>
                <a:lnTo>
                  <a:pt x="3200400" y="1538338"/>
                </a:lnTo>
                <a:close/>
              </a:path>
              <a:path w="4819650" h="1544954">
                <a:moveTo>
                  <a:pt x="3200400" y="1026706"/>
                </a:moveTo>
                <a:lnTo>
                  <a:pt x="3199942" y="1025588"/>
                </a:lnTo>
                <a:lnTo>
                  <a:pt x="3198076" y="1023721"/>
                </a:lnTo>
                <a:lnTo>
                  <a:pt x="3196958" y="1023264"/>
                </a:lnTo>
                <a:lnTo>
                  <a:pt x="3194329" y="1023264"/>
                </a:lnTo>
                <a:lnTo>
                  <a:pt x="3193211" y="1023721"/>
                </a:lnTo>
                <a:lnTo>
                  <a:pt x="3191345" y="1025588"/>
                </a:lnTo>
                <a:lnTo>
                  <a:pt x="3190875" y="1026706"/>
                </a:lnTo>
                <a:lnTo>
                  <a:pt x="3190875" y="1029335"/>
                </a:lnTo>
                <a:lnTo>
                  <a:pt x="3191345" y="1030465"/>
                </a:lnTo>
                <a:lnTo>
                  <a:pt x="3193211" y="1032319"/>
                </a:lnTo>
                <a:lnTo>
                  <a:pt x="3194329" y="1032789"/>
                </a:lnTo>
                <a:lnTo>
                  <a:pt x="3196958" y="1032789"/>
                </a:lnTo>
                <a:lnTo>
                  <a:pt x="3198076" y="1032319"/>
                </a:lnTo>
                <a:lnTo>
                  <a:pt x="3199942" y="1030465"/>
                </a:lnTo>
                <a:lnTo>
                  <a:pt x="3200400" y="1029335"/>
                </a:lnTo>
                <a:lnTo>
                  <a:pt x="3200400" y="1026706"/>
                </a:lnTo>
                <a:close/>
              </a:path>
              <a:path w="4819650" h="1544954">
                <a:moveTo>
                  <a:pt x="3200400" y="515086"/>
                </a:moveTo>
                <a:lnTo>
                  <a:pt x="3199942" y="513956"/>
                </a:lnTo>
                <a:lnTo>
                  <a:pt x="3198076" y="512102"/>
                </a:lnTo>
                <a:lnTo>
                  <a:pt x="3196958" y="511632"/>
                </a:lnTo>
                <a:lnTo>
                  <a:pt x="3194329" y="511632"/>
                </a:lnTo>
                <a:lnTo>
                  <a:pt x="3193211" y="512102"/>
                </a:lnTo>
                <a:lnTo>
                  <a:pt x="3191345" y="513956"/>
                </a:lnTo>
                <a:lnTo>
                  <a:pt x="3190875" y="515086"/>
                </a:lnTo>
                <a:lnTo>
                  <a:pt x="3190875" y="517715"/>
                </a:lnTo>
                <a:lnTo>
                  <a:pt x="3191345" y="518833"/>
                </a:lnTo>
                <a:lnTo>
                  <a:pt x="3193211" y="520687"/>
                </a:lnTo>
                <a:lnTo>
                  <a:pt x="3194329" y="521157"/>
                </a:lnTo>
                <a:lnTo>
                  <a:pt x="3196958" y="521157"/>
                </a:lnTo>
                <a:lnTo>
                  <a:pt x="3198076" y="520687"/>
                </a:lnTo>
                <a:lnTo>
                  <a:pt x="3199942" y="518833"/>
                </a:lnTo>
                <a:lnTo>
                  <a:pt x="3200400" y="517715"/>
                </a:lnTo>
                <a:lnTo>
                  <a:pt x="3200400" y="515086"/>
                </a:lnTo>
                <a:close/>
              </a:path>
              <a:path w="4819650" h="1544954">
                <a:moveTo>
                  <a:pt x="3200400" y="3454"/>
                </a:moveTo>
                <a:lnTo>
                  <a:pt x="3199942" y="2324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211" y="469"/>
                </a:lnTo>
                <a:lnTo>
                  <a:pt x="3191345" y="2324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211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4819650" h="1544954">
                <a:moveTo>
                  <a:pt x="3248025" y="1538338"/>
                </a:moveTo>
                <a:lnTo>
                  <a:pt x="3247567" y="1537220"/>
                </a:lnTo>
                <a:lnTo>
                  <a:pt x="3245701" y="1535353"/>
                </a:lnTo>
                <a:lnTo>
                  <a:pt x="3244583" y="1534883"/>
                </a:lnTo>
                <a:lnTo>
                  <a:pt x="3241954" y="1534883"/>
                </a:lnTo>
                <a:lnTo>
                  <a:pt x="3240836" y="1535353"/>
                </a:lnTo>
                <a:lnTo>
                  <a:pt x="3238970" y="1537220"/>
                </a:lnTo>
                <a:lnTo>
                  <a:pt x="3238500" y="1538338"/>
                </a:lnTo>
                <a:lnTo>
                  <a:pt x="3238500" y="1540967"/>
                </a:lnTo>
                <a:lnTo>
                  <a:pt x="3238970" y="1542084"/>
                </a:lnTo>
                <a:lnTo>
                  <a:pt x="3240836" y="1543951"/>
                </a:lnTo>
                <a:lnTo>
                  <a:pt x="3241954" y="1544408"/>
                </a:lnTo>
                <a:lnTo>
                  <a:pt x="3244583" y="1544408"/>
                </a:lnTo>
                <a:lnTo>
                  <a:pt x="3245701" y="1543951"/>
                </a:lnTo>
                <a:lnTo>
                  <a:pt x="3247567" y="1542084"/>
                </a:lnTo>
                <a:lnTo>
                  <a:pt x="3248025" y="1540967"/>
                </a:lnTo>
                <a:lnTo>
                  <a:pt x="3248025" y="1538338"/>
                </a:lnTo>
                <a:close/>
              </a:path>
              <a:path w="4819650" h="1544954">
                <a:moveTo>
                  <a:pt x="3248025" y="1026706"/>
                </a:moveTo>
                <a:lnTo>
                  <a:pt x="3247567" y="1025588"/>
                </a:lnTo>
                <a:lnTo>
                  <a:pt x="3245701" y="1023721"/>
                </a:lnTo>
                <a:lnTo>
                  <a:pt x="3244583" y="1023264"/>
                </a:lnTo>
                <a:lnTo>
                  <a:pt x="3241954" y="1023264"/>
                </a:lnTo>
                <a:lnTo>
                  <a:pt x="3240836" y="1023721"/>
                </a:lnTo>
                <a:lnTo>
                  <a:pt x="3238970" y="1025588"/>
                </a:lnTo>
                <a:lnTo>
                  <a:pt x="3238500" y="1026706"/>
                </a:lnTo>
                <a:lnTo>
                  <a:pt x="3238500" y="1029335"/>
                </a:lnTo>
                <a:lnTo>
                  <a:pt x="3238970" y="1030465"/>
                </a:lnTo>
                <a:lnTo>
                  <a:pt x="3240836" y="1032319"/>
                </a:lnTo>
                <a:lnTo>
                  <a:pt x="3241954" y="1032789"/>
                </a:lnTo>
                <a:lnTo>
                  <a:pt x="3244583" y="1032789"/>
                </a:lnTo>
                <a:lnTo>
                  <a:pt x="3245701" y="1032319"/>
                </a:lnTo>
                <a:lnTo>
                  <a:pt x="3247567" y="1030465"/>
                </a:lnTo>
                <a:lnTo>
                  <a:pt x="3248025" y="1029335"/>
                </a:lnTo>
                <a:lnTo>
                  <a:pt x="3248025" y="1026706"/>
                </a:lnTo>
                <a:close/>
              </a:path>
              <a:path w="4819650" h="1544954">
                <a:moveTo>
                  <a:pt x="3248025" y="515086"/>
                </a:moveTo>
                <a:lnTo>
                  <a:pt x="3247567" y="513956"/>
                </a:lnTo>
                <a:lnTo>
                  <a:pt x="3245701" y="512102"/>
                </a:lnTo>
                <a:lnTo>
                  <a:pt x="3244583" y="511632"/>
                </a:lnTo>
                <a:lnTo>
                  <a:pt x="3241954" y="511632"/>
                </a:lnTo>
                <a:lnTo>
                  <a:pt x="3240836" y="512102"/>
                </a:lnTo>
                <a:lnTo>
                  <a:pt x="3238970" y="513956"/>
                </a:lnTo>
                <a:lnTo>
                  <a:pt x="3238500" y="515086"/>
                </a:lnTo>
                <a:lnTo>
                  <a:pt x="3238500" y="517715"/>
                </a:lnTo>
                <a:lnTo>
                  <a:pt x="3238970" y="518833"/>
                </a:lnTo>
                <a:lnTo>
                  <a:pt x="3240836" y="520687"/>
                </a:lnTo>
                <a:lnTo>
                  <a:pt x="3241954" y="521157"/>
                </a:lnTo>
                <a:lnTo>
                  <a:pt x="3244583" y="521157"/>
                </a:lnTo>
                <a:lnTo>
                  <a:pt x="3245701" y="520687"/>
                </a:lnTo>
                <a:lnTo>
                  <a:pt x="3247567" y="518833"/>
                </a:lnTo>
                <a:lnTo>
                  <a:pt x="3248025" y="517715"/>
                </a:lnTo>
                <a:lnTo>
                  <a:pt x="3248025" y="515086"/>
                </a:lnTo>
                <a:close/>
              </a:path>
              <a:path w="4819650" h="1544954">
                <a:moveTo>
                  <a:pt x="3248025" y="3454"/>
                </a:moveTo>
                <a:lnTo>
                  <a:pt x="3247567" y="2324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36" y="469"/>
                </a:lnTo>
                <a:lnTo>
                  <a:pt x="3238970" y="2324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36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4819650" h="1544954">
                <a:moveTo>
                  <a:pt x="3295650" y="1538338"/>
                </a:moveTo>
                <a:lnTo>
                  <a:pt x="3295192" y="1537220"/>
                </a:lnTo>
                <a:lnTo>
                  <a:pt x="3293326" y="1535353"/>
                </a:lnTo>
                <a:lnTo>
                  <a:pt x="3292208" y="1534883"/>
                </a:lnTo>
                <a:lnTo>
                  <a:pt x="3289579" y="1534883"/>
                </a:lnTo>
                <a:lnTo>
                  <a:pt x="3288461" y="1535353"/>
                </a:lnTo>
                <a:lnTo>
                  <a:pt x="3286595" y="1537220"/>
                </a:lnTo>
                <a:lnTo>
                  <a:pt x="3286125" y="1538338"/>
                </a:lnTo>
                <a:lnTo>
                  <a:pt x="3286125" y="1540967"/>
                </a:lnTo>
                <a:lnTo>
                  <a:pt x="3286595" y="1542084"/>
                </a:lnTo>
                <a:lnTo>
                  <a:pt x="3288461" y="1543951"/>
                </a:lnTo>
                <a:lnTo>
                  <a:pt x="3289579" y="1544408"/>
                </a:lnTo>
                <a:lnTo>
                  <a:pt x="3292208" y="1544408"/>
                </a:lnTo>
                <a:lnTo>
                  <a:pt x="3293326" y="1543951"/>
                </a:lnTo>
                <a:lnTo>
                  <a:pt x="3295192" y="1542084"/>
                </a:lnTo>
                <a:lnTo>
                  <a:pt x="3295650" y="1540967"/>
                </a:lnTo>
                <a:lnTo>
                  <a:pt x="3295650" y="1538338"/>
                </a:lnTo>
                <a:close/>
              </a:path>
              <a:path w="4819650" h="1544954">
                <a:moveTo>
                  <a:pt x="3295650" y="1026706"/>
                </a:moveTo>
                <a:lnTo>
                  <a:pt x="3295192" y="1025588"/>
                </a:lnTo>
                <a:lnTo>
                  <a:pt x="3293326" y="1023721"/>
                </a:lnTo>
                <a:lnTo>
                  <a:pt x="3292208" y="1023264"/>
                </a:lnTo>
                <a:lnTo>
                  <a:pt x="3289579" y="1023264"/>
                </a:lnTo>
                <a:lnTo>
                  <a:pt x="3288461" y="1023721"/>
                </a:lnTo>
                <a:lnTo>
                  <a:pt x="3286595" y="1025588"/>
                </a:lnTo>
                <a:lnTo>
                  <a:pt x="3286125" y="1026706"/>
                </a:lnTo>
                <a:lnTo>
                  <a:pt x="3286125" y="1029335"/>
                </a:lnTo>
                <a:lnTo>
                  <a:pt x="3286595" y="1030465"/>
                </a:lnTo>
                <a:lnTo>
                  <a:pt x="3288461" y="1032319"/>
                </a:lnTo>
                <a:lnTo>
                  <a:pt x="3289579" y="1032789"/>
                </a:lnTo>
                <a:lnTo>
                  <a:pt x="3292208" y="1032789"/>
                </a:lnTo>
                <a:lnTo>
                  <a:pt x="3293326" y="1032319"/>
                </a:lnTo>
                <a:lnTo>
                  <a:pt x="3295192" y="1030465"/>
                </a:lnTo>
                <a:lnTo>
                  <a:pt x="3295650" y="1029335"/>
                </a:lnTo>
                <a:lnTo>
                  <a:pt x="3295650" y="1026706"/>
                </a:lnTo>
                <a:close/>
              </a:path>
              <a:path w="4819650" h="1544954">
                <a:moveTo>
                  <a:pt x="3295650" y="515086"/>
                </a:moveTo>
                <a:lnTo>
                  <a:pt x="3295192" y="513956"/>
                </a:lnTo>
                <a:lnTo>
                  <a:pt x="3293326" y="512102"/>
                </a:lnTo>
                <a:lnTo>
                  <a:pt x="3292208" y="511632"/>
                </a:lnTo>
                <a:lnTo>
                  <a:pt x="3289579" y="511632"/>
                </a:lnTo>
                <a:lnTo>
                  <a:pt x="3288461" y="512102"/>
                </a:lnTo>
                <a:lnTo>
                  <a:pt x="3286595" y="513956"/>
                </a:lnTo>
                <a:lnTo>
                  <a:pt x="3286125" y="515086"/>
                </a:lnTo>
                <a:lnTo>
                  <a:pt x="3286125" y="517715"/>
                </a:lnTo>
                <a:lnTo>
                  <a:pt x="3286595" y="518833"/>
                </a:lnTo>
                <a:lnTo>
                  <a:pt x="3288461" y="520687"/>
                </a:lnTo>
                <a:lnTo>
                  <a:pt x="3289579" y="521157"/>
                </a:lnTo>
                <a:lnTo>
                  <a:pt x="3292208" y="521157"/>
                </a:lnTo>
                <a:lnTo>
                  <a:pt x="3293326" y="520687"/>
                </a:lnTo>
                <a:lnTo>
                  <a:pt x="3295192" y="518833"/>
                </a:lnTo>
                <a:lnTo>
                  <a:pt x="3295650" y="517715"/>
                </a:lnTo>
                <a:lnTo>
                  <a:pt x="3295650" y="515086"/>
                </a:lnTo>
                <a:close/>
              </a:path>
              <a:path w="4819650" h="1544954">
                <a:moveTo>
                  <a:pt x="3295650" y="3454"/>
                </a:moveTo>
                <a:lnTo>
                  <a:pt x="3295192" y="2324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61" y="469"/>
                </a:lnTo>
                <a:lnTo>
                  <a:pt x="3286595" y="2324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61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4819650" h="1544954">
                <a:moveTo>
                  <a:pt x="3343275" y="1538338"/>
                </a:moveTo>
                <a:lnTo>
                  <a:pt x="3342817" y="1537220"/>
                </a:lnTo>
                <a:lnTo>
                  <a:pt x="3340951" y="1535353"/>
                </a:lnTo>
                <a:lnTo>
                  <a:pt x="3339833" y="1534883"/>
                </a:lnTo>
                <a:lnTo>
                  <a:pt x="3337204" y="1534883"/>
                </a:lnTo>
                <a:lnTo>
                  <a:pt x="3336074" y="1535353"/>
                </a:lnTo>
                <a:lnTo>
                  <a:pt x="3334220" y="1537220"/>
                </a:lnTo>
                <a:lnTo>
                  <a:pt x="3333750" y="1538338"/>
                </a:lnTo>
                <a:lnTo>
                  <a:pt x="3333750" y="1540967"/>
                </a:lnTo>
                <a:lnTo>
                  <a:pt x="3334220" y="1542084"/>
                </a:lnTo>
                <a:lnTo>
                  <a:pt x="3336074" y="1543951"/>
                </a:lnTo>
                <a:lnTo>
                  <a:pt x="3337204" y="1544408"/>
                </a:lnTo>
                <a:lnTo>
                  <a:pt x="3339833" y="1544408"/>
                </a:lnTo>
                <a:lnTo>
                  <a:pt x="3340951" y="1543951"/>
                </a:lnTo>
                <a:lnTo>
                  <a:pt x="3342817" y="1542084"/>
                </a:lnTo>
                <a:lnTo>
                  <a:pt x="3343275" y="1540967"/>
                </a:lnTo>
                <a:lnTo>
                  <a:pt x="3343275" y="1538338"/>
                </a:lnTo>
                <a:close/>
              </a:path>
              <a:path w="4819650" h="1544954">
                <a:moveTo>
                  <a:pt x="3343275" y="1026706"/>
                </a:moveTo>
                <a:lnTo>
                  <a:pt x="3342817" y="1025588"/>
                </a:lnTo>
                <a:lnTo>
                  <a:pt x="3340951" y="1023721"/>
                </a:lnTo>
                <a:lnTo>
                  <a:pt x="3339833" y="1023264"/>
                </a:lnTo>
                <a:lnTo>
                  <a:pt x="3337204" y="1023264"/>
                </a:lnTo>
                <a:lnTo>
                  <a:pt x="3336074" y="1023721"/>
                </a:lnTo>
                <a:lnTo>
                  <a:pt x="3334220" y="1025588"/>
                </a:lnTo>
                <a:lnTo>
                  <a:pt x="3333750" y="1026706"/>
                </a:lnTo>
                <a:lnTo>
                  <a:pt x="3333750" y="1029335"/>
                </a:lnTo>
                <a:lnTo>
                  <a:pt x="3334220" y="1030465"/>
                </a:lnTo>
                <a:lnTo>
                  <a:pt x="3336074" y="1032319"/>
                </a:lnTo>
                <a:lnTo>
                  <a:pt x="3337204" y="1032789"/>
                </a:lnTo>
                <a:lnTo>
                  <a:pt x="3339833" y="1032789"/>
                </a:lnTo>
                <a:lnTo>
                  <a:pt x="3340951" y="1032319"/>
                </a:lnTo>
                <a:lnTo>
                  <a:pt x="3342817" y="1030465"/>
                </a:lnTo>
                <a:lnTo>
                  <a:pt x="3343275" y="1029335"/>
                </a:lnTo>
                <a:lnTo>
                  <a:pt x="3343275" y="1026706"/>
                </a:lnTo>
                <a:close/>
              </a:path>
              <a:path w="4819650" h="1544954">
                <a:moveTo>
                  <a:pt x="3343275" y="515086"/>
                </a:moveTo>
                <a:lnTo>
                  <a:pt x="3342817" y="513956"/>
                </a:lnTo>
                <a:lnTo>
                  <a:pt x="3340951" y="512102"/>
                </a:lnTo>
                <a:lnTo>
                  <a:pt x="3339833" y="511632"/>
                </a:lnTo>
                <a:lnTo>
                  <a:pt x="3337204" y="511632"/>
                </a:lnTo>
                <a:lnTo>
                  <a:pt x="3336074" y="512102"/>
                </a:lnTo>
                <a:lnTo>
                  <a:pt x="3334220" y="513956"/>
                </a:lnTo>
                <a:lnTo>
                  <a:pt x="3333750" y="515086"/>
                </a:lnTo>
                <a:lnTo>
                  <a:pt x="3333750" y="517715"/>
                </a:lnTo>
                <a:lnTo>
                  <a:pt x="3334220" y="518833"/>
                </a:lnTo>
                <a:lnTo>
                  <a:pt x="3336074" y="520687"/>
                </a:lnTo>
                <a:lnTo>
                  <a:pt x="3337204" y="521157"/>
                </a:lnTo>
                <a:lnTo>
                  <a:pt x="3339833" y="521157"/>
                </a:lnTo>
                <a:lnTo>
                  <a:pt x="3340951" y="520687"/>
                </a:lnTo>
                <a:lnTo>
                  <a:pt x="3342817" y="518833"/>
                </a:lnTo>
                <a:lnTo>
                  <a:pt x="3343275" y="517715"/>
                </a:lnTo>
                <a:lnTo>
                  <a:pt x="3343275" y="515086"/>
                </a:lnTo>
                <a:close/>
              </a:path>
              <a:path w="4819650" h="1544954">
                <a:moveTo>
                  <a:pt x="3343275" y="3454"/>
                </a:moveTo>
                <a:lnTo>
                  <a:pt x="3342817" y="2324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74" y="469"/>
                </a:lnTo>
                <a:lnTo>
                  <a:pt x="3334220" y="2324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74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4819650" h="1544954">
                <a:moveTo>
                  <a:pt x="3390900" y="1538338"/>
                </a:moveTo>
                <a:lnTo>
                  <a:pt x="3390442" y="1537220"/>
                </a:lnTo>
                <a:lnTo>
                  <a:pt x="3388576" y="1535353"/>
                </a:lnTo>
                <a:lnTo>
                  <a:pt x="3387458" y="1534883"/>
                </a:lnTo>
                <a:lnTo>
                  <a:pt x="3384829" y="1534883"/>
                </a:lnTo>
                <a:lnTo>
                  <a:pt x="3383699" y="1535353"/>
                </a:lnTo>
                <a:lnTo>
                  <a:pt x="3381845" y="1537220"/>
                </a:lnTo>
                <a:lnTo>
                  <a:pt x="3381375" y="1538338"/>
                </a:lnTo>
                <a:lnTo>
                  <a:pt x="3381375" y="1540967"/>
                </a:lnTo>
                <a:lnTo>
                  <a:pt x="3381845" y="1542084"/>
                </a:lnTo>
                <a:lnTo>
                  <a:pt x="3383699" y="1543951"/>
                </a:lnTo>
                <a:lnTo>
                  <a:pt x="3384829" y="1544408"/>
                </a:lnTo>
                <a:lnTo>
                  <a:pt x="3387458" y="1544408"/>
                </a:lnTo>
                <a:lnTo>
                  <a:pt x="3388576" y="1543951"/>
                </a:lnTo>
                <a:lnTo>
                  <a:pt x="3390442" y="1542084"/>
                </a:lnTo>
                <a:lnTo>
                  <a:pt x="3390900" y="1540967"/>
                </a:lnTo>
                <a:lnTo>
                  <a:pt x="3390900" y="1538338"/>
                </a:lnTo>
                <a:close/>
              </a:path>
              <a:path w="4819650" h="1544954">
                <a:moveTo>
                  <a:pt x="3390900" y="1026706"/>
                </a:moveTo>
                <a:lnTo>
                  <a:pt x="3390442" y="1025588"/>
                </a:lnTo>
                <a:lnTo>
                  <a:pt x="3388576" y="1023721"/>
                </a:lnTo>
                <a:lnTo>
                  <a:pt x="3387458" y="1023264"/>
                </a:lnTo>
                <a:lnTo>
                  <a:pt x="3384829" y="1023264"/>
                </a:lnTo>
                <a:lnTo>
                  <a:pt x="3383699" y="1023721"/>
                </a:lnTo>
                <a:lnTo>
                  <a:pt x="3381845" y="1025588"/>
                </a:lnTo>
                <a:lnTo>
                  <a:pt x="3381375" y="1026706"/>
                </a:lnTo>
                <a:lnTo>
                  <a:pt x="3381375" y="1029335"/>
                </a:lnTo>
                <a:lnTo>
                  <a:pt x="3381845" y="1030465"/>
                </a:lnTo>
                <a:lnTo>
                  <a:pt x="3383699" y="1032319"/>
                </a:lnTo>
                <a:lnTo>
                  <a:pt x="3384829" y="1032789"/>
                </a:lnTo>
                <a:lnTo>
                  <a:pt x="3387458" y="1032789"/>
                </a:lnTo>
                <a:lnTo>
                  <a:pt x="3388576" y="1032319"/>
                </a:lnTo>
                <a:lnTo>
                  <a:pt x="3390442" y="1030465"/>
                </a:lnTo>
                <a:lnTo>
                  <a:pt x="3390900" y="1029335"/>
                </a:lnTo>
                <a:lnTo>
                  <a:pt x="3390900" y="1026706"/>
                </a:lnTo>
                <a:close/>
              </a:path>
              <a:path w="4819650" h="1544954">
                <a:moveTo>
                  <a:pt x="3390900" y="515086"/>
                </a:moveTo>
                <a:lnTo>
                  <a:pt x="3390442" y="513956"/>
                </a:lnTo>
                <a:lnTo>
                  <a:pt x="3388576" y="512102"/>
                </a:lnTo>
                <a:lnTo>
                  <a:pt x="3387458" y="511632"/>
                </a:lnTo>
                <a:lnTo>
                  <a:pt x="3384829" y="511632"/>
                </a:lnTo>
                <a:lnTo>
                  <a:pt x="3383699" y="512102"/>
                </a:lnTo>
                <a:lnTo>
                  <a:pt x="3381845" y="513956"/>
                </a:lnTo>
                <a:lnTo>
                  <a:pt x="3381375" y="515086"/>
                </a:lnTo>
                <a:lnTo>
                  <a:pt x="3381375" y="517715"/>
                </a:lnTo>
                <a:lnTo>
                  <a:pt x="3381845" y="518833"/>
                </a:lnTo>
                <a:lnTo>
                  <a:pt x="3383699" y="520687"/>
                </a:lnTo>
                <a:lnTo>
                  <a:pt x="3384829" y="521157"/>
                </a:lnTo>
                <a:lnTo>
                  <a:pt x="3387458" y="521157"/>
                </a:lnTo>
                <a:lnTo>
                  <a:pt x="3388576" y="520687"/>
                </a:lnTo>
                <a:lnTo>
                  <a:pt x="3390442" y="518833"/>
                </a:lnTo>
                <a:lnTo>
                  <a:pt x="3390900" y="517715"/>
                </a:lnTo>
                <a:lnTo>
                  <a:pt x="3390900" y="515086"/>
                </a:lnTo>
                <a:close/>
              </a:path>
              <a:path w="4819650" h="1544954">
                <a:moveTo>
                  <a:pt x="3390900" y="3454"/>
                </a:moveTo>
                <a:lnTo>
                  <a:pt x="3390442" y="2324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699" y="469"/>
                </a:lnTo>
                <a:lnTo>
                  <a:pt x="3381845" y="2324"/>
                </a:lnTo>
                <a:lnTo>
                  <a:pt x="3381375" y="3454"/>
                </a:lnTo>
                <a:lnTo>
                  <a:pt x="3381375" y="6083"/>
                </a:lnTo>
                <a:lnTo>
                  <a:pt x="3381845" y="7200"/>
                </a:lnTo>
                <a:lnTo>
                  <a:pt x="3383699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00" y="6083"/>
                </a:lnTo>
                <a:lnTo>
                  <a:pt x="3390900" y="3454"/>
                </a:lnTo>
                <a:close/>
              </a:path>
              <a:path w="4819650" h="1544954">
                <a:moveTo>
                  <a:pt x="3438525" y="1538338"/>
                </a:moveTo>
                <a:lnTo>
                  <a:pt x="3438067" y="1537220"/>
                </a:lnTo>
                <a:lnTo>
                  <a:pt x="3436201" y="1535353"/>
                </a:lnTo>
                <a:lnTo>
                  <a:pt x="3435083" y="1534883"/>
                </a:lnTo>
                <a:lnTo>
                  <a:pt x="3432454" y="1534883"/>
                </a:lnTo>
                <a:lnTo>
                  <a:pt x="3431336" y="1535353"/>
                </a:lnTo>
                <a:lnTo>
                  <a:pt x="3429470" y="1537220"/>
                </a:lnTo>
                <a:lnTo>
                  <a:pt x="3429000" y="1538338"/>
                </a:lnTo>
                <a:lnTo>
                  <a:pt x="3429000" y="1540967"/>
                </a:lnTo>
                <a:lnTo>
                  <a:pt x="3429470" y="1542084"/>
                </a:lnTo>
                <a:lnTo>
                  <a:pt x="3431336" y="1543951"/>
                </a:lnTo>
                <a:lnTo>
                  <a:pt x="3432454" y="1544408"/>
                </a:lnTo>
                <a:lnTo>
                  <a:pt x="3435083" y="1544408"/>
                </a:lnTo>
                <a:lnTo>
                  <a:pt x="3436201" y="1543951"/>
                </a:lnTo>
                <a:lnTo>
                  <a:pt x="3438067" y="1542084"/>
                </a:lnTo>
                <a:lnTo>
                  <a:pt x="3438525" y="1540967"/>
                </a:lnTo>
                <a:lnTo>
                  <a:pt x="3438525" y="1538338"/>
                </a:lnTo>
                <a:close/>
              </a:path>
              <a:path w="4819650" h="1544954">
                <a:moveTo>
                  <a:pt x="3438525" y="1026706"/>
                </a:moveTo>
                <a:lnTo>
                  <a:pt x="3438067" y="1025588"/>
                </a:lnTo>
                <a:lnTo>
                  <a:pt x="3436201" y="1023721"/>
                </a:lnTo>
                <a:lnTo>
                  <a:pt x="3435083" y="1023264"/>
                </a:lnTo>
                <a:lnTo>
                  <a:pt x="3432454" y="1023264"/>
                </a:lnTo>
                <a:lnTo>
                  <a:pt x="3431336" y="1023721"/>
                </a:lnTo>
                <a:lnTo>
                  <a:pt x="3429470" y="1025588"/>
                </a:lnTo>
                <a:lnTo>
                  <a:pt x="3429000" y="1026706"/>
                </a:lnTo>
                <a:lnTo>
                  <a:pt x="3429000" y="1029335"/>
                </a:lnTo>
                <a:lnTo>
                  <a:pt x="3429470" y="1030465"/>
                </a:lnTo>
                <a:lnTo>
                  <a:pt x="3431336" y="1032319"/>
                </a:lnTo>
                <a:lnTo>
                  <a:pt x="3432454" y="1032789"/>
                </a:lnTo>
                <a:lnTo>
                  <a:pt x="3435083" y="1032789"/>
                </a:lnTo>
                <a:lnTo>
                  <a:pt x="3436201" y="1032319"/>
                </a:lnTo>
                <a:lnTo>
                  <a:pt x="3438067" y="1030465"/>
                </a:lnTo>
                <a:lnTo>
                  <a:pt x="3438525" y="1029335"/>
                </a:lnTo>
                <a:lnTo>
                  <a:pt x="3438525" y="1026706"/>
                </a:lnTo>
                <a:close/>
              </a:path>
              <a:path w="4819650" h="1544954">
                <a:moveTo>
                  <a:pt x="3438525" y="515086"/>
                </a:moveTo>
                <a:lnTo>
                  <a:pt x="3438067" y="513956"/>
                </a:lnTo>
                <a:lnTo>
                  <a:pt x="3436201" y="512102"/>
                </a:lnTo>
                <a:lnTo>
                  <a:pt x="3435083" y="511632"/>
                </a:lnTo>
                <a:lnTo>
                  <a:pt x="3432454" y="511632"/>
                </a:lnTo>
                <a:lnTo>
                  <a:pt x="3431336" y="512102"/>
                </a:lnTo>
                <a:lnTo>
                  <a:pt x="3429470" y="513956"/>
                </a:lnTo>
                <a:lnTo>
                  <a:pt x="3429000" y="515086"/>
                </a:lnTo>
                <a:lnTo>
                  <a:pt x="3429000" y="517715"/>
                </a:lnTo>
                <a:lnTo>
                  <a:pt x="3429470" y="518833"/>
                </a:lnTo>
                <a:lnTo>
                  <a:pt x="3431336" y="520687"/>
                </a:lnTo>
                <a:lnTo>
                  <a:pt x="3432454" y="521157"/>
                </a:lnTo>
                <a:lnTo>
                  <a:pt x="3435083" y="521157"/>
                </a:lnTo>
                <a:lnTo>
                  <a:pt x="3436201" y="520687"/>
                </a:lnTo>
                <a:lnTo>
                  <a:pt x="3438067" y="518833"/>
                </a:lnTo>
                <a:lnTo>
                  <a:pt x="3438525" y="517715"/>
                </a:lnTo>
                <a:lnTo>
                  <a:pt x="3438525" y="515086"/>
                </a:lnTo>
                <a:close/>
              </a:path>
              <a:path w="4819650" h="1544954">
                <a:moveTo>
                  <a:pt x="3438525" y="3454"/>
                </a:moveTo>
                <a:lnTo>
                  <a:pt x="3438067" y="2324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36" y="469"/>
                </a:lnTo>
                <a:lnTo>
                  <a:pt x="3429470" y="2324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36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4819650" h="1544954">
                <a:moveTo>
                  <a:pt x="3486150" y="1538338"/>
                </a:moveTo>
                <a:lnTo>
                  <a:pt x="3485692" y="1537220"/>
                </a:lnTo>
                <a:lnTo>
                  <a:pt x="3483826" y="1535353"/>
                </a:lnTo>
                <a:lnTo>
                  <a:pt x="3482708" y="1534883"/>
                </a:lnTo>
                <a:lnTo>
                  <a:pt x="3480079" y="1534883"/>
                </a:lnTo>
                <a:lnTo>
                  <a:pt x="3478961" y="1535353"/>
                </a:lnTo>
                <a:lnTo>
                  <a:pt x="3477095" y="1537220"/>
                </a:lnTo>
                <a:lnTo>
                  <a:pt x="3476625" y="1538338"/>
                </a:lnTo>
                <a:lnTo>
                  <a:pt x="3476625" y="1540967"/>
                </a:lnTo>
                <a:lnTo>
                  <a:pt x="3477095" y="1542084"/>
                </a:lnTo>
                <a:lnTo>
                  <a:pt x="3478961" y="1543951"/>
                </a:lnTo>
                <a:lnTo>
                  <a:pt x="3480079" y="1544408"/>
                </a:lnTo>
                <a:lnTo>
                  <a:pt x="3482708" y="1544408"/>
                </a:lnTo>
                <a:lnTo>
                  <a:pt x="3483826" y="1543951"/>
                </a:lnTo>
                <a:lnTo>
                  <a:pt x="3485692" y="1542084"/>
                </a:lnTo>
                <a:lnTo>
                  <a:pt x="3486150" y="1540967"/>
                </a:lnTo>
                <a:lnTo>
                  <a:pt x="3486150" y="1538338"/>
                </a:lnTo>
                <a:close/>
              </a:path>
              <a:path w="4819650" h="1544954">
                <a:moveTo>
                  <a:pt x="3486150" y="1026706"/>
                </a:moveTo>
                <a:lnTo>
                  <a:pt x="3485692" y="1025588"/>
                </a:lnTo>
                <a:lnTo>
                  <a:pt x="3483826" y="1023721"/>
                </a:lnTo>
                <a:lnTo>
                  <a:pt x="3482708" y="1023264"/>
                </a:lnTo>
                <a:lnTo>
                  <a:pt x="3480079" y="1023264"/>
                </a:lnTo>
                <a:lnTo>
                  <a:pt x="3478961" y="1023721"/>
                </a:lnTo>
                <a:lnTo>
                  <a:pt x="3477095" y="1025588"/>
                </a:lnTo>
                <a:lnTo>
                  <a:pt x="3476625" y="1026706"/>
                </a:lnTo>
                <a:lnTo>
                  <a:pt x="3476625" y="1029335"/>
                </a:lnTo>
                <a:lnTo>
                  <a:pt x="3477095" y="1030465"/>
                </a:lnTo>
                <a:lnTo>
                  <a:pt x="3478961" y="1032319"/>
                </a:lnTo>
                <a:lnTo>
                  <a:pt x="3480079" y="1032789"/>
                </a:lnTo>
                <a:lnTo>
                  <a:pt x="3482708" y="1032789"/>
                </a:lnTo>
                <a:lnTo>
                  <a:pt x="3483826" y="1032319"/>
                </a:lnTo>
                <a:lnTo>
                  <a:pt x="3485692" y="1030465"/>
                </a:lnTo>
                <a:lnTo>
                  <a:pt x="3486150" y="1029335"/>
                </a:lnTo>
                <a:lnTo>
                  <a:pt x="3486150" y="1026706"/>
                </a:lnTo>
                <a:close/>
              </a:path>
              <a:path w="4819650" h="1544954">
                <a:moveTo>
                  <a:pt x="3486150" y="515086"/>
                </a:moveTo>
                <a:lnTo>
                  <a:pt x="3485692" y="513956"/>
                </a:lnTo>
                <a:lnTo>
                  <a:pt x="3483826" y="512102"/>
                </a:lnTo>
                <a:lnTo>
                  <a:pt x="3482708" y="511632"/>
                </a:lnTo>
                <a:lnTo>
                  <a:pt x="3480079" y="511632"/>
                </a:lnTo>
                <a:lnTo>
                  <a:pt x="3478961" y="512102"/>
                </a:lnTo>
                <a:lnTo>
                  <a:pt x="3477095" y="513956"/>
                </a:lnTo>
                <a:lnTo>
                  <a:pt x="3476625" y="515086"/>
                </a:lnTo>
                <a:lnTo>
                  <a:pt x="3476625" y="517715"/>
                </a:lnTo>
                <a:lnTo>
                  <a:pt x="3477095" y="518833"/>
                </a:lnTo>
                <a:lnTo>
                  <a:pt x="3478961" y="520687"/>
                </a:lnTo>
                <a:lnTo>
                  <a:pt x="3480079" y="521157"/>
                </a:lnTo>
                <a:lnTo>
                  <a:pt x="3482708" y="521157"/>
                </a:lnTo>
                <a:lnTo>
                  <a:pt x="3483826" y="520687"/>
                </a:lnTo>
                <a:lnTo>
                  <a:pt x="3485692" y="518833"/>
                </a:lnTo>
                <a:lnTo>
                  <a:pt x="3486150" y="517715"/>
                </a:lnTo>
                <a:lnTo>
                  <a:pt x="3486150" y="515086"/>
                </a:lnTo>
                <a:close/>
              </a:path>
              <a:path w="4819650" h="1544954">
                <a:moveTo>
                  <a:pt x="3486150" y="3454"/>
                </a:moveTo>
                <a:lnTo>
                  <a:pt x="3485692" y="2324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61" y="469"/>
                </a:lnTo>
                <a:lnTo>
                  <a:pt x="3477095" y="2324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61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4819650" h="1544954">
                <a:moveTo>
                  <a:pt x="3533775" y="1538338"/>
                </a:moveTo>
                <a:lnTo>
                  <a:pt x="3533317" y="1537220"/>
                </a:lnTo>
                <a:lnTo>
                  <a:pt x="3531451" y="1535353"/>
                </a:lnTo>
                <a:lnTo>
                  <a:pt x="3530333" y="1534883"/>
                </a:lnTo>
                <a:lnTo>
                  <a:pt x="3527704" y="1534883"/>
                </a:lnTo>
                <a:lnTo>
                  <a:pt x="3526586" y="1535353"/>
                </a:lnTo>
                <a:lnTo>
                  <a:pt x="3524720" y="1537220"/>
                </a:lnTo>
                <a:lnTo>
                  <a:pt x="3524250" y="1538338"/>
                </a:lnTo>
                <a:lnTo>
                  <a:pt x="3524250" y="1540967"/>
                </a:lnTo>
                <a:lnTo>
                  <a:pt x="3524720" y="1542084"/>
                </a:lnTo>
                <a:lnTo>
                  <a:pt x="3526586" y="1543951"/>
                </a:lnTo>
                <a:lnTo>
                  <a:pt x="3527704" y="1544408"/>
                </a:lnTo>
                <a:lnTo>
                  <a:pt x="3530333" y="1544408"/>
                </a:lnTo>
                <a:lnTo>
                  <a:pt x="3531451" y="1543951"/>
                </a:lnTo>
                <a:lnTo>
                  <a:pt x="3533317" y="1542084"/>
                </a:lnTo>
                <a:lnTo>
                  <a:pt x="3533775" y="1540967"/>
                </a:lnTo>
                <a:lnTo>
                  <a:pt x="3533775" y="1538338"/>
                </a:lnTo>
                <a:close/>
              </a:path>
              <a:path w="4819650" h="1544954">
                <a:moveTo>
                  <a:pt x="3533775" y="1026706"/>
                </a:moveTo>
                <a:lnTo>
                  <a:pt x="3533317" y="1025588"/>
                </a:lnTo>
                <a:lnTo>
                  <a:pt x="3531451" y="1023721"/>
                </a:lnTo>
                <a:lnTo>
                  <a:pt x="3530333" y="1023264"/>
                </a:lnTo>
                <a:lnTo>
                  <a:pt x="3527704" y="1023264"/>
                </a:lnTo>
                <a:lnTo>
                  <a:pt x="3526586" y="1023721"/>
                </a:lnTo>
                <a:lnTo>
                  <a:pt x="3524720" y="1025588"/>
                </a:lnTo>
                <a:lnTo>
                  <a:pt x="3524250" y="1026706"/>
                </a:lnTo>
                <a:lnTo>
                  <a:pt x="3524250" y="1029335"/>
                </a:lnTo>
                <a:lnTo>
                  <a:pt x="3524720" y="1030465"/>
                </a:lnTo>
                <a:lnTo>
                  <a:pt x="3526586" y="1032319"/>
                </a:lnTo>
                <a:lnTo>
                  <a:pt x="3527704" y="1032789"/>
                </a:lnTo>
                <a:lnTo>
                  <a:pt x="3530333" y="1032789"/>
                </a:lnTo>
                <a:lnTo>
                  <a:pt x="3531451" y="1032319"/>
                </a:lnTo>
                <a:lnTo>
                  <a:pt x="3533317" y="1030465"/>
                </a:lnTo>
                <a:lnTo>
                  <a:pt x="3533775" y="1029335"/>
                </a:lnTo>
                <a:lnTo>
                  <a:pt x="3533775" y="1026706"/>
                </a:lnTo>
                <a:close/>
              </a:path>
              <a:path w="4819650" h="1544954">
                <a:moveTo>
                  <a:pt x="3533775" y="515086"/>
                </a:moveTo>
                <a:lnTo>
                  <a:pt x="3533317" y="513956"/>
                </a:lnTo>
                <a:lnTo>
                  <a:pt x="3531451" y="512102"/>
                </a:lnTo>
                <a:lnTo>
                  <a:pt x="3530333" y="511632"/>
                </a:lnTo>
                <a:lnTo>
                  <a:pt x="3527704" y="511632"/>
                </a:lnTo>
                <a:lnTo>
                  <a:pt x="3526586" y="512102"/>
                </a:lnTo>
                <a:lnTo>
                  <a:pt x="3524720" y="513956"/>
                </a:lnTo>
                <a:lnTo>
                  <a:pt x="3524250" y="515086"/>
                </a:lnTo>
                <a:lnTo>
                  <a:pt x="3524250" y="517715"/>
                </a:lnTo>
                <a:lnTo>
                  <a:pt x="3524720" y="518833"/>
                </a:lnTo>
                <a:lnTo>
                  <a:pt x="3526586" y="520687"/>
                </a:lnTo>
                <a:lnTo>
                  <a:pt x="3527704" y="521157"/>
                </a:lnTo>
                <a:lnTo>
                  <a:pt x="3530333" y="521157"/>
                </a:lnTo>
                <a:lnTo>
                  <a:pt x="3531451" y="520687"/>
                </a:lnTo>
                <a:lnTo>
                  <a:pt x="3533317" y="518833"/>
                </a:lnTo>
                <a:lnTo>
                  <a:pt x="3533775" y="517715"/>
                </a:lnTo>
                <a:lnTo>
                  <a:pt x="3533775" y="515086"/>
                </a:lnTo>
                <a:close/>
              </a:path>
              <a:path w="4819650" h="1544954">
                <a:moveTo>
                  <a:pt x="3533775" y="3454"/>
                </a:moveTo>
                <a:lnTo>
                  <a:pt x="3533317" y="2324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86" y="469"/>
                </a:lnTo>
                <a:lnTo>
                  <a:pt x="3524720" y="2324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86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4819650" h="1544954">
                <a:moveTo>
                  <a:pt x="3581400" y="1538338"/>
                </a:moveTo>
                <a:lnTo>
                  <a:pt x="3580942" y="1537220"/>
                </a:lnTo>
                <a:lnTo>
                  <a:pt x="3579076" y="1535353"/>
                </a:lnTo>
                <a:lnTo>
                  <a:pt x="3577958" y="1534883"/>
                </a:lnTo>
                <a:lnTo>
                  <a:pt x="3575329" y="1534883"/>
                </a:lnTo>
                <a:lnTo>
                  <a:pt x="3574211" y="1535353"/>
                </a:lnTo>
                <a:lnTo>
                  <a:pt x="3572345" y="1537220"/>
                </a:lnTo>
                <a:lnTo>
                  <a:pt x="3571875" y="1538338"/>
                </a:lnTo>
                <a:lnTo>
                  <a:pt x="3571875" y="1540967"/>
                </a:lnTo>
                <a:lnTo>
                  <a:pt x="3572345" y="1542084"/>
                </a:lnTo>
                <a:lnTo>
                  <a:pt x="3574211" y="1543951"/>
                </a:lnTo>
                <a:lnTo>
                  <a:pt x="3575329" y="1544408"/>
                </a:lnTo>
                <a:lnTo>
                  <a:pt x="3577958" y="1544408"/>
                </a:lnTo>
                <a:lnTo>
                  <a:pt x="3579076" y="1543951"/>
                </a:lnTo>
                <a:lnTo>
                  <a:pt x="3580942" y="1542084"/>
                </a:lnTo>
                <a:lnTo>
                  <a:pt x="3581400" y="1540967"/>
                </a:lnTo>
                <a:lnTo>
                  <a:pt x="3581400" y="1538338"/>
                </a:lnTo>
                <a:close/>
              </a:path>
              <a:path w="4819650" h="1544954">
                <a:moveTo>
                  <a:pt x="3581400" y="1026706"/>
                </a:moveTo>
                <a:lnTo>
                  <a:pt x="3580942" y="1025588"/>
                </a:lnTo>
                <a:lnTo>
                  <a:pt x="3579076" y="1023721"/>
                </a:lnTo>
                <a:lnTo>
                  <a:pt x="3577958" y="1023264"/>
                </a:lnTo>
                <a:lnTo>
                  <a:pt x="3575329" y="1023264"/>
                </a:lnTo>
                <a:lnTo>
                  <a:pt x="3574211" y="1023721"/>
                </a:lnTo>
                <a:lnTo>
                  <a:pt x="3572345" y="1025588"/>
                </a:lnTo>
                <a:lnTo>
                  <a:pt x="3571875" y="1026706"/>
                </a:lnTo>
                <a:lnTo>
                  <a:pt x="3571875" y="1029335"/>
                </a:lnTo>
                <a:lnTo>
                  <a:pt x="3572345" y="1030465"/>
                </a:lnTo>
                <a:lnTo>
                  <a:pt x="3574211" y="1032319"/>
                </a:lnTo>
                <a:lnTo>
                  <a:pt x="3575329" y="1032789"/>
                </a:lnTo>
                <a:lnTo>
                  <a:pt x="3577958" y="1032789"/>
                </a:lnTo>
                <a:lnTo>
                  <a:pt x="3579076" y="1032319"/>
                </a:lnTo>
                <a:lnTo>
                  <a:pt x="3580942" y="1030465"/>
                </a:lnTo>
                <a:lnTo>
                  <a:pt x="3581400" y="1029335"/>
                </a:lnTo>
                <a:lnTo>
                  <a:pt x="3581400" y="1026706"/>
                </a:lnTo>
                <a:close/>
              </a:path>
              <a:path w="4819650" h="1544954">
                <a:moveTo>
                  <a:pt x="3581400" y="515086"/>
                </a:moveTo>
                <a:lnTo>
                  <a:pt x="3580942" y="513956"/>
                </a:lnTo>
                <a:lnTo>
                  <a:pt x="3579076" y="512102"/>
                </a:lnTo>
                <a:lnTo>
                  <a:pt x="3577958" y="511632"/>
                </a:lnTo>
                <a:lnTo>
                  <a:pt x="3575329" y="511632"/>
                </a:lnTo>
                <a:lnTo>
                  <a:pt x="3574211" y="512102"/>
                </a:lnTo>
                <a:lnTo>
                  <a:pt x="3572345" y="513956"/>
                </a:lnTo>
                <a:lnTo>
                  <a:pt x="3571875" y="515086"/>
                </a:lnTo>
                <a:lnTo>
                  <a:pt x="3571875" y="517715"/>
                </a:lnTo>
                <a:lnTo>
                  <a:pt x="3572345" y="518833"/>
                </a:lnTo>
                <a:lnTo>
                  <a:pt x="3574211" y="520687"/>
                </a:lnTo>
                <a:lnTo>
                  <a:pt x="3575329" y="521157"/>
                </a:lnTo>
                <a:lnTo>
                  <a:pt x="3577958" y="521157"/>
                </a:lnTo>
                <a:lnTo>
                  <a:pt x="3579076" y="520687"/>
                </a:lnTo>
                <a:lnTo>
                  <a:pt x="3580942" y="518833"/>
                </a:lnTo>
                <a:lnTo>
                  <a:pt x="3581400" y="517715"/>
                </a:lnTo>
                <a:lnTo>
                  <a:pt x="3581400" y="515086"/>
                </a:lnTo>
                <a:close/>
              </a:path>
              <a:path w="4819650" h="1544954">
                <a:moveTo>
                  <a:pt x="3581400" y="3454"/>
                </a:moveTo>
                <a:lnTo>
                  <a:pt x="3580942" y="2324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24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4819650" h="1544954">
                <a:moveTo>
                  <a:pt x="3629025" y="1538338"/>
                </a:moveTo>
                <a:lnTo>
                  <a:pt x="3628567" y="1537220"/>
                </a:lnTo>
                <a:lnTo>
                  <a:pt x="3626701" y="1535353"/>
                </a:lnTo>
                <a:lnTo>
                  <a:pt x="3625583" y="1534883"/>
                </a:lnTo>
                <a:lnTo>
                  <a:pt x="3622954" y="1534883"/>
                </a:lnTo>
                <a:lnTo>
                  <a:pt x="3621836" y="1535353"/>
                </a:lnTo>
                <a:lnTo>
                  <a:pt x="3619970" y="1537220"/>
                </a:lnTo>
                <a:lnTo>
                  <a:pt x="3619500" y="1538338"/>
                </a:lnTo>
                <a:lnTo>
                  <a:pt x="3619500" y="1540967"/>
                </a:lnTo>
                <a:lnTo>
                  <a:pt x="3619970" y="1542084"/>
                </a:lnTo>
                <a:lnTo>
                  <a:pt x="3621836" y="1543951"/>
                </a:lnTo>
                <a:lnTo>
                  <a:pt x="3622954" y="1544408"/>
                </a:lnTo>
                <a:lnTo>
                  <a:pt x="3625583" y="1544408"/>
                </a:lnTo>
                <a:lnTo>
                  <a:pt x="3626701" y="1543951"/>
                </a:lnTo>
                <a:lnTo>
                  <a:pt x="3628567" y="1542084"/>
                </a:lnTo>
                <a:lnTo>
                  <a:pt x="3629025" y="1540967"/>
                </a:lnTo>
                <a:lnTo>
                  <a:pt x="3629025" y="1538338"/>
                </a:lnTo>
                <a:close/>
              </a:path>
              <a:path w="4819650" h="1544954">
                <a:moveTo>
                  <a:pt x="3629025" y="1026706"/>
                </a:moveTo>
                <a:lnTo>
                  <a:pt x="3628567" y="1025588"/>
                </a:lnTo>
                <a:lnTo>
                  <a:pt x="3626701" y="1023721"/>
                </a:lnTo>
                <a:lnTo>
                  <a:pt x="3625583" y="1023264"/>
                </a:lnTo>
                <a:lnTo>
                  <a:pt x="3622954" y="1023264"/>
                </a:lnTo>
                <a:lnTo>
                  <a:pt x="3621836" y="1023721"/>
                </a:lnTo>
                <a:lnTo>
                  <a:pt x="3619970" y="1025588"/>
                </a:lnTo>
                <a:lnTo>
                  <a:pt x="3619500" y="1026706"/>
                </a:lnTo>
                <a:lnTo>
                  <a:pt x="3619500" y="1029335"/>
                </a:lnTo>
                <a:lnTo>
                  <a:pt x="3619970" y="1030465"/>
                </a:lnTo>
                <a:lnTo>
                  <a:pt x="3621836" y="1032319"/>
                </a:lnTo>
                <a:lnTo>
                  <a:pt x="3622954" y="1032789"/>
                </a:lnTo>
                <a:lnTo>
                  <a:pt x="3625583" y="1032789"/>
                </a:lnTo>
                <a:lnTo>
                  <a:pt x="3626701" y="1032319"/>
                </a:lnTo>
                <a:lnTo>
                  <a:pt x="3628567" y="1030465"/>
                </a:lnTo>
                <a:lnTo>
                  <a:pt x="3629025" y="1029335"/>
                </a:lnTo>
                <a:lnTo>
                  <a:pt x="3629025" y="1026706"/>
                </a:lnTo>
                <a:close/>
              </a:path>
              <a:path w="4819650" h="1544954">
                <a:moveTo>
                  <a:pt x="3629025" y="515086"/>
                </a:moveTo>
                <a:lnTo>
                  <a:pt x="3628567" y="513956"/>
                </a:lnTo>
                <a:lnTo>
                  <a:pt x="3626701" y="512102"/>
                </a:lnTo>
                <a:lnTo>
                  <a:pt x="3625583" y="511632"/>
                </a:lnTo>
                <a:lnTo>
                  <a:pt x="3622954" y="511632"/>
                </a:lnTo>
                <a:lnTo>
                  <a:pt x="3621836" y="512102"/>
                </a:lnTo>
                <a:lnTo>
                  <a:pt x="3619970" y="513956"/>
                </a:lnTo>
                <a:lnTo>
                  <a:pt x="3619500" y="515086"/>
                </a:lnTo>
                <a:lnTo>
                  <a:pt x="3619500" y="517715"/>
                </a:lnTo>
                <a:lnTo>
                  <a:pt x="3619970" y="518833"/>
                </a:lnTo>
                <a:lnTo>
                  <a:pt x="3621836" y="520687"/>
                </a:lnTo>
                <a:lnTo>
                  <a:pt x="3622954" y="521157"/>
                </a:lnTo>
                <a:lnTo>
                  <a:pt x="3625583" y="521157"/>
                </a:lnTo>
                <a:lnTo>
                  <a:pt x="3626701" y="520687"/>
                </a:lnTo>
                <a:lnTo>
                  <a:pt x="3628567" y="518833"/>
                </a:lnTo>
                <a:lnTo>
                  <a:pt x="3629025" y="517715"/>
                </a:lnTo>
                <a:lnTo>
                  <a:pt x="3629025" y="515086"/>
                </a:lnTo>
                <a:close/>
              </a:path>
              <a:path w="4819650" h="1544954">
                <a:moveTo>
                  <a:pt x="3629025" y="3454"/>
                </a:moveTo>
                <a:lnTo>
                  <a:pt x="3628567" y="2324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36" y="469"/>
                </a:lnTo>
                <a:lnTo>
                  <a:pt x="3619970" y="2324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36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25" y="6083"/>
                </a:lnTo>
                <a:lnTo>
                  <a:pt x="3629025" y="3454"/>
                </a:lnTo>
                <a:close/>
              </a:path>
              <a:path w="4819650" h="1544954">
                <a:moveTo>
                  <a:pt x="3676650" y="1538338"/>
                </a:moveTo>
                <a:lnTo>
                  <a:pt x="3676192" y="1537220"/>
                </a:lnTo>
                <a:lnTo>
                  <a:pt x="3674326" y="1535353"/>
                </a:lnTo>
                <a:lnTo>
                  <a:pt x="3673208" y="1534883"/>
                </a:lnTo>
                <a:lnTo>
                  <a:pt x="3670579" y="1534883"/>
                </a:lnTo>
                <a:lnTo>
                  <a:pt x="3669461" y="1535353"/>
                </a:lnTo>
                <a:lnTo>
                  <a:pt x="3667595" y="1537220"/>
                </a:lnTo>
                <a:lnTo>
                  <a:pt x="3667125" y="1538338"/>
                </a:lnTo>
                <a:lnTo>
                  <a:pt x="3667125" y="1540967"/>
                </a:lnTo>
                <a:lnTo>
                  <a:pt x="3667595" y="1542084"/>
                </a:lnTo>
                <a:lnTo>
                  <a:pt x="3669461" y="1543951"/>
                </a:lnTo>
                <a:lnTo>
                  <a:pt x="3670579" y="1544408"/>
                </a:lnTo>
                <a:lnTo>
                  <a:pt x="3673208" y="1544408"/>
                </a:lnTo>
                <a:lnTo>
                  <a:pt x="3674326" y="1543951"/>
                </a:lnTo>
                <a:lnTo>
                  <a:pt x="3676192" y="1542084"/>
                </a:lnTo>
                <a:lnTo>
                  <a:pt x="3676650" y="1540967"/>
                </a:lnTo>
                <a:lnTo>
                  <a:pt x="3676650" y="1538338"/>
                </a:lnTo>
                <a:close/>
              </a:path>
              <a:path w="4819650" h="1544954">
                <a:moveTo>
                  <a:pt x="3676650" y="1026706"/>
                </a:moveTo>
                <a:lnTo>
                  <a:pt x="3676192" y="1025588"/>
                </a:lnTo>
                <a:lnTo>
                  <a:pt x="3674326" y="1023721"/>
                </a:lnTo>
                <a:lnTo>
                  <a:pt x="3673208" y="1023264"/>
                </a:lnTo>
                <a:lnTo>
                  <a:pt x="3670579" y="1023264"/>
                </a:lnTo>
                <a:lnTo>
                  <a:pt x="3669461" y="1023721"/>
                </a:lnTo>
                <a:lnTo>
                  <a:pt x="3667595" y="1025588"/>
                </a:lnTo>
                <a:lnTo>
                  <a:pt x="3667125" y="1026706"/>
                </a:lnTo>
                <a:lnTo>
                  <a:pt x="3667125" y="1029335"/>
                </a:lnTo>
                <a:lnTo>
                  <a:pt x="3667595" y="1030465"/>
                </a:lnTo>
                <a:lnTo>
                  <a:pt x="3669461" y="1032319"/>
                </a:lnTo>
                <a:lnTo>
                  <a:pt x="3670579" y="1032789"/>
                </a:lnTo>
                <a:lnTo>
                  <a:pt x="3673208" y="1032789"/>
                </a:lnTo>
                <a:lnTo>
                  <a:pt x="3674326" y="1032319"/>
                </a:lnTo>
                <a:lnTo>
                  <a:pt x="3676192" y="1030465"/>
                </a:lnTo>
                <a:lnTo>
                  <a:pt x="3676650" y="1029335"/>
                </a:lnTo>
                <a:lnTo>
                  <a:pt x="3676650" y="1026706"/>
                </a:lnTo>
                <a:close/>
              </a:path>
              <a:path w="4819650" h="1544954">
                <a:moveTo>
                  <a:pt x="3676650" y="515086"/>
                </a:moveTo>
                <a:lnTo>
                  <a:pt x="3676192" y="513956"/>
                </a:lnTo>
                <a:lnTo>
                  <a:pt x="3674326" y="512102"/>
                </a:lnTo>
                <a:lnTo>
                  <a:pt x="3673208" y="511632"/>
                </a:lnTo>
                <a:lnTo>
                  <a:pt x="3670579" y="511632"/>
                </a:lnTo>
                <a:lnTo>
                  <a:pt x="3669461" y="512102"/>
                </a:lnTo>
                <a:lnTo>
                  <a:pt x="3667595" y="513956"/>
                </a:lnTo>
                <a:lnTo>
                  <a:pt x="3667125" y="515086"/>
                </a:lnTo>
                <a:lnTo>
                  <a:pt x="3667125" y="517715"/>
                </a:lnTo>
                <a:lnTo>
                  <a:pt x="3667595" y="518833"/>
                </a:lnTo>
                <a:lnTo>
                  <a:pt x="3669461" y="520687"/>
                </a:lnTo>
                <a:lnTo>
                  <a:pt x="3670579" y="521157"/>
                </a:lnTo>
                <a:lnTo>
                  <a:pt x="3673208" y="521157"/>
                </a:lnTo>
                <a:lnTo>
                  <a:pt x="3674326" y="520687"/>
                </a:lnTo>
                <a:lnTo>
                  <a:pt x="3676192" y="518833"/>
                </a:lnTo>
                <a:lnTo>
                  <a:pt x="3676650" y="517715"/>
                </a:lnTo>
                <a:lnTo>
                  <a:pt x="3676650" y="515086"/>
                </a:lnTo>
                <a:close/>
              </a:path>
              <a:path w="4819650" h="1544954">
                <a:moveTo>
                  <a:pt x="3676650" y="3454"/>
                </a:moveTo>
                <a:lnTo>
                  <a:pt x="3676192" y="2324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61" y="469"/>
                </a:lnTo>
                <a:lnTo>
                  <a:pt x="3667595" y="2324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61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4819650" h="1544954">
                <a:moveTo>
                  <a:pt x="3724275" y="1538338"/>
                </a:moveTo>
                <a:lnTo>
                  <a:pt x="3723817" y="1537220"/>
                </a:lnTo>
                <a:lnTo>
                  <a:pt x="3721951" y="1535353"/>
                </a:lnTo>
                <a:lnTo>
                  <a:pt x="3720833" y="1534883"/>
                </a:lnTo>
                <a:lnTo>
                  <a:pt x="3718204" y="1534883"/>
                </a:lnTo>
                <a:lnTo>
                  <a:pt x="3717086" y="1535353"/>
                </a:lnTo>
                <a:lnTo>
                  <a:pt x="3715220" y="1537220"/>
                </a:lnTo>
                <a:lnTo>
                  <a:pt x="3714750" y="1538338"/>
                </a:lnTo>
                <a:lnTo>
                  <a:pt x="3714750" y="1540967"/>
                </a:lnTo>
                <a:lnTo>
                  <a:pt x="3715220" y="1542084"/>
                </a:lnTo>
                <a:lnTo>
                  <a:pt x="3717086" y="1543951"/>
                </a:lnTo>
                <a:lnTo>
                  <a:pt x="3718204" y="1544408"/>
                </a:lnTo>
                <a:lnTo>
                  <a:pt x="3720833" y="1544408"/>
                </a:lnTo>
                <a:lnTo>
                  <a:pt x="3721951" y="1543951"/>
                </a:lnTo>
                <a:lnTo>
                  <a:pt x="3723817" y="1542084"/>
                </a:lnTo>
                <a:lnTo>
                  <a:pt x="3724275" y="1540967"/>
                </a:lnTo>
                <a:lnTo>
                  <a:pt x="3724275" y="1538338"/>
                </a:lnTo>
                <a:close/>
              </a:path>
              <a:path w="4819650" h="1544954">
                <a:moveTo>
                  <a:pt x="3724275" y="1026706"/>
                </a:moveTo>
                <a:lnTo>
                  <a:pt x="3723817" y="1025588"/>
                </a:lnTo>
                <a:lnTo>
                  <a:pt x="3721951" y="1023721"/>
                </a:lnTo>
                <a:lnTo>
                  <a:pt x="3720833" y="1023264"/>
                </a:lnTo>
                <a:lnTo>
                  <a:pt x="3718204" y="1023264"/>
                </a:lnTo>
                <a:lnTo>
                  <a:pt x="3717086" y="1023721"/>
                </a:lnTo>
                <a:lnTo>
                  <a:pt x="3715220" y="1025588"/>
                </a:lnTo>
                <a:lnTo>
                  <a:pt x="3714750" y="1026706"/>
                </a:lnTo>
                <a:lnTo>
                  <a:pt x="3714750" y="1029335"/>
                </a:lnTo>
                <a:lnTo>
                  <a:pt x="3715220" y="1030465"/>
                </a:lnTo>
                <a:lnTo>
                  <a:pt x="3717086" y="1032319"/>
                </a:lnTo>
                <a:lnTo>
                  <a:pt x="3718204" y="1032789"/>
                </a:lnTo>
                <a:lnTo>
                  <a:pt x="3720833" y="1032789"/>
                </a:lnTo>
                <a:lnTo>
                  <a:pt x="3721951" y="1032319"/>
                </a:lnTo>
                <a:lnTo>
                  <a:pt x="3723817" y="1030465"/>
                </a:lnTo>
                <a:lnTo>
                  <a:pt x="3724275" y="1029335"/>
                </a:lnTo>
                <a:lnTo>
                  <a:pt x="3724275" y="1026706"/>
                </a:lnTo>
                <a:close/>
              </a:path>
              <a:path w="4819650" h="1544954">
                <a:moveTo>
                  <a:pt x="3724275" y="515086"/>
                </a:moveTo>
                <a:lnTo>
                  <a:pt x="3723817" y="513956"/>
                </a:lnTo>
                <a:lnTo>
                  <a:pt x="3721951" y="512102"/>
                </a:lnTo>
                <a:lnTo>
                  <a:pt x="3720833" y="511632"/>
                </a:lnTo>
                <a:lnTo>
                  <a:pt x="3718204" y="511632"/>
                </a:lnTo>
                <a:lnTo>
                  <a:pt x="3717086" y="512102"/>
                </a:lnTo>
                <a:lnTo>
                  <a:pt x="3715220" y="513956"/>
                </a:lnTo>
                <a:lnTo>
                  <a:pt x="3714750" y="515086"/>
                </a:lnTo>
                <a:lnTo>
                  <a:pt x="3714750" y="517715"/>
                </a:lnTo>
                <a:lnTo>
                  <a:pt x="3715220" y="518833"/>
                </a:lnTo>
                <a:lnTo>
                  <a:pt x="3717086" y="520687"/>
                </a:lnTo>
                <a:lnTo>
                  <a:pt x="3718204" y="521157"/>
                </a:lnTo>
                <a:lnTo>
                  <a:pt x="3720833" y="521157"/>
                </a:lnTo>
                <a:lnTo>
                  <a:pt x="3721951" y="520687"/>
                </a:lnTo>
                <a:lnTo>
                  <a:pt x="3723817" y="518833"/>
                </a:lnTo>
                <a:lnTo>
                  <a:pt x="3724275" y="517715"/>
                </a:lnTo>
                <a:lnTo>
                  <a:pt x="3724275" y="515086"/>
                </a:lnTo>
                <a:close/>
              </a:path>
              <a:path w="4819650" h="1544954">
                <a:moveTo>
                  <a:pt x="3724275" y="3454"/>
                </a:moveTo>
                <a:lnTo>
                  <a:pt x="3723817" y="2324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86" y="469"/>
                </a:lnTo>
                <a:lnTo>
                  <a:pt x="3715220" y="2324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86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4819650" h="1544954">
                <a:moveTo>
                  <a:pt x="3771900" y="1538338"/>
                </a:moveTo>
                <a:lnTo>
                  <a:pt x="3771442" y="1537220"/>
                </a:lnTo>
                <a:lnTo>
                  <a:pt x="3769576" y="1535353"/>
                </a:lnTo>
                <a:lnTo>
                  <a:pt x="3768458" y="1534883"/>
                </a:lnTo>
                <a:lnTo>
                  <a:pt x="3765829" y="1534883"/>
                </a:lnTo>
                <a:lnTo>
                  <a:pt x="3764711" y="1535353"/>
                </a:lnTo>
                <a:lnTo>
                  <a:pt x="3762845" y="1537220"/>
                </a:lnTo>
                <a:lnTo>
                  <a:pt x="3762375" y="1538338"/>
                </a:lnTo>
                <a:lnTo>
                  <a:pt x="3762375" y="1540967"/>
                </a:lnTo>
                <a:lnTo>
                  <a:pt x="3762845" y="1542084"/>
                </a:lnTo>
                <a:lnTo>
                  <a:pt x="3764711" y="1543951"/>
                </a:lnTo>
                <a:lnTo>
                  <a:pt x="3765829" y="1544408"/>
                </a:lnTo>
                <a:lnTo>
                  <a:pt x="3768458" y="1544408"/>
                </a:lnTo>
                <a:lnTo>
                  <a:pt x="3769576" y="1543951"/>
                </a:lnTo>
                <a:lnTo>
                  <a:pt x="3771442" y="1542084"/>
                </a:lnTo>
                <a:lnTo>
                  <a:pt x="3771900" y="1540967"/>
                </a:lnTo>
                <a:lnTo>
                  <a:pt x="3771900" y="1538338"/>
                </a:lnTo>
                <a:close/>
              </a:path>
              <a:path w="4819650" h="1544954">
                <a:moveTo>
                  <a:pt x="3771900" y="1026706"/>
                </a:moveTo>
                <a:lnTo>
                  <a:pt x="3771442" y="1025588"/>
                </a:lnTo>
                <a:lnTo>
                  <a:pt x="3769576" y="1023721"/>
                </a:lnTo>
                <a:lnTo>
                  <a:pt x="3768458" y="1023264"/>
                </a:lnTo>
                <a:lnTo>
                  <a:pt x="3765829" y="1023264"/>
                </a:lnTo>
                <a:lnTo>
                  <a:pt x="3764711" y="1023721"/>
                </a:lnTo>
                <a:lnTo>
                  <a:pt x="3762845" y="1025588"/>
                </a:lnTo>
                <a:lnTo>
                  <a:pt x="3762375" y="1026706"/>
                </a:lnTo>
                <a:lnTo>
                  <a:pt x="3762375" y="1029335"/>
                </a:lnTo>
                <a:lnTo>
                  <a:pt x="3762845" y="1030465"/>
                </a:lnTo>
                <a:lnTo>
                  <a:pt x="3764711" y="1032319"/>
                </a:lnTo>
                <a:lnTo>
                  <a:pt x="3765829" y="1032789"/>
                </a:lnTo>
                <a:lnTo>
                  <a:pt x="3768458" y="1032789"/>
                </a:lnTo>
                <a:lnTo>
                  <a:pt x="3769576" y="1032319"/>
                </a:lnTo>
                <a:lnTo>
                  <a:pt x="3771442" y="1030465"/>
                </a:lnTo>
                <a:lnTo>
                  <a:pt x="3771900" y="1029335"/>
                </a:lnTo>
                <a:lnTo>
                  <a:pt x="3771900" y="1026706"/>
                </a:lnTo>
                <a:close/>
              </a:path>
              <a:path w="4819650" h="1544954">
                <a:moveTo>
                  <a:pt x="3771900" y="515086"/>
                </a:moveTo>
                <a:lnTo>
                  <a:pt x="3771442" y="513956"/>
                </a:lnTo>
                <a:lnTo>
                  <a:pt x="3769576" y="512102"/>
                </a:lnTo>
                <a:lnTo>
                  <a:pt x="3768458" y="511632"/>
                </a:lnTo>
                <a:lnTo>
                  <a:pt x="3765829" y="511632"/>
                </a:lnTo>
                <a:lnTo>
                  <a:pt x="3764711" y="512102"/>
                </a:lnTo>
                <a:lnTo>
                  <a:pt x="3762845" y="513956"/>
                </a:lnTo>
                <a:lnTo>
                  <a:pt x="3762375" y="515086"/>
                </a:lnTo>
                <a:lnTo>
                  <a:pt x="3762375" y="517715"/>
                </a:lnTo>
                <a:lnTo>
                  <a:pt x="3762845" y="518833"/>
                </a:lnTo>
                <a:lnTo>
                  <a:pt x="3764711" y="520687"/>
                </a:lnTo>
                <a:lnTo>
                  <a:pt x="3765829" y="521157"/>
                </a:lnTo>
                <a:lnTo>
                  <a:pt x="3768458" y="521157"/>
                </a:lnTo>
                <a:lnTo>
                  <a:pt x="3769576" y="520687"/>
                </a:lnTo>
                <a:lnTo>
                  <a:pt x="3771442" y="518833"/>
                </a:lnTo>
                <a:lnTo>
                  <a:pt x="3771900" y="517715"/>
                </a:lnTo>
                <a:lnTo>
                  <a:pt x="3771900" y="515086"/>
                </a:lnTo>
                <a:close/>
              </a:path>
              <a:path w="4819650" h="1544954">
                <a:moveTo>
                  <a:pt x="3771900" y="3454"/>
                </a:moveTo>
                <a:lnTo>
                  <a:pt x="3771442" y="2324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711" y="469"/>
                </a:lnTo>
                <a:lnTo>
                  <a:pt x="3762845" y="2324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711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4819650" h="1544954">
                <a:moveTo>
                  <a:pt x="3819525" y="1538338"/>
                </a:moveTo>
                <a:lnTo>
                  <a:pt x="3819067" y="1537220"/>
                </a:lnTo>
                <a:lnTo>
                  <a:pt x="3817201" y="1535353"/>
                </a:lnTo>
                <a:lnTo>
                  <a:pt x="3816083" y="1534883"/>
                </a:lnTo>
                <a:lnTo>
                  <a:pt x="3813454" y="1534883"/>
                </a:lnTo>
                <a:lnTo>
                  <a:pt x="3812336" y="1535353"/>
                </a:lnTo>
                <a:lnTo>
                  <a:pt x="3810470" y="1537220"/>
                </a:lnTo>
                <a:lnTo>
                  <a:pt x="3810000" y="1538338"/>
                </a:lnTo>
                <a:lnTo>
                  <a:pt x="3810000" y="1540967"/>
                </a:lnTo>
                <a:lnTo>
                  <a:pt x="3810470" y="1542084"/>
                </a:lnTo>
                <a:lnTo>
                  <a:pt x="3812336" y="1543951"/>
                </a:lnTo>
                <a:lnTo>
                  <a:pt x="3813454" y="1544408"/>
                </a:lnTo>
                <a:lnTo>
                  <a:pt x="3816083" y="1544408"/>
                </a:lnTo>
                <a:lnTo>
                  <a:pt x="3817201" y="1543951"/>
                </a:lnTo>
                <a:lnTo>
                  <a:pt x="3819067" y="1542084"/>
                </a:lnTo>
                <a:lnTo>
                  <a:pt x="3819525" y="1540967"/>
                </a:lnTo>
                <a:lnTo>
                  <a:pt x="3819525" y="1538338"/>
                </a:lnTo>
                <a:close/>
              </a:path>
              <a:path w="4819650" h="1544954">
                <a:moveTo>
                  <a:pt x="3819525" y="1026706"/>
                </a:moveTo>
                <a:lnTo>
                  <a:pt x="3819067" y="1025588"/>
                </a:lnTo>
                <a:lnTo>
                  <a:pt x="3817201" y="1023721"/>
                </a:lnTo>
                <a:lnTo>
                  <a:pt x="3816083" y="1023264"/>
                </a:lnTo>
                <a:lnTo>
                  <a:pt x="3813454" y="1023264"/>
                </a:lnTo>
                <a:lnTo>
                  <a:pt x="3812336" y="1023721"/>
                </a:lnTo>
                <a:lnTo>
                  <a:pt x="3810470" y="1025588"/>
                </a:lnTo>
                <a:lnTo>
                  <a:pt x="3810000" y="1026706"/>
                </a:lnTo>
                <a:lnTo>
                  <a:pt x="3810000" y="1029335"/>
                </a:lnTo>
                <a:lnTo>
                  <a:pt x="3810470" y="1030465"/>
                </a:lnTo>
                <a:lnTo>
                  <a:pt x="3812336" y="1032319"/>
                </a:lnTo>
                <a:lnTo>
                  <a:pt x="3813454" y="1032789"/>
                </a:lnTo>
                <a:lnTo>
                  <a:pt x="3816083" y="1032789"/>
                </a:lnTo>
                <a:lnTo>
                  <a:pt x="3817201" y="1032319"/>
                </a:lnTo>
                <a:lnTo>
                  <a:pt x="3819067" y="1030465"/>
                </a:lnTo>
                <a:lnTo>
                  <a:pt x="3819525" y="1029335"/>
                </a:lnTo>
                <a:lnTo>
                  <a:pt x="3819525" y="1026706"/>
                </a:lnTo>
                <a:close/>
              </a:path>
              <a:path w="4819650" h="1544954">
                <a:moveTo>
                  <a:pt x="3819525" y="515086"/>
                </a:moveTo>
                <a:lnTo>
                  <a:pt x="3819067" y="513956"/>
                </a:lnTo>
                <a:lnTo>
                  <a:pt x="3817201" y="512102"/>
                </a:lnTo>
                <a:lnTo>
                  <a:pt x="3816083" y="511632"/>
                </a:lnTo>
                <a:lnTo>
                  <a:pt x="3813454" y="511632"/>
                </a:lnTo>
                <a:lnTo>
                  <a:pt x="3812336" y="512102"/>
                </a:lnTo>
                <a:lnTo>
                  <a:pt x="3810470" y="513956"/>
                </a:lnTo>
                <a:lnTo>
                  <a:pt x="3810000" y="515086"/>
                </a:lnTo>
                <a:lnTo>
                  <a:pt x="3810000" y="517715"/>
                </a:lnTo>
                <a:lnTo>
                  <a:pt x="3810470" y="518833"/>
                </a:lnTo>
                <a:lnTo>
                  <a:pt x="3812336" y="520687"/>
                </a:lnTo>
                <a:lnTo>
                  <a:pt x="3813454" y="521157"/>
                </a:lnTo>
                <a:lnTo>
                  <a:pt x="3816083" y="521157"/>
                </a:lnTo>
                <a:lnTo>
                  <a:pt x="3817201" y="520687"/>
                </a:lnTo>
                <a:lnTo>
                  <a:pt x="3819067" y="518833"/>
                </a:lnTo>
                <a:lnTo>
                  <a:pt x="3819525" y="517715"/>
                </a:lnTo>
                <a:lnTo>
                  <a:pt x="3819525" y="515086"/>
                </a:lnTo>
                <a:close/>
              </a:path>
              <a:path w="4819650" h="1544954">
                <a:moveTo>
                  <a:pt x="3819525" y="3454"/>
                </a:moveTo>
                <a:lnTo>
                  <a:pt x="3819067" y="2324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36" y="469"/>
                </a:lnTo>
                <a:lnTo>
                  <a:pt x="3810470" y="2324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36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4819650" h="1544954">
                <a:moveTo>
                  <a:pt x="3867150" y="1538338"/>
                </a:moveTo>
                <a:lnTo>
                  <a:pt x="3866692" y="1537220"/>
                </a:lnTo>
                <a:lnTo>
                  <a:pt x="3864826" y="1535353"/>
                </a:lnTo>
                <a:lnTo>
                  <a:pt x="3863708" y="1534883"/>
                </a:lnTo>
                <a:lnTo>
                  <a:pt x="3861079" y="1534883"/>
                </a:lnTo>
                <a:lnTo>
                  <a:pt x="3859949" y="1535353"/>
                </a:lnTo>
                <a:lnTo>
                  <a:pt x="3858095" y="1537220"/>
                </a:lnTo>
                <a:lnTo>
                  <a:pt x="3857625" y="1538338"/>
                </a:lnTo>
                <a:lnTo>
                  <a:pt x="3857625" y="1540967"/>
                </a:lnTo>
                <a:lnTo>
                  <a:pt x="3858095" y="1542084"/>
                </a:lnTo>
                <a:lnTo>
                  <a:pt x="3859949" y="1543951"/>
                </a:lnTo>
                <a:lnTo>
                  <a:pt x="3861079" y="1544408"/>
                </a:lnTo>
                <a:lnTo>
                  <a:pt x="3863708" y="1544408"/>
                </a:lnTo>
                <a:lnTo>
                  <a:pt x="3864826" y="1543951"/>
                </a:lnTo>
                <a:lnTo>
                  <a:pt x="3866692" y="1542084"/>
                </a:lnTo>
                <a:lnTo>
                  <a:pt x="3867150" y="1540967"/>
                </a:lnTo>
                <a:lnTo>
                  <a:pt x="3867150" y="1538338"/>
                </a:lnTo>
                <a:close/>
              </a:path>
              <a:path w="4819650" h="1544954">
                <a:moveTo>
                  <a:pt x="3867150" y="1026706"/>
                </a:moveTo>
                <a:lnTo>
                  <a:pt x="3866692" y="1025588"/>
                </a:lnTo>
                <a:lnTo>
                  <a:pt x="3864826" y="1023721"/>
                </a:lnTo>
                <a:lnTo>
                  <a:pt x="3863708" y="1023264"/>
                </a:lnTo>
                <a:lnTo>
                  <a:pt x="3861079" y="1023264"/>
                </a:lnTo>
                <a:lnTo>
                  <a:pt x="3859949" y="1023721"/>
                </a:lnTo>
                <a:lnTo>
                  <a:pt x="3858095" y="1025588"/>
                </a:lnTo>
                <a:lnTo>
                  <a:pt x="3857625" y="1026706"/>
                </a:lnTo>
                <a:lnTo>
                  <a:pt x="3857625" y="1029335"/>
                </a:lnTo>
                <a:lnTo>
                  <a:pt x="3858095" y="1030465"/>
                </a:lnTo>
                <a:lnTo>
                  <a:pt x="3859949" y="1032319"/>
                </a:lnTo>
                <a:lnTo>
                  <a:pt x="3861079" y="1032789"/>
                </a:lnTo>
                <a:lnTo>
                  <a:pt x="3863708" y="1032789"/>
                </a:lnTo>
                <a:lnTo>
                  <a:pt x="3864826" y="1032319"/>
                </a:lnTo>
                <a:lnTo>
                  <a:pt x="3866692" y="1030465"/>
                </a:lnTo>
                <a:lnTo>
                  <a:pt x="3867150" y="1029335"/>
                </a:lnTo>
                <a:lnTo>
                  <a:pt x="3867150" y="1026706"/>
                </a:lnTo>
                <a:close/>
              </a:path>
              <a:path w="4819650" h="1544954">
                <a:moveTo>
                  <a:pt x="3867150" y="515086"/>
                </a:moveTo>
                <a:lnTo>
                  <a:pt x="3866692" y="513956"/>
                </a:lnTo>
                <a:lnTo>
                  <a:pt x="3864826" y="512102"/>
                </a:lnTo>
                <a:lnTo>
                  <a:pt x="3863708" y="511632"/>
                </a:lnTo>
                <a:lnTo>
                  <a:pt x="3861079" y="511632"/>
                </a:lnTo>
                <a:lnTo>
                  <a:pt x="3859949" y="512102"/>
                </a:lnTo>
                <a:lnTo>
                  <a:pt x="3858095" y="513956"/>
                </a:lnTo>
                <a:lnTo>
                  <a:pt x="3857625" y="515086"/>
                </a:lnTo>
                <a:lnTo>
                  <a:pt x="3857625" y="517715"/>
                </a:lnTo>
                <a:lnTo>
                  <a:pt x="3858095" y="518833"/>
                </a:lnTo>
                <a:lnTo>
                  <a:pt x="3859949" y="520687"/>
                </a:lnTo>
                <a:lnTo>
                  <a:pt x="3861079" y="521157"/>
                </a:lnTo>
                <a:lnTo>
                  <a:pt x="3863708" y="521157"/>
                </a:lnTo>
                <a:lnTo>
                  <a:pt x="3864826" y="520687"/>
                </a:lnTo>
                <a:lnTo>
                  <a:pt x="3866692" y="518833"/>
                </a:lnTo>
                <a:lnTo>
                  <a:pt x="3867150" y="517715"/>
                </a:lnTo>
                <a:lnTo>
                  <a:pt x="3867150" y="515086"/>
                </a:lnTo>
                <a:close/>
              </a:path>
              <a:path w="4819650" h="1544954">
                <a:moveTo>
                  <a:pt x="3867150" y="3454"/>
                </a:moveTo>
                <a:lnTo>
                  <a:pt x="3866692" y="2324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24"/>
                </a:lnTo>
                <a:lnTo>
                  <a:pt x="3857625" y="3454"/>
                </a:lnTo>
                <a:lnTo>
                  <a:pt x="3857625" y="6083"/>
                </a:lnTo>
                <a:lnTo>
                  <a:pt x="3858095" y="7200"/>
                </a:lnTo>
                <a:lnTo>
                  <a:pt x="3859949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4819650" h="1544954">
                <a:moveTo>
                  <a:pt x="3914775" y="1538338"/>
                </a:moveTo>
                <a:lnTo>
                  <a:pt x="3914317" y="1537220"/>
                </a:lnTo>
                <a:lnTo>
                  <a:pt x="3912451" y="1535353"/>
                </a:lnTo>
                <a:lnTo>
                  <a:pt x="3911333" y="1534883"/>
                </a:lnTo>
                <a:lnTo>
                  <a:pt x="3908704" y="1534883"/>
                </a:lnTo>
                <a:lnTo>
                  <a:pt x="3907574" y="1535353"/>
                </a:lnTo>
                <a:lnTo>
                  <a:pt x="3905720" y="1537220"/>
                </a:lnTo>
                <a:lnTo>
                  <a:pt x="3905250" y="1538338"/>
                </a:lnTo>
                <a:lnTo>
                  <a:pt x="3905250" y="1540967"/>
                </a:lnTo>
                <a:lnTo>
                  <a:pt x="3905720" y="1542084"/>
                </a:lnTo>
                <a:lnTo>
                  <a:pt x="3907574" y="1543951"/>
                </a:lnTo>
                <a:lnTo>
                  <a:pt x="3908704" y="1544408"/>
                </a:lnTo>
                <a:lnTo>
                  <a:pt x="3911333" y="1544408"/>
                </a:lnTo>
                <a:lnTo>
                  <a:pt x="3912451" y="1543951"/>
                </a:lnTo>
                <a:lnTo>
                  <a:pt x="3914317" y="1542084"/>
                </a:lnTo>
                <a:lnTo>
                  <a:pt x="3914775" y="1540967"/>
                </a:lnTo>
                <a:lnTo>
                  <a:pt x="3914775" y="1538338"/>
                </a:lnTo>
                <a:close/>
              </a:path>
              <a:path w="4819650" h="1544954">
                <a:moveTo>
                  <a:pt x="3914775" y="1026706"/>
                </a:moveTo>
                <a:lnTo>
                  <a:pt x="3914317" y="1025588"/>
                </a:lnTo>
                <a:lnTo>
                  <a:pt x="3912451" y="1023721"/>
                </a:lnTo>
                <a:lnTo>
                  <a:pt x="3911333" y="1023264"/>
                </a:lnTo>
                <a:lnTo>
                  <a:pt x="3908704" y="1023264"/>
                </a:lnTo>
                <a:lnTo>
                  <a:pt x="3907574" y="1023721"/>
                </a:lnTo>
                <a:lnTo>
                  <a:pt x="3905720" y="1025588"/>
                </a:lnTo>
                <a:lnTo>
                  <a:pt x="3905250" y="1026706"/>
                </a:lnTo>
                <a:lnTo>
                  <a:pt x="3905250" y="1029335"/>
                </a:lnTo>
                <a:lnTo>
                  <a:pt x="3905720" y="1030465"/>
                </a:lnTo>
                <a:lnTo>
                  <a:pt x="3907574" y="1032319"/>
                </a:lnTo>
                <a:lnTo>
                  <a:pt x="3908704" y="1032789"/>
                </a:lnTo>
                <a:lnTo>
                  <a:pt x="3911333" y="1032789"/>
                </a:lnTo>
                <a:lnTo>
                  <a:pt x="3912451" y="1032319"/>
                </a:lnTo>
                <a:lnTo>
                  <a:pt x="3914317" y="1030465"/>
                </a:lnTo>
                <a:lnTo>
                  <a:pt x="3914775" y="1029335"/>
                </a:lnTo>
                <a:lnTo>
                  <a:pt x="3914775" y="1026706"/>
                </a:lnTo>
                <a:close/>
              </a:path>
              <a:path w="4819650" h="1544954">
                <a:moveTo>
                  <a:pt x="3914775" y="515086"/>
                </a:moveTo>
                <a:lnTo>
                  <a:pt x="3914317" y="513956"/>
                </a:lnTo>
                <a:lnTo>
                  <a:pt x="3912451" y="512102"/>
                </a:lnTo>
                <a:lnTo>
                  <a:pt x="3911333" y="511632"/>
                </a:lnTo>
                <a:lnTo>
                  <a:pt x="3908704" y="511632"/>
                </a:lnTo>
                <a:lnTo>
                  <a:pt x="3907574" y="512102"/>
                </a:lnTo>
                <a:lnTo>
                  <a:pt x="3905720" y="513956"/>
                </a:lnTo>
                <a:lnTo>
                  <a:pt x="3905250" y="515086"/>
                </a:lnTo>
                <a:lnTo>
                  <a:pt x="3905250" y="517715"/>
                </a:lnTo>
                <a:lnTo>
                  <a:pt x="3905720" y="518833"/>
                </a:lnTo>
                <a:lnTo>
                  <a:pt x="3907574" y="520687"/>
                </a:lnTo>
                <a:lnTo>
                  <a:pt x="3908704" y="521157"/>
                </a:lnTo>
                <a:lnTo>
                  <a:pt x="3911333" y="521157"/>
                </a:lnTo>
                <a:lnTo>
                  <a:pt x="3912451" y="520687"/>
                </a:lnTo>
                <a:lnTo>
                  <a:pt x="3914317" y="518833"/>
                </a:lnTo>
                <a:lnTo>
                  <a:pt x="3914775" y="517715"/>
                </a:lnTo>
                <a:lnTo>
                  <a:pt x="3914775" y="515086"/>
                </a:lnTo>
                <a:close/>
              </a:path>
              <a:path w="4819650" h="1544954">
                <a:moveTo>
                  <a:pt x="3914775" y="3454"/>
                </a:moveTo>
                <a:lnTo>
                  <a:pt x="3914317" y="2324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24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4819650" h="1544954">
                <a:moveTo>
                  <a:pt x="3962400" y="1538338"/>
                </a:moveTo>
                <a:lnTo>
                  <a:pt x="3961942" y="1537220"/>
                </a:lnTo>
                <a:lnTo>
                  <a:pt x="3960076" y="1535353"/>
                </a:lnTo>
                <a:lnTo>
                  <a:pt x="3958958" y="1534883"/>
                </a:lnTo>
                <a:lnTo>
                  <a:pt x="3956329" y="1534883"/>
                </a:lnTo>
                <a:lnTo>
                  <a:pt x="3955211" y="1535353"/>
                </a:lnTo>
                <a:lnTo>
                  <a:pt x="3953345" y="1537220"/>
                </a:lnTo>
                <a:lnTo>
                  <a:pt x="3952875" y="1538338"/>
                </a:lnTo>
                <a:lnTo>
                  <a:pt x="3952875" y="1540967"/>
                </a:lnTo>
                <a:lnTo>
                  <a:pt x="3953345" y="1542084"/>
                </a:lnTo>
                <a:lnTo>
                  <a:pt x="3955211" y="1543951"/>
                </a:lnTo>
                <a:lnTo>
                  <a:pt x="3956329" y="1544408"/>
                </a:lnTo>
                <a:lnTo>
                  <a:pt x="3958958" y="1544408"/>
                </a:lnTo>
                <a:lnTo>
                  <a:pt x="3960076" y="1543951"/>
                </a:lnTo>
                <a:lnTo>
                  <a:pt x="3961942" y="1542084"/>
                </a:lnTo>
                <a:lnTo>
                  <a:pt x="3962400" y="1540967"/>
                </a:lnTo>
                <a:lnTo>
                  <a:pt x="3962400" y="1538338"/>
                </a:lnTo>
                <a:close/>
              </a:path>
              <a:path w="4819650" h="1544954">
                <a:moveTo>
                  <a:pt x="3962400" y="1026706"/>
                </a:moveTo>
                <a:lnTo>
                  <a:pt x="3961942" y="1025588"/>
                </a:lnTo>
                <a:lnTo>
                  <a:pt x="3960076" y="1023721"/>
                </a:lnTo>
                <a:lnTo>
                  <a:pt x="3958958" y="1023264"/>
                </a:lnTo>
                <a:lnTo>
                  <a:pt x="3956329" y="1023264"/>
                </a:lnTo>
                <a:lnTo>
                  <a:pt x="3955211" y="1023721"/>
                </a:lnTo>
                <a:lnTo>
                  <a:pt x="3953345" y="1025588"/>
                </a:lnTo>
                <a:lnTo>
                  <a:pt x="3952875" y="1026706"/>
                </a:lnTo>
                <a:lnTo>
                  <a:pt x="3952875" y="1029335"/>
                </a:lnTo>
                <a:lnTo>
                  <a:pt x="3953345" y="1030465"/>
                </a:lnTo>
                <a:lnTo>
                  <a:pt x="3955211" y="1032319"/>
                </a:lnTo>
                <a:lnTo>
                  <a:pt x="3956329" y="1032789"/>
                </a:lnTo>
                <a:lnTo>
                  <a:pt x="3958958" y="1032789"/>
                </a:lnTo>
                <a:lnTo>
                  <a:pt x="3960076" y="1032319"/>
                </a:lnTo>
                <a:lnTo>
                  <a:pt x="3961942" y="1030465"/>
                </a:lnTo>
                <a:lnTo>
                  <a:pt x="3962400" y="1029335"/>
                </a:lnTo>
                <a:lnTo>
                  <a:pt x="3962400" y="1026706"/>
                </a:lnTo>
                <a:close/>
              </a:path>
              <a:path w="4819650" h="1544954">
                <a:moveTo>
                  <a:pt x="3962400" y="515086"/>
                </a:moveTo>
                <a:lnTo>
                  <a:pt x="3961942" y="513956"/>
                </a:lnTo>
                <a:lnTo>
                  <a:pt x="3960076" y="512102"/>
                </a:lnTo>
                <a:lnTo>
                  <a:pt x="3958958" y="511632"/>
                </a:lnTo>
                <a:lnTo>
                  <a:pt x="3956329" y="511632"/>
                </a:lnTo>
                <a:lnTo>
                  <a:pt x="3955211" y="512102"/>
                </a:lnTo>
                <a:lnTo>
                  <a:pt x="3953345" y="513956"/>
                </a:lnTo>
                <a:lnTo>
                  <a:pt x="3952875" y="515086"/>
                </a:lnTo>
                <a:lnTo>
                  <a:pt x="3952875" y="517715"/>
                </a:lnTo>
                <a:lnTo>
                  <a:pt x="3953345" y="518833"/>
                </a:lnTo>
                <a:lnTo>
                  <a:pt x="3955211" y="520687"/>
                </a:lnTo>
                <a:lnTo>
                  <a:pt x="3956329" y="521157"/>
                </a:lnTo>
                <a:lnTo>
                  <a:pt x="3958958" y="521157"/>
                </a:lnTo>
                <a:lnTo>
                  <a:pt x="3960076" y="520687"/>
                </a:lnTo>
                <a:lnTo>
                  <a:pt x="3961942" y="518833"/>
                </a:lnTo>
                <a:lnTo>
                  <a:pt x="3962400" y="517715"/>
                </a:lnTo>
                <a:lnTo>
                  <a:pt x="3962400" y="515086"/>
                </a:lnTo>
                <a:close/>
              </a:path>
              <a:path w="4819650" h="1544954">
                <a:moveTo>
                  <a:pt x="3962400" y="3454"/>
                </a:moveTo>
                <a:lnTo>
                  <a:pt x="3961942" y="2324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211" y="469"/>
                </a:lnTo>
                <a:lnTo>
                  <a:pt x="3953345" y="2324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211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4819650" h="1544954">
                <a:moveTo>
                  <a:pt x="4010025" y="1538338"/>
                </a:moveTo>
                <a:lnTo>
                  <a:pt x="4009567" y="1537220"/>
                </a:lnTo>
                <a:lnTo>
                  <a:pt x="4007701" y="1535353"/>
                </a:lnTo>
                <a:lnTo>
                  <a:pt x="4006583" y="1534883"/>
                </a:lnTo>
                <a:lnTo>
                  <a:pt x="4003954" y="1534883"/>
                </a:lnTo>
                <a:lnTo>
                  <a:pt x="4002836" y="1535353"/>
                </a:lnTo>
                <a:lnTo>
                  <a:pt x="4000970" y="1537220"/>
                </a:lnTo>
                <a:lnTo>
                  <a:pt x="4000500" y="1538338"/>
                </a:lnTo>
                <a:lnTo>
                  <a:pt x="4000500" y="1540967"/>
                </a:lnTo>
                <a:lnTo>
                  <a:pt x="4000970" y="1542084"/>
                </a:lnTo>
                <a:lnTo>
                  <a:pt x="4002836" y="1543951"/>
                </a:lnTo>
                <a:lnTo>
                  <a:pt x="4003954" y="1544408"/>
                </a:lnTo>
                <a:lnTo>
                  <a:pt x="4006583" y="1544408"/>
                </a:lnTo>
                <a:lnTo>
                  <a:pt x="4007701" y="1543951"/>
                </a:lnTo>
                <a:lnTo>
                  <a:pt x="4009567" y="1542084"/>
                </a:lnTo>
                <a:lnTo>
                  <a:pt x="4010025" y="1540967"/>
                </a:lnTo>
                <a:lnTo>
                  <a:pt x="4010025" y="1538338"/>
                </a:lnTo>
                <a:close/>
              </a:path>
              <a:path w="4819650" h="1544954">
                <a:moveTo>
                  <a:pt x="4010025" y="1026706"/>
                </a:moveTo>
                <a:lnTo>
                  <a:pt x="4009567" y="1025588"/>
                </a:lnTo>
                <a:lnTo>
                  <a:pt x="4007701" y="1023721"/>
                </a:lnTo>
                <a:lnTo>
                  <a:pt x="4006583" y="1023264"/>
                </a:lnTo>
                <a:lnTo>
                  <a:pt x="4003954" y="1023264"/>
                </a:lnTo>
                <a:lnTo>
                  <a:pt x="4002836" y="1023721"/>
                </a:lnTo>
                <a:lnTo>
                  <a:pt x="4000970" y="1025588"/>
                </a:lnTo>
                <a:lnTo>
                  <a:pt x="4000500" y="1026706"/>
                </a:lnTo>
                <a:lnTo>
                  <a:pt x="4000500" y="1029335"/>
                </a:lnTo>
                <a:lnTo>
                  <a:pt x="4000970" y="1030465"/>
                </a:lnTo>
                <a:lnTo>
                  <a:pt x="4002836" y="1032319"/>
                </a:lnTo>
                <a:lnTo>
                  <a:pt x="4003954" y="1032789"/>
                </a:lnTo>
                <a:lnTo>
                  <a:pt x="4006583" y="1032789"/>
                </a:lnTo>
                <a:lnTo>
                  <a:pt x="4007701" y="1032319"/>
                </a:lnTo>
                <a:lnTo>
                  <a:pt x="4009567" y="1030465"/>
                </a:lnTo>
                <a:lnTo>
                  <a:pt x="4010025" y="1029335"/>
                </a:lnTo>
                <a:lnTo>
                  <a:pt x="4010025" y="1026706"/>
                </a:lnTo>
                <a:close/>
              </a:path>
              <a:path w="4819650" h="1544954">
                <a:moveTo>
                  <a:pt x="4010025" y="515086"/>
                </a:moveTo>
                <a:lnTo>
                  <a:pt x="4009567" y="513956"/>
                </a:lnTo>
                <a:lnTo>
                  <a:pt x="4007701" y="512102"/>
                </a:lnTo>
                <a:lnTo>
                  <a:pt x="4006583" y="511632"/>
                </a:lnTo>
                <a:lnTo>
                  <a:pt x="4003954" y="511632"/>
                </a:lnTo>
                <a:lnTo>
                  <a:pt x="4002836" y="512102"/>
                </a:lnTo>
                <a:lnTo>
                  <a:pt x="4000970" y="513956"/>
                </a:lnTo>
                <a:lnTo>
                  <a:pt x="4000500" y="515086"/>
                </a:lnTo>
                <a:lnTo>
                  <a:pt x="4000500" y="517715"/>
                </a:lnTo>
                <a:lnTo>
                  <a:pt x="4000970" y="518833"/>
                </a:lnTo>
                <a:lnTo>
                  <a:pt x="4002836" y="520687"/>
                </a:lnTo>
                <a:lnTo>
                  <a:pt x="4003954" y="521157"/>
                </a:lnTo>
                <a:lnTo>
                  <a:pt x="4006583" y="521157"/>
                </a:lnTo>
                <a:lnTo>
                  <a:pt x="4007701" y="520687"/>
                </a:lnTo>
                <a:lnTo>
                  <a:pt x="4009567" y="518833"/>
                </a:lnTo>
                <a:lnTo>
                  <a:pt x="4010025" y="517715"/>
                </a:lnTo>
                <a:lnTo>
                  <a:pt x="4010025" y="515086"/>
                </a:lnTo>
                <a:close/>
              </a:path>
              <a:path w="4819650" h="1544954">
                <a:moveTo>
                  <a:pt x="4010025" y="3454"/>
                </a:moveTo>
                <a:lnTo>
                  <a:pt x="4009567" y="2324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36" y="469"/>
                </a:lnTo>
                <a:lnTo>
                  <a:pt x="4000970" y="2324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36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4819650" h="1544954">
                <a:moveTo>
                  <a:pt x="4057650" y="1538338"/>
                </a:moveTo>
                <a:lnTo>
                  <a:pt x="4057192" y="1537220"/>
                </a:lnTo>
                <a:lnTo>
                  <a:pt x="4055326" y="1535353"/>
                </a:lnTo>
                <a:lnTo>
                  <a:pt x="4054208" y="1534883"/>
                </a:lnTo>
                <a:lnTo>
                  <a:pt x="4051579" y="1534883"/>
                </a:lnTo>
                <a:lnTo>
                  <a:pt x="4050461" y="1535353"/>
                </a:lnTo>
                <a:lnTo>
                  <a:pt x="4048595" y="1537220"/>
                </a:lnTo>
                <a:lnTo>
                  <a:pt x="4048125" y="1538338"/>
                </a:lnTo>
                <a:lnTo>
                  <a:pt x="4048125" y="1540967"/>
                </a:lnTo>
                <a:lnTo>
                  <a:pt x="4048595" y="1542084"/>
                </a:lnTo>
                <a:lnTo>
                  <a:pt x="4050461" y="1543951"/>
                </a:lnTo>
                <a:lnTo>
                  <a:pt x="4051579" y="1544408"/>
                </a:lnTo>
                <a:lnTo>
                  <a:pt x="4054208" y="1544408"/>
                </a:lnTo>
                <a:lnTo>
                  <a:pt x="4055326" y="1543951"/>
                </a:lnTo>
                <a:lnTo>
                  <a:pt x="4057192" y="1542084"/>
                </a:lnTo>
                <a:lnTo>
                  <a:pt x="4057650" y="1540967"/>
                </a:lnTo>
                <a:lnTo>
                  <a:pt x="4057650" y="1538338"/>
                </a:lnTo>
                <a:close/>
              </a:path>
              <a:path w="4819650" h="1544954">
                <a:moveTo>
                  <a:pt x="4057650" y="1026706"/>
                </a:moveTo>
                <a:lnTo>
                  <a:pt x="4057192" y="1025588"/>
                </a:lnTo>
                <a:lnTo>
                  <a:pt x="4055326" y="1023721"/>
                </a:lnTo>
                <a:lnTo>
                  <a:pt x="4054208" y="1023264"/>
                </a:lnTo>
                <a:lnTo>
                  <a:pt x="4051579" y="1023264"/>
                </a:lnTo>
                <a:lnTo>
                  <a:pt x="4050461" y="1023721"/>
                </a:lnTo>
                <a:lnTo>
                  <a:pt x="4048595" y="1025588"/>
                </a:lnTo>
                <a:lnTo>
                  <a:pt x="4048125" y="1026706"/>
                </a:lnTo>
                <a:lnTo>
                  <a:pt x="4048125" y="1029335"/>
                </a:lnTo>
                <a:lnTo>
                  <a:pt x="4048595" y="1030465"/>
                </a:lnTo>
                <a:lnTo>
                  <a:pt x="4050461" y="1032319"/>
                </a:lnTo>
                <a:lnTo>
                  <a:pt x="4051579" y="1032789"/>
                </a:lnTo>
                <a:lnTo>
                  <a:pt x="4054208" y="1032789"/>
                </a:lnTo>
                <a:lnTo>
                  <a:pt x="4055326" y="1032319"/>
                </a:lnTo>
                <a:lnTo>
                  <a:pt x="4057192" y="1030465"/>
                </a:lnTo>
                <a:lnTo>
                  <a:pt x="4057650" y="1029335"/>
                </a:lnTo>
                <a:lnTo>
                  <a:pt x="4057650" y="1026706"/>
                </a:lnTo>
                <a:close/>
              </a:path>
              <a:path w="4819650" h="1544954">
                <a:moveTo>
                  <a:pt x="4057650" y="515086"/>
                </a:moveTo>
                <a:lnTo>
                  <a:pt x="4057192" y="513956"/>
                </a:lnTo>
                <a:lnTo>
                  <a:pt x="4055326" y="512102"/>
                </a:lnTo>
                <a:lnTo>
                  <a:pt x="4054208" y="511632"/>
                </a:lnTo>
                <a:lnTo>
                  <a:pt x="4051579" y="511632"/>
                </a:lnTo>
                <a:lnTo>
                  <a:pt x="4050461" y="512102"/>
                </a:lnTo>
                <a:lnTo>
                  <a:pt x="4048595" y="513956"/>
                </a:lnTo>
                <a:lnTo>
                  <a:pt x="4048125" y="515086"/>
                </a:lnTo>
                <a:lnTo>
                  <a:pt x="4048125" y="517715"/>
                </a:lnTo>
                <a:lnTo>
                  <a:pt x="4048595" y="518833"/>
                </a:lnTo>
                <a:lnTo>
                  <a:pt x="4050461" y="520687"/>
                </a:lnTo>
                <a:lnTo>
                  <a:pt x="4051579" y="521157"/>
                </a:lnTo>
                <a:lnTo>
                  <a:pt x="4054208" y="521157"/>
                </a:lnTo>
                <a:lnTo>
                  <a:pt x="4055326" y="520687"/>
                </a:lnTo>
                <a:lnTo>
                  <a:pt x="4057192" y="518833"/>
                </a:lnTo>
                <a:lnTo>
                  <a:pt x="4057650" y="517715"/>
                </a:lnTo>
                <a:lnTo>
                  <a:pt x="4057650" y="515086"/>
                </a:lnTo>
                <a:close/>
              </a:path>
              <a:path w="4819650" h="1544954">
                <a:moveTo>
                  <a:pt x="4057650" y="3454"/>
                </a:moveTo>
                <a:lnTo>
                  <a:pt x="4057192" y="2324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61" y="469"/>
                </a:lnTo>
                <a:lnTo>
                  <a:pt x="4048595" y="2324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61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4819650" h="1544954">
                <a:moveTo>
                  <a:pt x="4105275" y="1538338"/>
                </a:moveTo>
                <a:lnTo>
                  <a:pt x="4104817" y="1537220"/>
                </a:lnTo>
                <a:lnTo>
                  <a:pt x="4102951" y="1535353"/>
                </a:lnTo>
                <a:lnTo>
                  <a:pt x="4101833" y="1534883"/>
                </a:lnTo>
                <a:lnTo>
                  <a:pt x="4099204" y="1534883"/>
                </a:lnTo>
                <a:lnTo>
                  <a:pt x="4098086" y="1535353"/>
                </a:lnTo>
                <a:lnTo>
                  <a:pt x="4096220" y="1537220"/>
                </a:lnTo>
                <a:lnTo>
                  <a:pt x="4095750" y="1538338"/>
                </a:lnTo>
                <a:lnTo>
                  <a:pt x="4095750" y="1540967"/>
                </a:lnTo>
                <a:lnTo>
                  <a:pt x="4096220" y="1542084"/>
                </a:lnTo>
                <a:lnTo>
                  <a:pt x="4098086" y="1543951"/>
                </a:lnTo>
                <a:lnTo>
                  <a:pt x="4099204" y="1544408"/>
                </a:lnTo>
                <a:lnTo>
                  <a:pt x="4101833" y="1544408"/>
                </a:lnTo>
                <a:lnTo>
                  <a:pt x="4102951" y="1543951"/>
                </a:lnTo>
                <a:lnTo>
                  <a:pt x="4104817" y="1542084"/>
                </a:lnTo>
                <a:lnTo>
                  <a:pt x="4105275" y="1540967"/>
                </a:lnTo>
                <a:lnTo>
                  <a:pt x="4105275" y="1538338"/>
                </a:lnTo>
                <a:close/>
              </a:path>
              <a:path w="4819650" h="1544954">
                <a:moveTo>
                  <a:pt x="4105275" y="1026706"/>
                </a:moveTo>
                <a:lnTo>
                  <a:pt x="4104817" y="1025588"/>
                </a:lnTo>
                <a:lnTo>
                  <a:pt x="4102951" y="1023721"/>
                </a:lnTo>
                <a:lnTo>
                  <a:pt x="4101833" y="1023264"/>
                </a:lnTo>
                <a:lnTo>
                  <a:pt x="4099204" y="1023264"/>
                </a:lnTo>
                <a:lnTo>
                  <a:pt x="4098086" y="1023721"/>
                </a:lnTo>
                <a:lnTo>
                  <a:pt x="4096220" y="1025588"/>
                </a:lnTo>
                <a:lnTo>
                  <a:pt x="4095750" y="1026706"/>
                </a:lnTo>
                <a:lnTo>
                  <a:pt x="4095750" y="1029335"/>
                </a:lnTo>
                <a:lnTo>
                  <a:pt x="4096220" y="1030465"/>
                </a:lnTo>
                <a:lnTo>
                  <a:pt x="4098086" y="1032319"/>
                </a:lnTo>
                <a:lnTo>
                  <a:pt x="4099204" y="1032789"/>
                </a:lnTo>
                <a:lnTo>
                  <a:pt x="4101833" y="1032789"/>
                </a:lnTo>
                <a:lnTo>
                  <a:pt x="4102951" y="1032319"/>
                </a:lnTo>
                <a:lnTo>
                  <a:pt x="4104817" y="1030465"/>
                </a:lnTo>
                <a:lnTo>
                  <a:pt x="4105275" y="1029335"/>
                </a:lnTo>
                <a:lnTo>
                  <a:pt x="4105275" y="1026706"/>
                </a:lnTo>
                <a:close/>
              </a:path>
              <a:path w="4819650" h="1544954">
                <a:moveTo>
                  <a:pt x="4105275" y="515086"/>
                </a:moveTo>
                <a:lnTo>
                  <a:pt x="4104817" y="513956"/>
                </a:lnTo>
                <a:lnTo>
                  <a:pt x="4102951" y="512102"/>
                </a:lnTo>
                <a:lnTo>
                  <a:pt x="4101833" y="511632"/>
                </a:lnTo>
                <a:lnTo>
                  <a:pt x="4099204" y="511632"/>
                </a:lnTo>
                <a:lnTo>
                  <a:pt x="4098086" y="512102"/>
                </a:lnTo>
                <a:lnTo>
                  <a:pt x="4096220" y="513956"/>
                </a:lnTo>
                <a:lnTo>
                  <a:pt x="4095750" y="515086"/>
                </a:lnTo>
                <a:lnTo>
                  <a:pt x="4095750" y="517715"/>
                </a:lnTo>
                <a:lnTo>
                  <a:pt x="4096220" y="518833"/>
                </a:lnTo>
                <a:lnTo>
                  <a:pt x="4098086" y="520687"/>
                </a:lnTo>
                <a:lnTo>
                  <a:pt x="4099204" y="521157"/>
                </a:lnTo>
                <a:lnTo>
                  <a:pt x="4101833" y="521157"/>
                </a:lnTo>
                <a:lnTo>
                  <a:pt x="4102951" y="520687"/>
                </a:lnTo>
                <a:lnTo>
                  <a:pt x="4104817" y="518833"/>
                </a:lnTo>
                <a:lnTo>
                  <a:pt x="4105275" y="517715"/>
                </a:lnTo>
                <a:lnTo>
                  <a:pt x="4105275" y="515086"/>
                </a:lnTo>
                <a:close/>
              </a:path>
              <a:path w="4819650" h="1544954">
                <a:moveTo>
                  <a:pt x="4105275" y="3454"/>
                </a:moveTo>
                <a:lnTo>
                  <a:pt x="4104817" y="2324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86" y="469"/>
                </a:lnTo>
                <a:lnTo>
                  <a:pt x="4096220" y="2324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86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75" y="6083"/>
                </a:lnTo>
                <a:lnTo>
                  <a:pt x="4105275" y="3454"/>
                </a:lnTo>
                <a:close/>
              </a:path>
              <a:path w="4819650" h="1544954">
                <a:moveTo>
                  <a:pt x="4152900" y="1538338"/>
                </a:moveTo>
                <a:lnTo>
                  <a:pt x="4152442" y="1537220"/>
                </a:lnTo>
                <a:lnTo>
                  <a:pt x="4150576" y="1535353"/>
                </a:lnTo>
                <a:lnTo>
                  <a:pt x="4149458" y="1534883"/>
                </a:lnTo>
                <a:lnTo>
                  <a:pt x="4146829" y="1534883"/>
                </a:lnTo>
                <a:lnTo>
                  <a:pt x="4145699" y="1535353"/>
                </a:lnTo>
                <a:lnTo>
                  <a:pt x="4143845" y="1537220"/>
                </a:lnTo>
                <a:lnTo>
                  <a:pt x="4143375" y="1538338"/>
                </a:lnTo>
                <a:lnTo>
                  <a:pt x="4143375" y="1540967"/>
                </a:lnTo>
                <a:lnTo>
                  <a:pt x="4143845" y="1542084"/>
                </a:lnTo>
                <a:lnTo>
                  <a:pt x="4145699" y="1543951"/>
                </a:lnTo>
                <a:lnTo>
                  <a:pt x="4146829" y="1544408"/>
                </a:lnTo>
                <a:lnTo>
                  <a:pt x="4149458" y="1544408"/>
                </a:lnTo>
                <a:lnTo>
                  <a:pt x="4150576" y="1543951"/>
                </a:lnTo>
                <a:lnTo>
                  <a:pt x="4152442" y="1542084"/>
                </a:lnTo>
                <a:lnTo>
                  <a:pt x="4152900" y="1540967"/>
                </a:lnTo>
                <a:lnTo>
                  <a:pt x="4152900" y="1538338"/>
                </a:lnTo>
                <a:close/>
              </a:path>
              <a:path w="4819650" h="1544954">
                <a:moveTo>
                  <a:pt x="4152900" y="1026706"/>
                </a:moveTo>
                <a:lnTo>
                  <a:pt x="4152442" y="1025588"/>
                </a:lnTo>
                <a:lnTo>
                  <a:pt x="4150576" y="1023721"/>
                </a:lnTo>
                <a:lnTo>
                  <a:pt x="4149458" y="1023264"/>
                </a:lnTo>
                <a:lnTo>
                  <a:pt x="4146829" y="1023264"/>
                </a:lnTo>
                <a:lnTo>
                  <a:pt x="4145699" y="1023721"/>
                </a:lnTo>
                <a:lnTo>
                  <a:pt x="4143845" y="1025588"/>
                </a:lnTo>
                <a:lnTo>
                  <a:pt x="4143375" y="1026706"/>
                </a:lnTo>
                <a:lnTo>
                  <a:pt x="4143375" y="1029335"/>
                </a:lnTo>
                <a:lnTo>
                  <a:pt x="4143845" y="1030465"/>
                </a:lnTo>
                <a:lnTo>
                  <a:pt x="4145699" y="1032319"/>
                </a:lnTo>
                <a:lnTo>
                  <a:pt x="4146829" y="1032789"/>
                </a:lnTo>
                <a:lnTo>
                  <a:pt x="4149458" y="1032789"/>
                </a:lnTo>
                <a:lnTo>
                  <a:pt x="4150576" y="1032319"/>
                </a:lnTo>
                <a:lnTo>
                  <a:pt x="4152442" y="1030465"/>
                </a:lnTo>
                <a:lnTo>
                  <a:pt x="4152900" y="1029335"/>
                </a:lnTo>
                <a:lnTo>
                  <a:pt x="4152900" y="1026706"/>
                </a:lnTo>
                <a:close/>
              </a:path>
              <a:path w="4819650" h="1544954">
                <a:moveTo>
                  <a:pt x="4152900" y="515086"/>
                </a:moveTo>
                <a:lnTo>
                  <a:pt x="4152442" y="513956"/>
                </a:lnTo>
                <a:lnTo>
                  <a:pt x="4150576" y="512102"/>
                </a:lnTo>
                <a:lnTo>
                  <a:pt x="4149458" y="511632"/>
                </a:lnTo>
                <a:lnTo>
                  <a:pt x="4146829" y="511632"/>
                </a:lnTo>
                <a:lnTo>
                  <a:pt x="4145699" y="512102"/>
                </a:lnTo>
                <a:lnTo>
                  <a:pt x="4143845" y="513956"/>
                </a:lnTo>
                <a:lnTo>
                  <a:pt x="4143375" y="515086"/>
                </a:lnTo>
                <a:lnTo>
                  <a:pt x="4143375" y="517715"/>
                </a:lnTo>
                <a:lnTo>
                  <a:pt x="4143845" y="518833"/>
                </a:lnTo>
                <a:lnTo>
                  <a:pt x="4145699" y="520687"/>
                </a:lnTo>
                <a:lnTo>
                  <a:pt x="4146829" y="521157"/>
                </a:lnTo>
                <a:lnTo>
                  <a:pt x="4149458" y="521157"/>
                </a:lnTo>
                <a:lnTo>
                  <a:pt x="4150576" y="520687"/>
                </a:lnTo>
                <a:lnTo>
                  <a:pt x="4152442" y="518833"/>
                </a:lnTo>
                <a:lnTo>
                  <a:pt x="4152900" y="517715"/>
                </a:lnTo>
                <a:lnTo>
                  <a:pt x="4152900" y="515086"/>
                </a:lnTo>
                <a:close/>
              </a:path>
              <a:path w="4819650" h="1544954">
                <a:moveTo>
                  <a:pt x="4152900" y="3454"/>
                </a:moveTo>
                <a:lnTo>
                  <a:pt x="4152442" y="2324"/>
                </a:lnTo>
                <a:lnTo>
                  <a:pt x="4150576" y="469"/>
                </a:lnTo>
                <a:lnTo>
                  <a:pt x="4149458" y="0"/>
                </a:lnTo>
                <a:lnTo>
                  <a:pt x="4146829" y="0"/>
                </a:lnTo>
                <a:lnTo>
                  <a:pt x="4145699" y="469"/>
                </a:lnTo>
                <a:lnTo>
                  <a:pt x="4143845" y="2324"/>
                </a:lnTo>
                <a:lnTo>
                  <a:pt x="4143375" y="3454"/>
                </a:lnTo>
                <a:lnTo>
                  <a:pt x="4143375" y="6083"/>
                </a:lnTo>
                <a:lnTo>
                  <a:pt x="4143845" y="7200"/>
                </a:lnTo>
                <a:lnTo>
                  <a:pt x="4145699" y="9067"/>
                </a:lnTo>
                <a:lnTo>
                  <a:pt x="4146829" y="9525"/>
                </a:lnTo>
                <a:lnTo>
                  <a:pt x="4149458" y="9525"/>
                </a:lnTo>
                <a:lnTo>
                  <a:pt x="4150576" y="9067"/>
                </a:lnTo>
                <a:lnTo>
                  <a:pt x="4152442" y="7200"/>
                </a:lnTo>
                <a:lnTo>
                  <a:pt x="4152900" y="6083"/>
                </a:lnTo>
                <a:lnTo>
                  <a:pt x="4152900" y="3454"/>
                </a:lnTo>
                <a:close/>
              </a:path>
              <a:path w="4819650" h="1544954">
                <a:moveTo>
                  <a:pt x="4200525" y="1538338"/>
                </a:moveTo>
                <a:lnTo>
                  <a:pt x="4200067" y="1537220"/>
                </a:lnTo>
                <a:lnTo>
                  <a:pt x="4198201" y="1535353"/>
                </a:lnTo>
                <a:lnTo>
                  <a:pt x="4197083" y="1534883"/>
                </a:lnTo>
                <a:lnTo>
                  <a:pt x="4194454" y="1534883"/>
                </a:lnTo>
                <a:lnTo>
                  <a:pt x="4193324" y="1535353"/>
                </a:lnTo>
                <a:lnTo>
                  <a:pt x="4191470" y="1537220"/>
                </a:lnTo>
                <a:lnTo>
                  <a:pt x="4191000" y="1538338"/>
                </a:lnTo>
                <a:lnTo>
                  <a:pt x="4191000" y="1540967"/>
                </a:lnTo>
                <a:lnTo>
                  <a:pt x="4191470" y="1542084"/>
                </a:lnTo>
                <a:lnTo>
                  <a:pt x="4193324" y="1543951"/>
                </a:lnTo>
                <a:lnTo>
                  <a:pt x="4194454" y="1544408"/>
                </a:lnTo>
                <a:lnTo>
                  <a:pt x="4197083" y="1544408"/>
                </a:lnTo>
                <a:lnTo>
                  <a:pt x="4198201" y="1543951"/>
                </a:lnTo>
                <a:lnTo>
                  <a:pt x="4200067" y="1542084"/>
                </a:lnTo>
                <a:lnTo>
                  <a:pt x="4200525" y="1540967"/>
                </a:lnTo>
                <a:lnTo>
                  <a:pt x="4200525" y="1538338"/>
                </a:lnTo>
                <a:close/>
              </a:path>
              <a:path w="4819650" h="1544954">
                <a:moveTo>
                  <a:pt x="4200525" y="1026706"/>
                </a:moveTo>
                <a:lnTo>
                  <a:pt x="4200067" y="1025588"/>
                </a:lnTo>
                <a:lnTo>
                  <a:pt x="4198201" y="1023721"/>
                </a:lnTo>
                <a:lnTo>
                  <a:pt x="4197083" y="1023264"/>
                </a:lnTo>
                <a:lnTo>
                  <a:pt x="4194454" y="1023264"/>
                </a:lnTo>
                <a:lnTo>
                  <a:pt x="4193324" y="1023721"/>
                </a:lnTo>
                <a:lnTo>
                  <a:pt x="4191470" y="1025588"/>
                </a:lnTo>
                <a:lnTo>
                  <a:pt x="4191000" y="1026706"/>
                </a:lnTo>
                <a:lnTo>
                  <a:pt x="4191000" y="1029335"/>
                </a:lnTo>
                <a:lnTo>
                  <a:pt x="4191470" y="1030465"/>
                </a:lnTo>
                <a:lnTo>
                  <a:pt x="4193324" y="1032319"/>
                </a:lnTo>
                <a:lnTo>
                  <a:pt x="4194454" y="1032789"/>
                </a:lnTo>
                <a:lnTo>
                  <a:pt x="4197083" y="1032789"/>
                </a:lnTo>
                <a:lnTo>
                  <a:pt x="4198201" y="1032319"/>
                </a:lnTo>
                <a:lnTo>
                  <a:pt x="4200067" y="1030465"/>
                </a:lnTo>
                <a:lnTo>
                  <a:pt x="4200525" y="1029335"/>
                </a:lnTo>
                <a:lnTo>
                  <a:pt x="4200525" y="1026706"/>
                </a:lnTo>
                <a:close/>
              </a:path>
              <a:path w="4819650" h="1544954">
                <a:moveTo>
                  <a:pt x="4200525" y="515086"/>
                </a:moveTo>
                <a:lnTo>
                  <a:pt x="4200067" y="513956"/>
                </a:lnTo>
                <a:lnTo>
                  <a:pt x="4198201" y="512102"/>
                </a:lnTo>
                <a:lnTo>
                  <a:pt x="4197083" y="511632"/>
                </a:lnTo>
                <a:lnTo>
                  <a:pt x="4194454" y="511632"/>
                </a:lnTo>
                <a:lnTo>
                  <a:pt x="4193324" y="512102"/>
                </a:lnTo>
                <a:lnTo>
                  <a:pt x="4191470" y="513956"/>
                </a:lnTo>
                <a:lnTo>
                  <a:pt x="4191000" y="515086"/>
                </a:lnTo>
                <a:lnTo>
                  <a:pt x="4191000" y="517715"/>
                </a:lnTo>
                <a:lnTo>
                  <a:pt x="4191470" y="518833"/>
                </a:lnTo>
                <a:lnTo>
                  <a:pt x="4193324" y="520687"/>
                </a:lnTo>
                <a:lnTo>
                  <a:pt x="4194454" y="521157"/>
                </a:lnTo>
                <a:lnTo>
                  <a:pt x="4197083" y="521157"/>
                </a:lnTo>
                <a:lnTo>
                  <a:pt x="4198201" y="520687"/>
                </a:lnTo>
                <a:lnTo>
                  <a:pt x="4200067" y="518833"/>
                </a:lnTo>
                <a:lnTo>
                  <a:pt x="4200525" y="517715"/>
                </a:lnTo>
                <a:lnTo>
                  <a:pt x="4200525" y="515086"/>
                </a:lnTo>
                <a:close/>
              </a:path>
              <a:path w="4819650" h="1544954">
                <a:moveTo>
                  <a:pt x="4200525" y="3454"/>
                </a:moveTo>
                <a:lnTo>
                  <a:pt x="4200067" y="2324"/>
                </a:lnTo>
                <a:lnTo>
                  <a:pt x="4198201" y="469"/>
                </a:lnTo>
                <a:lnTo>
                  <a:pt x="4197083" y="0"/>
                </a:lnTo>
                <a:lnTo>
                  <a:pt x="4194454" y="0"/>
                </a:lnTo>
                <a:lnTo>
                  <a:pt x="4193324" y="469"/>
                </a:lnTo>
                <a:lnTo>
                  <a:pt x="4191470" y="2324"/>
                </a:lnTo>
                <a:lnTo>
                  <a:pt x="4191000" y="3454"/>
                </a:lnTo>
                <a:lnTo>
                  <a:pt x="4191000" y="6083"/>
                </a:lnTo>
                <a:lnTo>
                  <a:pt x="4191470" y="7200"/>
                </a:lnTo>
                <a:lnTo>
                  <a:pt x="4193324" y="9067"/>
                </a:lnTo>
                <a:lnTo>
                  <a:pt x="4194454" y="9525"/>
                </a:lnTo>
                <a:lnTo>
                  <a:pt x="4197083" y="9525"/>
                </a:lnTo>
                <a:lnTo>
                  <a:pt x="4198201" y="9067"/>
                </a:lnTo>
                <a:lnTo>
                  <a:pt x="4200067" y="7200"/>
                </a:lnTo>
                <a:lnTo>
                  <a:pt x="4200525" y="6083"/>
                </a:lnTo>
                <a:lnTo>
                  <a:pt x="4200525" y="3454"/>
                </a:lnTo>
                <a:close/>
              </a:path>
              <a:path w="4819650" h="1544954">
                <a:moveTo>
                  <a:pt x="4248150" y="1538338"/>
                </a:moveTo>
                <a:lnTo>
                  <a:pt x="4247693" y="1537220"/>
                </a:lnTo>
                <a:lnTo>
                  <a:pt x="4245826" y="1535353"/>
                </a:lnTo>
                <a:lnTo>
                  <a:pt x="4244708" y="1534883"/>
                </a:lnTo>
                <a:lnTo>
                  <a:pt x="4242079" y="1534883"/>
                </a:lnTo>
                <a:lnTo>
                  <a:pt x="4240949" y="1535353"/>
                </a:lnTo>
                <a:lnTo>
                  <a:pt x="4239095" y="1537220"/>
                </a:lnTo>
                <a:lnTo>
                  <a:pt x="4238625" y="1538338"/>
                </a:lnTo>
                <a:lnTo>
                  <a:pt x="4238625" y="1540967"/>
                </a:lnTo>
                <a:lnTo>
                  <a:pt x="4239095" y="1542084"/>
                </a:lnTo>
                <a:lnTo>
                  <a:pt x="4240949" y="1543951"/>
                </a:lnTo>
                <a:lnTo>
                  <a:pt x="4242079" y="1544408"/>
                </a:lnTo>
                <a:lnTo>
                  <a:pt x="4244708" y="1544408"/>
                </a:lnTo>
                <a:lnTo>
                  <a:pt x="4245826" y="1543951"/>
                </a:lnTo>
                <a:lnTo>
                  <a:pt x="4247693" y="1542084"/>
                </a:lnTo>
                <a:lnTo>
                  <a:pt x="4248150" y="1540967"/>
                </a:lnTo>
                <a:lnTo>
                  <a:pt x="4248150" y="1538338"/>
                </a:lnTo>
                <a:close/>
              </a:path>
              <a:path w="4819650" h="1544954">
                <a:moveTo>
                  <a:pt x="4248150" y="1026706"/>
                </a:moveTo>
                <a:lnTo>
                  <a:pt x="4247693" y="1025588"/>
                </a:lnTo>
                <a:lnTo>
                  <a:pt x="4245826" y="1023721"/>
                </a:lnTo>
                <a:lnTo>
                  <a:pt x="4244708" y="1023264"/>
                </a:lnTo>
                <a:lnTo>
                  <a:pt x="4242079" y="1023264"/>
                </a:lnTo>
                <a:lnTo>
                  <a:pt x="4240949" y="1023721"/>
                </a:lnTo>
                <a:lnTo>
                  <a:pt x="4239095" y="1025588"/>
                </a:lnTo>
                <a:lnTo>
                  <a:pt x="4238625" y="1026706"/>
                </a:lnTo>
                <a:lnTo>
                  <a:pt x="4238625" y="1029335"/>
                </a:lnTo>
                <a:lnTo>
                  <a:pt x="4239095" y="1030465"/>
                </a:lnTo>
                <a:lnTo>
                  <a:pt x="4240949" y="1032319"/>
                </a:lnTo>
                <a:lnTo>
                  <a:pt x="4242079" y="1032789"/>
                </a:lnTo>
                <a:lnTo>
                  <a:pt x="4244708" y="1032789"/>
                </a:lnTo>
                <a:lnTo>
                  <a:pt x="4245826" y="1032319"/>
                </a:lnTo>
                <a:lnTo>
                  <a:pt x="4247693" y="1030465"/>
                </a:lnTo>
                <a:lnTo>
                  <a:pt x="4248150" y="1029335"/>
                </a:lnTo>
                <a:lnTo>
                  <a:pt x="4248150" y="1026706"/>
                </a:lnTo>
                <a:close/>
              </a:path>
              <a:path w="4819650" h="1544954">
                <a:moveTo>
                  <a:pt x="4248150" y="515086"/>
                </a:moveTo>
                <a:lnTo>
                  <a:pt x="4247693" y="513956"/>
                </a:lnTo>
                <a:lnTo>
                  <a:pt x="4245826" y="512102"/>
                </a:lnTo>
                <a:lnTo>
                  <a:pt x="4244708" y="511632"/>
                </a:lnTo>
                <a:lnTo>
                  <a:pt x="4242079" y="511632"/>
                </a:lnTo>
                <a:lnTo>
                  <a:pt x="4240949" y="512102"/>
                </a:lnTo>
                <a:lnTo>
                  <a:pt x="4239095" y="513956"/>
                </a:lnTo>
                <a:lnTo>
                  <a:pt x="4238625" y="515086"/>
                </a:lnTo>
                <a:lnTo>
                  <a:pt x="4238625" y="517715"/>
                </a:lnTo>
                <a:lnTo>
                  <a:pt x="4239095" y="518833"/>
                </a:lnTo>
                <a:lnTo>
                  <a:pt x="4240949" y="520687"/>
                </a:lnTo>
                <a:lnTo>
                  <a:pt x="4242079" y="521157"/>
                </a:lnTo>
                <a:lnTo>
                  <a:pt x="4244708" y="521157"/>
                </a:lnTo>
                <a:lnTo>
                  <a:pt x="4245826" y="520687"/>
                </a:lnTo>
                <a:lnTo>
                  <a:pt x="4247693" y="518833"/>
                </a:lnTo>
                <a:lnTo>
                  <a:pt x="4248150" y="517715"/>
                </a:lnTo>
                <a:lnTo>
                  <a:pt x="4248150" y="515086"/>
                </a:lnTo>
                <a:close/>
              </a:path>
              <a:path w="4819650" h="1544954">
                <a:moveTo>
                  <a:pt x="4248150" y="3454"/>
                </a:moveTo>
                <a:lnTo>
                  <a:pt x="4247693" y="2324"/>
                </a:lnTo>
                <a:lnTo>
                  <a:pt x="4245826" y="469"/>
                </a:lnTo>
                <a:lnTo>
                  <a:pt x="4244708" y="0"/>
                </a:lnTo>
                <a:lnTo>
                  <a:pt x="4242079" y="0"/>
                </a:lnTo>
                <a:lnTo>
                  <a:pt x="4240949" y="469"/>
                </a:lnTo>
                <a:lnTo>
                  <a:pt x="4239095" y="2324"/>
                </a:lnTo>
                <a:lnTo>
                  <a:pt x="4238625" y="3454"/>
                </a:lnTo>
                <a:lnTo>
                  <a:pt x="4238625" y="6083"/>
                </a:lnTo>
                <a:lnTo>
                  <a:pt x="4239095" y="7200"/>
                </a:lnTo>
                <a:lnTo>
                  <a:pt x="4240949" y="9067"/>
                </a:lnTo>
                <a:lnTo>
                  <a:pt x="4242079" y="9525"/>
                </a:lnTo>
                <a:lnTo>
                  <a:pt x="4244708" y="9525"/>
                </a:lnTo>
                <a:lnTo>
                  <a:pt x="4245826" y="9067"/>
                </a:lnTo>
                <a:lnTo>
                  <a:pt x="4247693" y="7200"/>
                </a:lnTo>
                <a:lnTo>
                  <a:pt x="4248150" y="6083"/>
                </a:lnTo>
                <a:lnTo>
                  <a:pt x="4248150" y="3454"/>
                </a:lnTo>
                <a:close/>
              </a:path>
              <a:path w="4819650" h="1544954">
                <a:moveTo>
                  <a:pt x="4295775" y="1538338"/>
                </a:moveTo>
                <a:lnTo>
                  <a:pt x="4295318" y="1537220"/>
                </a:lnTo>
                <a:lnTo>
                  <a:pt x="4293451" y="1535353"/>
                </a:lnTo>
                <a:lnTo>
                  <a:pt x="4292333" y="1534883"/>
                </a:lnTo>
                <a:lnTo>
                  <a:pt x="4289704" y="1534883"/>
                </a:lnTo>
                <a:lnTo>
                  <a:pt x="4288574" y="1535353"/>
                </a:lnTo>
                <a:lnTo>
                  <a:pt x="4286720" y="1537220"/>
                </a:lnTo>
                <a:lnTo>
                  <a:pt x="4286250" y="1538338"/>
                </a:lnTo>
                <a:lnTo>
                  <a:pt x="4286250" y="1540967"/>
                </a:lnTo>
                <a:lnTo>
                  <a:pt x="4286720" y="1542084"/>
                </a:lnTo>
                <a:lnTo>
                  <a:pt x="4288574" y="1543951"/>
                </a:lnTo>
                <a:lnTo>
                  <a:pt x="4289704" y="1544408"/>
                </a:lnTo>
                <a:lnTo>
                  <a:pt x="4292333" y="1544408"/>
                </a:lnTo>
                <a:lnTo>
                  <a:pt x="4293451" y="1543951"/>
                </a:lnTo>
                <a:lnTo>
                  <a:pt x="4295318" y="1542084"/>
                </a:lnTo>
                <a:lnTo>
                  <a:pt x="4295775" y="1540967"/>
                </a:lnTo>
                <a:lnTo>
                  <a:pt x="4295775" y="1538338"/>
                </a:lnTo>
                <a:close/>
              </a:path>
              <a:path w="4819650" h="1544954">
                <a:moveTo>
                  <a:pt x="4295775" y="1026706"/>
                </a:moveTo>
                <a:lnTo>
                  <a:pt x="4295318" y="1025588"/>
                </a:lnTo>
                <a:lnTo>
                  <a:pt x="4293451" y="1023721"/>
                </a:lnTo>
                <a:lnTo>
                  <a:pt x="4292333" y="1023264"/>
                </a:lnTo>
                <a:lnTo>
                  <a:pt x="4289704" y="1023264"/>
                </a:lnTo>
                <a:lnTo>
                  <a:pt x="4288574" y="1023721"/>
                </a:lnTo>
                <a:lnTo>
                  <a:pt x="4286720" y="1025588"/>
                </a:lnTo>
                <a:lnTo>
                  <a:pt x="4286250" y="1026706"/>
                </a:lnTo>
                <a:lnTo>
                  <a:pt x="4286250" y="1029335"/>
                </a:lnTo>
                <a:lnTo>
                  <a:pt x="4286720" y="1030465"/>
                </a:lnTo>
                <a:lnTo>
                  <a:pt x="4288574" y="1032319"/>
                </a:lnTo>
                <a:lnTo>
                  <a:pt x="4289704" y="1032789"/>
                </a:lnTo>
                <a:lnTo>
                  <a:pt x="4292333" y="1032789"/>
                </a:lnTo>
                <a:lnTo>
                  <a:pt x="4293451" y="1032319"/>
                </a:lnTo>
                <a:lnTo>
                  <a:pt x="4295318" y="1030465"/>
                </a:lnTo>
                <a:lnTo>
                  <a:pt x="4295775" y="1029335"/>
                </a:lnTo>
                <a:lnTo>
                  <a:pt x="4295775" y="1026706"/>
                </a:lnTo>
                <a:close/>
              </a:path>
              <a:path w="4819650" h="1544954">
                <a:moveTo>
                  <a:pt x="4295775" y="515086"/>
                </a:moveTo>
                <a:lnTo>
                  <a:pt x="4295318" y="513956"/>
                </a:lnTo>
                <a:lnTo>
                  <a:pt x="4293451" y="512102"/>
                </a:lnTo>
                <a:lnTo>
                  <a:pt x="4292333" y="511632"/>
                </a:lnTo>
                <a:lnTo>
                  <a:pt x="4289704" y="511632"/>
                </a:lnTo>
                <a:lnTo>
                  <a:pt x="4288574" y="512102"/>
                </a:lnTo>
                <a:lnTo>
                  <a:pt x="4286720" y="513956"/>
                </a:lnTo>
                <a:lnTo>
                  <a:pt x="4286250" y="515086"/>
                </a:lnTo>
                <a:lnTo>
                  <a:pt x="4286250" y="517715"/>
                </a:lnTo>
                <a:lnTo>
                  <a:pt x="4286720" y="518833"/>
                </a:lnTo>
                <a:lnTo>
                  <a:pt x="4288574" y="520687"/>
                </a:lnTo>
                <a:lnTo>
                  <a:pt x="4289704" y="521157"/>
                </a:lnTo>
                <a:lnTo>
                  <a:pt x="4292333" y="521157"/>
                </a:lnTo>
                <a:lnTo>
                  <a:pt x="4293451" y="520687"/>
                </a:lnTo>
                <a:lnTo>
                  <a:pt x="4295318" y="518833"/>
                </a:lnTo>
                <a:lnTo>
                  <a:pt x="4295775" y="517715"/>
                </a:lnTo>
                <a:lnTo>
                  <a:pt x="4295775" y="515086"/>
                </a:lnTo>
                <a:close/>
              </a:path>
              <a:path w="4819650" h="1544954">
                <a:moveTo>
                  <a:pt x="4295775" y="3454"/>
                </a:moveTo>
                <a:lnTo>
                  <a:pt x="4295318" y="2324"/>
                </a:lnTo>
                <a:lnTo>
                  <a:pt x="4293451" y="469"/>
                </a:lnTo>
                <a:lnTo>
                  <a:pt x="4292333" y="0"/>
                </a:lnTo>
                <a:lnTo>
                  <a:pt x="4289704" y="0"/>
                </a:lnTo>
                <a:lnTo>
                  <a:pt x="4288574" y="469"/>
                </a:lnTo>
                <a:lnTo>
                  <a:pt x="4286720" y="2324"/>
                </a:lnTo>
                <a:lnTo>
                  <a:pt x="4286250" y="3454"/>
                </a:lnTo>
                <a:lnTo>
                  <a:pt x="4286250" y="6083"/>
                </a:lnTo>
                <a:lnTo>
                  <a:pt x="4286720" y="7200"/>
                </a:lnTo>
                <a:lnTo>
                  <a:pt x="4288574" y="9067"/>
                </a:lnTo>
                <a:lnTo>
                  <a:pt x="4289704" y="9525"/>
                </a:lnTo>
                <a:lnTo>
                  <a:pt x="4292333" y="9525"/>
                </a:lnTo>
                <a:lnTo>
                  <a:pt x="4293451" y="9067"/>
                </a:lnTo>
                <a:lnTo>
                  <a:pt x="4295318" y="7200"/>
                </a:lnTo>
                <a:lnTo>
                  <a:pt x="4295775" y="6083"/>
                </a:lnTo>
                <a:lnTo>
                  <a:pt x="4295775" y="3454"/>
                </a:lnTo>
                <a:close/>
              </a:path>
              <a:path w="4819650" h="1544954">
                <a:moveTo>
                  <a:pt x="4343400" y="1538338"/>
                </a:moveTo>
                <a:lnTo>
                  <a:pt x="4342943" y="1537220"/>
                </a:lnTo>
                <a:lnTo>
                  <a:pt x="4341076" y="1535353"/>
                </a:lnTo>
                <a:lnTo>
                  <a:pt x="4339958" y="1534883"/>
                </a:lnTo>
                <a:lnTo>
                  <a:pt x="4337329" y="1534883"/>
                </a:lnTo>
                <a:lnTo>
                  <a:pt x="4336199" y="1535353"/>
                </a:lnTo>
                <a:lnTo>
                  <a:pt x="4334345" y="1537220"/>
                </a:lnTo>
                <a:lnTo>
                  <a:pt x="4333875" y="1538338"/>
                </a:lnTo>
                <a:lnTo>
                  <a:pt x="4333875" y="1540967"/>
                </a:lnTo>
                <a:lnTo>
                  <a:pt x="4334345" y="1542084"/>
                </a:lnTo>
                <a:lnTo>
                  <a:pt x="4336199" y="1543951"/>
                </a:lnTo>
                <a:lnTo>
                  <a:pt x="4337329" y="1544408"/>
                </a:lnTo>
                <a:lnTo>
                  <a:pt x="4339958" y="1544408"/>
                </a:lnTo>
                <a:lnTo>
                  <a:pt x="4341076" y="1543951"/>
                </a:lnTo>
                <a:lnTo>
                  <a:pt x="4342943" y="1542084"/>
                </a:lnTo>
                <a:lnTo>
                  <a:pt x="4343400" y="1540967"/>
                </a:lnTo>
                <a:lnTo>
                  <a:pt x="4343400" y="1538338"/>
                </a:lnTo>
                <a:close/>
              </a:path>
              <a:path w="4819650" h="1544954">
                <a:moveTo>
                  <a:pt x="4343400" y="1026706"/>
                </a:moveTo>
                <a:lnTo>
                  <a:pt x="4342943" y="1025588"/>
                </a:lnTo>
                <a:lnTo>
                  <a:pt x="4341076" y="1023721"/>
                </a:lnTo>
                <a:lnTo>
                  <a:pt x="4339958" y="1023264"/>
                </a:lnTo>
                <a:lnTo>
                  <a:pt x="4337329" y="1023264"/>
                </a:lnTo>
                <a:lnTo>
                  <a:pt x="4336199" y="1023721"/>
                </a:lnTo>
                <a:lnTo>
                  <a:pt x="4334345" y="1025588"/>
                </a:lnTo>
                <a:lnTo>
                  <a:pt x="4333875" y="1026706"/>
                </a:lnTo>
                <a:lnTo>
                  <a:pt x="4333875" y="1029335"/>
                </a:lnTo>
                <a:lnTo>
                  <a:pt x="4334345" y="1030465"/>
                </a:lnTo>
                <a:lnTo>
                  <a:pt x="4336199" y="1032319"/>
                </a:lnTo>
                <a:lnTo>
                  <a:pt x="4337329" y="1032789"/>
                </a:lnTo>
                <a:lnTo>
                  <a:pt x="4339958" y="1032789"/>
                </a:lnTo>
                <a:lnTo>
                  <a:pt x="4341076" y="1032319"/>
                </a:lnTo>
                <a:lnTo>
                  <a:pt x="4342943" y="1030465"/>
                </a:lnTo>
                <a:lnTo>
                  <a:pt x="4343400" y="1029335"/>
                </a:lnTo>
                <a:lnTo>
                  <a:pt x="4343400" y="1026706"/>
                </a:lnTo>
                <a:close/>
              </a:path>
              <a:path w="4819650" h="1544954">
                <a:moveTo>
                  <a:pt x="4343400" y="515086"/>
                </a:moveTo>
                <a:lnTo>
                  <a:pt x="4342943" y="513956"/>
                </a:lnTo>
                <a:lnTo>
                  <a:pt x="4341076" y="512102"/>
                </a:lnTo>
                <a:lnTo>
                  <a:pt x="4339958" y="511632"/>
                </a:lnTo>
                <a:lnTo>
                  <a:pt x="4337329" y="511632"/>
                </a:lnTo>
                <a:lnTo>
                  <a:pt x="4336199" y="512102"/>
                </a:lnTo>
                <a:lnTo>
                  <a:pt x="4334345" y="513956"/>
                </a:lnTo>
                <a:lnTo>
                  <a:pt x="4333875" y="515086"/>
                </a:lnTo>
                <a:lnTo>
                  <a:pt x="4333875" y="517715"/>
                </a:lnTo>
                <a:lnTo>
                  <a:pt x="4334345" y="518833"/>
                </a:lnTo>
                <a:lnTo>
                  <a:pt x="4336199" y="520687"/>
                </a:lnTo>
                <a:lnTo>
                  <a:pt x="4337329" y="521157"/>
                </a:lnTo>
                <a:lnTo>
                  <a:pt x="4339958" y="521157"/>
                </a:lnTo>
                <a:lnTo>
                  <a:pt x="4341076" y="520687"/>
                </a:lnTo>
                <a:lnTo>
                  <a:pt x="4342943" y="518833"/>
                </a:lnTo>
                <a:lnTo>
                  <a:pt x="4343400" y="517715"/>
                </a:lnTo>
                <a:lnTo>
                  <a:pt x="4343400" y="515086"/>
                </a:lnTo>
                <a:close/>
              </a:path>
              <a:path w="4819650" h="1544954">
                <a:moveTo>
                  <a:pt x="4343400" y="3454"/>
                </a:moveTo>
                <a:lnTo>
                  <a:pt x="4342943" y="2324"/>
                </a:lnTo>
                <a:lnTo>
                  <a:pt x="4341076" y="469"/>
                </a:lnTo>
                <a:lnTo>
                  <a:pt x="4339958" y="0"/>
                </a:lnTo>
                <a:lnTo>
                  <a:pt x="4337329" y="0"/>
                </a:lnTo>
                <a:lnTo>
                  <a:pt x="4336199" y="469"/>
                </a:lnTo>
                <a:lnTo>
                  <a:pt x="4334345" y="2324"/>
                </a:lnTo>
                <a:lnTo>
                  <a:pt x="4333875" y="3454"/>
                </a:lnTo>
                <a:lnTo>
                  <a:pt x="4333875" y="6083"/>
                </a:lnTo>
                <a:lnTo>
                  <a:pt x="4334345" y="7200"/>
                </a:lnTo>
                <a:lnTo>
                  <a:pt x="4336199" y="9067"/>
                </a:lnTo>
                <a:lnTo>
                  <a:pt x="4337329" y="9525"/>
                </a:lnTo>
                <a:lnTo>
                  <a:pt x="4339958" y="9525"/>
                </a:lnTo>
                <a:lnTo>
                  <a:pt x="4341076" y="9067"/>
                </a:lnTo>
                <a:lnTo>
                  <a:pt x="4342943" y="7200"/>
                </a:lnTo>
                <a:lnTo>
                  <a:pt x="4343400" y="6083"/>
                </a:lnTo>
                <a:lnTo>
                  <a:pt x="4343400" y="3454"/>
                </a:lnTo>
                <a:close/>
              </a:path>
              <a:path w="4819650" h="1544954">
                <a:moveTo>
                  <a:pt x="4391025" y="1538338"/>
                </a:moveTo>
                <a:lnTo>
                  <a:pt x="4390568" y="1537220"/>
                </a:lnTo>
                <a:lnTo>
                  <a:pt x="4388701" y="1535353"/>
                </a:lnTo>
                <a:lnTo>
                  <a:pt x="4387583" y="1534883"/>
                </a:lnTo>
                <a:lnTo>
                  <a:pt x="4384954" y="1534883"/>
                </a:lnTo>
                <a:lnTo>
                  <a:pt x="4383824" y="1535353"/>
                </a:lnTo>
                <a:lnTo>
                  <a:pt x="4381970" y="1537220"/>
                </a:lnTo>
                <a:lnTo>
                  <a:pt x="4381500" y="1538338"/>
                </a:lnTo>
                <a:lnTo>
                  <a:pt x="4381500" y="1540967"/>
                </a:lnTo>
                <a:lnTo>
                  <a:pt x="4381970" y="1542084"/>
                </a:lnTo>
                <a:lnTo>
                  <a:pt x="4383824" y="1543951"/>
                </a:lnTo>
                <a:lnTo>
                  <a:pt x="4384954" y="1544408"/>
                </a:lnTo>
                <a:lnTo>
                  <a:pt x="4387583" y="1544408"/>
                </a:lnTo>
                <a:lnTo>
                  <a:pt x="4388701" y="1543951"/>
                </a:lnTo>
                <a:lnTo>
                  <a:pt x="4390568" y="1542084"/>
                </a:lnTo>
                <a:lnTo>
                  <a:pt x="4391025" y="1540967"/>
                </a:lnTo>
                <a:lnTo>
                  <a:pt x="4391025" y="1538338"/>
                </a:lnTo>
                <a:close/>
              </a:path>
              <a:path w="4819650" h="1544954">
                <a:moveTo>
                  <a:pt x="4391025" y="1026706"/>
                </a:moveTo>
                <a:lnTo>
                  <a:pt x="4390568" y="1025588"/>
                </a:lnTo>
                <a:lnTo>
                  <a:pt x="4388701" y="1023721"/>
                </a:lnTo>
                <a:lnTo>
                  <a:pt x="4387583" y="1023264"/>
                </a:lnTo>
                <a:lnTo>
                  <a:pt x="4384954" y="1023264"/>
                </a:lnTo>
                <a:lnTo>
                  <a:pt x="4383824" y="1023721"/>
                </a:lnTo>
                <a:lnTo>
                  <a:pt x="4381970" y="1025588"/>
                </a:lnTo>
                <a:lnTo>
                  <a:pt x="4381500" y="1026706"/>
                </a:lnTo>
                <a:lnTo>
                  <a:pt x="4381500" y="1029335"/>
                </a:lnTo>
                <a:lnTo>
                  <a:pt x="4381970" y="1030465"/>
                </a:lnTo>
                <a:lnTo>
                  <a:pt x="4383824" y="1032319"/>
                </a:lnTo>
                <a:lnTo>
                  <a:pt x="4384954" y="1032789"/>
                </a:lnTo>
                <a:lnTo>
                  <a:pt x="4387583" y="1032789"/>
                </a:lnTo>
                <a:lnTo>
                  <a:pt x="4388701" y="1032319"/>
                </a:lnTo>
                <a:lnTo>
                  <a:pt x="4390568" y="1030465"/>
                </a:lnTo>
                <a:lnTo>
                  <a:pt x="4391025" y="1029335"/>
                </a:lnTo>
                <a:lnTo>
                  <a:pt x="4391025" y="1026706"/>
                </a:lnTo>
                <a:close/>
              </a:path>
              <a:path w="4819650" h="1544954">
                <a:moveTo>
                  <a:pt x="4391025" y="515086"/>
                </a:moveTo>
                <a:lnTo>
                  <a:pt x="4390568" y="513956"/>
                </a:lnTo>
                <a:lnTo>
                  <a:pt x="4388701" y="512102"/>
                </a:lnTo>
                <a:lnTo>
                  <a:pt x="4387583" y="511632"/>
                </a:lnTo>
                <a:lnTo>
                  <a:pt x="4384954" y="511632"/>
                </a:lnTo>
                <a:lnTo>
                  <a:pt x="4383824" y="512102"/>
                </a:lnTo>
                <a:lnTo>
                  <a:pt x="4381970" y="513956"/>
                </a:lnTo>
                <a:lnTo>
                  <a:pt x="4381500" y="515086"/>
                </a:lnTo>
                <a:lnTo>
                  <a:pt x="4381500" y="517715"/>
                </a:lnTo>
                <a:lnTo>
                  <a:pt x="4381970" y="518833"/>
                </a:lnTo>
                <a:lnTo>
                  <a:pt x="4383824" y="520687"/>
                </a:lnTo>
                <a:lnTo>
                  <a:pt x="4384954" y="521157"/>
                </a:lnTo>
                <a:lnTo>
                  <a:pt x="4387583" y="521157"/>
                </a:lnTo>
                <a:lnTo>
                  <a:pt x="4388701" y="520687"/>
                </a:lnTo>
                <a:lnTo>
                  <a:pt x="4390568" y="518833"/>
                </a:lnTo>
                <a:lnTo>
                  <a:pt x="4391025" y="517715"/>
                </a:lnTo>
                <a:lnTo>
                  <a:pt x="4391025" y="515086"/>
                </a:lnTo>
                <a:close/>
              </a:path>
              <a:path w="4819650" h="1544954">
                <a:moveTo>
                  <a:pt x="4391025" y="3454"/>
                </a:moveTo>
                <a:lnTo>
                  <a:pt x="4390568" y="2324"/>
                </a:lnTo>
                <a:lnTo>
                  <a:pt x="4388701" y="469"/>
                </a:lnTo>
                <a:lnTo>
                  <a:pt x="4387583" y="0"/>
                </a:lnTo>
                <a:lnTo>
                  <a:pt x="4384954" y="0"/>
                </a:lnTo>
                <a:lnTo>
                  <a:pt x="4383824" y="469"/>
                </a:lnTo>
                <a:lnTo>
                  <a:pt x="4381970" y="2324"/>
                </a:lnTo>
                <a:lnTo>
                  <a:pt x="4381500" y="3454"/>
                </a:lnTo>
                <a:lnTo>
                  <a:pt x="4381500" y="6083"/>
                </a:lnTo>
                <a:lnTo>
                  <a:pt x="4381970" y="7200"/>
                </a:lnTo>
                <a:lnTo>
                  <a:pt x="4383824" y="9067"/>
                </a:lnTo>
                <a:lnTo>
                  <a:pt x="4384954" y="9525"/>
                </a:lnTo>
                <a:lnTo>
                  <a:pt x="4387583" y="9525"/>
                </a:lnTo>
                <a:lnTo>
                  <a:pt x="4388701" y="9067"/>
                </a:lnTo>
                <a:lnTo>
                  <a:pt x="4390568" y="7200"/>
                </a:lnTo>
                <a:lnTo>
                  <a:pt x="4391025" y="6083"/>
                </a:lnTo>
                <a:lnTo>
                  <a:pt x="4391025" y="3454"/>
                </a:lnTo>
                <a:close/>
              </a:path>
              <a:path w="4819650" h="1544954">
                <a:moveTo>
                  <a:pt x="4438650" y="1538338"/>
                </a:moveTo>
                <a:lnTo>
                  <a:pt x="4438193" y="1537220"/>
                </a:lnTo>
                <a:lnTo>
                  <a:pt x="4436326" y="1535353"/>
                </a:lnTo>
                <a:lnTo>
                  <a:pt x="4435208" y="1534883"/>
                </a:lnTo>
                <a:lnTo>
                  <a:pt x="4432579" y="1534883"/>
                </a:lnTo>
                <a:lnTo>
                  <a:pt x="4431449" y="1535353"/>
                </a:lnTo>
                <a:lnTo>
                  <a:pt x="4429595" y="1537220"/>
                </a:lnTo>
                <a:lnTo>
                  <a:pt x="4429125" y="1538338"/>
                </a:lnTo>
                <a:lnTo>
                  <a:pt x="4429125" y="1540967"/>
                </a:lnTo>
                <a:lnTo>
                  <a:pt x="4429595" y="1542084"/>
                </a:lnTo>
                <a:lnTo>
                  <a:pt x="4431449" y="1543951"/>
                </a:lnTo>
                <a:lnTo>
                  <a:pt x="4432579" y="1544408"/>
                </a:lnTo>
                <a:lnTo>
                  <a:pt x="4435208" y="1544408"/>
                </a:lnTo>
                <a:lnTo>
                  <a:pt x="4436326" y="1543951"/>
                </a:lnTo>
                <a:lnTo>
                  <a:pt x="4438193" y="1542084"/>
                </a:lnTo>
                <a:lnTo>
                  <a:pt x="4438650" y="1540967"/>
                </a:lnTo>
                <a:lnTo>
                  <a:pt x="4438650" y="1538338"/>
                </a:lnTo>
                <a:close/>
              </a:path>
              <a:path w="4819650" h="1544954">
                <a:moveTo>
                  <a:pt x="4438650" y="1026706"/>
                </a:moveTo>
                <a:lnTo>
                  <a:pt x="4438193" y="1025588"/>
                </a:lnTo>
                <a:lnTo>
                  <a:pt x="4436326" y="1023721"/>
                </a:lnTo>
                <a:lnTo>
                  <a:pt x="4435208" y="1023264"/>
                </a:lnTo>
                <a:lnTo>
                  <a:pt x="4432579" y="1023264"/>
                </a:lnTo>
                <a:lnTo>
                  <a:pt x="4431449" y="1023721"/>
                </a:lnTo>
                <a:lnTo>
                  <a:pt x="4429595" y="1025588"/>
                </a:lnTo>
                <a:lnTo>
                  <a:pt x="4429125" y="1026706"/>
                </a:lnTo>
                <a:lnTo>
                  <a:pt x="4429125" y="1029335"/>
                </a:lnTo>
                <a:lnTo>
                  <a:pt x="4429595" y="1030465"/>
                </a:lnTo>
                <a:lnTo>
                  <a:pt x="4431449" y="1032319"/>
                </a:lnTo>
                <a:lnTo>
                  <a:pt x="4432579" y="1032789"/>
                </a:lnTo>
                <a:lnTo>
                  <a:pt x="4435208" y="1032789"/>
                </a:lnTo>
                <a:lnTo>
                  <a:pt x="4436326" y="1032319"/>
                </a:lnTo>
                <a:lnTo>
                  <a:pt x="4438193" y="1030465"/>
                </a:lnTo>
                <a:lnTo>
                  <a:pt x="4438650" y="1029335"/>
                </a:lnTo>
                <a:lnTo>
                  <a:pt x="4438650" y="1026706"/>
                </a:lnTo>
                <a:close/>
              </a:path>
              <a:path w="4819650" h="1544954">
                <a:moveTo>
                  <a:pt x="4438650" y="515086"/>
                </a:moveTo>
                <a:lnTo>
                  <a:pt x="4438193" y="513956"/>
                </a:lnTo>
                <a:lnTo>
                  <a:pt x="4436326" y="512102"/>
                </a:lnTo>
                <a:lnTo>
                  <a:pt x="4435208" y="511632"/>
                </a:lnTo>
                <a:lnTo>
                  <a:pt x="4432579" y="511632"/>
                </a:lnTo>
                <a:lnTo>
                  <a:pt x="4431449" y="512102"/>
                </a:lnTo>
                <a:lnTo>
                  <a:pt x="4429595" y="513956"/>
                </a:lnTo>
                <a:lnTo>
                  <a:pt x="4429125" y="515086"/>
                </a:lnTo>
                <a:lnTo>
                  <a:pt x="4429125" y="517715"/>
                </a:lnTo>
                <a:lnTo>
                  <a:pt x="4429595" y="518833"/>
                </a:lnTo>
                <a:lnTo>
                  <a:pt x="4431449" y="520687"/>
                </a:lnTo>
                <a:lnTo>
                  <a:pt x="4432579" y="521157"/>
                </a:lnTo>
                <a:lnTo>
                  <a:pt x="4435208" y="521157"/>
                </a:lnTo>
                <a:lnTo>
                  <a:pt x="4436326" y="520687"/>
                </a:lnTo>
                <a:lnTo>
                  <a:pt x="4438193" y="518833"/>
                </a:lnTo>
                <a:lnTo>
                  <a:pt x="4438650" y="517715"/>
                </a:lnTo>
                <a:lnTo>
                  <a:pt x="4438650" y="515086"/>
                </a:lnTo>
                <a:close/>
              </a:path>
              <a:path w="4819650" h="1544954">
                <a:moveTo>
                  <a:pt x="4438650" y="3454"/>
                </a:moveTo>
                <a:lnTo>
                  <a:pt x="4438193" y="2324"/>
                </a:lnTo>
                <a:lnTo>
                  <a:pt x="4436326" y="469"/>
                </a:lnTo>
                <a:lnTo>
                  <a:pt x="4435208" y="0"/>
                </a:lnTo>
                <a:lnTo>
                  <a:pt x="4432579" y="0"/>
                </a:lnTo>
                <a:lnTo>
                  <a:pt x="4431449" y="469"/>
                </a:lnTo>
                <a:lnTo>
                  <a:pt x="4429595" y="2324"/>
                </a:lnTo>
                <a:lnTo>
                  <a:pt x="4429125" y="3454"/>
                </a:lnTo>
                <a:lnTo>
                  <a:pt x="4429125" y="6083"/>
                </a:lnTo>
                <a:lnTo>
                  <a:pt x="4429595" y="7200"/>
                </a:lnTo>
                <a:lnTo>
                  <a:pt x="4431449" y="9067"/>
                </a:lnTo>
                <a:lnTo>
                  <a:pt x="4432579" y="9525"/>
                </a:lnTo>
                <a:lnTo>
                  <a:pt x="4435208" y="9525"/>
                </a:lnTo>
                <a:lnTo>
                  <a:pt x="4436326" y="9067"/>
                </a:lnTo>
                <a:lnTo>
                  <a:pt x="4438193" y="7200"/>
                </a:lnTo>
                <a:lnTo>
                  <a:pt x="4438650" y="6083"/>
                </a:lnTo>
                <a:lnTo>
                  <a:pt x="4438650" y="3454"/>
                </a:lnTo>
                <a:close/>
              </a:path>
              <a:path w="4819650" h="1544954">
                <a:moveTo>
                  <a:pt x="4486275" y="1538338"/>
                </a:moveTo>
                <a:lnTo>
                  <a:pt x="4485818" y="1537220"/>
                </a:lnTo>
                <a:lnTo>
                  <a:pt x="4483951" y="1535353"/>
                </a:lnTo>
                <a:lnTo>
                  <a:pt x="4482833" y="1534883"/>
                </a:lnTo>
                <a:lnTo>
                  <a:pt x="4480204" y="1534883"/>
                </a:lnTo>
                <a:lnTo>
                  <a:pt x="4479074" y="1535353"/>
                </a:lnTo>
                <a:lnTo>
                  <a:pt x="4477220" y="1537220"/>
                </a:lnTo>
                <a:lnTo>
                  <a:pt x="4476750" y="1538338"/>
                </a:lnTo>
                <a:lnTo>
                  <a:pt x="4476750" y="1540967"/>
                </a:lnTo>
                <a:lnTo>
                  <a:pt x="4477220" y="1542084"/>
                </a:lnTo>
                <a:lnTo>
                  <a:pt x="4479074" y="1543951"/>
                </a:lnTo>
                <a:lnTo>
                  <a:pt x="4480204" y="1544408"/>
                </a:lnTo>
                <a:lnTo>
                  <a:pt x="4482833" y="1544408"/>
                </a:lnTo>
                <a:lnTo>
                  <a:pt x="4483951" y="1543951"/>
                </a:lnTo>
                <a:lnTo>
                  <a:pt x="4485818" y="1542084"/>
                </a:lnTo>
                <a:lnTo>
                  <a:pt x="4486275" y="1540967"/>
                </a:lnTo>
                <a:lnTo>
                  <a:pt x="4486275" y="1538338"/>
                </a:lnTo>
                <a:close/>
              </a:path>
              <a:path w="4819650" h="1544954">
                <a:moveTo>
                  <a:pt x="4486275" y="1026706"/>
                </a:moveTo>
                <a:lnTo>
                  <a:pt x="4485818" y="1025588"/>
                </a:lnTo>
                <a:lnTo>
                  <a:pt x="4483951" y="1023721"/>
                </a:lnTo>
                <a:lnTo>
                  <a:pt x="4482833" y="1023264"/>
                </a:lnTo>
                <a:lnTo>
                  <a:pt x="4480204" y="1023264"/>
                </a:lnTo>
                <a:lnTo>
                  <a:pt x="4479074" y="1023721"/>
                </a:lnTo>
                <a:lnTo>
                  <a:pt x="4477220" y="1025588"/>
                </a:lnTo>
                <a:lnTo>
                  <a:pt x="4476750" y="1026706"/>
                </a:lnTo>
                <a:lnTo>
                  <a:pt x="4476750" y="1029335"/>
                </a:lnTo>
                <a:lnTo>
                  <a:pt x="4477220" y="1030465"/>
                </a:lnTo>
                <a:lnTo>
                  <a:pt x="4479074" y="1032319"/>
                </a:lnTo>
                <a:lnTo>
                  <a:pt x="4480204" y="1032789"/>
                </a:lnTo>
                <a:lnTo>
                  <a:pt x="4482833" y="1032789"/>
                </a:lnTo>
                <a:lnTo>
                  <a:pt x="4483951" y="1032319"/>
                </a:lnTo>
                <a:lnTo>
                  <a:pt x="4485818" y="1030465"/>
                </a:lnTo>
                <a:lnTo>
                  <a:pt x="4486275" y="1029335"/>
                </a:lnTo>
                <a:lnTo>
                  <a:pt x="4486275" y="1026706"/>
                </a:lnTo>
                <a:close/>
              </a:path>
              <a:path w="4819650" h="1544954">
                <a:moveTo>
                  <a:pt x="4486275" y="515086"/>
                </a:moveTo>
                <a:lnTo>
                  <a:pt x="4485818" y="513956"/>
                </a:lnTo>
                <a:lnTo>
                  <a:pt x="4483951" y="512102"/>
                </a:lnTo>
                <a:lnTo>
                  <a:pt x="4482833" y="511632"/>
                </a:lnTo>
                <a:lnTo>
                  <a:pt x="4480204" y="511632"/>
                </a:lnTo>
                <a:lnTo>
                  <a:pt x="4479074" y="512102"/>
                </a:lnTo>
                <a:lnTo>
                  <a:pt x="4477220" y="513956"/>
                </a:lnTo>
                <a:lnTo>
                  <a:pt x="4476750" y="515086"/>
                </a:lnTo>
                <a:lnTo>
                  <a:pt x="4476750" y="517715"/>
                </a:lnTo>
                <a:lnTo>
                  <a:pt x="4477220" y="518833"/>
                </a:lnTo>
                <a:lnTo>
                  <a:pt x="4479074" y="520687"/>
                </a:lnTo>
                <a:lnTo>
                  <a:pt x="4480204" y="521157"/>
                </a:lnTo>
                <a:lnTo>
                  <a:pt x="4482833" y="521157"/>
                </a:lnTo>
                <a:lnTo>
                  <a:pt x="4483951" y="520687"/>
                </a:lnTo>
                <a:lnTo>
                  <a:pt x="4485818" y="518833"/>
                </a:lnTo>
                <a:lnTo>
                  <a:pt x="4486275" y="517715"/>
                </a:lnTo>
                <a:lnTo>
                  <a:pt x="4486275" y="515086"/>
                </a:lnTo>
                <a:close/>
              </a:path>
              <a:path w="4819650" h="1544954">
                <a:moveTo>
                  <a:pt x="4486275" y="3454"/>
                </a:moveTo>
                <a:lnTo>
                  <a:pt x="4485818" y="2324"/>
                </a:lnTo>
                <a:lnTo>
                  <a:pt x="4483951" y="469"/>
                </a:lnTo>
                <a:lnTo>
                  <a:pt x="4482833" y="0"/>
                </a:lnTo>
                <a:lnTo>
                  <a:pt x="4480204" y="0"/>
                </a:lnTo>
                <a:lnTo>
                  <a:pt x="4479074" y="469"/>
                </a:lnTo>
                <a:lnTo>
                  <a:pt x="4477220" y="2324"/>
                </a:lnTo>
                <a:lnTo>
                  <a:pt x="4476750" y="3454"/>
                </a:lnTo>
                <a:lnTo>
                  <a:pt x="4476750" y="6083"/>
                </a:lnTo>
                <a:lnTo>
                  <a:pt x="4477220" y="7200"/>
                </a:lnTo>
                <a:lnTo>
                  <a:pt x="4479074" y="9067"/>
                </a:lnTo>
                <a:lnTo>
                  <a:pt x="4480204" y="9525"/>
                </a:lnTo>
                <a:lnTo>
                  <a:pt x="4482833" y="9525"/>
                </a:lnTo>
                <a:lnTo>
                  <a:pt x="4483951" y="9067"/>
                </a:lnTo>
                <a:lnTo>
                  <a:pt x="4485818" y="7200"/>
                </a:lnTo>
                <a:lnTo>
                  <a:pt x="4486275" y="6083"/>
                </a:lnTo>
                <a:lnTo>
                  <a:pt x="4486275" y="3454"/>
                </a:lnTo>
                <a:close/>
              </a:path>
              <a:path w="4819650" h="1544954">
                <a:moveTo>
                  <a:pt x="4533900" y="1538338"/>
                </a:moveTo>
                <a:lnTo>
                  <a:pt x="4533443" y="1537220"/>
                </a:lnTo>
                <a:lnTo>
                  <a:pt x="4531576" y="1535353"/>
                </a:lnTo>
                <a:lnTo>
                  <a:pt x="4530458" y="1534883"/>
                </a:lnTo>
                <a:lnTo>
                  <a:pt x="4527829" y="1534883"/>
                </a:lnTo>
                <a:lnTo>
                  <a:pt x="4526699" y="1535353"/>
                </a:lnTo>
                <a:lnTo>
                  <a:pt x="4524845" y="1537220"/>
                </a:lnTo>
                <a:lnTo>
                  <a:pt x="4524375" y="1538338"/>
                </a:lnTo>
                <a:lnTo>
                  <a:pt x="4524375" y="1540967"/>
                </a:lnTo>
                <a:lnTo>
                  <a:pt x="4524845" y="1542084"/>
                </a:lnTo>
                <a:lnTo>
                  <a:pt x="4526699" y="1543951"/>
                </a:lnTo>
                <a:lnTo>
                  <a:pt x="4527829" y="1544408"/>
                </a:lnTo>
                <a:lnTo>
                  <a:pt x="4530458" y="1544408"/>
                </a:lnTo>
                <a:lnTo>
                  <a:pt x="4531576" y="1543951"/>
                </a:lnTo>
                <a:lnTo>
                  <a:pt x="4533443" y="1542084"/>
                </a:lnTo>
                <a:lnTo>
                  <a:pt x="4533900" y="1540967"/>
                </a:lnTo>
                <a:lnTo>
                  <a:pt x="4533900" y="1538338"/>
                </a:lnTo>
                <a:close/>
              </a:path>
              <a:path w="4819650" h="1544954">
                <a:moveTo>
                  <a:pt x="4533900" y="1026706"/>
                </a:moveTo>
                <a:lnTo>
                  <a:pt x="4533443" y="1025588"/>
                </a:lnTo>
                <a:lnTo>
                  <a:pt x="4531576" y="1023721"/>
                </a:lnTo>
                <a:lnTo>
                  <a:pt x="4530458" y="1023264"/>
                </a:lnTo>
                <a:lnTo>
                  <a:pt x="4527829" y="1023264"/>
                </a:lnTo>
                <a:lnTo>
                  <a:pt x="4526699" y="1023721"/>
                </a:lnTo>
                <a:lnTo>
                  <a:pt x="4524845" y="1025588"/>
                </a:lnTo>
                <a:lnTo>
                  <a:pt x="4524375" y="1026706"/>
                </a:lnTo>
                <a:lnTo>
                  <a:pt x="4524375" y="1029335"/>
                </a:lnTo>
                <a:lnTo>
                  <a:pt x="4524845" y="1030465"/>
                </a:lnTo>
                <a:lnTo>
                  <a:pt x="4526699" y="1032319"/>
                </a:lnTo>
                <a:lnTo>
                  <a:pt x="4527829" y="1032789"/>
                </a:lnTo>
                <a:lnTo>
                  <a:pt x="4530458" y="1032789"/>
                </a:lnTo>
                <a:lnTo>
                  <a:pt x="4531576" y="1032319"/>
                </a:lnTo>
                <a:lnTo>
                  <a:pt x="4533443" y="1030465"/>
                </a:lnTo>
                <a:lnTo>
                  <a:pt x="4533900" y="1029335"/>
                </a:lnTo>
                <a:lnTo>
                  <a:pt x="4533900" y="1026706"/>
                </a:lnTo>
                <a:close/>
              </a:path>
              <a:path w="4819650" h="1544954">
                <a:moveTo>
                  <a:pt x="4533900" y="515086"/>
                </a:moveTo>
                <a:lnTo>
                  <a:pt x="4533443" y="513956"/>
                </a:lnTo>
                <a:lnTo>
                  <a:pt x="4531576" y="512102"/>
                </a:lnTo>
                <a:lnTo>
                  <a:pt x="4530458" y="511632"/>
                </a:lnTo>
                <a:lnTo>
                  <a:pt x="4527829" y="511632"/>
                </a:lnTo>
                <a:lnTo>
                  <a:pt x="4526699" y="512102"/>
                </a:lnTo>
                <a:lnTo>
                  <a:pt x="4524845" y="513956"/>
                </a:lnTo>
                <a:lnTo>
                  <a:pt x="4524375" y="515086"/>
                </a:lnTo>
                <a:lnTo>
                  <a:pt x="4524375" y="517715"/>
                </a:lnTo>
                <a:lnTo>
                  <a:pt x="4524845" y="518833"/>
                </a:lnTo>
                <a:lnTo>
                  <a:pt x="4526699" y="520687"/>
                </a:lnTo>
                <a:lnTo>
                  <a:pt x="4527829" y="521157"/>
                </a:lnTo>
                <a:lnTo>
                  <a:pt x="4530458" y="521157"/>
                </a:lnTo>
                <a:lnTo>
                  <a:pt x="4531576" y="520687"/>
                </a:lnTo>
                <a:lnTo>
                  <a:pt x="4533443" y="518833"/>
                </a:lnTo>
                <a:lnTo>
                  <a:pt x="4533900" y="517715"/>
                </a:lnTo>
                <a:lnTo>
                  <a:pt x="4533900" y="515086"/>
                </a:lnTo>
                <a:close/>
              </a:path>
              <a:path w="4819650" h="1544954">
                <a:moveTo>
                  <a:pt x="4533900" y="3454"/>
                </a:moveTo>
                <a:lnTo>
                  <a:pt x="4533443" y="2324"/>
                </a:lnTo>
                <a:lnTo>
                  <a:pt x="4531576" y="469"/>
                </a:lnTo>
                <a:lnTo>
                  <a:pt x="4530458" y="0"/>
                </a:lnTo>
                <a:lnTo>
                  <a:pt x="4527829" y="0"/>
                </a:lnTo>
                <a:lnTo>
                  <a:pt x="4526699" y="469"/>
                </a:lnTo>
                <a:lnTo>
                  <a:pt x="4524845" y="2324"/>
                </a:lnTo>
                <a:lnTo>
                  <a:pt x="4524375" y="3454"/>
                </a:lnTo>
                <a:lnTo>
                  <a:pt x="4524375" y="6083"/>
                </a:lnTo>
                <a:lnTo>
                  <a:pt x="4524845" y="7200"/>
                </a:lnTo>
                <a:lnTo>
                  <a:pt x="4526699" y="9067"/>
                </a:lnTo>
                <a:lnTo>
                  <a:pt x="4527829" y="9525"/>
                </a:lnTo>
                <a:lnTo>
                  <a:pt x="4530458" y="9525"/>
                </a:lnTo>
                <a:lnTo>
                  <a:pt x="4531576" y="9067"/>
                </a:lnTo>
                <a:lnTo>
                  <a:pt x="4533443" y="7200"/>
                </a:lnTo>
                <a:lnTo>
                  <a:pt x="4533900" y="6083"/>
                </a:lnTo>
                <a:lnTo>
                  <a:pt x="4533900" y="3454"/>
                </a:lnTo>
                <a:close/>
              </a:path>
              <a:path w="4819650" h="1544954">
                <a:moveTo>
                  <a:pt x="4581525" y="1538338"/>
                </a:moveTo>
                <a:lnTo>
                  <a:pt x="4581068" y="1537220"/>
                </a:lnTo>
                <a:lnTo>
                  <a:pt x="4579201" y="1535353"/>
                </a:lnTo>
                <a:lnTo>
                  <a:pt x="4578083" y="1534883"/>
                </a:lnTo>
                <a:lnTo>
                  <a:pt x="4575454" y="1534883"/>
                </a:lnTo>
                <a:lnTo>
                  <a:pt x="4574337" y="1535353"/>
                </a:lnTo>
                <a:lnTo>
                  <a:pt x="4572470" y="1537220"/>
                </a:lnTo>
                <a:lnTo>
                  <a:pt x="4572000" y="1538338"/>
                </a:lnTo>
                <a:lnTo>
                  <a:pt x="4572000" y="1540967"/>
                </a:lnTo>
                <a:lnTo>
                  <a:pt x="4572470" y="1542084"/>
                </a:lnTo>
                <a:lnTo>
                  <a:pt x="4574337" y="1543951"/>
                </a:lnTo>
                <a:lnTo>
                  <a:pt x="4575454" y="1544408"/>
                </a:lnTo>
                <a:lnTo>
                  <a:pt x="4578083" y="1544408"/>
                </a:lnTo>
                <a:lnTo>
                  <a:pt x="4579201" y="1543951"/>
                </a:lnTo>
                <a:lnTo>
                  <a:pt x="4581068" y="1542084"/>
                </a:lnTo>
                <a:lnTo>
                  <a:pt x="4581525" y="1540967"/>
                </a:lnTo>
                <a:lnTo>
                  <a:pt x="4581525" y="1538338"/>
                </a:lnTo>
                <a:close/>
              </a:path>
              <a:path w="4819650" h="1544954">
                <a:moveTo>
                  <a:pt x="4581525" y="1026706"/>
                </a:moveTo>
                <a:lnTo>
                  <a:pt x="4581068" y="1025588"/>
                </a:lnTo>
                <a:lnTo>
                  <a:pt x="4579201" y="1023721"/>
                </a:lnTo>
                <a:lnTo>
                  <a:pt x="4578083" y="1023264"/>
                </a:lnTo>
                <a:lnTo>
                  <a:pt x="4575454" y="1023264"/>
                </a:lnTo>
                <a:lnTo>
                  <a:pt x="4574337" y="1023721"/>
                </a:lnTo>
                <a:lnTo>
                  <a:pt x="4572470" y="1025588"/>
                </a:lnTo>
                <a:lnTo>
                  <a:pt x="4572000" y="1026706"/>
                </a:lnTo>
                <a:lnTo>
                  <a:pt x="4572000" y="1029335"/>
                </a:lnTo>
                <a:lnTo>
                  <a:pt x="4572470" y="1030465"/>
                </a:lnTo>
                <a:lnTo>
                  <a:pt x="4574337" y="1032319"/>
                </a:lnTo>
                <a:lnTo>
                  <a:pt x="4575454" y="1032789"/>
                </a:lnTo>
                <a:lnTo>
                  <a:pt x="4578083" y="1032789"/>
                </a:lnTo>
                <a:lnTo>
                  <a:pt x="4579201" y="1032319"/>
                </a:lnTo>
                <a:lnTo>
                  <a:pt x="4581068" y="1030465"/>
                </a:lnTo>
                <a:lnTo>
                  <a:pt x="4581525" y="1029335"/>
                </a:lnTo>
                <a:lnTo>
                  <a:pt x="4581525" y="1026706"/>
                </a:lnTo>
                <a:close/>
              </a:path>
              <a:path w="4819650" h="1544954">
                <a:moveTo>
                  <a:pt x="4581525" y="515086"/>
                </a:moveTo>
                <a:lnTo>
                  <a:pt x="4581068" y="513956"/>
                </a:lnTo>
                <a:lnTo>
                  <a:pt x="4579201" y="512102"/>
                </a:lnTo>
                <a:lnTo>
                  <a:pt x="4578083" y="511632"/>
                </a:lnTo>
                <a:lnTo>
                  <a:pt x="4575454" y="511632"/>
                </a:lnTo>
                <a:lnTo>
                  <a:pt x="4574337" y="512102"/>
                </a:lnTo>
                <a:lnTo>
                  <a:pt x="4572470" y="513956"/>
                </a:lnTo>
                <a:lnTo>
                  <a:pt x="4572000" y="515086"/>
                </a:lnTo>
                <a:lnTo>
                  <a:pt x="4572000" y="517715"/>
                </a:lnTo>
                <a:lnTo>
                  <a:pt x="4572470" y="518833"/>
                </a:lnTo>
                <a:lnTo>
                  <a:pt x="4574337" y="520687"/>
                </a:lnTo>
                <a:lnTo>
                  <a:pt x="4575454" y="521157"/>
                </a:lnTo>
                <a:lnTo>
                  <a:pt x="4578083" y="521157"/>
                </a:lnTo>
                <a:lnTo>
                  <a:pt x="4579201" y="520687"/>
                </a:lnTo>
                <a:lnTo>
                  <a:pt x="4581068" y="518833"/>
                </a:lnTo>
                <a:lnTo>
                  <a:pt x="4581525" y="517715"/>
                </a:lnTo>
                <a:lnTo>
                  <a:pt x="4581525" y="515086"/>
                </a:lnTo>
                <a:close/>
              </a:path>
              <a:path w="4819650" h="1544954">
                <a:moveTo>
                  <a:pt x="4581525" y="3454"/>
                </a:moveTo>
                <a:lnTo>
                  <a:pt x="4581068" y="2324"/>
                </a:lnTo>
                <a:lnTo>
                  <a:pt x="4579201" y="469"/>
                </a:lnTo>
                <a:lnTo>
                  <a:pt x="4578083" y="0"/>
                </a:lnTo>
                <a:lnTo>
                  <a:pt x="4575454" y="0"/>
                </a:lnTo>
                <a:lnTo>
                  <a:pt x="4574337" y="469"/>
                </a:lnTo>
                <a:lnTo>
                  <a:pt x="4572470" y="2324"/>
                </a:lnTo>
                <a:lnTo>
                  <a:pt x="4572000" y="3454"/>
                </a:lnTo>
                <a:lnTo>
                  <a:pt x="4572000" y="6083"/>
                </a:lnTo>
                <a:lnTo>
                  <a:pt x="4572470" y="7200"/>
                </a:lnTo>
                <a:lnTo>
                  <a:pt x="4574337" y="9067"/>
                </a:lnTo>
                <a:lnTo>
                  <a:pt x="4575454" y="9525"/>
                </a:lnTo>
                <a:lnTo>
                  <a:pt x="4578083" y="9525"/>
                </a:lnTo>
                <a:lnTo>
                  <a:pt x="4579201" y="9067"/>
                </a:lnTo>
                <a:lnTo>
                  <a:pt x="4581068" y="7200"/>
                </a:lnTo>
                <a:lnTo>
                  <a:pt x="4581525" y="6083"/>
                </a:lnTo>
                <a:lnTo>
                  <a:pt x="4581525" y="3454"/>
                </a:lnTo>
                <a:close/>
              </a:path>
              <a:path w="4819650" h="1544954">
                <a:moveTo>
                  <a:pt x="4629150" y="1538338"/>
                </a:moveTo>
                <a:lnTo>
                  <a:pt x="4628693" y="1537220"/>
                </a:lnTo>
                <a:lnTo>
                  <a:pt x="4626826" y="1535353"/>
                </a:lnTo>
                <a:lnTo>
                  <a:pt x="4625708" y="1534883"/>
                </a:lnTo>
                <a:lnTo>
                  <a:pt x="4623079" y="1534883"/>
                </a:lnTo>
                <a:lnTo>
                  <a:pt x="4621949" y="1535353"/>
                </a:lnTo>
                <a:lnTo>
                  <a:pt x="4620095" y="1537220"/>
                </a:lnTo>
                <a:lnTo>
                  <a:pt x="4619625" y="1538338"/>
                </a:lnTo>
                <a:lnTo>
                  <a:pt x="4619625" y="1540967"/>
                </a:lnTo>
                <a:lnTo>
                  <a:pt x="4620095" y="1542084"/>
                </a:lnTo>
                <a:lnTo>
                  <a:pt x="4621949" y="1543951"/>
                </a:lnTo>
                <a:lnTo>
                  <a:pt x="4623079" y="1544408"/>
                </a:lnTo>
                <a:lnTo>
                  <a:pt x="4625708" y="1544408"/>
                </a:lnTo>
                <a:lnTo>
                  <a:pt x="4626826" y="1543951"/>
                </a:lnTo>
                <a:lnTo>
                  <a:pt x="4628693" y="1542084"/>
                </a:lnTo>
                <a:lnTo>
                  <a:pt x="4629150" y="1540967"/>
                </a:lnTo>
                <a:lnTo>
                  <a:pt x="4629150" y="1538338"/>
                </a:lnTo>
                <a:close/>
              </a:path>
              <a:path w="4819650" h="1544954">
                <a:moveTo>
                  <a:pt x="4629150" y="1026706"/>
                </a:moveTo>
                <a:lnTo>
                  <a:pt x="4628693" y="1025588"/>
                </a:lnTo>
                <a:lnTo>
                  <a:pt x="4626826" y="1023721"/>
                </a:lnTo>
                <a:lnTo>
                  <a:pt x="4625708" y="1023264"/>
                </a:lnTo>
                <a:lnTo>
                  <a:pt x="4623079" y="1023264"/>
                </a:lnTo>
                <a:lnTo>
                  <a:pt x="4621949" y="1023721"/>
                </a:lnTo>
                <a:lnTo>
                  <a:pt x="4620095" y="1025588"/>
                </a:lnTo>
                <a:lnTo>
                  <a:pt x="4619625" y="1026706"/>
                </a:lnTo>
                <a:lnTo>
                  <a:pt x="4619625" y="1029335"/>
                </a:lnTo>
                <a:lnTo>
                  <a:pt x="4620095" y="1030465"/>
                </a:lnTo>
                <a:lnTo>
                  <a:pt x="4621949" y="1032319"/>
                </a:lnTo>
                <a:lnTo>
                  <a:pt x="4623079" y="1032789"/>
                </a:lnTo>
                <a:lnTo>
                  <a:pt x="4625708" y="1032789"/>
                </a:lnTo>
                <a:lnTo>
                  <a:pt x="4626826" y="1032319"/>
                </a:lnTo>
                <a:lnTo>
                  <a:pt x="4628693" y="1030465"/>
                </a:lnTo>
                <a:lnTo>
                  <a:pt x="4629150" y="1029335"/>
                </a:lnTo>
                <a:lnTo>
                  <a:pt x="4629150" y="1026706"/>
                </a:lnTo>
                <a:close/>
              </a:path>
              <a:path w="4819650" h="1544954">
                <a:moveTo>
                  <a:pt x="4629150" y="515086"/>
                </a:moveTo>
                <a:lnTo>
                  <a:pt x="4628693" y="513956"/>
                </a:lnTo>
                <a:lnTo>
                  <a:pt x="4626826" y="512102"/>
                </a:lnTo>
                <a:lnTo>
                  <a:pt x="4625708" y="511632"/>
                </a:lnTo>
                <a:lnTo>
                  <a:pt x="4623079" y="511632"/>
                </a:lnTo>
                <a:lnTo>
                  <a:pt x="4621949" y="512102"/>
                </a:lnTo>
                <a:lnTo>
                  <a:pt x="4620095" y="513956"/>
                </a:lnTo>
                <a:lnTo>
                  <a:pt x="4619625" y="515086"/>
                </a:lnTo>
                <a:lnTo>
                  <a:pt x="4619625" y="517715"/>
                </a:lnTo>
                <a:lnTo>
                  <a:pt x="4620095" y="518833"/>
                </a:lnTo>
                <a:lnTo>
                  <a:pt x="4621949" y="520687"/>
                </a:lnTo>
                <a:lnTo>
                  <a:pt x="4623079" y="521157"/>
                </a:lnTo>
                <a:lnTo>
                  <a:pt x="4625708" y="521157"/>
                </a:lnTo>
                <a:lnTo>
                  <a:pt x="4626826" y="520687"/>
                </a:lnTo>
                <a:lnTo>
                  <a:pt x="4628693" y="518833"/>
                </a:lnTo>
                <a:lnTo>
                  <a:pt x="4629150" y="517715"/>
                </a:lnTo>
                <a:lnTo>
                  <a:pt x="4629150" y="515086"/>
                </a:lnTo>
                <a:close/>
              </a:path>
              <a:path w="4819650" h="1544954">
                <a:moveTo>
                  <a:pt x="4629150" y="3454"/>
                </a:moveTo>
                <a:lnTo>
                  <a:pt x="4628693" y="2324"/>
                </a:lnTo>
                <a:lnTo>
                  <a:pt x="4626826" y="469"/>
                </a:lnTo>
                <a:lnTo>
                  <a:pt x="4625708" y="0"/>
                </a:lnTo>
                <a:lnTo>
                  <a:pt x="4623079" y="0"/>
                </a:lnTo>
                <a:lnTo>
                  <a:pt x="4621949" y="469"/>
                </a:lnTo>
                <a:lnTo>
                  <a:pt x="4620095" y="2324"/>
                </a:lnTo>
                <a:lnTo>
                  <a:pt x="4619625" y="3454"/>
                </a:lnTo>
                <a:lnTo>
                  <a:pt x="4619625" y="6083"/>
                </a:lnTo>
                <a:lnTo>
                  <a:pt x="4620095" y="7200"/>
                </a:lnTo>
                <a:lnTo>
                  <a:pt x="4621949" y="9067"/>
                </a:lnTo>
                <a:lnTo>
                  <a:pt x="4623079" y="9525"/>
                </a:lnTo>
                <a:lnTo>
                  <a:pt x="4625708" y="9525"/>
                </a:lnTo>
                <a:lnTo>
                  <a:pt x="4626826" y="9067"/>
                </a:lnTo>
                <a:lnTo>
                  <a:pt x="4628693" y="7200"/>
                </a:lnTo>
                <a:lnTo>
                  <a:pt x="4629150" y="6083"/>
                </a:lnTo>
                <a:lnTo>
                  <a:pt x="4629150" y="3454"/>
                </a:lnTo>
                <a:close/>
              </a:path>
              <a:path w="4819650" h="1544954">
                <a:moveTo>
                  <a:pt x="4676775" y="1538338"/>
                </a:moveTo>
                <a:lnTo>
                  <a:pt x="4676318" y="1537220"/>
                </a:lnTo>
                <a:lnTo>
                  <a:pt x="4674451" y="1535353"/>
                </a:lnTo>
                <a:lnTo>
                  <a:pt x="4673333" y="1534883"/>
                </a:lnTo>
                <a:lnTo>
                  <a:pt x="4670704" y="1534883"/>
                </a:lnTo>
                <a:lnTo>
                  <a:pt x="4669574" y="1535353"/>
                </a:lnTo>
                <a:lnTo>
                  <a:pt x="4667720" y="1537220"/>
                </a:lnTo>
                <a:lnTo>
                  <a:pt x="4667250" y="1538338"/>
                </a:lnTo>
                <a:lnTo>
                  <a:pt x="4667250" y="1540967"/>
                </a:lnTo>
                <a:lnTo>
                  <a:pt x="4667720" y="1542084"/>
                </a:lnTo>
                <a:lnTo>
                  <a:pt x="4669574" y="1543951"/>
                </a:lnTo>
                <a:lnTo>
                  <a:pt x="4670704" y="1544408"/>
                </a:lnTo>
                <a:lnTo>
                  <a:pt x="4673333" y="1544408"/>
                </a:lnTo>
                <a:lnTo>
                  <a:pt x="4674451" y="1543951"/>
                </a:lnTo>
                <a:lnTo>
                  <a:pt x="4676318" y="1542084"/>
                </a:lnTo>
                <a:lnTo>
                  <a:pt x="4676775" y="1540967"/>
                </a:lnTo>
                <a:lnTo>
                  <a:pt x="4676775" y="1538338"/>
                </a:lnTo>
                <a:close/>
              </a:path>
              <a:path w="4819650" h="1544954">
                <a:moveTo>
                  <a:pt x="4676775" y="1026706"/>
                </a:moveTo>
                <a:lnTo>
                  <a:pt x="4676318" y="1025588"/>
                </a:lnTo>
                <a:lnTo>
                  <a:pt x="4674451" y="1023721"/>
                </a:lnTo>
                <a:lnTo>
                  <a:pt x="4673333" y="1023264"/>
                </a:lnTo>
                <a:lnTo>
                  <a:pt x="4670704" y="1023264"/>
                </a:lnTo>
                <a:lnTo>
                  <a:pt x="4669574" y="1023721"/>
                </a:lnTo>
                <a:lnTo>
                  <a:pt x="4667720" y="1025588"/>
                </a:lnTo>
                <a:lnTo>
                  <a:pt x="4667250" y="1026706"/>
                </a:lnTo>
                <a:lnTo>
                  <a:pt x="4667250" y="1029335"/>
                </a:lnTo>
                <a:lnTo>
                  <a:pt x="4667720" y="1030465"/>
                </a:lnTo>
                <a:lnTo>
                  <a:pt x="4669574" y="1032319"/>
                </a:lnTo>
                <a:lnTo>
                  <a:pt x="4670704" y="1032789"/>
                </a:lnTo>
                <a:lnTo>
                  <a:pt x="4673333" y="1032789"/>
                </a:lnTo>
                <a:lnTo>
                  <a:pt x="4674451" y="1032319"/>
                </a:lnTo>
                <a:lnTo>
                  <a:pt x="4676318" y="1030465"/>
                </a:lnTo>
                <a:lnTo>
                  <a:pt x="4676775" y="1029335"/>
                </a:lnTo>
                <a:lnTo>
                  <a:pt x="4676775" y="1026706"/>
                </a:lnTo>
                <a:close/>
              </a:path>
              <a:path w="4819650" h="1544954">
                <a:moveTo>
                  <a:pt x="4676775" y="515086"/>
                </a:moveTo>
                <a:lnTo>
                  <a:pt x="4676318" y="513956"/>
                </a:lnTo>
                <a:lnTo>
                  <a:pt x="4674451" y="512102"/>
                </a:lnTo>
                <a:lnTo>
                  <a:pt x="4673333" y="511632"/>
                </a:lnTo>
                <a:lnTo>
                  <a:pt x="4670704" y="511632"/>
                </a:lnTo>
                <a:lnTo>
                  <a:pt x="4669574" y="512102"/>
                </a:lnTo>
                <a:lnTo>
                  <a:pt x="4667720" y="513956"/>
                </a:lnTo>
                <a:lnTo>
                  <a:pt x="4667250" y="515086"/>
                </a:lnTo>
                <a:lnTo>
                  <a:pt x="4667250" y="517715"/>
                </a:lnTo>
                <a:lnTo>
                  <a:pt x="4667720" y="518833"/>
                </a:lnTo>
                <a:lnTo>
                  <a:pt x="4669574" y="520687"/>
                </a:lnTo>
                <a:lnTo>
                  <a:pt x="4670704" y="521157"/>
                </a:lnTo>
                <a:lnTo>
                  <a:pt x="4673333" y="521157"/>
                </a:lnTo>
                <a:lnTo>
                  <a:pt x="4674451" y="520687"/>
                </a:lnTo>
                <a:lnTo>
                  <a:pt x="4676318" y="518833"/>
                </a:lnTo>
                <a:lnTo>
                  <a:pt x="4676775" y="517715"/>
                </a:lnTo>
                <a:lnTo>
                  <a:pt x="4676775" y="515086"/>
                </a:lnTo>
                <a:close/>
              </a:path>
              <a:path w="4819650" h="1544954">
                <a:moveTo>
                  <a:pt x="4676775" y="3454"/>
                </a:moveTo>
                <a:lnTo>
                  <a:pt x="4676318" y="2324"/>
                </a:lnTo>
                <a:lnTo>
                  <a:pt x="4674451" y="469"/>
                </a:lnTo>
                <a:lnTo>
                  <a:pt x="4673333" y="0"/>
                </a:lnTo>
                <a:lnTo>
                  <a:pt x="4670704" y="0"/>
                </a:lnTo>
                <a:lnTo>
                  <a:pt x="4669574" y="469"/>
                </a:lnTo>
                <a:lnTo>
                  <a:pt x="4667720" y="2324"/>
                </a:lnTo>
                <a:lnTo>
                  <a:pt x="4667250" y="3454"/>
                </a:lnTo>
                <a:lnTo>
                  <a:pt x="4667250" y="6083"/>
                </a:lnTo>
                <a:lnTo>
                  <a:pt x="4667720" y="7200"/>
                </a:lnTo>
                <a:lnTo>
                  <a:pt x="4669574" y="9067"/>
                </a:lnTo>
                <a:lnTo>
                  <a:pt x="4670704" y="9525"/>
                </a:lnTo>
                <a:lnTo>
                  <a:pt x="4673333" y="9525"/>
                </a:lnTo>
                <a:lnTo>
                  <a:pt x="4674451" y="9067"/>
                </a:lnTo>
                <a:lnTo>
                  <a:pt x="4676318" y="7200"/>
                </a:lnTo>
                <a:lnTo>
                  <a:pt x="4676775" y="6083"/>
                </a:lnTo>
                <a:lnTo>
                  <a:pt x="4676775" y="3454"/>
                </a:lnTo>
                <a:close/>
              </a:path>
              <a:path w="4819650" h="1544954">
                <a:moveTo>
                  <a:pt x="4724400" y="1538338"/>
                </a:moveTo>
                <a:lnTo>
                  <a:pt x="4723943" y="1537220"/>
                </a:lnTo>
                <a:lnTo>
                  <a:pt x="4722076" y="1535353"/>
                </a:lnTo>
                <a:lnTo>
                  <a:pt x="4720958" y="1534883"/>
                </a:lnTo>
                <a:lnTo>
                  <a:pt x="4718329" y="1534883"/>
                </a:lnTo>
                <a:lnTo>
                  <a:pt x="4717199" y="1535353"/>
                </a:lnTo>
                <a:lnTo>
                  <a:pt x="4715345" y="1537220"/>
                </a:lnTo>
                <a:lnTo>
                  <a:pt x="4714875" y="1538338"/>
                </a:lnTo>
                <a:lnTo>
                  <a:pt x="4714875" y="1540967"/>
                </a:lnTo>
                <a:lnTo>
                  <a:pt x="4715345" y="1542084"/>
                </a:lnTo>
                <a:lnTo>
                  <a:pt x="4717199" y="1543951"/>
                </a:lnTo>
                <a:lnTo>
                  <a:pt x="4718329" y="1544408"/>
                </a:lnTo>
                <a:lnTo>
                  <a:pt x="4720958" y="1544408"/>
                </a:lnTo>
                <a:lnTo>
                  <a:pt x="4722076" y="1543951"/>
                </a:lnTo>
                <a:lnTo>
                  <a:pt x="4723943" y="1542084"/>
                </a:lnTo>
                <a:lnTo>
                  <a:pt x="4724400" y="1540967"/>
                </a:lnTo>
                <a:lnTo>
                  <a:pt x="4724400" y="1538338"/>
                </a:lnTo>
                <a:close/>
              </a:path>
              <a:path w="4819650" h="1544954">
                <a:moveTo>
                  <a:pt x="4724400" y="1026706"/>
                </a:moveTo>
                <a:lnTo>
                  <a:pt x="4723943" y="1025588"/>
                </a:lnTo>
                <a:lnTo>
                  <a:pt x="4722076" y="1023721"/>
                </a:lnTo>
                <a:lnTo>
                  <a:pt x="4720958" y="1023264"/>
                </a:lnTo>
                <a:lnTo>
                  <a:pt x="4718329" y="1023264"/>
                </a:lnTo>
                <a:lnTo>
                  <a:pt x="4717199" y="1023721"/>
                </a:lnTo>
                <a:lnTo>
                  <a:pt x="4715345" y="1025588"/>
                </a:lnTo>
                <a:lnTo>
                  <a:pt x="4714875" y="1026706"/>
                </a:lnTo>
                <a:lnTo>
                  <a:pt x="4714875" y="1029335"/>
                </a:lnTo>
                <a:lnTo>
                  <a:pt x="4715345" y="1030465"/>
                </a:lnTo>
                <a:lnTo>
                  <a:pt x="4717199" y="1032319"/>
                </a:lnTo>
                <a:lnTo>
                  <a:pt x="4718329" y="1032789"/>
                </a:lnTo>
                <a:lnTo>
                  <a:pt x="4720958" y="1032789"/>
                </a:lnTo>
                <a:lnTo>
                  <a:pt x="4722076" y="1032319"/>
                </a:lnTo>
                <a:lnTo>
                  <a:pt x="4723943" y="1030465"/>
                </a:lnTo>
                <a:lnTo>
                  <a:pt x="4724400" y="1029335"/>
                </a:lnTo>
                <a:lnTo>
                  <a:pt x="4724400" y="1026706"/>
                </a:lnTo>
                <a:close/>
              </a:path>
              <a:path w="4819650" h="1544954">
                <a:moveTo>
                  <a:pt x="4724400" y="515086"/>
                </a:moveTo>
                <a:lnTo>
                  <a:pt x="4723943" y="513956"/>
                </a:lnTo>
                <a:lnTo>
                  <a:pt x="4722076" y="512102"/>
                </a:lnTo>
                <a:lnTo>
                  <a:pt x="4720958" y="511632"/>
                </a:lnTo>
                <a:lnTo>
                  <a:pt x="4718329" y="511632"/>
                </a:lnTo>
                <a:lnTo>
                  <a:pt x="4717199" y="512102"/>
                </a:lnTo>
                <a:lnTo>
                  <a:pt x="4715345" y="513956"/>
                </a:lnTo>
                <a:lnTo>
                  <a:pt x="4714875" y="515086"/>
                </a:lnTo>
                <a:lnTo>
                  <a:pt x="4714875" y="517715"/>
                </a:lnTo>
                <a:lnTo>
                  <a:pt x="4715345" y="518833"/>
                </a:lnTo>
                <a:lnTo>
                  <a:pt x="4717199" y="520687"/>
                </a:lnTo>
                <a:lnTo>
                  <a:pt x="4718329" y="521157"/>
                </a:lnTo>
                <a:lnTo>
                  <a:pt x="4720958" y="521157"/>
                </a:lnTo>
                <a:lnTo>
                  <a:pt x="4722076" y="520687"/>
                </a:lnTo>
                <a:lnTo>
                  <a:pt x="4723943" y="518833"/>
                </a:lnTo>
                <a:lnTo>
                  <a:pt x="4724400" y="517715"/>
                </a:lnTo>
                <a:lnTo>
                  <a:pt x="4724400" y="515086"/>
                </a:lnTo>
                <a:close/>
              </a:path>
              <a:path w="4819650" h="1544954">
                <a:moveTo>
                  <a:pt x="4724400" y="3454"/>
                </a:moveTo>
                <a:lnTo>
                  <a:pt x="4723943" y="2324"/>
                </a:lnTo>
                <a:lnTo>
                  <a:pt x="4722076" y="469"/>
                </a:lnTo>
                <a:lnTo>
                  <a:pt x="4720958" y="0"/>
                </a:lnTo>
                <a:lnTo>
                  <a:pt x="4718329" y="0"/>
                </a:lnTo>
                <a:lnTo>
                  <a:pt x="4717199" y="469"/>
                </a:lnTo>
                <a:lnTo>
                  <a:pt x="4715345" y="2324"/>
                </a:lnTo>
                <a:lnTo>
                  <a:pt x="4714875" y="3454"/>
                </a:lnTo>
                <a:lnTo>
                  <a:pt x="4714875" y="6083"/>
                </a:lnTo>
                <a:lnTo>
                  <a:pt x="4715345" y="7200"/>
                </a:lnTo>
                <a:lnTo>
                  <a:pt x="4717199" y="9067"/>
                </a:lnTo>
                <a:lnTo>
                  <a:pt x="4718329" y="9525"/>
                </a:lnTo>
                <a:lnTo>
                  <a:pt x="4720958" y="9525"/>
                </a:lnTo>
                <a:lnTo>
                  <a:pt x="4722076" y="9067"/>
                </a:lnTo>
                <a:lnTo>
                  <a:pt x="4723943" y="7200"/>
                </a:lnTo>
                <a:lnTo>
                  <a:pt x="4724400" y="6083"/>
                </a:lnTo>
                <a:lnTo>
                  <a:pt x="4724400" y="3454"/>
                </a:lnTo>
                <a:close/>
              </a:path>
              <a:path w="4819650" h="1544954">
                <a:moveTo>
                  <a:pt x="4772025" y="1538338"/>
                </a:moveTo>
                <a:lnTo>
                  <a:pt x="4771568" y="1537220"/>
                </a:lnTo>
                <a:lnTo>
                  <a:pt x="4769701" y="1535353"/>
                </a:lnTo>
                <a:lnTo>
                  <a:pt x="4768583" y="1534883"/>
                </a:lnTo>
                <a:lnTo>
                  <a:pt x="4765954" y="1534883"/>
                </a:lnTo>
                <a:lnTo>
                  <a:pt x="4764824" y="1535353"/>
                </a:lnTo>
                <a:lnTo>
                  <a:pt x="4762970" y="1537220"/>
                </a:lnTo>
                <a:lnTo>
                  <a:pt x="4762500" y="1538338"/>
                </a:lnTo>
                <a:lnTo>
                  <a:pt x="4762500" y="1540967"/>
                </a:lnTo>
                <a:lnTo>
                  <a:pt x="4762970" y="1542084"/>
                </a:lnTo>
                <a:lnTo>
                  <a:pt x="4764824" y="1543951"/>
                </a:lnTo>
                <a:lnTo>
                  <a:pt x="4765954" y="1544408"/>
                </a:lnTo>
                <a:lnTo>
                  <a:pt x="4768583" y="1544408"/>
                </a:lnTo>
                <a:lnTo>
                  <a:pt x="4769701" y="1543951"/>
                </a:lnTo>
                <a:lnTo>
                  <a:pt x="4771568" y="1542084"/>
                </a:lnTo>
                <a:lnTo>
                  <a:pt x="4772025" y="1540967"/>
                </a:lnTo>
                <a:lnTo>
                  <a:pt x="4772025" y="1538338"/>
                </a:lnTo>
                <a:close/>
              </a:path>
              <a:path w="4819650" h="1544954">
                <a:moveTo>
                  <a:pt x="4772025" y="1026706"/>
                </a:moveTo>
                <a:lnTo>
                  <a:pt x="4771568" y="1025588"/>
                </a:lnTo>
                <a:lnTo>
                  <a:pt x="4769701" y="1023721"/>
                </a:lnTo>
                <a:lnTo>
                  <a:pt x="4768583" y="1023264"/>
                </a:lnTo>
                <a:lnTo>
                  <a:pt x="4765954" y="1023264"/>
                </a:lnTo>
                <a:lnTo>
                  <a:pt x="4764824" y="1023721"/>
                </a:lnTo>
                <a:lnTo>
                  <a:pt x="4762970" y="1025588"/>
                </a:lnTo>
                <a:lnTo>
                  <a:pt x="4762500" y="1026706"/>
                </a:lnTo>
                <a:lnTo>
                  <a:pt x="4762500" y="1029335"/>
                </a:lnTo>
                <a:lnTo>
                  <a:pt x="4762970" y="1030465"/>
                </a:lnTo>
                <a:lnTo>
                  <a:pt x="4764824" y="1032319"/>
                </a:lnTo>
                <a:lnTo>
                  <a:pt x="4765954" y="1032789"/>
                </a:lnTo>
                <a:lnTo>
                  <a:pt x="4768583" y="1032789"/>
                </a:lnTo>
                <a:lnTo>
                  <a:pt x="4769701" y="1032319"/>
                </a:lnTo>
                <a:lnTo>
                  <a:pt x="4771568" y="1030465"/>
                </a:lnTo>
                <a:lnTo>
                  <a:pt x="4772025" y="1029335"/>
                </a:lnTo>
                <a:lnTo>
                  <a:pt x="4772025" y="1026706"/>
                </a:lnTo>
                <a:close/>
              </a:path>
              <a:path w="4819650" h="1544954">
                <a:moveTo>
                  <a:pt x="4772025" y="515086"/>
                </a:moveTo>
                <a:lnTo>
                  <a:pt x="4771568" y="513956"/>
                </a:lnTo>
                <a:lnTo>
                  <a:pt x="4769701" y="512102"/>
                </a:lnTo>
                <a:lnTo>
                  <a:pt x="4768583" y="511632"/>
                </a:lnTo>
                <a:lnTo>
                  <a:pt x="4765954" y="511632"/>
                </a:lnTo>
                <a:lnTo>
                  <a:pt x="4764824" y="512102"/>
                </a:lnTo>
                <a:lnTo>
                  <a:pt x="4762970" y="513956"/>
                </a:lnTo>
                <a:lnTo>
                  <a:pt x="4762500" y="515086"/>
                </a:lnTo>
                <a:lnTo>
                  <a:pt x="4762500" y="517715"/>
                </a:lnTo>
                <a:lnTo>
                  <a:pt x="4762970" y="518833"/>
                </a:lnTo>
                <a:lnTo>
                  <a:pt x="4764824" y="520687"/>
                </a:lnTo>
                <a:lnTo>
                  <a:pt x="4765954" y="521157"/>
                </a:lnTo>
                <a:lnTo>
                  <a:pt x="4768583" y="521157"/>
                </a:lnTo>
                <a:lnTo>
                  <a:pt x="4769701" y="520687"/>
                </a:lnTo>
                <a:lnTo>
                  <a:pt x="4771568" y="518833"/>
                </a:lnTo>
                <a:lnTo>
                  <a:pt x="4772025" y="517715"/>
                </a:lnTo>
                <a:lnTo>
                  <a:pt x="4772025" y="515086"/>
                </a:lnTo>
                <a:close/>
              </a:path>
              <a:path w="4819650" h="1544954">
                <a:moveTo>
                  <a:pt x="4772025" y="3454"/>
                </a:moveTo>
                <a:lnTo>
                  <a:pt x="4771568" y="2324"/>
                </a:lnTo>
                <a:lnTo>
                  <a:pt x="4769701" y="469"/>
                </a:lnTo>
                <a:lnTo>
                  <a:pt x="4768583" y="0"/>
                </a:lnTo>
                <a:lnTo>
                  <a:pt x="4765954" y="0"/>
                </a:lnTo>
                <a:lnTo>
                  <a:pt x="4764824" y="469"/>
                </a:lnTo>
                <a:lnTo>
                  <a:pt x="4762970" y="2324"/>
                </a:lnTo>
                <a:lnTo>
                  <a:pt x="4762500" y="3454"/>
                </a:lnTo>
                <a:lnTo>
                  <a:pt x="4762500" y="6083"/>
                </a:lnTo>
                <a:lnTo>
                  <a:pt x="4762970" y="7200"/>
                </a:lnTo>
                <a:lnTo>
                  <a:pt x="4764824" y="9067"/>
                </a:lnTo>
                <a:lnTo>
                  <a:pt x="4765954" y="9525"/>
                </a:lnTo>
                <a:lnTo>
                  <a:pt x="4768583" y="9525"/>
                </a:lnTo>
                <a:lnTo>
                  <a:pt x="4769701" y="9067"/>
                </a:lnTo>
                <a:lnTo>
                  <a:pt x="4771568" y="7200"/>
                </a:lnTo>
                <a:lnTo>
                  <a:pt x="4772025" y="6083"/>
                </a:lnTo>
                <a:lnTo>
                  <a:pt x="4772025" y="3454"/>
                </a:lnTo>
                <a:close/>
              </a:path>
              <a:path w="4819650" h="1544954">
                <a:moveTo>
                  <a:pt x="4819650" y="1538338"/>
                </a:moveTo>
                <a:lnTo>
                  <a:pt x="4819193" y="1537220"/>
                </a:lnTo>
                <a:lnTo>
                  <a:pt x="4817326" y="1535353"/>
                </a:lnTo>
                <a:lnTo>
                  <a:pt x="4816208" y="1534883"/>
                </a:lnTo>
                <a:lnTo>
                  <a:pt x="4813579" y="1534883"/>
                </a:lnTo>
                <a:lnTo>
                  <a:pt x="4812449" y="1535353"/>
                </a:lnTo>
                <a:lnTo>
                  <a:pt x="4810595" y="1537220"/>
                </a:lnTo>
                <a:lnTo>
                  <a:pt x="4810125" y="1538338"/>
                </a:lnTo>
                <a:lnTo>
                  <a:pt x="4810125" y="1540967"/>
                </a:lnTo>
                <a:lnTo>
                  <a:pt x="4810595" y="1542084"/>
                </a:lnTo>
                <a:lnTo>
                  <a:pt x="4812449" y="1543951"/>
                </a:lnTo>
                <a:lnTo>
                  <a:pt x="4813579" y="1544408"/>
                </a:lnTo>
                <a:lnTo>
                  <a:pt x="4816208" y="1544408"/>
                </a:lnTo>
                <a:lnTo>
                  <a:pt x="4817326" y="1543951"/>
                </a:lnTo>
                <a:lnTo>
                  <a:pt x="4819193" y="1542084"/>
                </a:lnTo>
                <a:lnTo>
                  <a:pt x="4819650" y="1540967"/>
                </a:lnTo>
                <a:lnTo>
                  <a:pt x="4819650" y="1538338"/>
                </a:lnTo>
                <a:close/>
              </a:path>
              <a:path w="4819650" h="1544954">
                <a:moveTo>
                  <a:pt x="4819650" y="1026706"/>
                </a:moveTo>
                <a:lnTo>
                  <a:pt x="4819193" y="1025588"/>
                </a:lnTo>
                <a:lnTo>
                  <a:pt x="4817326" y="1023721"/>
                </a:lnTo>
                <a:lnTo>
                  <a:pt x="4816208" y="1023264"/>
                </a:lnTo>
                <a:lnTo>
                  <a:pt x="4813579" y="1023264"/>
                </a:lnTo>
                <a:lnTo>
                  <a:pt x="4812449" y="1023721"/>
                </a:lnTo>
                <a:lnTo>
                  <a:pt x="4810595" y="1025588"/>
                </a:lnTo>
                <a:lnTo>
                  <a:pt x="4810125" y="1026706"/>
                </a:lnTo>
                <a:lnTo>
                  <a:pt x="4810125" y="1029335"/>
                </a:lnTo>
                <a:lnTo>
                  <a:pt x="4810595" y="1030465"/>
                </a:lnTo>
                <a:lnTo>
                  <a:pt x="4812449" y="1032319"/>
                </a:lnTo>
                <a:lnTo>
                  <a:pt x="4813579" y="1032789"/>
                </a:lnTo>
                <a:lnTo>
                  <a:pt x="4816208" y="1032789"/>
                </a:lnTo>
                <a:lnTo>
                  <a:pt x="4817326" y="1032319"/>
                </a:lnTo>
                <a:lnTo>
                  <a:pt x="4819193" y="1030465"/>
                </a:lnTo>
                <a:lnTo>
                  <a:pt x="4819650" y="1029335"/>
                </a:lnTo>
                <a:lnTo>
                  <a:pt x="4819650" y="1026706"/>
                </a:lnTo>
                <a:close/>
              </a:path>
              <a:path w="4819650" h="1544954">
                <a:moveTo>
                  <a:pt x="4819650" y="515086"/>
                </a:moveTo>
                <a:lnTo>
                  <a:pt x="4819193" y="513956"/>
                </a:lnTo>
                <a:lnTo>
                  <a:pt x="4817326" y="512102"/>
                </a:lnTo>
                <a:lnTo>
                  <a:pt x="4816208" y="511632"/>
                </a:lnTo>
                <a:lnTo>
                  <a:pt x="4813579" y="511632"/>
                </a:lnTo>
                <a:lnTo>
                  <a:pt x="4812449" y="512102"/>
                </a:lnTo>
                <a:lnTo>
                  <a:pt x="4810595" y="513956"/>
                </a:lnTo>
                <a:lnTo>
                  <a:pt x="4810125" y="515086"/>
                </a:lnTo>
                <a:lnTo>
                  <a:pt x="4810125" y="517715"/>
                </a:lnTo>
                <a:lnTo>
                  <a:pt x="4810595" y="518833"/>
                </a:lnTo>
                <a:lnTo>
                  <a:pt x="4812449" y="520687"/>
                </a:lnTo>
                <a:lnTo>
                  <a:pt x="4813579" y="521157"/>
                </a:lnTo>
                <a:lnTo>
                  <a:pt x="4816208" y="521157"/>
                </a:lnTo>
                <a:lnTo>
                  <a:pt x="4817326" y="520687"/>
                </a:lnTo>
                <a:lnTo>
                  <a:pt x="4819193" y="518833"/>
                </a:lnTo>
                <a:lnTo>
                  <a:pt x="4819650" y="517715"/>
                </a:lnTo>
                <a:lnTo>
                  <a:pt x="4819650" y="515086"/>
                </a:lnTo>
                <a:close/>
              </a:path>
              <a:path w="4819650" h="1544954">
                <a:moveTo>
                  <a:pt x="4819650" y="3454"/>
                </a:moveTo>
                <a:lnTo>
                  <a:pt x="4819193" y="2324"/>
                </a:lnTo>
                <a:lnTo>
                  <a:pt x="4817326" y="469"/>
                </a:lnTo>
                <a:lnTo>
                  <a:pt x="4816208" y="0"/>
                </a:lnTo>
                <a:lnTo>
                  <a:pt x="4813579" y="0"/>
                </a:lnTo>
                <a:lnTo>
                  <a:pt x="4812449" y="469"/>
                </a:lnTo>
                <a:lnTo>
                  <a:pt x="4810595" y="2324"/>
                </a:lnTo>
                <a:lnTo>
                  <a:pt x="4810125" y="3454"/>
                </a:lnTo>
                <a:lnTo>
                  <a:pt x="4810125" y="6083"/>
                </a:lnTo>
                <a:lnTo>
                  <a:pt x="4810595" y="7200"/>
                </a:lnTo>
                <a:lnTo>
                  <a:pt x="4812449" y="9067"/>
                </a:lnTo>
                <a:lnTo>
                  <a:pt x="4813579" y="9525"/>
                </a:lnTo>
                <a:lnTo>
                  <a:pt x="4816208" y="9525"/>
                </a:lnTo>
                <a:lnTo>
                  <a:pt x="4817326" y="9067"/>
                </a:lnTo>
                <a:lnTo>
                  <a:pt x="4819193" y="7200"/>
                </a:lnTo>
                <a:lnTo>
                  <a:pt x="4819650" y="6083"/>
                </a:lnTo>
                <a:lnTo>
                  <a:pt x="4819650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041455" y="3200499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41455" y="2688870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110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41455" y="2177241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41455" y="1665613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130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49506" y="3463925"/>
            <a:ext cx="3892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Produto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70534" y="1812974"/>
            <a:ext cx="139700" cy="11557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60" dirty="0">
                <a:solidFill>
                  <a:srgbClr val="252423"/>
                </a:solidFill>
                <a:latin typeface="Trebuchet MS"/>
                <a:cs typeface="Trebuchet MS"/>
              </a:rPr>
              <a:t>Média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252423"/>
                </a:solidFill>
                <a:latin typeface="Trebuchet MS"/>
                <a:cs typeface="Trebuchet MS"/>
              </a:rPr>
              <a:t>preço</a:t>
            </a:r>
            <a:r>
              <a:rPr sz="900" spc="-4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35" dirty="0">
                <a:solidFill>
                  <a:srgbClr val="252423"/>
                </a:solidFill>
                <a:latin typeface="Trebuchet MS"/>
                <a:cs typeface="Trebuchet MS"/>
              </a:rPr>
              <a:t>venda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48259" y="3311525"/>
            <a:ext cx="4368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Amarilla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252593" y="3311525"/>
            <a:ext cx="490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Carretera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18255" y="3311525"/>
            <a:ext cx="22097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VTT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000117" y="3311525"/>
            <a:ext cx="3194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Paseo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750872" y="3311525"/>
            <a:ext cx="4794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Montana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699719" y="3311525"/>
            <a:ext cx="2438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Velo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138487" y="1496990"/>
            <a:ext cx="9010650" cy="4739005"/>
            <a:chOff x="3138487" y="1496990"/>
            <a:chExt cx="9010650" cy="4739005"/>
          </a:xfrm>
        </p:grpSpPr>
        <p:sp>
          <p:nvSpPr>
            <p:cNvPr id="42" name="object 42"/>
            <p:cNvSpPr/>
            <p:nvPr/>
          </p:nvSpPr>
          <p:spPr>
            <a:xfrm>
              <a:off x="7666638" y="1511278"/>
              <a:ext cx="4155440" cy="1784985"/>
            </a:xfrm>
            <a:custGeom>
              <a:avLst/>
              <a:gdLst/>
              <a:ahLst/>
              <a:cxnLst/>
              <a:rect l="l" t="t" r="r" b="b"/>
              <a:pathLst>
                <a:path w="4155440" h="1784985">
                  <a:moveTo>
                    <a:pt x="4154870" y="1784371"/>
                  </a:moveTo>
                  <a:lnTo>
                    <a:pt x="0" y="1784371"/>
                  </a:lnTo>
                  <a:lnTo>
                    <a:pt x="0" y="0"/>
                  </a:lnTo>
                  <a:lnTo>
                    <a:pt x="830974" y="403682"/>
                  </a:lnTo>
                  <a:lnTo>
                    <a:pt x="1661947" y="442085"/>
                  </a:lnTo>
                  <a:lnTo>
                    <a:pt x="2492922" y="917953"/>
                  </a:lnTo>
                  <a:lnTo>
                    <a:pt x="3323896" y="1381623"/>
                  </a:lnTo>
                  <a:lnTo>
                    <a:pt x="4154870" y="1675640"/>
                  </a:lnTo>
                  <a:lnTo>
                    <a:pt x="4154870" y="1784371"/>
                  </a:lnTo>
                  <a:close/>
                </a:path>
              </a:pathLst>
            </a:custGeom>
            <a:solidFill>
              <a:srgbClr val="118C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66639" y="1511278"/>
              <a:ext cx="4155440" cy="1675764"/>
            </a:xfrm>
            <a:custGeom>
              <a:avLst/>
              <a:gdLst/>
              <a:ahLst/>
              <a:cxnLst/>
              <a:rect l="l" t="t" r="r" b="b"/>
              <a:pathLst>
                <a:path w="4155440" h="1675764">
                  <a:moveTo>
                    <a:pt x="0" y="0"/>
                  </a:moveTo>
                  <a:lnTo>
                    <a:pt x="830974" y="403682"/>
                  </a:lnTo>
                  <a:lnTo>
                    <a:pt x="1661948" y="442085"/>
                  </a:lnTo>
                  <a:lnTo>
                    <a:pt x="2492922" y="917953"/>
                  </a:lnTo>
                  <a:lnTo>
                    <a:pt x="3323896" y="1381623"/>
                  </a:lnTo>
                  <a:lnTo>
                    <a:pt x="4154870" y="1675640"/>
                  </a:lnTo>
                </a:path>
              </a:pathLst>
            </a:custGeom>
            <a:ln w="2857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38474" y="4800155"/>
              <a:ext cx="9010650" cy="1435735"/>
            </a:xfrm>
            <a:custGeom>
              <a:avLst/>
              <a:gdLst/>
              <a:ahLst/>
              <a:cxnLst/>
              <a:rect l="l" t="t" r="r" b="b"/>
              <a:pathLst>
                <a:path w="9010650" h="1435735">
                  <a:moveTo>
                    <a:pt x="9525" y="1429473"/>
                  </a:moveTo>
                  <a:lnTo>
                    <a:pt x="9067" y="1428356"/>
                  </a:lnTo>
                  <a:lnTo>
                    <a:pt x="7200" y="1426489"/>
                  </a:lnTo>
                  <a:lnTo>
                    <a:pt x="6083" y="1426019"/>
                  </a:lnTo>
                  <a:lnTo>
                    <a:pt x="3454" y="1426019"/>
                  </a:lnTo>
                  <a:lnTo>
                    <a:pt x="2336" y="1426489"/>
                  </a:lnTo>
                  <a:lnTo>
                    <a:pt x="469" y="1428356"/>
                  </a:lnTo>
                  <a:lnTo>
                    <a:pt x="0" y="1429473"/>
                  </a:lnTo>
                  <a:lnTo>
                    <a:pt x="0" y="1432102"/>
                  </a:lnTo>
                  <a:lnTo>
                    <a:pt x="469" y="1433220"/>
                  </a:lnTo>
                  <a:lnTo>
                    <a:pt x="2336" y="1435087"/>
                  </a:lnTo>
                  <a:lnTo>
                    <a:pt x="3454" y="1435544"/>
                  </a:lnTo>
                  <a:lnTo>
                    <a:pt x="6083" y="1435544"/>
                  </a:lnTo>
                  <a:lnTo>
                    <a:pt x="7200" y="1435087"/>
                  </a:lnTo>
                  <a:lnTo>
                    <a:pt x="9067" y="1433220"/>
                  </a:lnTo>
                  <a:lnTo>
                    <a:pt x="9525" y="1432102"/>
                  </a:lnTo>
                  <a:lnTo>
                    <a:pt x="9525" y="1429473"/>
                  </a:lnTo>
                  <a:close/>
                </a:path>
                <a:path w="9010650" h="1435735">
                  <a:moveTo>
                    <a:pt x="9525" y="954125"/>
                  </a:moveTo>
                  <a:lnTo>
                    <a:pt x="9067" y="953008"/>
                  </a:lnTo>
                  <a:lnTo>
                    <a:pt x="7200" y="951153"/>
                  </a:lnTo>
                  <a:lnTo>
                    <a:pt x="6083" y="950683"/>
                  </a:lnTo>
                  <a:lnTo>
                    <a:pt x="3454" y="950683"/>
                  </a:lnTo>
                  <a:lnTo>
                    <a:pt x="2336" y="951153"/>
                  </a:lnTo>
                  <a:lnTo>
                    <a:pt x="469" y="953008"/>
                  </a:lnTo>
                  <a:lnTo>
                    <a:pt x="0" y="954125"/>
                  </a:lnTo>
                  <a:lnTo>
                    <a:pt x="0" y="956754"/>
                  </a:lnTo>
                  <a:lnTo>
                    <a:pt x="469" y="957884"/>
                  </a:lnTo>
                  <a:lnTo>
                    <a:pt x="2336" y="959739"/>
                  </a:lnTo>
                  <a:lnTo>
                    <a:pt x="3454" y="960208"/>
                  </a:lnTo>
                  <a:lnTo>
                    <a:pt x="6083" y="960208"/>
                  </a:lnTo>
                  <a:lnTo>
                    <a:pt x="7200" y="959739"/>
                  </a:lnTo>
                  <a:lnTo>
                    <a:pt x="9067" y="957884"/>
                  </a:lnTo>
                  <a:lnTo>
                    <a:pt x="9525" y="956754"/>
                  </a:lnTo>
                  <a:lnTo>
                    <a:pt x="9525" y="954125"/>
                  </a:lnTo>
                  <a:close/>
                </a:path>
                <a:path w="9010650" h="1435735">
                  <a:moveTo>
                    <a:pt x="9525" y="478790"/>
                  </a:moveTo>
                  <a:lnTo>
                    <a:pt x="9067" y="477659"/>
                  </a:lnTo>
                  <a:lnTo>
                    <a:pt x="7200" y="475805"/>
                  </a:lnTo>
                  <a:lnTo>
                    <a:pt x="6083" y="475335"/>
                  </a:lnTo>
                  <a:lnTo>
                    <a:pt x="3454" y="475335"/>
                  </a:lnTo>
                  <a:lnTo>
                    <a:pt x="2336" y="475805"/>
                  </a:lnTo>
                  <a:lnTo>
                    <a:pt x="469" y="477659"/>
                  </a:lnTo>
                  <a:lnTo>
                    <a:pt x="0" y="478790"/>
                  </a:lnTo>
                  <a:lnTo>
                    <a:pt x="0" y="481418"/>
                  </a:lnTo>
                  <a:lnTo>
                    <a:pt x="469" y="482536"/>
                  </a:lnTo>
                  <a:lnTo>
                    <a:pt x="2336" y="484403"/>
                  </a:lnTo>
                  <a:lnTo>
                    <a:pt x="3454" y="484860"/>
                  </a:lnTo>
                  <a:lnTo>
                    <a:pt x="6083" y="484860"/>
                  </a:lnTo>
                  <a:lnTo>
                    <a:pt x="7200" y="484403"/>
                  </a:lnTo>
                  <a:lnTo>
                    <a:pt x="9067" y="482536"/>
                  </a:lnTo>
                  <a:lnTo>
                    <a:pt x="9525" y="481418"/>
                  </a:lnTo>
                  <a:lnTo>
                    <a:pt x="9525" y="478790"/>
                  </a:lnTo>
                  <a:close/>
                </a:path>
                <a:path w="9010650" h="1435735">
                  <a:moveTo>
                    <a:pt x="9525" y="3441"/>
                  </a:moveTo>
                  <a:lnTo>
                    <a:pt x="9067" y="2324"/>
                  </a:lnTo>
                  <a:lnTo>
                    <a:pt x="7200" y="457"/>
                  </a:lnTo>
                  <a:lnTo>
                    <a:pt x="6083" y="0"/>
                  </a:lnTo>
                  <a:lnTo>
                    <a:pt x="3454" y="0"/>
                  </a:lnTo>
                  <a:lnTo>
                    <a:pt x="2336" y="457"/>
                  </a:lnTo>
                  <a:lnTo>
                    <a:pt x="469" y="2324"/>
                  </a:lnTo>
                  <a:lnTo>
                    <a:pt x="0" y="3441"/>
                  </a:lnTo>
                  <a:lnTo>
                    <a:pt x="0" y="6070"/>
                  </a:lnTo>
                  <a:lnTo>
                    <a:pt x="469" y="7200"/>
                  </a:lnTo>
                  <a:lnTo>
                    <a:pt x="2336" y="9055"/>
                  </a:lnTo>
                  <a:lnTo>
                    <a:pt x="3454" y="9525"/>
                  </a:lnTo>
                  <a:lnTo>
                    <a:pt x="6083" y="9525"/>
                  </a:lnTo>
                  <a:lnTo>
                    <a:pt x="7200" y="9055"/>
                  </a:lnTo>
                  <a:lnTo>
                    <a:pt x="9067" y="7200"/>
                  </a:lnTo>
                  <a:lnTo>
                    <a:pt x="9525" y="6070"/>
                  </a:lnTo>
                  <a:lnTo>
                    <a:pt x="9525" y="3441"/>
                  </a:lnTo>
                  <a:close/>
                </a:path>
                <a:path w="9010650" h="1435735">
                  <a:moveTo>
                    <a:pt x="57150" y="1429473"/>
                  </a:moveTo>
                  <a:lnTo>
                    <a:pt x="56692" y="1428356"/>
                  </a:lnTo>
                  <a:lnTo>
                    <a:pt x="54825" y="1426489"/>
                  </a:lnTo>
                  <a:lnTo>
                    <a:pt x="53708" y="1426019"/>
                  </a:lnTo>
                  <a:lnTo>
                    <a:pt x="51079" y="1426019"/>
                  </a:lnTo>
                  <a:lnTo>
                    <a:pt x="49961" y="1426489"/>
                  </a:lnTo>
                  <a:lnTo>
                    <a:pt x="48094" y="1428356"/>
                  </a:lnTo>
                  <a:lnTo>
                    <a:pt x="47625" y="1429473"/>
                  </a:lnTo>
                  <a:lnTo>
                    <a:pt x="47625" y="1432102"/>
                  </a:lnTo>
                  <a:lnTo>
                    <a:pt x="48094" y="1433220"/>
                  </a:lnTo>
                  <a:lnTo>
                    <a:pt x="49961" y="1435087"/>
                  </a:lnTo>
                  <a:lnTo>
                    <a:pt x="51079" y="1435544"/>
                  </a:lnTo>
                  <a:lnTo>
                    <a:pt x="53708" y="1435544"/>
                  </a:lnTo>
                  <a:lnTo>
                    <a:pt x="54825" y="1435087"/>
                  </a:lnTo>
                  <a:lnTo>
                    <a:pt x="56692" y="1433220"/>
                  </a:lnTo>
                  <a:lnTo>
                    <a:pt x="57150" y="1432102"/>
                  </a:lnTo>
                  <a:lnTo>
                    <a:pt x="57150" y="1429473"/>
                  </a:lnTo>
                  <a:close/>
                </a:path>
                <a:path w="9010650" h="1435735">
                  <a:moveTo>
                    <a:pt x="57150" y="954125"/>
                  </a:moveTo>
                  <a:lnTo>
                    <a:pt x="56692" y="953008"/>
                  </a:lnTo>
                  <a:lnTo>
                    <a:pt x="54825" y="951153"/>
                  </a:lnTo>
                  <a:lnTo>
                    <a:pt x="53708" y="950683"/>
                  </a:lnTo>
                  <a:lnTo>
                    <a:pt x="51079" y="950683"/>
                  </a:lnTo>
                  <a:lnTo>
                    <a:pt x="49961" y="951153"/>
                  </a:lnTo>
                  <a:lnTo>
                    <a:pt x="48094" y="953008"/>
                  </a:lnTo>
                  <a:lnTo>
                    <a:pt x="47625" y="954125"/>
                  </a:lnTo>
                  <a:lnTo>
                    <a:pt x="47625" y="956754"/>
                  </a:lnTo>
                  <a:lnTo>
                    <a:pt x="48094" y="957884"/>
                  </a:lnTo>
                  <a:lnTo>
                    <a:pt x="49961" y="959739"/>
                  </a:lnTo>
                  <a:lnTo>
                    <a:pt x="51079" y="960208"/>
                  </a:lnTo>
                  <a:lnTo>
                    <a:pt x="53708" y="960208"/>
                  </a:lnTo>
                  <a:lnTo>
                    <a:pt x="54825" y="959739"/>
                  </a:lnTo>
                  <a:lnTo>
                    <a:pt x="56692" y="957884"/>
                  </a:lnTo>
                  <a:lnTo>
                    <a:pt x="57150" y="956754"/>
                  </a:lnTo>
                  <a:lnTo>
                    <a:pt x="57150" y="954125"/>
                  </a:lnTo>
                  <a:close/>
                </a:path>
                <a:path w="9010650" h="1435735">
                  <a:moveTo>
                    <a:pt x="57150" y="478790"/>
                  </a:moveTo>
                  <a:lnTo>
                    <a:pt x="56692" y="477659"/>
                  </a:lnTo>
                  <a:lnTo>
                    <a:pt x="54825" y="475805"/>
                  </a:lnTo>
                  <a:lnTo>
                    <a:pt x="53708" y="475335"/>
                  </a:lnTo>
                  <a:lnTo>
                    <a:pt x="51079" y="475335"/>
                  </a:lnTo>
                  <a:lnTo>
                    <a:pt x="49961" y="475805"/>
                  </a:lnTo>
                  <a:lnTo>
                    <a:pt x="48094" y="477659"/>
                  </a:lnTo>
                  <a:lnTo>
                    <a:pt x="47625" y="478790"/>
                  </a:lnTo>
                  <a:lnTo>
                    <a:pt x="47625" y="481418"/>
                  </a:lnTo>
                  <a:lnTo>
                    <a:pt x="48094" y="482536"/>
                  </a:lnTo>
                  <a:lnTo>
                    <a:pt x="49961" y="484403"/>
                  </a:lnTo>
                  <a:lnTo>
                    <a:pt x="51079" y="484860"/>
                  </a:lnTo>
                  <a:lnTo>
                    <a:pt x="53708" y="484860"/>
                  </a:lnTo>
                  <a:lnTo>
                    <a:pt x="54825" y="484403"/>
                  </a:lnTo>
                  <a:lnTo>
                    <a:pt x="56692" y="482536"/>
                  </a:lnTo>
                  <a:lnTo>
                    <a:pt x="57150" y="481418"/>
                  </a:lnTo>
                  <a:lnTo>
                    <a:pt x="57150" y="478790"/>
                  </a:lnTo>
                  <a:close/>
                </a:path>
                <a:path w="9010650" h="1435735">
                  <a:moveTo>
                    <a:pt x="57150" y="3441"/>
                  </a:moveTo>
                  <a:lnTo>
                    <a:pt x="56692" y="2324"/>
                  </a:lnTo>
                  <a:lnTo>
                    <a:pt x="54825" y="457"/>
                  </a:lnTo>
                  <a:lnTo>
                    <a:pt x="53708" y="0"/>
                  </a:lnTo>
                  <a:lnTo>
                    <a:pt x="51079" y="0"/>
                  </a:lnTo>
                  <a:lnTo>
                    <a:pt x="49961" y="457"/>
                  </a:lnTo>
                  <a:lnTo>
                    <a:pt x="48094" y="2324"/>
                  </a:lnTo>
                  <a:lnTo>
                    <a:pt x="47625" y="3441"/>
                  </a:lnTo>
                  <a:lnTo>
                    <a:pt x="47625" y="6070"/>
                  </a:lnTo>
                  <a:lnTo>
                    <a:pt x="48094" y="7200"/>
                  </a:lnTo>
                  <a:lnTo>
                    <a:pt x="49961" y="9055"/>
                  </a:lnTo>
                  <a:lnTo>
                    <a:pt x="51079" y="9525"/>
                  </a:lnTo>
                  <a:lnTo>
                    <a:pt x="53708" y="9525"/>
                  </a:lnTo>
                  <a:lnTo>
                    <a:pt x="54825" y="9055"/>
                  </a:lnTo>
                  <a:lnTo>
                    <a:pt x="56692" y="7200"/>
                  </a:lnTo>
                  <a:lnTo>
                    <a:pt x="57150" y="6070"/>
                  </a:lnTo>
                  <a:lnTo>
                    <a:pt x="57150" y="3441"/>
                  </a:lnTo>
                  <a:close/>
                </a:path>
                <a:path w="9010650" h="1435735">
                  <a:moveTo>
                    <a:pt x="104775" y="1429473"/>
                  </a:moveTo>
                  <a:lnTo>
                    <a:pt x="104317" y="1428356"/>
                  </a:lnTo>
                  <a:lnTo>
                    <a:pt x="102450" y="1426489"/>
                  </a:lnTo>
                  <a:lnTo>
                    <a:pt x="101333" y="1426019"/>
                  </a:lnTo>
                  <a:lnTo>
                    <a:pt x="98704" y="1426019"/>
                  </a:lnTo>
                  <a:lnTo>
                    <a:pt x="97586" y="1426489"/>
                  </a:lnTo>
                  <a:lnTo>
                    <a:pt x="95719" y="1428356"/>
                  </a:lnTo>
                  <a:lnTo>
                    <a:pt x="95250" y="1429473"/>
                  </a:lnTo>
                  <a:lnTo>
                    <a:pt x="95250" y="1432102"/>
                  </a:lnTo>
                  <a:lnTo>
                    <a:pt x="95719" y="1433220"/>
                  </a:lnTo>
                  <a:lnTo>
                    <a:pt x="97586" y="1435087"/>
                  </a:lnTo>
                  <a:lnTo>
                    <a:pt x="98704" y="1435544"/>
                  </a:lnTo>
                  <a:lnTo>
                    <a:pt x="101333" y="1435544"/>
                  </a:lnTo>
                  <a:lnTo>
                    <a:pt x="102450" y="1435087"/>
                  </a:lnTo>
                  <a:lnTo>
                    <a:pt x="104317" y="1433220"/>
                  </a:lnTo>
                  <a:lnTo>
                    <a:pt x="104775" y="1432102"/>
                  </a:lnTo>
                  <a:lnTo>
                    <a:pt x="104775" y="1429473"/>
                  </a:lnTo>
                  <a:close/>
                </a:path>
                <a:path w="9010650" h="1435735">
                  <a:moveTo>
                    <a:pt x="104775" y="954125"/>
                  </a:moveTo>
                  <a:lnTo>
                    <a:pt x="104317" y="953008"/>
                  </a:lnTo>
                  <a:lnTo>
                    <a:pt x="102450" y="951153"/>
                  </a:lnTo>
                  <a:lnTo>
                    <a:pt x="101333" y="950683"/>
                  </a:lnTo>
                  <a:lnTo>
                    <a:pt x="98704" y="950683"/>
                  </a:lnTo>
                  <a:lnTo>
                    <a:pt x="97586" y="951153"/>
                  </a:lnTo>
                  <a:lnTo>
                    <a:pt x="95719" y="953008"/>
                  </a:lnTo>
                  <a:lnTo>
                    <a:pt x="95250" y="954125"/>
                  </a:lnTo>
                  <a:lnTo>
                    <a:pt x="95250" y="956754"/>
                  </a:lnTo>
                  <a:lnTo>
                    <a:pt x="95719" y="957884"/>
                  </a:lnTo>
                  <a:lnTo>
                    <a:pt x="97586" y="959739"/>
                  </a:lnTo>
                  <a:lnTo>
                    <a:pt x="98704" y="960208"/>
                  </a:lnTo>
                  <a:lnTo>
                    <a:pt x="101333" y="960208"/>
                  </a:lnTo>
                  <a:lnTo>
                    <a:pt x="102450" y="959739"/>
                  </a:lnTo>
                  <a:lnTo>
                    <a:pt x="104317" y="957884"/>
                  </a:lnTo>
                  <a:lnTo>
                    <a:pt x="104775" y="956754"/>
                  </a:lnTo>
                  <a:lnTo>
                    <a:pt x="104775" y="954125"/>
                  </a:lnTo>
                  <a:close/>
                </a:path>
                <a:path w="9010650" h="1435735">
                  <a:moveTo>
                    <a:pt x="104775" y="478790"/>
                  </a:moveTo>
                  <a:lnTo>
                    <a:pt x="104317" y="477659"/>
                  </a:lnTo>
                  <a:lnTo>
                    <a:pt x="102450" y="475805"/>
                  </a:lnTo>
                  <a:lnTo>
                    <a:pt x="101333" y="475335"/>
                  </a:lnTo>
                  <a:lnTo>
                    <a:pt x="98704" y="475335"/>
                  </a:lnTo>
                  <a:lnTo>
                    <a:pt x="97586" y="475805"/>
                  </a:lnTo>
                  <a:lnTo>
                    <a:pt x="95719" y="477659"/>
                  </a:lnTo>
                  <a:lnTo>
                    <a:pt x="95250" y="478790"/>
                  </a:lnTo>
                  <a:lnTo>
                    <a:pt x="95250" y="481418"/>
                  </a:lnTo>
                  <a:lnTo>
                    <a:pt x="95719" y="482536"/>
                  </a:lnTo>
                  <a:lnTo>
                    <a:pt x="97586" y="484403"/>
                  </a:lnTo>
                  <a:lnTo>
                    <a:pt x="98704" y="484860"/>
                  </a:lnTo>
                  <a:lnTo>
                    <a:pt x="101333" y="484860"/>
                  </a:lnTo>
                  <a:lnTo>
                    <a:pt x="102450" y="484403"/>
                  </a:lnTo>
                  <a:lnTo>
                    <a:pt x="104317" y="482536"/>
                  </a:lnTo>
                  <a:lnTo>
                    <a:pt x="104775" y="481418"/>
                  </a:lnTo>
                  <a:lnTo>
                    <a:pt x="104775" y="478790"/>
                  </a:lnTo>
                  <a:close/>
                </a:path>
                <a:path w="9010650" h="1435735">
                  <a:moveTo>
                    <a:pt x="104775" y="3441"/>
                  </a:moveTo>
                  <a:lnTo>
                    <a:pt x="104317" y="2324"/>
                  </a:lnTo>
                  <a:lnTo>
                    <a:pt x="102450" y="457"/>
                  </a:lnTo>
                  <a:lnTo>
                    <a:pt x="101333" y="0"/>
                  </a:lnTo>
                  <a:lnTo>
                    <a:pt x="98704" y="0"/>
                  </a:lnTo>
                  <a:lnTo>
                    <a:pt x="97586" y="457"/>
                  </a:lnTo>
                  <a:lnTo>
                    <a:pt x="95719" y="2324"/>
                  </a:lnTo>
                  <a:lnTo>
                    <a:pt x="95250" y="3441"/>
                  </a:lnTo>
                  <a:lnTo>
                    <a:pt x="95250" y="6070"/>
                  </a:lnTo>
                  <a:lnTo>
                    <a:pt x="95719" y="7200"/>
                  </a:lnTo>
                  <a:lnTo>
                    <a:pt x="97586" y="9055"/>
                  </a:lnTo>
                  <a:lnTo>
                    <a:pt x="98704" y="9525"/>
                  </a:lnTo>
                  <a:lnTo>
                    <a:pt x="101333" y="9525"/>
                  </a:lnTo>
                  <a:lnTo>
                    <a:pt x="102450" y="9055"/>
                  </a:lnTo>
                  <a:lnTo>
                    <a:pt x="104317" y="7200"/>
                  </a:lnTo>
                  <a:lnTo>
                    <a:pt x="104775" y="6070"/>
                  </a:lnTo>
                  <a:lnTo>
                    <a:pt x="104775" y="3441"/>
                  </a:lnTo>
                  <a:close/>
                </a:path>
                <a:path w="9010650" h="1435735">
                  <a:moveTo>
                    <a:pt x="152400" y="1429473"/>
                  </a:moveTo>
                  <a:lnTo>
                    <a:pt x="151942" y="1428356"/>
                  </a:lnTo>
                  <a:lnTo>
                    <a:pt x="150075" y="1426489"/>
                  </a:lnTo>
                  <a:lnTo>
                    <a:pt x="148958" y="1426019"/>
                  </a:lnTo>
                  <a:lnTo>
                    <a:pt x="146329" y="1426019"/>
                  </a:lnTo>
                  <a:lnTo>
                    <a:pt x="145211" y="1426489"/>
                  </a:lnTo>
                  <a:lnTo>
                    <a:pt x="143344" y="1428356"/>
                  </a:lnTo>
                  <a:lnTo>
                    <a:pt x="142875" y="1429473"/>
                  </a:lnTo>
                  <a:lnTo>
                    <a:pt x="142875" y="1432102"/>
                  </a:lnTo>
                  <a:lnTo>
                    <a:pt x="143344" y="1433220"/>
                  </a:lnTo>
                  <a:lnTo>
                    <a:pt x="145211" y="1435087"/>
                  </a:lnTo>
                  <a:lnTo>
                    <a:pt x="146329" y="1435544"/>
                  </a:lnTo>
                  <a:lnTo>
                    <a:pt x="148958" y="1435544"/>
                  </a:lnTo>
                  <a:lnTo>
                    <a:pt x="150075" y="1435087"/>
                  </a:lnTo>
                  <a:lnTo>
                    <a:pt x="151942" y="1433220"/>
                  </a:lnTo>
                  <a:lnTo>
                    <a:pt x="152400" y="1432102"/>
                  </a:lnTo>
                  <a:lnTo>
                    <a:pt x="152400" y="1429473"/>
                  </a:lnTo>
                  <a:close/>
                </a:path>
                <a:path w="9010650" h="1435735">
                  <a:moveTo>
                    <a:pt x="152400" y="954125"/>
                  </a:moveTo>
                  <a:lnTo>
                    <a:pt x="151942" y="953008"/>
                  </a:lnTo>
                  <a:lnTo>
                    <a:pt x="150075" y="951153"/>
                  </a:lnTo>
                  <a:lnTo>
                    <a:pt x="148958" y="950683"/>
                  </a:lnTo>
                  <a:lnTo>
                    <a:pt x="146329" y="950683"/>
                  </a:lnTo>
                  <a:lnTo>
                    <a:pt x="145211" y="951153"/>
                  </a:lnTo>
                  <a:lnTo>
                    <a:pt x="143344" y="953008"/>
                  </a:lnTo>
                  <a:lnTo>
                    <a:pt x="142875" y="954125"/>
                  </a:lnTo>
                  <a:lnTo>
                    <a:pt x="142875" y="956754"/>
                  </a:lnTo>
                  <a:lnTo>
                    <a:pt x="143344" y="957884"/>
                  </a:lnTo>
                  <a:lnTo>
                    <a:pt x="145211" y="959739"/>
                  </a:lnTo>
                  <a:lnTo>
                    <a:pt x="146329" y="960208"/>
                  </a:lnTo>
                  <a:lnTo>
                    <a:pt x="148958" y="960208"/>
                  </a:lnTo>
                  <a:lnTo>
                    <a:pt x="150075" y="959739"/>
                  </a:lnTo>
                  <a:lnTo>
                    <a:pt x="151942" y="957884"/>
                  </a:lnTo>
                  <a:lnTo>
                    <a:pt x="152400" y="956754"/>
                  </a:lnTo>
                  <a:lnTo>
                    <a:pt x="152400" y="954125"/>
                  </a:lnTo>
                  <a:close/>
                </a:path>
                <a:path w="9010650" h="1435735">
                  <a:moveTo>
                    <a:pt x="152400" y="478790"/>
                  </a:moveTo>
                  <a:lnTo>
                    <a:pt x="151942" y="477659"/>
                  </a:lnTo>
                  <a:lnTo>
                    <a:pt x="150075" y="475805"/>
                  </a:lnTo>
                  <a:lnTo>
                    <a:pt x="148958" y="475335"/>
                  </a:lnTo>
                  <a:lnTo>
                    <a:pt x="146329" y="475335"/>
                  </a:lnTo>
                  <a:lnTo>
                    <a:pt x="145211" y="475805"/>
                  </a:lnTo>
                  <a:lnTo>
                    <a:pt x="143344" y="477659"/>
                  </a:lnTo>
                  <a:lnTo>
                    <a:pt x="142875" y="478790"/>
                  </a:lnTo>
                  <a:lnTo>
                    <a:pt x="142875" y="481418"/>
                  </a:lnTo>
                  <a:lnTo>
                    <a:pt x="143344" y="482536"/>
                  </a:lnTo>
                  <a:lnTo>
                    <a:pt x="145211" y="484403"/>
                  </a:lnTo>
                  <a:lnTo>
                    <a:pt x="146329" y="484860"/>
                  </a:lnTo>
                  <a:lnTo>
                    <a:pt x="148958" y="484860"/>
                  </a:lnTo>
                  <a:lnTo>
                    <a:pt x="150075" y="484403"/>
                  </a:lnTo>
                  <a:lnTo>
                    <a:pt x="151942" y="482536"/>
                  </a:lnTo>
                  <a:lnTo>
                    <a:pt x="152400" y="481418"/>
                  </a:lnTo>
                  <a:lnTo>
                    <a:pt x="152400" y="478790"/>
                  </a:lnTo>
                  <a:close/>
                </a:path>
                <a:path w="9010650" h="1435735">
                  <a:moveTo>
                    <a:pt x="152400" y="3441"/>
                  </a:moveTo>
                  <a:lnTo>
                    <a:pt x="151942" y="2324"/>
                  </a:lnTo>
                  <a:lnTo>
                    <a:pt x="150075" y="457"/>
                  </a:lnTo>
                  <a:lnTo>
                    <a:pt x="148958" y="0"/>
                  </a:lnTo>
                  <a:lnTo>
                    <a:pt x="146329" y="0"/>
                  </a:lnTo>
                  <a:lnTo>
                    <a:pt x="145211" y="457"/>
                  </a:lnTo>
                  <a:lnTo>
                    <a:pt x="143344" y="2324"/>
                  </a:lnTo>
                  <a:lnTo>
                    <a:pt x="142875" y="3441"/>
                  </a:lnTo>
                  <a:lnTo>
                    <a:pt x="142875" y="6070"/>
                  </a:lnTo>
                  <a:lnTo>
                    <a:pt x="143344" y="7200"/>
                  </a:lnTo>
                  <a:lnTo>
                    <a:pt x="145211" y="9055"/>
                  </a:lnTo>
                  <a:lnTo>
                    <a:pt x="146329" y="9525"/>
                  </a:lnTo>
                  <a:lnTo>
                    <a:pt x="148958" y="9525"/>
                  </a:lnTo>
                  <a:lnTo>
                    <a:pt x="150075" y="9055"/>
                  </a:lnTo>
                  <a:lnTo>
                    <a:pt x="151942" y="7200"/>
                  </a:lnTo>
                  <a:lnTo>
                    <a:pt x="152400" y="6070"/>
                  </a:lnTo>
                  <a:lnTo>
                    <a:pt x="152400" y="3441"/>
                  </a:lnTo>
                  <a:close/>
                </a:path>
                <a:path w="9010650" h="1435735">
                  <a:moveTo>
                    <a:pt x="200025" y="1429473"/>
                  </a:moveTo>
                  <a:lnTo>
                    <a:pt x="199567" y="1428356"/>
                  </a:lnTo>
                  <a:lnTo>
                    <a:pt x="197700" y="1426489"/>
                  </a:lnTo>
                  <a:lnTo>
                    <a:pt x="196583" y="1426019"/>
                  </a:lnTo>
                  <a:lnTo>
                    <a:pt x="193954" y="1426019"/>
                  </a:lnTo>
                  <a:lnTo>
                    <a:pt x="192836" y="1426489"/>
                  </a:lnTo>
                  <a:lnTo>
                    <a:pt x="190969" y="1428356"/>
                  </a:lnTo>
                  <a:lnTo>
                    <a:pt x="190500" y="1429473"/>
                  </a:lnTo>
                  <a:lnTo>
                    <a:pt x="190500" y="1432102"/>
                  </a:lnTo>
                  <a:lnTo>
                    <a:pt x="190969" y="1433220"/>
                  </a:lnTo>
                  <a:lnTo>
                    <a:pt x="192836" y="1435087"/>
                  </a:lnTo>
                  <a:lnTo>
                    <a:pt x="193954" y="1435544"/>
                  </a:lnTo>
                  <a:lnTo>
                    <a:pt x="196583" y="1435544"/>
                  </a:lnTo>
                  <a:lnTo>
                    <a:pt x="197700" y="1435087"/>
                  </a:lnTo>
                  <a:lnTo>
                    <a:pt x="199567" y="1433220"/>
                  </a:lnTo>
                  <a:lnTo>
                    <a:pt x="200025" y="1432102"/>
                  </a:lnTo>
                  <a:lnTo>
                    <a:pt x="200025" y="1429473"/>
                  </a:lnTo>
                  <a:close/>
                </a:path>
                <a:path w="9010650" h="1435735">
                  <a:moveTo>
                    <a:pt x="200025" y="954125"/>
                  </a:moveTo>
                  <a:lnTo>
                    <a:pt x="199567" y="953008"/>
                  </a:lnTo>
                  <a:lnTo>
                    <a:pt x="197700" y="951153"/>
                  </a:lnTo>
                  <a:lnTo>
                    <a:pt x="196583" y="950683"/>
                  </a:lnTo>
                  <a:lnTo>
                    <a:pt x="193954" y="950683"/>
                  </a:lnTo>
                  <a:lnTo>
                    <a:pt x="192836" y="951153"/>
                  </a:lnTo>
                  <a:lnTo>
                    <a:pt x="190969" y="953008"/>
                  </a:lnTo>
                  <a:lnTo>
                    <a:pt x="190500" y="954125"/>
                  </a:lnTo>
                  <a:lnTo>
                    <a:pt x="190500" y="956754"/>
                  </a:lnTo>
                  <a:lnTo>
                    <a:pt x="190969" y="957884"/>
                  </a:lnTo>
                  <a:lnTo>
                    <a:pt x="192836" y="959739"/>
                  </a:lnTo>
                  <a:lnTo>
                    <a:pt x="193954" y="960208"/>
                  </a:lnTo>
                  <a:lnTo>
                    <a:pt x="196583" y="960208"/>
                  </a:lnTo>
                  <a:lnTo>
                    <a:pt x="197700" y="959739"/>
                  </a:lnTo>
                  <a:lnTo>
                    <a:pt x="199567" y="957884"/>
                  </a:lnTo>
                  <a:lnTo>
                    <a:pt x="200025" y="956754"/>
                  </a:lnTo>
                  <a:lnTo>
                    <a:pt x="200025" y="954125"/>
                  </a:lnTo>
                  <a:close/>
                </a:path>
                <a:path w="9010650" h="1435735">
                  <a:moveTo>
                    <a:pt x="200025" y="478790"/>
                  </a:moveTo>
                  <a:lnTo>
                    <a:pt x="199567" y="477659"/>
                  </a:lnTo>
                  <a:lnTo>
                    <a:pt x="197700" y="475805"/>
                  </a:lnTo>
                  <a:lnTo>
                    <a:pt x="196583" y="475335"/>
                  </a:lnTo>
                  <a:lnTo>
                    <a:pt x="193954" y="475335"/>
                  </a:lnTo>
                  <a:lnTo>
                    <a:pt x="192836" y="475805"/>
                  </a:lnTo>
                  <a:lnTo>
                    <a:pt x="190969" y="477659"/>
                  </a:lnTo>
                  <a:lnTo>
                    <a:pt x="190500" y="478790"/>
                  </a:lnTo>
                  <a:lnTo>
                    <a:pt x="190500" y="481418"/>
                  </a:lnTo>
                  <a:lnTo>
                    <a:pt x="190969" y="482536"/>
                  </a:lnTo>
                  <a:lnTo>
                    <a:pt x="192836" y="484403"/>
                  </a:lnTo>
                  <a:lnTo>
                    <a:pt x="193954" y="484860"/>
                  </a:lnTo>
                  <a:lnTo>
                    <a:pt x="196583" y="484860"/>
                  </a:lnTo>
                  <a:lnTo>
                    <a:pt x="197700" y="484403"/>
                  </a:lnTo>
                  <a:lnTo>
                    <a:pt x="199567" y="482536"/>
                  </a:lnTo>
                  <a:lnTo>
                    <a:pt x="200025" y="481418"/>
                  </a:lnTo>
                  <a:lnTo>
                    <a:pt x="200025" y="478790"/>
                  </a:lnTo>
                  <a:close/>
                </a:path>
                <a:path w="9010650" h="1435735">
                  <a:moveTo>
                    <a:pt x="200025" y="3441"/>
                  </a:moveTo>
                  <a:lnTo>
                    <a:pt x="199567" y="2324"/>
                  </a:lnTo>
                  <a:lnTo>
                    <a:pt x="197700" y="457"/>
                  </a:lnTo>
                  <a:lnTo>
                    <a:pt x="196583" y="0"/>
                  </a:lnTo>
                  <a:lnTo>
                    <a:pt x="193954" y="0"/>
                  </a:lnTo>
                  <a:lnTo>
                    <a:pt x="192836" y="457"/>
                  </a:lnTo>
                  <a:lnTo>
                    <a:pt x="190969" y="2324"/>
                  </a:lnTo>
                  <a:lnTo>
                    <a:pt x="190500" y="3441"/>
                  </a:lnTo>
                  <a:lnTo>
                    <a:pt x="190500" y="6070"/>
                  </a:lnTo>
                  <a:lnTo>
                    <a:pt x="190969" y="7200"/>
                  </a:lnTo>
                  <a:lnTo>
                    <a:pt x="192836" y="9055"/>
                  </a:lnTo>
                  <a:lnTo>
                    <a:pt x="193954" y="9525"/>
                  </a:lnTo>
                  <a:lnTo>
                    <a:pt x="196583" y="9525"/>
                  </a:lnTo>
                  <a:lnTo>
                    <a:pt x="197700" y="9055"/>
                  </a:lnTo>
                  <a:lnTo>
                    <a:pt x="199567" y="7200"/>
                  </a:lnTo>
                  <a:lnTo>
                    <a:pt x="200025" y="6070"/>
                  </a:lnTo>
                  <a:lnTo>
                    <a:pt x="200025" y="3441"/>
                  </a:lnTo>
                  <a:close/>
                </a:path>
                <a:path w="9010650" h="1435735">
                  <a:moveTo>
                    <a:pt x="247650" y="1429473"/>
                  </a:moveTo>
                  <a:lnTo>
                    <a:pt x="247192" y="1428356"/>
                  </a:lnTo>
                  <a:lnTo>
                    <a:pt x="245325" y="1426489"/>
                  </a:lnTo>
                  <a:lnTo>
                    <a:pt x="244208" y="1426019"/>
                  </a:lnTo>
                  <a:lnTo>
                    <a:pt x="241579" y="1426019"/>
                  </a:lnTo>
                  <a:lnTo>
                    <a:pt x="240461" y="1426489"/>
                  </a:lnTo>
                  <a:lnTo>
                    <a:pt x="238594" y="1428356"/>
                  </a:lnTo>
                  <a:lnTo>
                    <a:pt x="238125" y="1429473"/>
                  </a:lnTo>
                  <a:lnTo>
                    <a:pt x="238125" y="1432102"/>
                  </a:lnTo>
                  <a:lnTo>
                    <a:pt x="238594" y="1433220"/>
                  </a:lnTo>
                  <a:lnTo>
                    <a:pt x="240461" y="1435087"/>
                  </a:lnTo>
                  <a:lnTo>
                    <a:pt x="241579" y="1435544"/>
                  </a:lnTo>
                  <a:lnTo>
                    <a:pt x="244208" y="1435544"/>
                  </a:lnTo>
                  <a:lnTo>
                    <a:pt x="245325" y="1435087"/>
                  </a:lnTo>
                  <a:lnTo>
                    <a:pt x="247192" y="1433220"/>
                  </a:lnTo>
                  <a:lnTo>
                    <a:pt x="247650" y="1432102"/>
                  </a:lnTo>
                  <a:lnTo>
                    <a:pt x="247650" y="1429473"/>
                  </a:lnTo>
                  <a:close/>
                </a:path>
                <a:path w="9010650" h="1435735">
                  <a:moveTo>
                    <a:pt x="247650" y="954125"/>
                  </a:moveTo>
                  <a:lnTo>
                    <a:pt x="247192" y="953008"/>
                  </a:lnTo>
                  <a:lnTo>
                    <a:pt x="245325" y="951153"/>
                  </a:lnTo>
                  <a:lnTo>
                    <a:pt x="244208" y="950683"/>
                  </a:lnTo>
                  <a:lnTo>
                    <a:pt x="241579" y="950683"/>
                  </a:lnTo>
                  <a:lnTo>
                    <a:pt x="240461" y="951153"/>
                  </a:lnTo>
                  <a:lnTo>
                    <a:pt x="238594" y="953008"/>
                  </a:lnTo>
                  <a:lnTo>
                    <a:pt x="238125" y="954125"/>
                  </a:lnTo>
                  <a:lnTo>
                    <a:pt x="238125" y="956754"/>
                  </a:lnTo>
                  <a:lnTo>
                    <a:pt x="238594" y="957884"/>
                  </a:lnTo>
                  <a:lnTo>
                    <a:pt x="240461" y="959739"/>
                  </a:lnTo>
                  <a:lnTo>
                    <a:pt x="241579" y="960208"/>
                  </a:lnTo>
                  <a:lnTo>
                    <a:pt x="244208" y="960208"/>
                  </a:lnTo>
                  <a:lnTo>
                    <a:pt x="245325" y="959739"/>
                  </a:lnTo>
                  <a:lnTo>
                    <a:pt x="247192" y="957884"/>
                  </a:lnTo>
                  <a:lnTo>
                    <a:pt x="247650" y="956754"/>
                  </a:lnTo>
                  <a:lnTo>
                    <a:pt x="247650" y="954125"/>
                  </a:lnTo>
                  <a:close/>
                </a:path>
                <a:path w="9010650" h="1435735">
                  <a:moveTo>
                    <a:pt x="247650" y="478790"/>
                  </a:moveTo>
                  <a:lnTo>
                    <a:pt x="247192" y="477659"/>
                  </a:lnTo>
                  <a:lnTo>
                    <a:pt x="245325" y="475805"/>
                  </a:lnTo>
                  <a:lnTo>
                    <a:pt x="244208" y="475335"/>
                  </a:lnTo>
                  <a:lnTo>
                    <a:pt x="241579" y="475335"/>
                  </a:lnTo>
                  <a:lnTo>
                    <a:pt x="240461" y="475805"/>
                  </a:lnTo>
                  <a:lnTo>
                    <a:pt x="238594" y="477659"/>
                  </a:lnTo>
                  <a:lnTo>
                    <a:pt x="238125" y="478790"/>
                  </a:lnTo>
                  <a:lnTo>
                    <a:pt x="238125" y="481418"/>
                  </a:lnTo>
                  <a:lnTo>
                    <a:pt x="238594" y="482536"/>
                  </a:lnTo>
                  <a:lnTo>
                    <a:pt x="240461" y="484403"/>
                  </a:lnTo>
                  <a:lnTo>
                    <a:pt x="241579" y="484860"/>
                  </a:lnTo>
                  <a:lnTo>
                    <a:pt x="244208" y="484860"/>
                  </a:lnTo>
                  <a:lnTo>
                    <a:pt x="245325" y="484403"/>
                  </a:lnTo>
                  <a:lnTo>
                    <a:pt x="247192" y="482536"/>
                  </a:lnTo>
                  <a:lnTo>
                    <a:pt x="247650" y="481418"/>
                  </a:lnTo>
                  <a:lnTo>
                    <a:pt x="247650" y="478790"/>
                  </a:lnTo>
                  <a:close/>
                </a:path>
                <a:path w="9010650" h="1435735">
                  <a:moveTo>
                    <a:pt x="247650" y="3441"/>
                  </a:moveTo>
                  <a:lnTo>
                    <a:pt x="247192" y="2324"/>
                  </a:lnTo>
                  <a:lnTo>
                    <a:pt x="245325" y="457"/>
                  </a:lnTo>
                  <a:lnTo>
                    <a:pt x="244208" y="0"/>
                  </a:lnTo>
                  <a:lnTo>
                    <a:pt x="241579" y="0"/>
                  </a:lnTo>
                  <a:lnTo>
                    <a:pt x="240461" y="457"/>
                  </a:lnTo>
                  <a:lnTo>
                    <a:pt x="238594" y="2324"/>
                  </a:lnTo>
                  <a:lnTo>
                    <a:pt x="238125" y="3441"/>
                  </a:lnTo>
                  <a:lnTo>
                    <a:pt x="238125" y="6070"/>
                  </a:lnTo>
                  <a:lnTo>
                    <a:pt x="238594" y="7200"/>
                  </a:lnTo>
                  <a:lnTo>
                    <a:pt x="240461" y="9055"/>
                  </a:lnTo>
                  <a:lnTo>
                    <a:pt x="241579" y="9525"/>
                  </a:lnTo>
                  <a:lnTo>
                    <a:pt x="244208" y="9525"/>
                  </a:lnTo>
                  <a:lnTo>
                    <a:pt x="245325" y="9055"/>
                  </a:lnTo>
                  <a:lnTo>
                    <a:pt x="247192" y="7200"/>
                  </a:lnTo>
                  <a:lnTo>
                    <a:pt x="247650" y="6070"/>
                  </a:lnTo>
                  <a:lnTo>
                    <a:pt x="247650" y="3441"/>
                  </a:lnTo>
                  <a:close/>
                </a:path>
                <a:path w="9010650" h="1435735">
                  <a:moveTo>
                    <a:pt x="295275" y="1429473"/>
                  </a:moveTo>
                  <a:lnTo>
                    <a:pt x="294817" y="1428356"/>
                  </a:lnTo>
                  <a:lnTo>
                    <a:pt x="292950" y="1426489"/>
                  </a:lnTo>
                  <a:lnTo>
                    <a:pt x="291833" y="1426019"/>
                  </a:lnTo>
                  <a:lnTo>
                    <a:pt x="289204" y="1426019"/>
                  </a:lnTo>
                  <a:lnTo>
                    <a:pt x="288086" y="1426489"/>
                  </a:lnTo>
                  <a:lnTo>
                    <a:pt x="286219" y="1428356"/>
                  </a:lnTo>
                  <a:lnTo>
                    <a:pt x="285750" y="1429473"/>
                  </a:lnTo>
                  <a:lnTo>
                    <a:pt x="285750" y="1432102"/>
                  </a:lnTo>
                  <a:lnTo>
                    <a:pt x="286219" y="1433220"/>
                  </a:lnTo>
                  <a:lnTo>
                    <a:pt x="288086" y="1435087"/>
                  </a:lnTo>
                  <a:lnTo>
                    <a:pt x="289204" y="1435544"/>
                  </a:lnTo>
                  <a:lnTo>
                    <a:pt x="291833" y="1435544"/>
                  </a:lnTo>
                  <a:lnTo>
                    <a:pt x="292950" y="1435087"/>
                  </a:lnTo>
                  <a:lnTo>
                    <a:pt x="294817" y="1433220"/>
                  </a:lnTo>
                  <a:lnTo>
                    <a:pt x="295275" y="1432102"/>
                  </a:lnTo>
                  <a:lnTo>
                    <a:pt x="295275" y="1429473"/>
                  </a:lnTo>
                  <a:close/>
                </a:path>
                <a:path w="9010650" h="1435735">
                  <a:moveTo>
                    <a:pt x="295275" y="954125"/>
                  </a:moveTo>
                  <a:lnTo>
                    <a:pt x="294817" y="953008"/>
                  </a:lnTo>
                  <a:lnTo>
                    <a:pt x="292950" y="951153"/>
                  </a:lnTo>
                  <a:lnTo>
                    <a:pt x="291833" y="950683"/>
                  </a:lnTo>
                  <a:lnTo>
                    <a:pt x="289204" y="950683"/>
                  </a:lnTo>
                  <a:lnTo>
                    <a:pt x="288086" y="951153"/>
                  </a:lnTo>
                  <a:lnTo>
                    <a:pt x="286219" y="953008"/>
                  </a:lnTo>
                  <a:lnTo>
                    <a:pt x="285750" y="954125"/>
                  </a:lnTo>
                  <a:lnTo>
                    <a:pt x="285750" y="956754"/>
                  </a:lnTo>
                  <a:lnTo>
                    <a:pt x="286219" y="957884"/>
                  </a:lnTo>
                  <a:lnTo>
                    <a:pt x="288086" y="959739"/>
                  </a:lnTo>
                  <a:lnTo>
                    <a:pt x="289204" y="960208"/>
                  </a:lnTo>
                  <a:lnTo>
                    <a:pt x="291833" y="960208"/>
                  </a:lnTo>
                  <a:lnTo>
                    <a:pt x="292950" y="959739"/>
                  </a:lnTo>
                  <a:lnTo>
                    <a:pt x="294817" y="957884"/>
                  </a:lnTo>
                  <a:lnTo>
                    <a:pt x="295275" y="956754"/>
                  </a:lnTo>
                  <a:lnTo>
                    <a:pt x="295275" y="954125"/>
                  </a:lnTo>
                  <a:close/>
                </a:path>
                <a:path w="9010650" h="1435735">
                  <a:moveTo>
                    <a:pt x="295275" y="478790"/>
                  </a:moveTo>
                  <a:lnTo>
                    <a:pt x="294817" y="477659"/>
                  </a:lnTo>
                  <a:lnTo>
                    <a:pt x="292950" y="475805"/>
                  </a:lnTo>
                  <a:lnTo>
                    <a:pt x="291833" y="475335"/>
                  </a:lnTo>
                  <a:lnTo>
                    <a:pt x="289204" y="475335"/>
                  </a:lnTo>
                  <a:lnTo>
                    <a:pt x="288086" y="475805"/>
                  </a:lnTo>
                  <a:lnTo>
                    <a:pt x="286219" y="477659"/>
                  </a:lnTo>
                  <a:lnTo>
                    <a:pt x="285750" y="478790"/>
                  </a:lnTo>
                  <a:lnTo>
                    <a:pt x="285750" y="481418"/>
                  </a:lnTo>
                  <a:lnTo>
                    <a:pt x="286219" y="482536"/>
                  </a:lnTo>
                  <a:lnTo>
                    <a:pt x="288086" y="484403"/>
                  </a:lnTo>
                  <a:lnTo>
                    <a:pt x="289204" y="484860"/>
                  </a:lnTo>
                  <a:lnTo>
                    <a:pt x="291833" y="484860"/>
                  </a:lnTo>
                  <a:lnTo>
                    <a:pt x="292950" y="484403"/>
                  </a:lnTo>
                  <a:lnTo>
                    <a:pt x="294817" y="482536"/>
                  </a:lnTo>
                  <a:lnTo>
                    <a:pt x="295275" y="481418"/>
                  </a:lnTo>
                  <a:lnTo>
                    <a:pt x="295275" y="478790"/>
                  </a:lnTo>
                  <a:close/>
                </a:path>
                <a:path w="9010650" h="1435735">
                  <a:moveTo>
                    <a:pt x="295275" y="3441"/>
                  </a:moveTo>
                  <a:lnTo>
                    <a:pt x="294817" y="2324"/>
                  </a:lnTo>
                  <a:lnTo>
                    <a:pt x="292950" y="457"/>
                  </a:lnTo>
                  <a:lnTo>
                    <a:pt x="291833" y="0"/>
                  </a:lnTo>
                  <a:lnTo>
                    <a:pt x="289204" y="0"/>
                  </a:lnTo>
                  <a:lnTo>
                    <a:pt x="288086" y="457"/>
                  </a:lnTo>
                  <a:lnTo>
                    <a:pt x="286219" y="2324"/>
                  </a:lnTo>
                  <a:lnTo>
                    <a:pt x="285750" y="3441"/>
                  </a:lnTo>
                  <a:lnTo>
                    <a:pt x="285750" y="6070"/>
                  </a:lnTo>
                  <a:lnTo>
                    <a:pt x="286219" y="7200"/>
                  </a:lnTo>
                  <a:lnTo>
                    <a:pt x="288086" y="9055"/>
                  </a:lnTo>
                  <a:lnTo>
                    <a:pt x="289204" y="9525"/>
                  </a:lnTo>
                  <a:lnTo>
                    <a:pt x="291833" y="9525"/>
                  </a:lnTo>
                  <a:lnTo>
                    <a:pt x="292950" y="9055"/>
                  </a:lnTo>
                  <a:lnTo>
                    <a:pt x="294817" y="7200"/>
                  </a:lnTo>
                  <a:lnTo>
                    <a:pt x="295275" y="6070"/>
                  </a:lnTo>
                  <a:lnTo>
                    <a:pt x="295275" y="3441"/>
                  </a:lnTo>
                  <a:close/>
                </a:path>
                <a:path w="9010650" h="1435735">
                  <a:moveTo>
                    <a:pt x="342900" y="1429473"/>
                  </a:moveTo>
                  <a:lnTo>
                    <a:pt x="342442" y="1428356"/>
                  </a:lnTo>
                  <a:lnTo>
                    <a:pt x="340575" y="1426489"/>
                  </a:lnTo>
                  <a:lnTo>
                    <a:pt x="339458" y="1426019"/>
                  </a:lnTo>
                  <a:lnTo>
                    <a:pt x="336829" y="1426019"/>
                  </a:lnTo>
                  <a:lnTo>
                    <a:pt x="335711" y="1426489"/>
                  </a:lnTo>
                  <a:lnTo>
                    <a:pt x="333844" y="1428356"/>
                  </a:lnTo>
                  <a:lnTo>
                    <a:pt x="333375" y="1429473"/>
                  </a:lnTo>
                  <a:lnTo>
                    <a:pt x="333375" y="1432102"/>
                  </a:lnTo>
                  <a:lnTo>
                    <a:pt x="333844" y="1433220"/>
                  </a:lnTo>
                  <a:lnTo>
                    <a:pt x="335711" y="1435087"/>
                  </a:lnTo>
                  <a:lnTo>
                    <a:pt x="336829" y="1435544"/>
                  </a:lnTo>
                  <a:lnTo>
                    <a:pt x="339458" y="1435544"/>
                  </a:lnTo>
                  <a:lnTo>
                    <a:pt x="340575" y="1435087"/>
                  </a:lnTo>
                  <a:lnTo>
                    <a:pt x="342442" y="1433220"/>
                  </a:lnTo>
                  <a:lnTo>
                    <a:pt x="342900" y="1432102"/>
                  </a:lnTo>
                  <a:lnTo>
                    <a:pt x="342900" y="1429473"/>
                  </a:lnTo>
                  <a:close/>
                </a:path>
                <a:path w="9010650" h="1435735">
                  <a:moveTo>
                    <a:pt x="342900" y="954125"/>
                  </a:moveTo>
                  <a:lnTo>
                    <a:pt x="342442" y="953008"/>
                  </a:lnTo>
                  <a:lnTo>
                    <a:pt x="340575" y="951153"/>
                  </a:lnTo>
                  <a:lnTo>
                    <a:pt x="339458" y="950683"/>
                  </a:lnTo>
                  <a:lnTo>
                    <a:pt x="336829" y="950683"/>
                  </a:lnTo>
                  <a:lnTo>
                    <a:pt x="335711" y="951153"/>
                  </a:lnTo>
                  <a:lnTo>
                    <a:pt x="333844" y="953008"/>
                  </a:lnTo>
                  <a:lnTo>
                    <a:pt x="333375" y="954125"/>
                  </a:lnTo>
                  <a:lnTo>
                    <a:pt x="333375" y="956754"/>
                  </a:lnTo>
                  <a:lnTo>
                    <a:pt x="333844" y="957884"/>
                  </a:lnTo>
                  <a:lnTo>
                    <a:pt x="335711" y="959739"/>
                  </a:lnTo>
                  <a:lnTo>
                    <a:pt x="336829" y="960208"/>
                  </a:lnTo>
                  <a:lnTo>
                    <a:pt x="339458" y="960208"/>
                  </a:lnTo>
                  <a:lnTo>
                    <a:pt x="340575" y="959739"/>
                  </a:lnTo>
                  <a:lnTo>
                    <a:pt x="342442" y="957884"/>
                  </a:lnTo>
                  <a:lnTo>
                    <a:pt x="342900" y="956754"/>
                  </a:lnTo>
                  <a:lnTo>
                    <a:pt x="342900" y="954125"/>
                  </a:lnTo>
                  <a:close/>
                </a:path>
                <a:path w="9010650" h="1435735">
                  <a:moveTo>
                    <a:pt x="342900" y="478790"/>
                  </a:moveTo>
                  <a:lnTo>
                    <a:pt x="342442" y="477659"/>
                  </a:lnTo>
                  <a:lnTo>
                    <a:pt x="340575" y="475805"/>
                  </a:lnTo>
                  <a:lnTo>
                    <a:pt x="339458" y="475335"/>
                  </a:lnTo>
                  <a:lnTo>
                    <a:pt x="336829" y="475335"/>
                  </a:lnTo>
                  <a:lnTo>
                    <a:pt x="335711" y="475805"/>
                  </a:lnTo>
                  <a:lnTo>
                    <a:pt x="333844" y="477659"/>
                  </a:lnTo>
                  <a:lnTo>
                    <a:pt x="333375" y="478790"/>
                  </a:lnTo>
                  <a:lnTo>
                    <a:pt x="333375" y="481418"/>
                  </a:lnTo>
                  <a:lnTo>
                    <a:pt x="333844" y="482536"/>
                  </a:lnTo>
                  <a:lnTo>
                    <a:pt x="335711" y="484403"/>
                  </a:lnTo>
                  <a:lnTo>
                    <a:pt x="336829" y="484860"/>
                  </a:lnTo>
                  <a:lnTo>
                    <a:pt x="339458" y="484860"/>
                  </a:lnTo>
                  <a:lnTo>
                    <a:pt x="340575" y="484403"/>
                  </a:lnTo>
                  <a:lnTo>
                    <a:pt x="342442" y="482536"/>
                  </a:lnTo>
                  <a:lnTo>
                    <a:pt x="342900" y="481418"/>
                  </a:lnTo>
                  <a:lnTo>
                    <a:pt x="342900" y="478790"/>
                  </a:lnTo>
                  <a:close/>
                </a:path>
                <a:path w="9010650" h="1435735">
                  <a:moveTo>
                    <a:pt x="342900" y="3441"/>
                  </a:moveTo>
                  <a:lnTo>
                    <a:pt x="342442" y="2324"/>
                  </a:lnTo>
                  <a:lnTo>
                    <a:pt x="340575" y="457"/>
                  </a:lnTo>
                  <a:lnTo>
                    <a:pt x="339458" y="0"/>
                  </a:lnTo>
                  <a:lnTo>
                    <a:pt x="336829" y="0"/>
                  </a:lnTo>
                  <a:lnTo>
                    <a:pt x="335711" y="457"/>
                  </a:lnTo>
                  <a:lnTo>
                    <a:pt x="333844" y="2324"/>
                  </a:lnTo>
                  <a:lnTo>
                    <a:pt x="333375" y="3441"/>
                  </a:lnTo>
                  <a:lnTo>
                    <a:pt x="333375" y="6070"/>
                  </a:lnTo>
                  <a:lnTo>
                    <a:pt x="333844" y="7200"/>
                  </a:lnTo>
                  <a:lnTo>
                    <a:pt x="335711" y="9055"/>
                  </a:lnTo>
                  <a:lnTo>
                    <a:pt x="336829" y="9525"/>
                  </a:lnTo>
                  <a:lnTo>
                    <a:pt x="339458" y="9525"/>
                  </a:lnTo>
                  <a:lnTo>
                    <a:pt x="340575" y="9055"/>
                  </a:lnTo>
                  <a:lnTo>
                    <a:pt x="342442" y="7200"/>
                  </a:lnTo>
                  <a:lnTo>
                    <a:pt x="342900" y="6070"/>
                  </a:lnTo>
                  <a:lnTo>
                    <a:pt x="342900" y="3441"/>
                  </a:lnTo>
                  <a:close/>
                </a:path>
                <a:path w="9010650" h="1435735">
                  <a:moveTo>
                    <a:pt x="390525" y="1429473"/>
                  </a:moveTo>
                  <a:lnTo>
                    <a:pt x="390067" y="1428356"/>
                  </a:lnTo>
                  <a:lnTo>
                    <a:pt x="388200" y="1426489"/>
                  </a:lnTo>
                  <a:lnTo>
                    <a:pt x="387083" y="1426019"/>
                  </a:lnTo>
                  <a:lnTo>
                    <a:pt x="384454" y="1426019"/>
                  </a:lnTo>
                  <a:lnTo>
                    <a:pt x="383336" y="1426489"/>
                  </a:lnTo>
                  <a:lnTo>
                    <a:pt x="381469" y="1428356"/>
                  </a:lnTo>
                  <a:lnTo>
                    <a:pt x="381000" y="1429473"/>
                  </a:lnTo>
                  <a:lnTo>
                    <a:pt x="381000" y="1432102"/>
                  </a:lnTo>
                  <a:lnTo>
                    <a:pt x="381469" y="1433220"/>
                  </a:lnTo>
                  <a:lnTo>
                    <a:pt x="383336" y="1435087"/>
                  </a:lnTo>
                  <a:lnTo>
                    <a:pt x="384454" y="1435544"/>
                  </a:lnTo>
                  <a:lnTo>
                    <a:pt x="387083" y="1435544"/>
                  </a:lnTo>
                  <a:lnTo>
                    <a:pt x="388200" y="1435087"/>
                  </a:lnTo>
                  <a:lnTo>
                    <a:pt x="390067" y="1433220"/>
                  </a:lnTo>
                  <a:lnTo>
                    <a:pt x="390525" y="1432102"/>
                  </a:lnTo>
                  <a:lnTo>
                    <a:pt x="390525" y="1429473"/>
                  </a:lnTo>
                  <a:close/>
                </a:path>
                <a:path w="9010650" h="1435735">
                  <a:moveTo>
                    <a:pt x="390525" y="954125"/>
                  </a:moveTo>
                  <a:lnTo>
                    <a:pt x="390067" y="953008"/>
                  </a:lnTo>
                  <a:lnTo>
                    <a:pt x="388200" y="951153"/>
                  </a:lnTo>
                  <a:lnTo>
                    <a:pt x="387083" y="950683"/>
                  </a:lnTo>
                  <a:lnTo>
                    <a:pt x="384454" y="950683"/>
                  </a:lnTo>
                  <a:lnTo>
                    <a:pt x="383336" y="951153"/>
                  </a:lnTo>
                  <a:lnTo>
                    <a:pt x="381469" y="953008"/>
                  </a:lnTo>
                  <a:lnTo>
                    <a:pt x="381000" y="954125"/>
                  </a:lnTo>
                  <a:lnTo>
                    <a:pt x="381000" y="956754"/>
                  </a:lnTo>
                  <a:lnTo>
                    <a:pt x="381469" y="957884"/>
                  </a:lnTo>
                  <a:lnTo>
                    <a:pt x="383336" y="959739"/>
                  </a:lnTo>
                  <a:lnTo>
                    <a:pt x="384454" y="960208"/>
                  </a:lnTo>
                  <a:lnTo>
                    <a:pt x="387083" y="960208"/>
                  </a:lnTo>
                  <a:lnTo>
                    <a:pt x="388200" y="959739"/>
                  </a:lnTo>
                  <a:lnTo>
                    <a:pt x="390067" y="957884"/>
                  </a:lnTo>
                  <a:lnTo>
                    <a:pt x="390525" y="956754"/>
                  </a:lnTo>
                  <a:lnTo>
                    <a:pt x="390525" y="954125"/>
                  </a:lnTo>
                  <a:close/>
                </a:path>
                <a:path w="9010650" h="1435735">
                  <a:moveTo>
                    <a:pt x="390525" y="478790"/>
                  </a:moveTo>
                  <a:lnTo>
                    <a:pt x="390067" y="477659"/>
                  </a:lnTo>
                  <a:lnTo>
                    <a:pt x="388200" y="475805"/>
                  </a:lnTo>
                  <a:lnTo>
                    <a:pt x="387083" y="475335"/>
                  </a:lnTo>
                  <a:lnTo>
                    <a:pt x="384454" y="475335"/>
                  </a:lnTo>
                  <a:lnTo>
                    <a:pt x="383336" y="475805"/>
                  </a:lnTo>
                  <a:lnTo>
                    <a:pt x="381469" y="477659"/>
                  </a:lnTo>
                  <a:lnTo>
                    <a:pt x="381000" y="478790"/>
                  </a:lnTo>
                  <a:lnTo>
                    <a:pt x="381000" y="481418"/>
                  </a:lnTo>
                  <a:lnTo>
                    <a:pt x="381469" y="482536"/>
                  </a:lnTo>
                  <a:lnTo>
                    <a:pt x="383336" y="484403"/>
                  </a:lnTo>
                  <a:lnTo>
                    <a:pt x="384454" y="484860"/>
                  </a:lnTo>
                  <a:lnTo>
                    <a:pt x="387083" y="484860"/>
                  </a:lnTo>
                  <a:lnTo>
                    <a:pt x="388200" y="484403"/>
                  </a:lnTo>
                  <a:lnTo>
                    <a:pt x="390067" y="482536"/>
                  </a:lnTo>
                  <a:lnTo>
                    <a:pt x="390525" y="481418"/>
                  </a:lnTo>
                  <a:lnTo>
                    <a:pt x="390525" y="478790"/>
                  </a:lnTo>
                  <a:close/>
                </a:path>
                <a:path w="9010650" h="1435735">
                  <a:moveTo>
                    <a:pt x="390525" y="3441"/>
                  </a:moveTo>
                  <a:lnTo>
                    <a:pt x="390067" y="2324"/>
                  </a:lnTo>
                  <a:lnTo>
                    <a:pt x="388200" y="457"/>
                  </a:lnTo>
                  <a:lnTo>
                    <a:pt x="387083" y="0"/>
                  </a:lnTo>
                  <a:lnTo>
                    <a:pt x="384454" y="0"/>
                  </a:lnTo>
                  <a:lnTo>
                    <a:pt x="383336" y="457"/>
                  </a:lnTo>
                  <a:lnTo>
                    <a:pt x="381469" y="2324"/>
                  </a:lnTo>
                  <a:lnTo>
                    <a:pt x="381000" y="3441"/>
                  </a:lnTo>
                  <a:lnTo>
                    <a:pt x="381000" y="6070"/>
                  </a:lnTo>
                  <a:lnTo>
                    <a:pt x="381469" y="7200"/>
                  </a:lnTo>
                  <a:lnTo>
                    <a:pt x="383336" y="9055"/>
                  </a:lnTo>
                  <a:lnTo>
                    <a:pt x="384454" y="9525"/>
                  </a:lnTo>
                  <a:lnTo>
                    <a:pt x="387083" y="9525"/>
                  </a:lnTo>
                  <a:lnTo>
                    <a:pt x="388200" y="9055"/>
                  </a:lnTo>
                  <a:lnTo>
                    <a:pt x="390067" y="7200"/>
                  </a:lnTo>
                  <a:lnTo>
                    <a:pt x="390525" y="6070"/>
                  </a:lnTo>
                  <a:lnTo>
                    <a:pt x="390525" y="3441"/>
                  </a:lnTo>
                  <a:close/>
                </a:path>
                <a:path w="9010650" h="1435735">
                  <a:moveTo>
                    <a:pt x="438150" y="1429473"/>
                  </a:moveTo>
                  <a:lnTo>
                    <a:pt x="437692" y="1428356"/>
                  </a:lnTo>
                  <a:lnTo>
                    <a:pt x="435825" y="1426489"/>
                  </a:lnTo>
                  <a:lnTo>
                    <a:pt x="434708" y="1426019"/>
                  </a:lnTo>
                  <a:lnTo>
                    <a:pt x="432079" y="1426019"/>
                  </a:lnTo>
                  <a:lnTo>
                    <a:pt x="430961" y="1426489"/>
                  </a:lnTo>
                  <a:lnTo>
                    <a:pt x="429094" y="1428356"/>
                  </a:lnTo>
                  <a:lnTo>
                    <a:pt x="428625" y="1429473"/>
                  </a:lnTo>
                  <a:lnTo>
                    <a:pt x="428625" y="1432102"/>
                  </a:lnTo>
                  <a:lnTo>
                    <a:pt x="429094" y="1433220"/>
                  </a:lnTo>
                  <a:lnTo>
                    <a:pt x="430961" y="1435087"/>
                  </a:lnTo>
                  <a:lnTo>
                    <a:pt x="432079" y="1435544"/>
                  </a:lnTo>
                  <a:lnTo>
                    <a:pt x="434708" y="1435544"/>
                  </a:lnTo>
                  <a:lnTo>
                    <a:pt x="435825" y="1435087"/>
                  </a:lnTo>
                  <a:lnTo>
                    <a:pt x="437692" y="1433220"/>
                  </a:lnTo>
                  <a:lnTo>
                    <a:pt x="438150" y="1432102"/>
                  </a:lnTo>
                  <a:lnTo>
                    <a:pt x="438150" y="1429473"/>
                  </a:lnTo>
                  <a:close/>
                </a:path>
                <a:path w="9010650" h="1435735">
                  <a:moveTo>
                    <a:pt x="438150" y="954125"/>
                  </a:moveTo>
                  <a:lnTo>
                    <a:pt x="437692" y="953008"/>
                  </a:lnTo>
                  <a:lnTo>
                    <a:pt x="435825" y="951153"/>
                  </a:lnTo>
                  <a:lnTo>
                    <a:pt x="434708" y="950683"/>
                  </a:lnTo>
                  <a:lnTo>
                    <a:pt x="432079" y="950683"/>
                  </a:lnTo>
                  <a:lnTo>
                    <a:pt x="430961" y="951153"/>
                  </a:lnTo>
                  <a:lnTo>
                    <a:pt x="429094" y="953008"/>
                  </a:lnTo>
                  <a:lnTo>
                    <a:pt x="428625" y="954125"/>
                  </a:lnTo>
                  <a:lnTo>
                    <a:pt x="428625" y="956754"/>
                  </a:lnTo>
                  <a:lnTo>
                    <a:pt x="429094" y="957884"/>
                  </a:lnTo>
                  <a:lnTo>
                    <a:pt x="430961" y="959739"/>
                  </a:lnTo>
                  <a:lnTo>
                    <a:pt x="432079" y="960208"/>
                  </a:lnTo>
                  <a:lnTo>
                    <a:pt x="434708" y="960208"/>
                  </a:lnTo>
                  <a:lnTo>
                    <a:pt x="435825" y="959739"/>
                  </a:lnTo>
                  <a:lnTo>
                    <a:pt x="437692" y="957884"/>
                  </a:lnTo>
                  <a:lnTo>
                    <a:pt x="438150" y="956754"/>
                  </a:lnTo>
                  <a:lnTo>
                    <a:pt x="438150" y="954125"/>
                  </a:lnTo>
                  <a:close/>
                </a:path>
                <a:path w="9010650" h="1435735">
                  <a:moveTo>
                    <a:pt x="438150" y="478790"/>
                  </a:moveTo>
                  <a:lnTo>
                    <a:pt x="437692" y="477659"/>
                  </a:lnTo>
                  <a:lnTo>
                    <a:pt x="435825" y="475805"/>
                  </a:lnTo>
                  <a:lnTo>
                    <a:pt x="434708" y="475335"/>
                  </a:lnTo>
                  <a:lnTo>
                    <a:pt x="432079" y="475335"/>
                  </a:lnTo>
                  <a:lnTo>
                    <a:pt x="430961" y="475805"/>
                  </a:lnTo>
                  <a:lnTo>
                    <a:pt x="429094" y="477659"/>
                  </a:lnTo>
                  <a:lnTo>
                    <a:pt x="428625" y="478790"/>
                  </a:lnTo>
                  <a:lnTo>
                    <a:pt x="428625" y="481418"/>
                  </a:lnTo>
                  <a:lnTo>
                    <a:pt x="429094" y="482536"/>
                  </a:lnTo>
                  <a:lnTo>
                    <a:pt x="430961" y="484403"/>
                  </a:lnTo>
                  <a:lnTo>
                    <a:pt x="432079" y="484860"/>
                  </a:lnTo>
                  <a:lnTo>
                    <a:pt x="434708" y="484860"/>
                  </a:lnTo>
                  <a:lnTo>
                    <a:pt x="435825" y="484403"/>
                  </a:lnTo>
                  <a:lnTo>
                    <a:pt x="437692" y="482536"/>
                  </a:lnTo>
                  <a:lnTo>
                    <a:pt x="438150" y="481418"/>
                  </a:lnTo>
                  <a:lnTo>
                    <a:pt x="438150" y="478790"/>
                  </a:lnTo>
                  <a:close/>
                </a:path>
                <a:path w="9010650" h="1435735">
                  <a:moveTo>
                    <a:pt x="438150" y="3441"/>
                  </a:moveTo>
                  <a:lnTo>
                    <a:pt x="437692" y="2324"/>
                  </a:lnTo>
                  <a:lnTo>
                    <a:pt x="435825" y="457"/>
                  </a:lnTo>
                  <a:lnTo>
                    <a:pt x="434708" y="0"/>
                  </a:lnTo>
                  <a:lnTo>
                    <a:pt x="432079" y="0"/>
                  </a:lnTo>
                  <a:lnTo>
                    <a:pt x="430961" y="457"/>
                  </a:lnTo>
                  <a:lnTo>
                    <a:pt x="429094" y="2324"/>
                  </a:lnTo>
                  <a:lnTo>
                    <a:pt x="428625" y="3441"/>
                  </a:lnTo>
                  <a:lnTo>
                    <a:pt x="428625" y="6070"/>
                  </a:lnTo>
                  <a:lnTo>
                    <a:pt x="429094" y="7200"/>
                  </a:lnTo>
                  <a:lnTo>
                    <a:pt x="430961" y="9055"/>
                  </a:lnTo>
                  <a:lnTo>
                    <a:pt x="432079" y="9525"/>
                  </a:lnTo>
                  <a:lnTo>
                    <a:pt x="434708" y="9525"/>
                  </a:lnTo>
                  <a:lnTo>
                    <a:pt x="435825" y="9055"/>
                  </a:lnTo>
                  <a:lnTo>
                    <a:pt x="437692" y="7200"/>
                  </a:lnTo>
                  <a:lnTo>
                    <a:pt x="438150" y="6070"/>
                  </a:lnTo>
                  <a:lnTo>
                    <a:pt x="438150" y="3441"/>
                  </a:lnTo>
                  <a:close/>
                </a:path>
                <a:path w="9010650" h="1435735">
                  <a:moveTo>
                    <a:pt x="485775" y="1429473"/>
                  </a:moveTo>
                  <a:lnTo>
                    <a:pt x="485317" y="1428356"/>
                  </a:lnTo>
                  <a:lnTo>
                    <a:pt x="483450" y="1426489"/>
                  </a:lnTo>
                  <a:lnTo>
                    <a:pt x="482333" y="1426019"/>
                  </a:lnTo>
                  <a:lnTo>
                    <a:pt x="479704" y="1426019"/>
                  </a:lnTo>
                  <a:lnTo>
                    <a:pt x="478586" y="1426489"/>
                  </a:lnTo>
                  <a:lnTo>
                    <a:pt x="476719" y="1428356"/>
                  </a:lnTo>
                  <a:lnTo>
                    <a:pt x="476250" y="1429473"/>
                  </a:lnTo>
                  <a:lnTo>
                    <a:pt x="476250" y="1432102"/>
                  </a:lnTo>
                  <a:lnTo>
                    <a:pt x="476719" y="1433220"/>
                  </a:lnTo>
                  <a:lnTo>
                    <a:pt x="478586" y="1435087"/>
                  </a:lnTo>
                  <a:lnTo>
                    <a:pt x="479704" y="1435544"/>
                  </a:lnTo>
                  <a:lnTo>
                    <a:pt x="482333" y="1435544"/>
                  </a:lnTo>
                  <a:lnTo>
                    <a:pt x="483450" y="1435087"/>
                  </a:lnTo>
                  <a:lnTo>
                    <a:pt x="485317" y="1433220"/>
                  </a:lnTo>
                  <a:lnTo>
                    <a:pt x="485775" y="1432102"/>
                  </a:lnTo>
                  <a:lnTo>
                    <a:pt x="485775" y="1429473"/>
                  </a:lnTo>
                  <a:close/>
                </a:path>
                <a:path w="9010650" h="1435735">
                  <a:moveTo>
                    <a:pt x="485775" y="954125"/>
                  </a:moveTo>
                  <a:lnTo>
                    <a:pt x="485317" y="953008"/>
                  </a:lnTo>
                  <a:lnTo>
                    <a:pt x="483450" y="951153"/>
                  </a:lnTo>
                  <a:lnTo>
                    <a:pt x="482333" y="950683"/>
                  </a:lnTo>
                  <a:lnTo>
                    <a:pt x="479704" y="950683"/>
                  </a:lnTo>
                  <a:lnTo>
                    <a:pt x="478586" y="951153"/>
                  </a:lnTo>
                  <a:lnTo>
                    <a:pt x="476719" y="953008"/>
                  </a:lnTo>
                  <a:lnTo>
                    <a:pt x="476250" y="954125"/>
                  </a:lnTo>
                  <a:lnTo>
                    <a:pt x="476250" y="956754"/>
                  </a:lnTo>
                  <a:lnTo>
                    <a:pt x="476719" y="957884"/>
                  </a:lnTo>
                  <a:lnTo>
                    <a:pt x="478586" y="959739"/>
                  </a:lnTo>
                  <a:lnTo>
                    <a:pt x="479704" y="960208"/>
                  </a:lnTo>
                  <a:lnTo>
                    <a:pt x="482333" y="960208"/>
                  </a:lnTo>
                  <a:lnTo>
                    <a:pt x="483450" y="959739"/>
                  </a:lnTo>
                  <a:lnTo>
                    <a:pt x="485317" y="957884"/>
                  </a:lnTo>
                  <a:lnTo>
                    <a:pt x="485775" y="956754"/>
                  </a:lnTo>
                  <a:lnTo>
                    <a:pt x="485775" y="954125"/>
                  </a:lnTo>
                  <a:close/>
                </a:path>
                <a:path w="9010650" h="1435735">
                  <a:moveTo>
                    <a:pt x="485775" y="478790"/>
                  </a:moveTo>
                  <a:lnTo>
                    <a:pt x="485317" y="477659"/>
                  </a:lnTo>
                  <a:lnTo>
                    <a:pt x="483450" y="475805"/>
                  </a:lnTo>
                  <a:lnTo>
                    <a:pt x="482333" y="475335"/>
                  </a:lnTo>
                  <a:lnTo>
                    <a:pt x="479704" y="475335"/>
                  </a:lnTo>
                  <a:lnTo>
                    <a:pt x="478586" y="475805"/>
                  </a:lnTo>
                  <a:lnTo>
                    <a:pt x="476719" y="477659"/>
                  </a:lnTo>
                  <a:lnTo>
                    <a:pt x="476250" y="478790"/>
                  </a:lnTo>
                  <a:lnTo>
                    <a:pt x="476250" y="481418"/>
                  </a:lnTo>
                  <a:lnTo>
                    <a:pt x="476719" y="482536"/>
                  </a:lnTo>
                  <a:lnTo>
                    <a:pt x="478586" y="484403"/>
                  </a:lnTo>
                  <a:lnTo>
                    <a:pt x="479704" y="484860"/>
                  </a:lnTo>
                  <a:lnTo>
                    <a:pt x="482333" y="484860"/>
                  </a:lnTo>
                  <a:lnTo>
                    <a:pt x="483450" y="484403"/>
                  </a:lnTo>
                  <a:lnTo>
                    <a:pt x="485317" y="482536"/>
                  </a:lnTo>
                  <a:lnTo>
                    <a:pt x="485775" y="481418"/>
                  </a:lnTo>
                  <a:lnTo>
                    <a:pt x="485775" y="478790"/>
                  </a:lnTo>
                  <a:close/>
                </a:path>
                <a:path w="9010650" h="1435735">
                  <a:moveTo>
                    <a:pt x="485775" y="3441"/>
                  </a:moveTo>
                  <a:lnTo>
                    <a:pt x="485317" y="2324"/>
                  </a:lnTo>
                  <a:lnTo>
                    <a:pt x="483450" y="457"/>
                  </a:lnTo>
                  <a:lnTo>
                    <a:pt x="482333" y="0"/>
                  </a:lnTo>
                  <a:lnTo>
                    <a:pt x="479704" y="0"/>
                  </a:lnTo>
                  <a:lnTo>
                    <a:pt x="478586" y="457"/>
                  </a:lnTo>
                  <a:lnTo>
                    <a:pt x="476719" y="2324"/>
                  </a:lnTo>
                  <a:lnTo>
                    <a:pt x="476250" y="3441"/>
                  </a:lnTo>
                  <a:lnTo>
                    <a:pt x="476250" y="6070"/>
                  </a:lnTo>
                  <a:lnTo>
                    <a:pt x="476719" y="7200"/>
                  </a:lnTo>
                  <a:lnTo>
                    <a:pt x="478586" y="9055"/>
                  </a:lnTo>
                  <a:lnTo>
                    <a:pt x="479704" y="9525"/>
                  </a:lnTo>
                  <a:lnTo>
                    <a:pt x="482333" y="9525"/>
                  </a:lnTo>
                  <a:lnTo>
                    <a:pt x="483450" y="9055"/>
                  </a:lnTo>
                  <a:lnTo>
                    <a:pt x="485317" y="7200"/>
                  </a:lnTo>
                  <a:lnTo>
                    <a:pt x="485775" y="6070"/>
                  </a:lnTo>
                  <a:lnTo>
                    <a:pt x="485775" y="3441"/>
                  </a:lnTo>
                  <a:close/>
                </a:path>
                <a:path w="9010650" h="1435735">
                  <a:moveTo>
                    <a:pt x="533400" y="1429473"/>
                  </a:moveTo>
                  <a:lnTo>
                    <a:pt x="532942" y="1428356"/>
                  </a:lnTo>
                  <a:lnTo>
                    <a:pt x="531075" y="1426489"/>
                  </a:lnTo>
                  <a:lnTo>
                    <a:pt x="529958" y="1426019"/>
                  </a:lnTo>
                  <a:lnTo>
                    <a:pt x="527329" y="1426019"/>
                  </a:lnTo>
                  <a:lnTo>
                    <a:pt x="526211" y="1426489"/>
                  </a:lnTo>
                  <a:lnTo>
                    <a:pt x="524344" y="1428356"/>
                  </a:lnTo>
                  <a:lnTo>
                    <a:pt x="523875" y="1429473"/>
                  </a:lnTo>
                  <a:lnTo>
                    <a:pt x="523875" y="1432102"/>
                  </a:lnTo>
                  <a:lnTo>
                    <a:pt x="524344" y="1433220"/>
                  </a:lnTo>
                  <a:lnTo>
                    <a:pt x="526211" y="1435087"/>
                  </a:lnTo>
                  <a:lnTo>
                    <a:pt x="527329" y="1435544"/>
                  </a:lnTo>
                  <a:lnTo>
                    <a:pt x="529958" y="1435544"/>
                  </a:lnTo>
                  <a:lnTo>
                    <a:pt x="531075" y="1435087"/>
                  </a:lnTo>
                  <a:lnTo>
                    <a:pt x="532942" y="1433220"/>
                  </a:lnTo>
                  <a:lnTo>
                    <a:pt x="533400" y="1432102"/>
                  </a:lnTo>
                  <a:lnTo>
                    <a:pt x="533400" y="1429473"/>
                  </a:lnTo>
                  <a:close/>
                </a:path>
                <a:path w="9010650" h="1435735">
                  <a:moveTo>
                    <a:pt x="533400" y="954125"/>
                  </a:moveTo>
                  <a:lnTo>
                    <a:pt x="532942" y="953008"/>
                  </a:lnTo>
                  <a:lnTo>
                    <a:pt x="531075" y="951153"/>
                  </a:lnTo>
                  <a:lnTo>
                    <a:pt x="529958" y="950683"/>
                  </a:lnTo>
                  <a:lnTo>
                    <a:pt x="527329" y="950683"/>
                  </a:lnTo>
                  <a:lnTo>
                    <a:pt x="526211" y="951153"/>
                  </a:lnTo>
                  <a:lnTo>
                    <a:pt x="524344" y="953008"/>
                  </a:lnTo>
                  <a:lnTo>
                    <a:pt x="523875" y="954125"/>
                  </a:lnTo>
                  <a:lnTo>
                    <a:pt x="523875" y="956754"/>
                  </a:lnTo>
                  <a:lnTo>
                    <a:pt x="524344" y="957884"/>
                  </a:lnTo>
                  <a:lnTo>
                    <a:pt x="526211" y="959739"/>
                  </a:lnTo>
                  <a:lnTo>
                    <a:pt x="527329" y="960208"/>
                  </a:lnTo>
                  <a:lnTo>
                    <a:pt x="529958" y="960208"/>
                  </a:lnTo>
                  <a:lnTo>
                    <a:pt x="531075" y="959739"/>
                  </a:lnTo>
                  <a:lnTo>
                    <a:pt x="532942" y="957884"/>
                  </a:lnTo>
                  <a:lnTo>
                    <a:pt x="533400" y="956754"/>
                  </a:lnTo>
                  <a:lnTo>
                    <a:pt x="533400" y="954125"/>
                  </a:lnTo>
                  <a:close/>
                </a:path>
                <a:path w="9010650" h="1435735">
                  <a:moveTo>
                    <a:pt x="533400" y="478790"/>
                  </a:moveTo>
                  <a:lnTo>
                    <a:pt x="532942" y="477659"/>
                  </a:lnTo>
                  <a:lnTo>
                    <a:pt x="531075" y="475805"/>
                  </a:lnTo>
                  <a:lnTo>
                    <a:pt x="529958" y="475335"/>
                  </a:lnTo>
                  <a:lnTo>
                    <a:pt x="527329" y="475335"/>
                  </a:lnTo>
                  <a:lnTo>
                    <a:pt x="526211" y="475805"/>
                  </a:lnTo>
                  <a:lnTo>
                    <a:pt x="524344" y="477659"/>
                  </a:lnTo>
                  <a:lnTo>
                    <a:pt x="523875" y="478790"/>
                  </a:lnTo>
                  <a:lnTo>
                    <a:pt x="523875" y="481418"/>
                  </a:lnTo>
                  <a:lnTo>
                    <a:pt x="524344" y="482536"/>
                  </a:lnTo>
                  <a:lnTo>
                    <a:pt x="526211" y="484403"/>
                  </a:lnTo>
                  <a:lnTo>
                    <a:pt x="527329" y="484860"/>
                  </a:lnTo>
                  <a:lnTo>
                    <a:pt x="529958" y="484860"/>
                  </a:lnTo>
                  <a:lnTo>
                    <a:pt x="531075" y="484403"/>
                  </a:lnTo>
                  <a:lnTo>
                    <a:pt x="532942" y="482536"/>
                  </a:lnTo>
                  <a:lnTo>
                    <a:pt x="533400" y="481418"/>
                  </a:lnTo>
                  <a:lnTo>
                    <a:pt x="533400" y="478790"/>
                  </a:lnTo>
                  <a:close/>
                </a:path>
                <a:path w="9010650" h="1435735">
                  <a:moveTo>
                    <a:pt x="533400" y="3441"/>
                  </a:moveTo>
                  <a:lnTo>
                    <a:pt x="532942" y="2324"/>
                  </a:lnTo>
                  <a:lnTo>
                    <a:pt x="531075" y="457"/>
                  </a:lnTo>
                  <a:lnTo>
                    <a:pt x="529958" y="0"/>
                  </a:lnTo>
                  <a:lnTo>
                    <a:pt x="527329" y="0"/>
                  </a:lnTo>
                  <a:lnTo>
                    <a:pt x="526211" y="457"/>
                  </a:lnTo>
                  <a:lnTo>
                    <a:pt x="524344" y="2324"/>
                  </a:lnTo>
                  <a:lnTo>
                    <a:pt x="523875" y="3441"/>
                  </a:lnTo>
                  <a:lnTo>
                    <a:pt x="523875" y="6070"/>
                  </a:lnTo>
                  <a:lnTo>
                    <a:pt x="524344" y="7200"/>
                  </a:lnTo>
                  <a:lnTo>
                    <a:pt x="526211" y="9055"/>
                  </a:lnTo>
                  <a:lnTo>
                    <a:pt x="527329" y="9525"/>
                  </a:lnTo>
                  <a:lnTo>
                    <a:pt x="529958" y="9525"/>
                  </a:lnTo>
                  <a:lnTo>
                    <a:pt x="531075" y="9055"/>
                  </a:lnTo>
                  <a:lnTo>
                    <a:pt x="532942" y="7200"/>
                  </a:lnTo>
                  <a:lnTo>
                    <a:pt x="533400" y="6070"/>
                  </a:lnTo>
                  <a:lnTo>
                    <a:pt x="533400" y="3441"/>
                  </a:lnTo>
                  <a:close/>
                </a:path>
                <a:path w="9010650" h="1435735">
                  <a:moveTo>
                    <a:pt x="581025" y="1429473"/>
                  </a:moveTo>
                  <a:lnTo>
                    <a:pt x="580567" y="1428356"/>
                  </a:lnTo>
                  <a:lnTo>
                    <a:pt x="578700" y="1426489"/>
                  </a:lnTo>
                  <a:lnTo>
                    <a:pt x="577583" y="1426019"/>
                  </a:lnTo>
                  <a:lnTo>
                    <a:pt x="574954" y="1426019"/>
                  </a:lnTo>
                  <a:lnTo>
                    <a:pt x="573836" y="1426489"/>
                  </a:lnTo>
                  <a:lnTo>
                    <a:pt x="571969" y="1428356"/>
                  </a:lnTo>
                  <a:lnTo>
                    <a:pt x="571500" y="1429473"/>
                  </a:lnTo>
                  <a:lnTo>
                    <a:pt x="571500" y="1432102"/>
                  </a:lnTo>
                  <a:lnTo>
                    <a:pt x="571969" y="1433220"/>
                  </a:lnTo>
                  <a:lnTo>
                    <a:pt x="573836" y="1435087"/>
                  </a:lnTo>
                  <a:lnTo>
                    <a:pt x="574954" y="1435544"/>
                  </a:lnTo>
                  <a:lnTo>
                    <a:pt x="577583" y="1435544"/>
                  </a:lnTo>
                  <a:lnTo>
                    <a:pt x="578700" y="1435087"/>
                  </a:lnTo>
                  <a:lnTo>
                    <a:pt x="580567" y="1433220"/>
                  </a:lnTo>
                  <a:lnTo>
                    <a:pt x="581025" y="1432102"/>
                  </a:lnTo>
                  <a:lnTo>
                    <a:pt x="581025" y="1429473"/>
                  </a:lnTo>
                  <a:close/>
                </a:path>
                <a:path w="9010650" h="1435735">
                  <a:moveTo>
                    <a:pt x="581025" y="954125"/>
                  </a:moveTo>
                  <a:lnTo>
                    <a:pt x="580567" y="953008"/>
                  </a:lnTo>
                  <a:lnTo>
                    <a:pt x="578700" y="951153"/>
                  </a:lnTo>
                  <a:lnTo>
                    <a:pt x="577583" y="950683"/>
                  </a:lnTo>
                  <a:lnTo>
                    <a:pt x="574954" y="950683"/>
                  </a:lnTo>
                  <a:lnTo>
                    <a:pt x="573836" y="951153"/>
                  </a:lnTo>
                  <a:lnTo>
                    <a:pt x="571969" y="953008"/>
                  </a:lnTo>
                  <a:lnTo>
                    <a:pt x="571500" y="954125"/>
                  </a:lnTo>
                  <a:lnTo>
                    <a:pt x="571500" y="956754"/>
                  </a:lnTo>
                  <a:lnTo>
                    <a:pt x="571969" y="957884"/>
                  </a:lnTo>
                  <a:lnTo>
                    <a:pt x="573836" y="959739"/>
                  </a:lnTo>
                  <a:lnTo>
                    <a:pt x="574954" y="960208"/>
                  </a:lnTo>
                  <a:lnTo>
                    <a:pt x="577583" y="960208"/>
                  </a:lnTo>
                  <a:lnTo>
                    <a:pt x="578700" y="959739"/>
                  </a:lnTo>
                  <a:lnTo>
                    <a:pt x="580567" y="957884"/>
                  </a:lnTo>
                  <a:lnTo>
                    <a:pt x="581025" y="956754"/>
                  </a:lnTo>
                  <a:lnTo>
                    <a:pt x="581025" y="954125"/>
                  </a:lnTo>
                  <a:close/>
                </a:path>
                <a:path w="9010650" h="1435735">
                  <a:moveTo>
                    <a:pt x="581025" y="478790"/>
                  </a:moveTo>
                  <a:lnTo>
                    <a:pt x="580567" y="477659"/>
                  </a:lnTo>
                  <a:lnTo>
                    <a:pt x="578700" y="475805"/>
                  </a:lnTo>
                  <a:lnTo>
                    <a:pt x="577583" y="475335"/>
                  </a:lnTo>
                  <a:lnTo>
                    <a:pt x="574954" y="475335"/>
                  </a:lnTo>
                  <a:lnTo>
                    <a:pt x="573836" y="475805"/>
                  </a:lnTo>
                  <a:lnTo>
                    <a:pt x="571969" y="477659"/>
                  </a:lnTo>
                  <a:lnTo>
                    <a:pt x="571500" y="478790"/>
                  </a:lnTo>
                  <a:lnTo>
                    <a:pt x="571500" y="481418"/>
                  </a:lnTo>
                  <a:lnTo>
                    <a:pt x="571969" y="482536"/>
                  </a:lnTo>
                  <a:lnTo>
                    <a:pt x="573836" y="484403"/>
                  </a:lnTo>
                  <a:lnTo>
                    <a:pt x="574954" y="484860"/>
                  </a:lnTo>
                  <a:lnTo>
                    <a:pt x="577583" y="484860"/>
                  </a:lnTo>
                  <a:lnTo>
                    <a:pt x="578700" y="484403"/>
                  </a:lnTo>
                  <a:lnTo>
                    <a:pt x="580567" y="482536"/>
                  </a:lnTo>
                  <a:lnTo>
                    <a:pt x="581025" y="481418"/>
                  </a:lnTo>
                  <a:lnTo>
                    <a:pt x="581025" y="478790"/>
                  </a:lnTo>
                  <a:close/>
                </a:path>
                <a:path w="9010650" h="1435735">
                  <a:moveTo>
                    <a:pt x="581025" y="3441"/>
                  </a:moveTo>
                  <a:lnTo>
                    <a:pt x="580567" y="2324"/>
                  </a:lnTo>
                  <a:lnTo>
                    <a:pt x="578700" y="457"/>
                  </a:lnTo>
                  <a:lnTo>
                    <a:pt x="577583" y="0"/>
                  </a:lnTo>
                  <a:lnTo>
                    <a:pt x="574954" y="0"/>
                  </a:lnTo>
                  <a:lnTo>
                    <a:pt x="573836" y="457"/>
                  </a:lnTo>
                  <a:lnTo>
                    <a:pt x="571969" y="2324"/>
                  </a:lnTo>
                  <a:lnTo>
                    <a:pt x="571500" y="3441"/>
                  </a:lnTo>
                  <a:lnTo>
                    <a:pt x="571500" y="6070"/>
                  </a:lnTo>
                  <a:lnTo>
                    <a:pt x="571969" y="7200"/>
                  </a:lnTo>
                  <a:lnTo>
                    <a:pt x="573836" y="9055"/>
                  </a:lnTo>
                  <a:lnTo>
                    <a:pt x="574954" y="9525"/>
                  </a:lnTo>
                  <a:lnTo>
                    <a:pt x="577583" y="9525"/>
                  </a:lnTo>
                  <a:lnTo>
                    <a:pt x="578700" y="9055"/>
                  </a:lnTo>
                  <a:lnTo>
                    <a:pt x="580567" y="7200"/>
                  </a:lnTo>
                  <a:lnTo>
                    <a:pt x="581025" y="6070"/>
                  </a:lnTo>
                  <a:lnTo>
                    <a:pt x="581025" y="3441"/>
                  </a:lnTo>
                  <a:close/>
                </a:path>
                <a:path w="9010650" h="1435735">
                  <a:moveTo>
                    <a:pt x="628650" y="1429473"/>
                  </a:moveTo>
                  <a:lnTo>
                    <a:pt x="628192" y="1428356"/>
                  </a:lnTo>
                  <a:lnTo>
                    <a:pt x="626325" y="1426489"/>
                  </a:lnTo>
                  <a:lnTo>
                    <a:pt x="625208" y="1426019"/>
                  </a:lnTo>
                  <a:lnTo>
                    <a:pt x="622579" y="1426019"/>
                  </a:lnTo>
                  <a:lnTo>
                    <a:pt x="621461" y="1426489"/>
                  </a:lnTo>
                  <a:lnTo>
                    <a:pt x="619594" y="1428356"/>
                  </a:lnTo>
                  <a:lnTo>
                    <a:pt x="619125" y="1429473"/>
                  </a:lnTo>
                  <a:lnTo>
                    <a:pt x="619125" y="1432102"/>
                  </a:lnTo>
                  <a:lnTo>
                    <a:pt x="619594" y="1433220"/>
                  </a:lnTo>
                  <a:lnTo>
                    <a:pt x="621461" y="1435087"/>
                  </a:lnTo>
                  <a:lnTo>
                    <a:pt x="622579" y="1435544"/>
                  </a:lnTo>
                  <a:lnTo>
                    <a:pt x="625208" y="1435544"/>
                  </a:lnTo>
                  <a:lnTo>
                    <a:pt x="626325" y="1435087"/>
                  </a:lnTo>
                  <a:lnTo>
                    <a:pt x="628192" y="1433220"/>
                  </a:lnTo>
                  <a:lnTo>
                    <a:pt x="628650" y="1432102"/>
                  </a:lnTo>
                  <a:lnTo>
                    <a:pt x="628650" y="1429473"/>
                  </a:lnTo>
                  <a:close/>
                </a:path>
                <a:path w="9010650" h="1435735">
                  <a:moveTo>
                    <a:pt x="628650" y="954125"/>
                  </a:moveTo>
                  <a:lnTo>
                    <a:pt x="628192" y="953008"/>
                  </a:lnTo>
                  <a:lnTo>
                    <a:pt x="626325" y="951153"/>
                  </a:lnTo>
                  <a:lnTo>
                    <a:pt x="625208" y="950683"/>
                  </a:lnTo>
                  <a:lnTo>
                    <a:pt x="622579" y="950683"/>
                  </a:lnTo>
                  <a:lnTo>
                    <a:pt x="621461" y="951153"/>
                  </a:lnTo>
                  <a:lnTo>
                    <a:pt x="619594" y="953008"/>
                  </a:lnTo>
                  <a:lnTo>
                    <a:pt x="619125" y="954125"/>
                  </a:lnTo>
                  <a:lnTo>
                    <a:pt x="619125" y="956754"/>
                  </a:lnTo>
                  <a:lnTo>
                    <a:pt x="619594" y="957884"/>
                  </a:lnTo>
                  <a:lnTo>
                    <a:pt x="621461" y="959739"/>
                  </a:lnTo>
                  <a:lnTo>
                    <a:pt x="622579" y="960208"/>
                  </a:lnTo>
                  <a:lnTo>
                    <a:pt x="625208" y="960208"/>
                  </a:lnTo>
                  <a:lnTo>
                    <a:pt x="626325" y="959739"/>
                  </a:lnTo>
                  <a:lnTo>
                    <a:pt x="628192" y="957884"/>
                  </a:lnTo>
                  <a:lnTo>
                    <a:pt x="628650" y="956754"/>
                  </a:lnTo>
                  <a:lnTo>
                    <a:pt x="628650" y="954125"/>
                  </a:lnTo>
                  <a:close/>
                </a:path>
                <a:path w="9010650" h="1435735">
                  <a:moveTo>
                    <a:pt x="628650" y="478790"/>
                  </a:moveTo>
                  <a:lnTo>
                    <a:pt x="628192" y="477659"/>
                  </a:lnTo>
                  <a:lnTo>
                    <a:pt x="626325" y="475805"/>
                  </a:lnTo>
                  <a:lnTo>
                    <a:pt x="625208" y="475335"/>
                  </a:lnTo>
                  <a:lnTo>
                    <a:pt x="622579" y="475335"/>
                  </a:lnTo>
                  <a:lnTo>
                    <a:pt x="621461" y="475805"/>
                  </a:lnTo>
                  <a:lnTo>
                    <a:pt x="619594" y="477659"/>
                  </a:lnTo>
                  <a:lnTo>
                    <a:pt x="619125" y="478790"/>
                  </a:lnTo>
                  <a:lnTo>
                    <a:pt x="619125" y="481418"/>
                  </a:lnTo>
                  <a:lnTo>
                    <a:pt x="619594" y="482536"/>
                  </a:lnTo>
                  <a:lnTo>
                    <a:pt x="621461" y="484403"/>
                  </a:lnTo>
                  <a:lnTo>
                    <a:pt x="622579" y="484860"/>
                  </a:lnTo>
                  <a:lnTo>
                    <a:pt x="625208" y="484860"/>
                  </a:lnTo>
                  <a:lnTo>
                    <a:pt x="626325" y="484403"/>
                  </a:lnTo>
                  <a:lnTo>
                    <a:pt x="628192" y="482536"/>
                  </a:lnTo>
                  <a:lnTo>
                    <a:pt x="628650" y="481418"/>
                  </a:lnTo>
                  <a:lnTo>
                    <a:pt x="628650" y="478790"/>
                  </a:lnTo>
                  <a:close/>
                </a:path>
                <a:path w="9010650" h="1435735">
                  <a:moveTo>
                    <a:pt x="628650" y="3441"/>
                  </a:moveTo>
                  <a:lnTo>
                    <a:pt x="628192" y="2324"/>
                  </a:lnTo>
                  <a:lnTo>
                    <a:pt x="626325" y="457"/>
                  </a:lnTo>
                  <a:lnTo>
                    <a:pt x="625208" y="0"/>
                  </a:lnTo>
                  <a:lnTo>
                    <a:pt x="622579" y="0"/>
                  </a:lnTo>
                  <a:lnTo>
                    <a:pt x="621461" y="457"/>
                  </a:lnTo>
                  <a:lnTo>
                    <a:pt x="619594" y="2324"/>
                  </a:lnTo>
                  <a:lnTo>
                    <a:pt x="619125" y="3441"/>
                  </a:lnTo>
                  <a:lnTo>
                    <a:pt x="619125" y="6070"/>
                  </a:lnTo>
                  <a:lnTo>
                    <a:pt x="619594" y="7200"/>
                  </a:lnTo>
                  <a:lnTo>
                    <a:pt x="621461" y="9055"/>
                  </a:lnTo>
                  <a:lnTo>
                    <a:pt x="622579" y="9525"/>
                  </a:lnTo>
                  <a:lnTo>
                    <a:pt x="625208" y="9525"/>
                  </a:lnTo>
                  <a:lnTo>
                    <a:pt x="626325" y="9055"/>
                  </a:lnTo>
                  <a:lnTo>
                    <a:pt x="628192" y="7200"/>
                  </a:lnTo>
                  <a:lnTo>
                    <a:pt x="628650" y="6070"/>
                  </a:lnTo>
                  <a:lnTo>
                    <a:pt x="628650" y="3441"/>
                  </a:lnTo>
                  <a:close/>
                </a:path>
                <a:path w="9010650" h="1435735">
                  <a:moveTo>
                    <a:pt x="676275" y="1429473"/>
                  </a:moveTo>
                  <a:lnTo>
                    <a:pt x="675817" y="1428356"/>
                  </a:lnTo>
                  <a:lnTo>
                    <a:pt x="673950" y="1426489"/>
                  </a:lnTo>
                  <a:lnTo>
                    <a:pt x="672833" y="1426019"/>
                  </a:lnTo>
                  <a:lnTo>
                    <a:pt x="670204" y="1426019"/>
                  </a:lnTo>
                  <a:lnTo>
                    <a:pt x="669086" y="1426489"/>
                  </a:lnTo>
                  <a:lnTo>
                    <a:pt x="667219" y="1428356"/>
                  </a:lnTo>
                  <a:lnTo>
                    <a:pt x="666750" y="1429473"/>
                  </a:lnTo>
                  <a:lnTo>
                    <a:pt x="666750" y="1432102"/>
                  </a:lnTo>
                  <a:lnTo>
                    <a:pt x="667219" y="1433220"/>
                  </a:lnTo>
                  <a:lnTo>
                    <a:pt x="669086" y="1435087"/>
                  </a:lnTo>
                  <a:lnTo>
                    <a:pt x="670204" y="1435544"/>
                  </a:lnTo>
                  <a:lnTo>
                    <a:pt x="672833" y="1435544"/>
                  </a:lnTo>
                  <a:lnTo>
                    <a:pt x="673950" y="1435087"/>
                  </a:lnTo>
                  <a:lnTo>
                    <a:pt x="675817" y="1433220"/>
                  </a:lnTo>
                  <a:lnTo>
                    <a:pt x="676275" y="1432102"/>
                  </a:lnTo>
                  <a:lnTo>
                    <a:pt x="676275" y="1429473"/>
                  </a:lnTo>
                  <a:close/>
                </a:path>
                <a:path w="9010650" h="1435735">
                  <a:moveTo>
                    <a:pt x="676275" y="954125"/>
                  </a:moveTo>
                  <a:lnTo>
                    <a:pt x="675817" y="953008"/>
                  </a:lnTo>
                  <a:lnTo>
                    <a:pt x="673950" y="951153"/>
                  </a:lnTo>
                  <a:lnTo>
                    <a:pt x="672833" y="950683"/>
                  </a:lnTo>
                  <a:lnTo>
                    <a:pt x="670204" y="950683"/>
                  </a:lnTo>
                  <a:lnTo>
                    <a:pt x="669086" y="951153"/>
                  </a:lnTo>
                  <a:lnTo>
                    <a:pt x="667219" y="953008"/>
                  </a:lnTo>
                  <a:lnTo>
                    <a:pt x="666750" y="954125"/>
                  </a:lnTo>
                  <a:lnTo>
                    <a:pt x="666750" y="956754"/>
                  </a:lnTo>
                  <a:lnTo>
                    <a:pt x="667219" y="957884"/>
                  </a:lnTo>
                  <a:lnTo>
                    <a:pt x="669086" y="959739"/>
                  </a:lnTo>
                  <a:lnTo>
                    <a:pt x="670204" y="960208"/>
                  </a:lnTo>
                  <a:lnTo>
                    <a:pt x="672833" y="960208"/>
                  </a:lnTo>
                  <a:lnTo>
                    <a:pt x="673950" y="959739"/>
                  </a:lnTo>
                  <a:lnTo>
                    <a:pt x="675817" y="957884"/>
                  </a:lnTo>
                  <a:lnTo>
                    <a:pt x="676275" y="956754"/>
                  </a:lnTo>
                  <a:lnTo>
                    <a:pt x="676275" y="954125"/>
                  </a:lnTo>
                  <a:close/>
                </a:path>
                <a:path w="9010650" h="1435735">
                  <a:moveTo>
                    <a:pt x="676275" y="478790"/>
                  </a:moveTo>
                  <a:lnTo>
                    <a:pt x="675817" y="477659"/>
                  </a:lnTo>
                  <a:lnTo>
                    <a:pt x="673950" y="475805"/>
                  </a:lnTo>
                  <a:lnTo>
                    <a:pt x="672833" y="475335"/>
                  </a:lnTo>
                  <a:lnTo>
                    <a:pt x="670204" y="475335"/>
                  </a:lnTo>
                  <a:lnTo>
                    <a:pt x="669086" y="475805"/>
                  </a:lnTo>
                  <a:lnTo>
                    <a:pt x="667219" y="477659"/>
                  </a:lnTo>
                  <a:lnTo>
                    <a:pt x="666750" y="478790"/>
                  </a:lnTo>
                  <a:lnTo>
                    <a:pt x="666750" y="481418"/>
                  </a:lnTo>
                  <a:lnTo>
                    <a:pt x="667219" y="482536"/>
                  </a:lnTo>
                  <a:lnTo>
                    <a:pt x="669086" y="484403"/>
                  </a:lnTo>
                  <a:lnTo>
                    <a:pt x="670204" y="484860"/>
                  </a:lnTo>
                  <a:lnTo>
                    <a:pt x="672833" y="484860"/>
                  </a:lnTo>
                  <a:lnTo>
                    <a:pt x="673950" y="484403"/>
                  </a:lnTo>
                  <a:lnTo>
                    <a:pt x="675817" y="482536"/>
                  </a:lnTo>
                  <a:lnTo>
                    <a:pt x="676275" y="481418"/>
                  </a:lnTo>
                  <a:lnTo>
                    <a:pt x="676275" y="478790"/>
                  </a:lnTo>
                  <a:close/>
                </a:path>
                <a:path w="9010650" h="1435735">
                  <a:moveTo>
                    <a:pt x="676275" y="3441"/>
                  </a:moveTo>
                  <a:lnTo>
                    <a:pt x="675817" y="2324"/>
                  </a:lnTo>
                  <a:lnTo>
                    <a:pt x="673950" y="457"/>
                  </a:lnTo>
                  <a:lnTo>
                    <a:pt x="672833" y="0"/>
                  </a:lnTo>
                  <a:lnTo>
                    <a:pt x="670204" y="0"/>
                  </a:lnTo>
                  <a:lnTo>
                    <a:pt x="669086" y="457"/>
                  </a:lnTo>
                  <a:lnTo>
                    <a:pt x="667219" y="2324"/>
                  </a:lnTo>
                  <a:lnTo>
                    <a:pt x="666750" y="3441"/>
                  </a:lnTo>
                  <a:lnTo>
                    <a:pt x="666750" y="6070"/>
                  </a:lnTo>
                  <a:lnTo>
                    <a:pt x="667219" y="7200"/>
                  </a:lnTo>
                  <a:lnTo>
                    <a:pt x="669086" y="9055"/>
                  </a:lnTo>
                  <a:lnTo>
                    <a:pt x="670204" y="9525"/>
                  </a:lnTo>
                  <a:lnTo>
                    <a:pt x="672833" y="9525"/>
                  </a:lnTo>
                  <a:lnTo>
                    <a:pt x="673950" y="9055"/>
                  </a:lnTo>
                  <a:lnTo>
                    <a:pt x="675817" y="7200"/>
                  </a:lnTo>
                  <a:lnTo>
                    <a:pt x="676275" y="6070"/>
                  </a:lnTo>
                  <a:lnTo>
                    <a:pt x="676275" y="3441"/>
                  </a:lnTo>
                  <a:close/>
                </a:path>
                <a:path w="9010650" h="1435735">
                  <a:moveTo>
                    <a:pt x="723900" y="1429473"/>
                  </a:moveTo>
                  <a:lnTo>
                    <a:pt x="723442" y="1428356"/>
                  </a:lnTo>
                  <a:lnTo>
                    <a:pt x="721575" y="1426489"/>
                  </a:lnTo>
                  <a:lnTo>
                    <a:pt x="720458" y="1426019"/>
                  </a:lnTo>
                  <a:lnTo>
                    <a:pt x="717829" y="1426019"/>
                  </a:lnTo>
                  <a:lnTo>
                    <a:pt x="716711" y="1426489"/>
                  </a:lnTo>
                  <a:lnTo>
                    <a:pt x="714844" y="1428356"/>
                  </a:lnTo>
                  <a:lnTo>
                    <a:pt x="714375" y="1429473"/>
                  </a:lnTo>
                  <a:lnTo>
                    <a:pt x="714375" y="1432102"/>
                  </a:lnTo>
                  <a:lnTo>
                    <a:pt x="714844" y="1433220"/>
                  </a:lnTo>
                  <a:lnTo>
                    <a:pt x="716711" y="1435087"/>
                  </a:lnTo>
                  <a:lnTo>
                    <a:pt x="717829" y="1435544"/>
                  </a:lnTo>
                  <a:lnTo>
                    <a:pt x="720458" y="1435544"/>
                  </a:lnTo>
                  <a:lnTo>
                    <a:pt x="721575" y="1435087"/>
                  </a:lnTo>
                  <a:lnTo>
                    <a:pt x="723442" y="1433220"/>
                  </a:lnTo>
                  <a:lnTo>
                    <a:pt x="723900" y="1432102"/>
                  </a:lnTo>
                  <a:lnTo>
                    <a:pt x="723900" y="1429473"/>
                  </a:lnTo>
                  <a:close/>
                </a:path>
                <a:path w="9010650" h="1435735">
                  <a:moveTo>
                    <a:pt x="723900" y="954125"/>
                  </a:moveTo>
                  <a:lnTo>
                    <a:pt x="723442" y="953008"/>
                  </a:lnTo>
                  <a:lnTo>
                    <a:pt x="721575" y="951153"/>
                  </a:lnTo>
                  <a:lnTo>
                    <a:pt x="720458" y="950683"/>
                  </a:lnTo>
                  <a:lnTo>
                    <a:pt x="717829" y="950683"/>
                  </a:lnTo>
                  <a:lnTo>
                    <a:pt x="716711" y="951153"/>
                  </a:lnTo>
                  <a:lnTo>
                    <a:pt x="714844" y="953008"/>
                  </a:lnTo>
                  <a:lnTo>
                    <a:pt x="714375" y="954125"/>
                  </a:lnTo>
                  <a:lnTo>
                    <a:pt x="714375" y="956754"/>
                  </a:lnTo>
                  <a:lnTo>
                    <a:pt x="714844" y="957884"/>
                  </a:lnTo>
                  <a:lnTo>
                    <a:pt x="716711" y="959739"/>
                  </a:lnTo>
                  <a:lnTo>
                    <a:pt x="717829" y="960208"/>
                  </a:lnTo>
                  <a:lnTo>
                    <a:pt x="720458" y="960208"/>
                  </a:lnTo>
                  <a:lnTo>
                    <a:pt x="721575" y="959739"/>
                  </a:lnTo>
                  <a:lnTo>
                    <a:pt x="723442" y="957884"/>
                  </a:lnTo>
                  <a:lnTo>
                    <a:pt x="723900" y="956754"/>
                  </a:lnTo>
                  <a:lnTo>
                    <a:pt x="723900" y="954125"/>
                  </a:lnTo>
                  <a:close/>
                </a:path>
                <a:path w="9010650" h="1435735">
                  <a:moveTo>
                    <a:pt x="723900" y="478790"/>
                  </a:moveTo>
                  <a:lnTo>
                    <a:pt x="723442" y="477659"/>
                  </a:lnTo>
                  <a:lnTo>
                    <a:pt x="721575" y="475805"/>
                  </a:lnTo>
                  <a:lnTo>
                    <a:pt x="720458" y="475335"/>
                  </a:lnTo>
                  <a:lnTo>
                    <a:pt x="717829" y="475335"/>
                  </a:lnTo>
                  <a:lnTo>
                    <a:pt x="716711" y="475805"/>
                  </a:lnTo>
                  <a:lnTo>
                    <a:pt x="714844" y="477659"/>
                  </a:lnTo>
                  <a:lnTo>
                    <a:pt x="714375" y="478790"/>
                  </a:lnTo>
                  <a:lnTo>
                    <a:pt x="714375" y="481418"/>
                  </a:lnTo>
                  <a:lnTo>
                    <a:pt x="714844" y="482536"/>
                  </a:lnTo>
                  <a:lnTo>
                    <a:pt x="716711" y="484403"/>
                  </a:lnTo>
                  <a:lnTo>
                    <a:pt x="717829" y="484860"/>
                  </a:lnTo>
                  <a:lnTo>
                    <a:pt x="720458" y="484860"/>
                  </a:lnTo>
                  <a:lnTo>
                    <a:pt x="721575" y="484403"/>
                  </a:lnTo>
                  <a:lnTo>
                    <a:pt x="723442" y="482536"/>
                  </a:lnTo>
                  <a:lnTo>
                    <a:pt x="723900" y="481418"/>
                  </a:lnTo>
                  <a:lnTo>
                    <a:pt x="723900" y="478790"/>
                  </a:lnTo>
                  <a:close/>
                </a:path>
                <a:path w="9010650" h="1435735">
                  <a:moveTo>
                    <a:pt x="723900" y="3441"/>
                  </a:moveTo>
                  <a:lnTo>
                    <a:pt x="723442" y="2324"/>
                  </a:lnTo>
                  <a:lnTo>
                    <a:pt x="721575" y="457"/>
                  </a:lnTo>
                  <a:lnTo>
                    <a:pt x="720458" y="0"/>
                  </a:lnTo>
                  <a:lnTo>
                    <a:pt x="717829" y="0"/>
                  </a:lnTo>
                  <a:lnTo>
                    <a:pt x="716711" y="457"/>
                  </a:lnTo>
                  <a:lnTo>
                    <a:pt x="714844" y="2324"/>
                  </a:lnTo>
                  <a:lnTo>
                    <a:pt x="714375" y="3441"/>
                  </a:lnTo>
                  <a:lnTo>
                    <a:pt x="714375" y="6070"/>
                  </a:lnTo>
                  <a:lnTo>
                    <a:pt x="714844" y="7200"/>
                  </a:lnTo>
                  <a:lnTo>
                    <a:pt x="716711" y="9055"/>
                  </a:lnTo>
                  <a:lnTo>
                    <a:pt x="717829" y="9525"/>
                  </a:lnTo>
                  <a:lnTo>
                    <a:pt x="720458" y="9525"/>
                  </a:lnTo>
                  <a:lnTo>
                    <a:pt x="721575" y="9055"/>
                  </a:lnTo>
                  <a:lnTo>
                    <a:pt x="723442" y="7200"/>
                  </a:lnTo>
                  <a:lnTo>
                    <a:pt x="723900" y="6070"/>
                  </a:lnTo>
                  <a:lnTo>
                    <a:pt x="723900" y="3441"/>
                  </a:lnTo>
                  <a:close/>
                </a:path>
                <a:path w="9010650" h="1435735">
                  <a:moveTo>
                    <a:pt x="771525" y="1429473"/>
                  </a:moveTo>
                  <a:lnTo>
                    <a:pt x="771067" y="1428356"/>
                  </a:lnTo>
                  <a:lnTo>
                    <a:pt x="769200" y="1426489"/>
                  </a:lnTo>
                  <a:lnTo>
                    <a:pt x="768083" y="1426019"/>
                  </a:lnTo>
                  <a:lnTo>
                    <a:pt x="765454" y="1426019"/>
                  </a:lnTo>
                  <a:lnTo>
                    <a:pt x="764336" y="1426489"/>
                  </a:lnTo>
                  <a:lnTo>
                    <a:pt x="762469" y="1428356"/>
                  </a:lnTo>
                  <a:lnTo>
                    <a:pt x="762000" y="1429473"/>
                  </a:lnTo>
                  <a:lnTo>
                    <a:pt x="762000" y="1432102"/>
                  </a:lnTo>
                  <a:lnTo>
                    <a:pt x="762469" y="1433220"/>
                  </a:lnTo>
                  <a:lnTo>
                    <a:pt x="764336" y="1435087"/>
                  </a:lnTo>
                  <a:lnTo>
                    <a:pt x="765454" y="1435544"/>
                  </a:lnTo>
                  <a:lnTo>
                    <a:pt x="768083" y="1435544"/>
                  </a:lnTo>
                  <a:lnTo>
                    <a:pt x="769200" y="1435087"/>
                  </a:lnTo>
                  <a:lnTo>
                    <a:pt x="771067" y="1433220"/>
                  </a:lnTo>
                  <a:lnTo>
                    <a:pt x="771525" y="1432102"/>
                  </a:lnTo>
                  <a:lnTo>
                    <a:pt x="771525" y="1429473"/>
                  </a:lnTo>
                  <a:close/>
                </a:path>
                <a:path w="9010650" h="1435735">
                  <a:moveTo>
                    <a:pt x="771525" y="954125"/>
                  </a:moveTo>
                  <a:lnTo>
                    <a:pt x="771067" y="953008"/>
                  </a:lnTo>
                  <a:lnTo>
                    <a:pt x="769200" y="951153"/>
                  </a:lnTo>
                  <a:lnTo>
                    <a:pt x="768083" y="950683"/>
                  </a:lnTo>
                  <a:lnTo>
                    <a:pt x="765454" y="950683"/>
                  </a:lnTo>
                  <a:lnTo>
                    <a:pt x="764336" y="951153"/>
                  </a:lnTo>
                  <a:lnTo>
                    <a:pt x="762469" y="953008"/>
                  </a:lnTo>
                  <a:lnTo>
                    <a:pt x="762000" y="954125"/>
                  </a:lnTo>
                  <a:lnTo>
                    <a:pt x="762000" y="956754"/>
                  </a:lnTo>
                  <a:lnTo>
                    <a:pt x="762469" y="957884"/>
                  </a:lnTo>
                  <a:lnTo>
                    <a:pt x="764336" y="959739"/>
                  </a:lnTo>
                  <a:lnTo>
                    <a:pt x="765454" y="960208"/>
                  </a:lnTo>
                  <a:lnTo>
                    <a:pt x="768083" y="960208"/>
                  </a:lnTo>
                  <a:lnTo>
                    <a:pt x="769200" y="959739"/>
                  </a:lnTo>
                  <a:lnTo>
                    <a:pt x="771067" y="957884"/>
                  </a:lnTo>
                  <a:lnTo>
                    <a:pt x="771525" y="956754"/>
                  </a:lnTo>
                  <a:lnTo>
                    <a:pt x="771525" y="954125"/>
                  </a:lnTo>
                  <a:close/>
                </a:path>
                <a:path w="9010650" h="1435735">
                  <a:moveTo>
                    <a:pt x="771525" y="478790"/>
                  </a:moveTo>
                  <a:lnTo>
                    <a:pt x="771067" y="477659"/>
                  </a:lnTo>
                  <a:lnTo>
                    <a:pt x="769200" y="475805"/>
                  </a:lnTo>
                  <a:lnTo>
                    <a:pt x="768083" y="475335"/>
                  </a:lnTo>
                  <a:lnTo>
                    <a:pt x="765454" y="475335"/>
                  </a:lnTo>
                  <a:lnTo>
                    <a:pt x="764336" y="475805"/>
                  </a:lnTo>
                  <a:lnTo>
                    <a:pt x="762469" y="477659"/>
                  </a:lnTo>
                  <a:lnTo>
                    <a:pt x="762000" y="478790"/>
                  </a:lnTo>
                  <a:lnTo>
                    <a:pt x="762000" y="481418"/>
                  </a:lnTo>
                  <a:lnTo>
                    <a:pt x="762469" y="482536"/>
                  </a:lnTo>
                  <a:lnTo>
                    <a:pt x="764336" y="484403"/>
                  </a:lnTo>
                  <a:lnTo>
                    <a:pt x="765454" y="484860"/>
                  </a:lnTo>
                  <a:lnTo>
                    <a:pt x="768083" y="484860"/>
                  </a:lnTo>
                  <a:lnTo>
                    <a:pt x="769200" y="484403"/>
                  </a:lnTo>
                  <a:lnTo>
                    <a:pt x="771067" y="482536"/>
                  </a:lnTo>
                  <a:lnTo>
                    <a:pt x="771525" y="481418"/>
                  </a:lnTo>
                  <a:lnTo>
                    <a:pt x="771525" y="478790"/>
                  </a:lnTo>
                  <a:close/>
                </a:path>
                <a:path w="9010650" h="1435735">
                  <a:moveTo>
                    <a:pt x="771525" y="3441"/>
                  </a:moveTo>
                  <a:lnTo>
                    <a:pt x="771067" y="2324"/>
                  </a:lnTo>
                  <a:lnTo>
                    <a:pt x="769200" y="457"/>
                  </a:lnTo>
                  <a:lnTo>
                    <a:pt x="768083" y="0"/>
                  </a:lnTo>
                  <a:lnTo>
                    <a:pt x="765454" y="0"/>
                  </a:lnTo>
                  <a:lnTo>
                    <a:pt x="764336" y="457"/>
                  </a:lnTo>
                  <a:lnTo>
                    <a:pt x="762469" y="2324"/>
                  </a:lnTo>
                  <a:lnTo>
                    <a:pt x="762000" y="3441"/>
                  </a:lnTo>
                  <a:lnTo>
                    <a:pt x="762000" y="6070"/>
                  </a:lnTo>
                  <a:lnTo>
                    <a:pt x="762469" y="7200"/>
                  </a:lnTo>
                  <a:lnTo>
                    <a:pt x="764336" y="9055"/>
                  </a:lnTo>
                  <a:lnTo>
                    <a:pt x="765454" y="9525"/>
                  </a:lnTo>
                  <a:lnTo>
                    <a:pt x="768083" y="9525"/>
                  </a:lnTo>
                  <a:lnTo>
                    <a:pt x="769200" y="9055"/>
                  </a:lnTo>
                  <a:lnTo>
                    <a:pt x="771067" y="7200"/>
                  </a:lnTo>
                  <a:lnTo>
                    <a:pt x="771525" y="6070"/>
                  </a:lnTo>
                  <a:lnTo>
                    <a:pt x="771525" y="3441"/>
                  </a:lnTo>
                  <a:close/>
                </a:path>
                <a:path w="9010650" h="1435735">
                  <a:moveTo>
                    <a:pt x="819150" y="1429473"/>
                  </a:moveTo>
                  <a:lnTo>
                    <a:pt x="818692" y="1428356"/>
                  </a:lnTo>
                  <a:lnTo>
                    <a:pt x="816825" y="1426489"/>
                  </a:lnTo>
                  <a:lnTo>
                    <a:pt x="815708" y="1426019"/>
                  </a:lnTo>
                  <a:lnTo>
                    <a:pt x="813079" y="1426019"/>
                  </a:lnTo>
                  <a:lnTo>
                    <a:pt x="811961" y="1426489"/>
                  </a:lnTo>
                  <a:lnTo>
                    <a:pt x="810094" y="1428356"/>
                  </a:lnTo>
                  <a:lnTo>
                    <a:pt x="809625" y="1429473"/>
                  </a:lnTo>
                  <a:lnTo>
                    <a:pt x="809625" y="1432102"/>
                  </a:lnTo>
                  <a:lnTo>
                    <a:pt x="810094" y="1433220"/>
                  </a:lnTo>
                  <a:lnTo>
                    <a:pt x="811961" y="1435087"/>
                  </a:lnTo>
                  <a:lnTo>
                    <a:pt x="813079" y="1435544"/>
                  </a:lnTo>
                  <a:lnTo>
                    <a:pt x="815708" y="1435544"/>
                  </a:lnTo>
                  <a:lnTo>
                    <a:pt x="816825" y="1435087"/>
                  </a:lnTo>
                  <a:lnTo>
                    <a:pt x="818692" y="1433220"/>
                  </a:lnTo>
                  <a:lnTo>
                    <a:pt x="819150" y="1432102"/>
                  </a:lnTo>
                  <a:lnTo>
                    <a:pt x="819150" y="1429473"/>
                  </a:lnTo>
                  <a:close/>
                </a:path>
                <a:path w="9010650" h="1435735">
                  <a:moveTo>
                    <a:pt x="819150" y="954125"/>
                  </a:moveTo>
                  <a:lnTo>
                    <a:pt x="818692" y="953008"/>
                  </a:lnTo>
                  <a:lnTo>
                    <a:pt x="816825" y="951153"/>
                  </a:lnTo>
                  <a:lnTo>
                    <a:pt x="815708" y="950683"/>
                  </a:lnTo>
                  <a:lnTo>
                    <a:pt x="813079" y="950683"/>
                  </a:lnTo>
                  <a:lnTo>
                    <a:pt x="811961" y="951153"/>
                  </a:lnTo>
                  <a:lnTo>
                    <a:pt x="810094" y="953008"/>
                  </a:lnTo>
                  <a:lnTo>
                    <a:pt x="809625" y="954125"/>
                  </a:lnTo>
                  <a:lnTo>
                    <a:pt x="809625" y="956754"/>
                  </a:lnTo>
                  <a:lnTo>
                    <a:pt x="810094" y="957884"/>
                  </a:lnTo>
                  <a:lnTo>
                    <a:pt x="811961" y="959739"/>
                  </a:lnTo>
                  <a:lnTo>
                    <a:pt x="813079" y="960208"/>
                  </a:lnTo>
                  <a:lnTo>
                    <a:pt x="815708" y="960208"/>
                  </a:lnTo>
                  <a:lnTo>
                    <a:pt x="816825" y="959739"/>
                  </a:lnTo>
                  <a:lnTo>
                    <a:pt x="818692" y="957884"/>
                  </a:lnTo>
                  <a:lnTo>
                    <a:pt x="819150" y="956754"/>
                  </a:lnTo>
                  <a:lnTo>
                    <a:pt x="819150" y="954125"/>
                  </a:lnTo>
                  <a:close/>
                </a:path>
                <a:path w="9010650" h="1435735">
                  <a:moveTo>
                    <a:pt x="819150" y="478790"/>
                  </a:moveTo>
                  <a:lnTo>
                    <a:pt x="818692" y="477659"/>
                  </a:lnTo>
                  <a:lnTo>
                    <a:pt x="816825" y="475805"/>
                  </a:lnTo>
                  <a:lnTo>
                    <a:pt x="815708" y="475335"/>
                  </a:lnTo>
                  <a:lnTo>
                    <a:pt x="813079" y="475335"/>
                  </a:lnTo>
                  <a:lnTo>
                    <a:pt x="811961" y="475805"/>
                  </a:lnTo>
                  <a:lnTo>
                    <a:pt x="810094" y="477659"/>
                  </a:lnTo>
                  <a:lnTo>
                    <a:pt x="809625" y="478790"/>
                  </a:lnTo>
                  <a:lnTo>
                    <a:pt x="809625" y="481418"/>
                  </a:lnTo>
                  <a:lnTo>
                    <a:pt x="810094" y="482536"/>
                  </a:lnTo>
                  <a:lnTo>
                    <a:pt x="811961" y="484403"/>
                  </a:lnTo>
                  <a:lnTo>
                    <a:pt x="813079" y="484860"/>
                  </a:lnTo>
                  <a:lnTo>
                    <a:pt x="815708" y="484860"/>
                  </a:lnTo>
                  <a:lnTo>
                    <a:pt x="816825" y="484403"/>
                  </a:lnTo>
                  <a:lnTo>
                    <a:pt x="818692" y="482536"/>
                  </a:lnTo>
                  <a:lnTo>
                    <a:pt x="819150" y="481418"/>
                  </a:lnTo>
                  <a:lnTo>
                    <a:pt x="819150" y="478790"/>
                  </a:lnTo>
                  <a:close/>
                </a:path>
                <a:path w="9010650" h="1435735">
                  <a:moveTo>
                    <a:pt x="819150" y="3441"/>
                  </a:moveTo>
                  <a:lnTo>
                    <a:pt x="818692" y="2324"/>
                  </a:lnTo>
                  <a:lnTo>
                    <a:pt x="816825" y="457"/>
                  </a:lnTo>
                  <a:lnTo>
                    <a:pt x="815708" y="0"/>
                  </a:lnTo>
                  <a:lnTo>
                    <a:pt x="813079" y="0"/>
                  </a:lnTo>
                  <a:lnTo>
                    <a:pt x="811961" y="457"/>
                  </a:lnTo>
                  <a:lnTo>
                    <a:pt x="810094" y="2324"/>
                  </a:lnTo>
                  <a:lnTo>
                    <a:pt x="809625" y="3441"/>
                  </a:lnTo>
                  <a:lnTo>
                    <a:pt x="809625" y="6070"/>
                  </a:lnTo>
                  <a:lnTo>
                    <a:pt x="810094" y="7200"/>
                  </a:lnTo>
                  <a:lnTo>
                    <a:pt x="811961" y="9055"/>
                  </a:lnTo>
                  <a:lnTo>
                    <a:pt x="813079" y="9525"/>
                  </a:lnTo>
                  <a:lnTo>
                    <a:pt x="815708" y="9525"/>
                  </a:lnTo>
                  <a:lnTo>
                    <a:pt x="816825" y="9055"/>
                  </a:lnTo>
                  <a:lnTo>
                    <a:pt x="818692" y="7200"/>
                  </a:lnTo>
                  <a:lnTo>
                    <a:pt x="819150" y="6070"/>
                  </a:lnTo>
                  <a:lnTo>
                    <a:pt x="819150" y="3441"/>
                  </a:lnTo>
                  <a:close/>
                </a:path>
                <a:path w="9010650" h="1435735">
                  <a:moveTo>
                    <a:pt x="866775" y="1429473"/>
                  </a:moveTo>
                  <a:lnTo>
                    <a:pt x="866317" y="1428356"/>
                  </a:lnTo>
                  <a:lnTo>
                    <a:pt x="864450" y="1426489"/>
                  </a:lnTo>
                  <a:lnTo>
                    <a:pt x="863333" y="1426019"/>
                  </a:lnTo>
                  <a:lnTo>
                    <a:pt x="860704" y="1426019"/>
                  </a:lnTo>
                  <a:lnTo>
                    <a:pt x="859586" y="1426489"/>
                  </a:lnTo>
                  <a:lnTo>
                    <a:pt x="857719" y="1428356"/>
                  </a:lnTo>
                  <a:lnTo>
                    <a:pt x="857250" y="1429473"/>
                  </a:lnTo>
                  <a:lnTo>
                    <a:pt x="857250" y="1432102"/>
                  </a:lnTo>
                  <a:lnTo>
                    <a:pt x="857719" y="1433220"/>
                  </a:lnTo>
                  <a:lnTo>
                    <a:pt x="859586" y="1435087"/>
                  </a:lnTo>
                  <a:lnTo>
                    <a:pt x="860704" y="1435544"/>
                  </a:lnTo>
                  <a:lnTo>
                    <a:pt x="863333" y="1435544"/>
                  </a:lnTo>
                  <a:lnTo>
                    <a:pt x="864450" y="1435087"/>
                  </a:lnTo>
                  <a:lnTo>
                    <a:pt x="866317" y="1433220"/>
                  </a:lnTo>
                  <a:lnTo>
                    <a:pt x="866775" y="1432102"/>
                  </a:lnTo>
                  <a:lnTo>
                    <a:pt x="866775" y="1429473"/>
                  </a:lnTo>
                  <a:close/>
                </a:path>
                <a:path w="9010650" h="1435735">
                  <a:moveTo>
                    <a:pt x="866775" y="954125"/>
                  </a:moveTo>
                  <a:lnTo>
                    <a:pt x="866317" y="953008"/>
                  </a:lnTo>
                  <a:lnTo>
                    <a:pt x="864450" y="951153"/>
                  </a:lnTo>
                  <a:lnTo>
                    <a:pt x="863333" y="950683"/>
                  </a:lnTo>
                  <a:lnTo>
                    <a:pt x="860704" y="950683"/>
                  </a:lnTo>
                  <a:lnTo>
                    <a:pt x="859586" y="951153"/>
                  </a:lnTo>
                  <a:lnTo>
                    <a:pt x="857719" y="953008"/>
                  </a:lnTo>
                  <a:lnTo>
                    <a:pt x="857250" y="954125"/>
                  </a:lnTo>
                  <a:lnTo>
                    <a:pt x="857250" y="956754"/>
                  </a:lnTo>
                  <a:lnTo>
                    <a:pt x="857719" y="957884"/>
                  </a:lnTo>
                  <a:lnTo>
                    <a:pt x="859586" y="959739"/>
                  </a:lnTo>
                  <a:lnTo>
                    <a:pt x="860704" y="960208"/>
                  </a:lnTo>
                  <a:lnTo>
                    <a:pt x="863333" y="960208"/>
                  </a:lnTo>
                  <a:lnTo>
                    <a:pt x="864450" y="959739"/>
                  </a:lnTo>
                  <a:lnTo>
                    <a:pt x="866317" y="957884"/>
                  </a:lnTo>
                  <a:lnTo>
                    <a:pt x="866775" y="956754"/>
                  </a:lnTo>
                  <a:lnTo>
                    <a:pt x="866775" y="954125"/>
                  </a:lnTo>
                  <a:close/>
                </a:path>
                <a:path w="9010650" h="1435735">
                  <a:moveTo>
                    <a:pt x="866775" y="478790"/>
                  </a:moveTo>
                  <a:lnTo>
                    <a:pt x="866317" y="477659"/>
                  </a:lnTo>
                  <a:lnTo>
                    <a:pt x="864450" y="475805"/>
                  </a:lnTo>
                  <a:lnTo>
                    <a:pt x="863333" y="475335"/>
                  </a:lnTo>
                  <a:lnTo>
                    <a:pt x="860704" y="475335"/>
                  </a:lnTo>
                  <a:lnTo>
                    <a:pt x="859586" y="475805"/>
                  </a:lnTo>
                  <a:lnTo>
                    <a:pt x="857719" y="477659"/>
                  </a:lnTo>
                  <a:lnTo>
                    <a:pt x="857250" y="478790"/>
                  </a:lnTo>
                  <a:lnTo>
                    <a:pt x="857250" y="481418"/>
                  </a:lnTo>
                  <a:lnTo>
                    <a:pt x="857719" y="482536"/>
                  </a:lnTo>
                  <a:lnTo>
                    <a:pt x="859586" y="484403"/>
                  </a:lnTo>
                  <a:lnTo>
                    <a:pt x="860704" y="484860"/>
                  </a:lnTo>
                  <a:lnTo>
                    <a:pt x="863333" y="484860"/>
                  </a:lnTo>
                  <a:lnTo>
                    <a:pt x="864450" y="484403"/>
                  </a:lnTo>
                  <a:lnTo>
                    <a:pt x="866317" y="482536"/>
                  </a:lnTo>
                  <a:lnTo>
                    <a:pt x="866775" y="481418"/>
                  </a:lnTo>
                  <a:lnTo>
                    <a:pt x="866775" y="478790"/>
                  </a:lnTo>
                  <a:close/>
                </a:path>
                <a:path w="9010650" h="1435735">
                  <a:moveTo>
                    <a:pt x="866775" y="3441"/>
                  </a:moveTo>
                  <a:lnTo>
                    <a:pt x="866317" y="2324"/>
                  </a:lnTo>
                  <a:lnTo>
                    <a:pt x="864450" y="457"/>
                  </a:lnTo>
                  <a:lnTo>
                    <a:pt x="863333" y="0"/>
                  </a:lnTo>
                  <a:lnTo>
                    <a:pt x="860704" y="0"/>
                  </a:lnTo>
                  <a:lnTo>
                    <a:pt x="859586" y="457"/>
                  </a:lnTo>
                  <a:lnTo>
                    <a:pt x="857719" y="2324"/>
                  </a:lnTo>
                  <a:lnTo>
                    <a:pt x="857250" y="3441"/>
                  </a:lnTo>
                  <a:lnTo>
                    <a:pt x="857250" y="6070"/>
                  </a:lnTo>
                  <a:lnTo>
                    <a:pt x="857719" y="7200"/>
                  </a:lnTo>
                  <a:lnTo>
                    <a:pt x="859586" y="9055"/>
                  </a:lnTo>
                  <a:lnTo>
                    <a:pt x="860704" y="9525"/>
                  </a:lnTo>
                  <a:lnTo>
                    <a:pt x="863333" y="9525"/>
                  </a:lnTo>
                  <a:lnTo>
                    <a:pt x="864450" y="9055"/>
                  </a:lnTo>
                  <a:lnTo>
                    <a:pt x="866317" y="7200"/>
                  </a:lnTo>
                  <a:lnTo>
                    <a:pt x="866775" y="6070"/>
                  </a:lnTo>
                  <a:lnTo>
                    <a:pt x="866775" y="3441"/>
                  </a:lnTo>
                  <a:close/>
                </a:path>
                <a:path w="9010650" h="1435735">
                  <a:moveTo>
                    <a:pt x="914400" y="1429473"/>
                  </a:moveTo>
                  <a:lnTo>
                    <a:pt x="913942" y="1428356"/>
                  </a:lnTo>
                  <a:lnTo>
                    <a:pt x="912075" y="1426489"/>
                  </a:lnTo>
                  <a:lnTo>
                    <a:pt x="910958" y="1426019"/>
                  </a:lnTo>
                  <a:lnTo>
                    <a:pt x="908329" y="1426019"/>
                  </a:lnTo>
                  <a:lnTo>
                    <a:pt x="907211" y="1426489"/>
                  </a:lnTo>
                  <a:lnTo>
                    <a:pt x="905344" y="1428356"/>
                  </a:lnTo>
                  <a:lnTo>
                    <a:pt x="904875" y="1429473"/>
                  </a:lnTo>
                  <a:lnTo>
                    <a:pt x="904875" y="1432102"/>
                  </a:lnTo>
                  <a:lnTo>
                    <a:pt x="905344" y="1433220"/>
                  </a:lnTo>
                  <a:lnTo>
                    <a:pt x="907211" y="1435087"/>
                  </a:lnTo>
                  <a:lnTo>
                    <a:pt x="908329" y="1435544"/>
                  </a:lnTo>
                  <a:lnTo>
                    <a:pt x="910958" y="1435544"/>
                  </a:lnTo>
                  <a:lnTo>
                    <a:pt x="912075" y="1435087"/>
                  </a:lnTo>
                  <a:lnTo>
                    <a:pt x="913942" y="1433220"/>
                  </a:lnTo>
                  <a:lnTo>
                    <a:pt x="914400" y="1432102"/>
                  </a:lnTo>
                  <a:lnTo>
                    <a:pt x="914400" y="1429473"/>
                  </a:lnTo>
                  <a:close/>
                </a:path>
                <a:path w="9010650" h="1435735">
                  <a:moveTo>
                    <a:pt x="914400" y="954125"/>
                  </a:moveTo>
                  <a:lnTo>
                    <a:pt x="913942" y="953008"/>
                  </a:lnTo>
                  <a:lnTo>
                    <a:pt x="912075" y="951153"/>
                  </a:lnTo>
                  <a:lnTo>
                    <a:pt x="910958" y="950683"/>
                  </a:lnTo>
                  <a:lnTo>
                    <a:pt x="908329" y="950683"/>
                  </a:lnTo>
                  <a:lnTo>
                    <a:pt x="907211" y="951153"/>
                  </a:lnTo>
                  <a:lnTo>
                    <a:pt x="905344" y="953008"/>
                  </a:lnTo>
                  <a:lnTo>
                    <a:pt x="904875" y="954125"/>
                  </a:lnTo>
                  <a:lnTo>
                    <a:pt x="904875" y="956754"/>
                  </a:lnTo>
                  <a:lnTo>
                    <a:pt x="905344" y="957884"/>
                  </a:lnTo>
                  <a:lnTo>
                    <a:pt x="907211" y="959739"/>
                  </a:lnTo>
                  <a:lnTo>
                    <a:pt x="908329" y="960208"/>
                  </a:lnTo>
                  <a:lnTo>
                    <a:pt x="910958" y="960208"/>
                  </a:lnTo>
                  <a:lnTo>
                    <a:pt x="912075" y="959739"/>
                  </a:lnTo>
                  <a:lnTo>
                    <a:pt x="913942" y="957884"/>
                  </a:lnTo>
                  <a:lnTo>
                    <a:pt x="914400" y="956754"/>
                  </a:lnTo>
                  <a:lnTo>
                    <a:pt x="914400" y="954125"/>
                  </a:lnTo>
                  <a:close/>
                </a:path>
                <a:path w="9010650" h="1435735">
                  <a:moveTo>
                    <a:pt x="914400" y="478790"/>
                  </a:moveTo>
                  <a:lnTo>
                    <a:pt x="913942" y="477659"/>
                  </a:lnTo>
                  <a:lnTo>
                    <a:pt x="912075" y="475805"/>
                  </a:lnTo>
                  <a:lnTo>
                    <a:pt x="910958" y="475335"/>
                  </a:lnTo>
                  <a:lnTo>
                    <a:pt x="908329" y="475335"/>
                  </a:lnTo>
                  <a:lnTo>
                    <a:pt x="907211" y="475805"/>
                  </a:lnTo>
                  <a:lnTo>
                    <a:pt x="905344" y="477659"/>
                  </a:lnTo>
                  <a:lnTo>
                    <a:pt x="904875" y="478790"/>
                  </a:lnTo>
                  <a:lnTo>
                    <a:pt x="904875" y="481418"/>
                  </a:lnTo>
                  <a:lnTo>
                    <a:pt x="905344" y="482536"/>
                  </a:lnTo>
                  <a:lnTo>
                    <a:pt x="907211" y="484403"/>
                  </a:lnTo>
                  <a:lnTo>
                    <a:pt x="908329" y="484860"/>
                  </a:lnTo>
                  <a:lnTo>
                    <a:pt x="910958" y="484860"/>
                  </a:lnTo>
                  <a:lnTo>
                    <a:pt x="912075" y="484403"/>
                  </a:lnTo>
                  <a:lnTo>
                    <a:pt x="913942" y="482536"/>
                  </a:lnTo>
                  <a:lnTo>
                    <a:pt x="914400" y="481418"/>
                  </a:lnTo>
                  <a:lnTo>
                    <a:pt x="914400" y="478790"/>
                  </a:lnTo>
                  <a:close/>
                </a:path>
                <a:path w="9010650" h="1435735">
                  <a:moveTo>
                    <a:pt x="914400" y="3441"/>
                  </a:moveTo>
                  <a:lnTo>
                    <a:pt x="913942" y="2324"/>
                  </a:lnTo>
                  <a:lnTo>
                    <a:pt x="912075" y="457"/>
                  </a:lnTo>
                  <a:lnTo>
                    <a:pt x="910958" y="0"/>
                  </a:lnTo>
                  <a:lnTo>
                    <a:pt x="908329" y="0"/>
                  </a:lnTo>
                  <a:lnTo>
                    <a:pt x="907211" y="457"/>
                  </a:lnTo>
                  <a:lnTo>
                    <a:pt x="905344" y="2324"/>
                  </a:lnTo>
                  <a:lnTo>
                    <a:pt x="904875" y="3441"/>
                  </a:lnTo>
                  <a:lnTo>
                    <a:pt x="904875" y="6070"/>
                  </a:lnTo>
                  <a:lnTo>
                    <a:pt x="905344" y="7200"/>
                  </a:lnTo>
                  <a:lnTo>
                    <a:pt x="907211" y="9055"/>
                  </a:lnTo>
                  <a:lnTo>
                    <a:pt x="908329" y="9525"/>
                  </a:lnTo>
                  <a:lnTo>
                    <a:pt x="910958" y="9525"/>
                  </a:lnTo>
                  <a:lnTo>
                    <a:pt x="912075" y="9055"/>
                  </a:lnTo>
                  <a:lnTo>
                    <a:pt x="913942" y="7200"/>
                  </a:lnTo>
                  <a:lnTo>
                    <a:pt x="914400" y="6070"/>
                  </a:lnTo>
                  <a:lnTo>
                    <a:pt x="914400" y="3441"/>
                  </a:lnTo>
                  <a:close/>
                </a:path>
                <a:path w="9010650" h="1435735">
                  <a:moveTo>
                    <a:pt x="962025" y="1429473"/>
                  </a:moveTo>
                  <a:lnTo>
                    <a:pt x="961567" y="1428356"/>
                  </a:lnTo>
                  <a:lnTo>
                    <a:pt x="959700" y="1426489"/>
                  </a:lnTo>
                  <a:lnTo>
                    <a:pt x="958583" y="1426019"/>
                  </a:lnTo>
                  <a:lnTo>
                    <a:pt x="955954" y="1426019"/>
                  </a:lnTo>
                  <a:lnTo>
                    <a:pt x="954836" y="1426489"/>
                  </a:lnTo>
                  <a:lnTo>
                    <a:pt x="952969" y="1428356"/>
                  </a:lnTo>
                  <a:lnTo>
                    <a:pt x="952500" y="1429473"/>
                  </a:lnTo>
                  <a:lnTo>
                    <a:pt x="952500" y="1432102"/>
                  </a:lnTo>
                  <a:lnTo>
                    <a:pt x="952969" y="1433220"/>
                  </a:lnTo>
                  <a:lnTo>
                    <a:pt x="954836" y="1435087"/>
                  </a:lnTo>
                  <a:lnTo>
                    <a:pt x="955954" y="1435544"/>
                  </a:lnTo>
                  <a:lnTo>
                    <a:pt x="958583" y="1435544"/>
                  </a:lnTo>
                  <a:lnTo>
                    <a:pt x="959700" y="1435087"/>
                  </a:lnTo>
                  <a:lnTo>
                    <a:pt x="961567" y="1433220"/>
                  </a:lnTo>
                  <a:lnTo>
                    <a:pt x="962025" y="1432102"/>
                  </a:lnTo>
                  <a:lnTo>
                    <a:pt x="962025" y="1429473"/>
                  </a:lnTo>
                  <a:close/>
                </a:path>
                <a:path w="9010650" h="1435735">
                  <a:moveTo>
                    <a:pt x="962025" y="954125"/>
                  </a:moveTo>
                  <a:lnTo>
                    <a:pt x="961567" y="953008"/>
                  </a:lnTo>
                  <a:lnTo>
                    <a:pt x="959700" y="951153"/>
                  </a:lnTo>
                  <a:lnTo>
                    <a:pt x="958583" y="950683"/>
                  </a:lnTo>
                  <a:lnTo>
                    <a:pt x="955954" y="950683"/>
                  </a:lnTo>
                  <a:lnTo>
                    <a:pt x="954836" y="951153"/>
                  </a:lnTo>
                  <a:lnTo>
                    <a:pt x="952969" y="953008"/>
                  </a:lnTo>
                  <a:lnTo>
                    <a:pt x="952500" y="954125"/>
                  </a:lnTo>
                  <a:lnTo>
                    <a:pt x="952500" y="956754"/>
                  </a:lnTo>
                  <a:lnTo>
                    <a:pt x="952969" y="957884"/>
                  </a:lnTo>
                  <a:lnTo>
                    <a:pt x="954836" y="959739"/>
                  </a:lnTo>
                  <a:lnTo>
                    <a:pt x="955954" y="960208"/>
                  </a:lnTo>
                  <a:lnTo>
                    <a:pt x="958583" y="960208"/>
                  </a:lnTo>
                  <a:lnTo>
                    <a:pt x="959700" y="959739"/>
                  </a:lnTo>
                  <a:lnTo>
                    <a:pt x="961567" y="957884"/>
                  </a:lnTo>
                  <a:lnTo>
                    <a:pt x="962025" y="956754"/>
                  </a:lnTo>
                  <a:lnTo>
                    <a:pt x="962025" y="954125"/>
                  </a:lnTo>
                  <a:close/>
                </a:path>
                <a:path w="9010650" h="1435735">
                  <a:moveTo>
                    <a:pt x="962025" y="478790"/>
                  </a:moveTo>
                  <a:lnTo>
                    <a:pt x="961567" y="477659"/>
                  </a:lnTo>
                  <a:lnTo>
                    <a:pt x="959700" y="475805"/>
                  </a:lnTo>
                  <a:lnTo>
                    <a:pt x="958583" y="475335"/>
                  </a:lnTo>
                  <a:lnTo>
                    <a:pt x="955954" y="475335"/>
                  </a:lnTo>
                  <a:lnTo>
                    <a:pt x="954836" y="475805"/>
                  </a:lnTo>
                  <a:lnTo>
                    <a:pt x="952969" y="477659"/>
                  </a:lnTo>
                  <a:lnTo>
                    <a:pt x="952500" y="478790"/>
                  </a:lnTo>
                  <a:lnTo>
                    <a:pt x="952500" y="481418"/>
                  </a:lnTo>
                  <a:lnTo>
                    <a:pt x="952969" y="482536"/>
                  </a:lnTo>
                  <a:lnTo>
                    <a:pt x="954836" y="484403"/>
                  </a:lnTo>
                  <a:lnTo>
                    <a:pt x="955954" y="484860"/>
                  </a:lnTo>
                  <a:lnTo>
                    <a:pt x="958583" y="484860"/>
                  </a:lnTo>
                  <a:lnTo>
                    <a:pt x="959700" y="484403"/>
                  </a:lnTo>
                  <a:lnTo>
                    <a:pt x="961567" y="482536"/>
                  </a:lnTo>
                  <a:lnTo>
                    <a:pt x="962025" y="481418"/>
                  </a:lnTo>
                  <a:lnTo>
                    <a:pt x="962025" y="478790"/>
                  </a:lnTo>
                  <a:close/>
                </a:path>
                <a:path w="9010650" h="1435735">
                  <a:moveTo>
                    <a:pt x="962025" y="3441"/>
                  </a:moveTo>
                  <a:lnTo>
                    <a:pt x="961567" y="2324"/>
                  </a:lnTo>
                  <a:lnTo>
                    <a:pt x="959700" y="457"/>
                  </a:lnTo>
                  <a:lnTo>
                    <a:pt x="958583" y="0"/>
                  </a:lnTo>
                  <a:lnTo>
                    <a:pt x="955954" y="0"/>
                  </a:lnTo>
                  <a:lnTo>
                    <a:pt x="954836" y="457"/>
                  </a:lnTo>
                  <a:lnTo>
                    <a:pt x="952969" y="2324"/>
                  </a:lnTo>
                  <a:lnTo>
                    <a:pt x="952500" y="3441"/>
                  </a:lnTo>
                  <a:lnTo>
                    <a:pt x="952500" y="6070"/>
                  </a:lnTo>
                  <a:lnTo>
                    <a:pt x="952969" y="7200"/>
                  </a:lnTo>
                  <a:lnTo>
                    <a:pt x="954836" y="9055"/>
                  </a:lnTo>
                  <a:lnTo>
                    <a:pt x="955954" y="9525"/>
                  </a:lnTo>
                  <a:lnTo>
                    <a:pt x="958583" y="9525"/>
                  </a:lnTo>
                  <a:lnTo>
                    <a:pt x="959700" y="9055"/>
                  </a:lnTo>
                  <a:lnTo>
                    <a:pt x="961567" y="7200"/>
                  </a:lnTo>
                  <a:lnTo>
                    <a:pt x="962025" y="6070"/>
                  </a:lnTo>
                  <a:lnTo>
                    <a:pt x="962025" y="3441"/>
                  </a:lnTo>
                  <a:close/>
                </a:path>
                <a:path w="9010650" h="1435735">
                  <a:moveTo>
                    <a:pt x="1009650" y="1429473"/>
                  </a:moveTo>
                  <a:lnTo>
                    <a:pt x="1009192" y="1428356"/>
                  </a:lnTo>
                  <a:lnTo>
                    <a:pt x="1007325" y="1426489"/>
                  </a:lnTo>
                  <a:lnTo>
                    <a:pt x="1006208" y="1426019"/>
                  </a:lnTo>
                  <a:lnTo>
                    <a:pt x="1003579" y="1426019"/>
                  </a:lnTo>
                  <a:lnTo>
                    <a:pt x="1002461" y="1426489"/>
                  </a:lnTo>
                  <a:lnTo>
                    <a:pt x="1000594" y="1428356"/>
                  </a:lnTo>
                  <a:lnTo>
                    <a:pt x="1000125" y="1429473"/>
                  </a:lnTo>
                  <a:lnTo>
                    <a:pt x="1000125" y="1432102"/>
                  </a:lnTo>
                  <a:lnTo>
                    <a:pt x="1000594" y="1433220"/>
                  </a:lnTo>
                  <a:lnTo>
                    <a:pt x="1002461" y="1435087"/>
                  </a:lnTo>
                  <a:lnTo>
                    <a:pt x="1003579" y="1435544"/>
                  </a:lnTo>
                  <a:lnTo>
                    <a:pt x="1006208" y="1435544"/>
                  </a:lnTo>
                  <a:lnTo>
                    <a:pt x="1007325" y="1435087"/>
                  </a:lnTo>
                  <a:lnTo>
                    <a:pt x="1009192" y="1433220"/>
                  </a:lnTo>
                  <a:lnTo>
                    <a:pt x="1009650" y="1432102"/>
                  </a:lnTo>
                  <a:lnTo>
                    <a:pt x="1009650" y="1429473"/>
                  </a:lnTo>
                  <a:close/>
                </a:path>
                <a:path w="9010650" h="1435735">
                  <a:moveTo>
                    <a:pt x="1009650" y="954125"/>
                  </a:moveTo>
                  <a:lnTo>
                    <a:pt x="1009192" y="953008"/>
                  </a:lnTo>
                  <a:lnTo>
                    <a:pt x="1007325" y="951153"/>
                  </a:lnTo>
                  <a:lnTo>
                    <a:pt x="1006208" y="950683"/>
                  </a:lnTo>
                  <a:lnTo>
                    <a:pt x="1003579" y="950683"/>
                  </a:lnTo>
                  <a:lnTo>
                    <a:pt x="1002461" y="951153"/>
                  </a:lnTo>
                  <a:lnTo>
                    <a:pt x="1000594" y="953008"/>
                  </a:lnTo>
                  <a:lnTo>
                    <a:pt x="1000125" y="954125"/>
                  </a:lnTo>
                  <a:lnTo>
                    <a:pt x="1000125" y="956754"/>
                  </a:lnTo>
                  <a:lnTo>
                    <a:pt x="1000594" y="957884"/>
                  </a:lnTo>
                  <a:lnTo>
                    <a:pt x="1002461" y="959739"/>
                  </a:lnTo>
                  <a:lnTo>
                    <a:pt x="1003579" y="960208"/>
                  </a:lnTo>
                  <a:lnTo>
                    <a:pt x="1006208" y="960208"/>
                  </a:lnTo>
                  <a:lnTo>
                    <a:pt x="1007325" y="959739"/>
                  </a:lnTo>
                  <a:lnTo>
                    <a:pt x="1009192" y="957884"/>
                  </a:lnTo>
                  <a:lnTo>
                    <a:pt x="1009650" y="956754"/>
                  </a:lnTo>
                  <a:lnTo>
                    <a:pt x="1009650" y="954125"/>
                  </a:lnTo>
                  <a:close/>
                </a:path>
                <a:path w="9010650" h="1435735">
                  <a:moveTo>
                    <a:pt x="1009650" y="478790"/>
                  </a:moveTo>
                  <a:lnTo>
                    <a:pt x="1009192" y="477659"/>
                  </a:lnTo>
                  <a:lnTo>
                    <a:pt x="1007325" y="475805"/>
                  </a:lnTo>
                  <a:lnTo>
                    <a:pt x="1006208" y="475335"/>
                  </a:lnTo>
                  <a:lnTo>
                    <a:pt x="1003579" y="475335"/>
                  </a:lnTo>
                  <a:lnTo>
                    <a:pt x="1002461" y="475805"/>
                  </a:lnTo>
                  <a:lnTo>
                    <a:pt x="1000594" y="477659"/>
                  </a:lnTo>
                  <a:lnTo>
                    <a:pt x="1000125" y="478790"/>
                  </a:lnTo>
                  <a:lnTo>
                    <a:pt x="1000125" y="481418"/>
                  </a:lnTo>
                  <a:lnTo>
                    <a:pt x="1000594" y="482536"/>
                  </a:lnTo>
                  <a:lnTo>
                    <a:pt x="1002461" y="484403"/>
                  </a:lnTo>
                  <a:lnTo>
                    <a:pt x="1003579" y="484860"/>
                  </a:lnTo>
                  <a:lnTo>
                    <a:pt x="1006208" y="484860"/>
                  </a:lnTo>
                  <a:lnTo>
                    <a:pt x="1007325" y="484403"/>
                  </a:lnTo>
                  <a:lnTo>
                    <a:pt x="1009192" y="482536"/>
                  </a:lnTo>
                  <a:lnTo>
                    <a:pt x="1009650" y="481418"/>
                  </a:lnTo>
                  <a:lnTo>
                    <a:pt x="1009650" y="478790"/>
                  </a:lnTo>
                  <a:close/>
                </a:path>
                <a:path w="9010650" h="1435735">
                  <a:moveTo>
                    <a:pt x="1009650" y="3441"/>
                  </a:moveTo>
                  <a:lnTo>
                    <a:pt x="1009192" y="2324"/>
                  </a:lnTo>
                  <a:lnTo>
                    <a:pt x="1007325" y="457"/>
                  </a:lnTo>
                  <a:lnTo>
                    <a:pt x="1006208" y="0"/>
                  </a:lnTo>
                  <a:lnTo>
                    <a:pt x="1003579" y="0"/>
                  </a:lnTo>
                  <a:lnTo>
                    <a:pt x="1002461" y="457"/>
                  </a:lnTo>
                  <a:lnTo>
                    <a:pt x="1000594" y="2324"/>
                  </a:lnTo>
                  <a:lnTo>
                    <a:pt x="1000125" y="3441"/>
                  </a:lnTo>
                  <a:lnTo>
                    <a:pt x="1000125" y="6070"/>
                  </a:lnTo>
                  <a:lnTo>
                    <a:pt x="1000594" y="7200"/>
                  </a:lnTo>
                  <a:lnTo>
                    <a:pt x="1002461" y="9055"/>
                  </a:lnTo>
                  <a:lnTo>
                    <a:pt x="1003579" y="9525"/>
                  </a:lnTo>
                  <a:lnTo>
                    <a:pt x="1006208" y="9525"/>
                  </a:lnTo>
                  <a:lnTo>
                    <a:pt x="1007325" y="9055"/>
                  </a:lnTo>
                  <a:lnTo>
                    <a:pt x="1009192" y="7200"/>
                  </a:lnTo>
                  <a:lnTo>
                    <a:pt x="1009650" y="6070"/>
                  </a:lnTo>
                  <a:lnTo>
                    <a:pt x="1009650" y="3441"/>
                  </a:lnTo>
                  <a:close/>
                </a:path>
                <a:path w="9010650" h="1435735">
                  <a:moveTo>
                    <a:pt x="1057275" y="1429473"/>
                  </a:moveTo>
                  <a:lnTo>
                    <a:pt x="1056817" y="1428356"/>
                  </a:lnTo>
                  <a:lnTo>
                    <a:pt x="1054950" y="1426489"/>
                  </a:lnTo>
                  <a:lnTo>
                    <a:pt x="1053833" y="1426019"/>
                  </a:lnTo>
                  <a:lnTo>
                    <a:pt x="1051204" y="1426019"/>
                  </a:lnTo>
                  <a:lnTo>
                    <a:pt x="1050086" y="1426489"/>
                  </a:lnTo>
                  <a:lnTo>
                    <a:pt x="1048219" y="1428356"/>
                  </a:lnTo>
                  <a:lnTo>
                    <a:pt x="1047750" y="1429473"/>
                  </a:lnTo>
                  <a:lnTo>
                    <a:pt x="1047750" y="1432102"/>
                  </a:lnTo>
                  <a:lnTo>
                    <a:pt x="1048219" y="1433220"/>
                  </a:lnTo>
                  <a:lnTo>
                    <a:pt x="1050086" y="1435087"/>
                  </a:lnTo>
                  <a:lnTo>
                    <a:pt x="1051204" y="1435544"/>
                  </a:lnTo>
                  <a:lnTo>
                    <a:pt x="1053833" y="1435544"/>
                  </a:lnTo>
                  <a:lnTo>
                    <a:pt x="1054950" y="1435087"/>
                  </a:lnTo>
                  <a:lnTo>
                    <a:pt x="1056817" y="1433220"/>
                  </a:lnTo>
                  <a:lnTo>
                    <a:pt x="1057275" y="1432102"/>
                  </a:lnTo>
                  <a:lnTo>
                    <a:pt x="1057275" y="1429473"/>
                  </a:lnTo>
                  <a:close/>
                </a:path>
                <a:path w="9010650" h="1435735">
                  <a:moveTo>
                    <a:pt x="1057275" y="954125"/>
                  </a:moveTo>
                  <a:lnTo>
                    <a:pt x="1056817" y="953008"/>
                  </a:lnTo>
                  <a:lnTo>
                    <a:pt x="1054950" y="951153"/>
                  </a:lnTo>
                  <a:lnTo>
                    <a:pt x="1053833" y="950683"/>
                  </a:lnTo>
                  <a:lnTo>
                    <a:pt x="1051204" y="950683"/>
                  </a:lnTo>
                  <a:lnTo>
                    <a:pt x="1050086" y="951153"/>
                  </a:lnTo>
                  <a:lnTo>
                    <a:pt x="1048219" y="953008"/>
                  </a:lnTo>
                  <a:lnTo>
                    <a:pt x="1047750" y="954125"/>
                  </a:lnTo>
                  <a:lnTo>
                    <a:pt x="1047750" y="956754"/>
                  </a:lnTo>
                  <a:lnTo>
                    <a:pt x="1048219" y="957884"/>
                  </a:lnTo>
                  <a:lnTo>
                    <a:pt x="1050086" y="959739"/>
                  </a:lnTo>
                  <a:lnTo>
                    <a:pt x="1051204" y="960208"/>
                  </a:lnTo>
                  <a:lnTo>
                    <a:pt x="1053833" y="960208"/>
                  </a:lnTo>
                  <a:lnTo>
                    <a:pt x="1054950" y="959739"/>
                  </a:lnTo>
                  <a:lnTo>
                    <a:pt x="1056817" y="957884"/>
                  </a:lnTo>
                  <a:lnTo>
                    <a:pt x="1057275" y="956754"/>
                  </a:lnTo>
                  <a:lnTo>
                    <a:pt x="1057275" y="954125"/>
                  </a:lnTo>
                  <a:close/>
                </a:path>
                <a:path w="9010650" h="1435735">
                  <a:moveTo>
                    <a:pt x="1057275" y="478790"/>
                  </a:moveTo>
                  <a:lnTo>
                    <a:pt x="1056817" y="477659"/>
                  </a:lnTo>
                  <a:lnTo>
                    <a:pt x="1054950" y="475805"/>
                  </a:lnTo>
                  <a:lnTo>
                    <a:pt x="1053833" y="475335"/>
                  </a:lnTo>
                  <a:lnTo>
                    <a:pt x="1051204" y="475335"/>
                  </a:lnTo>
                  <a:lnTo>
                    <a:pt x="1050086" y="475805"/>
                  </a:lnTo>
                  <a:lnTo>
                    <a:pt x="1048219" y="477659"/>
                  </a:lnTo>
                  <a:lnTo>
                    <a:pt x="1047750" y="478790"/>
                  </a:lnTo>
                  <a:lnTo>
                    <a:pt x="1047750" y="481418"/>
                  </a:lnTo>
                  <a:lnTo>
                    <a:pt x="1048219" y="482536"/>
                  </a:lnTo>
                  <a:lnTo>
                    <a:pt x="1050086" y="484403"/>
                  </a:lnTo>
                  <a:lnTo>
                    <a:pt x="1051204" y="484860"/>
                  </a:lnTo>
                  <a:lnTo>
                    <a:pt x="1053833" y="484860"/>
                  </a:lnTo>
                  <a:lnTo>
                    <a:pt x="1054950" y="484403"/>
                  </a:lnTo>
                  <a:lnTo>
                    <a:pt x="1056817" y="482536"/>
                  </a:lnTo>
                  <a:lnTo>
                    <a:pt x="1057275" y="481418"/>
                  </a:lnTo>
                  <a:lnTo>
                    <a:pt x="1057275" y="478790"/>
                  </a:lnTo>
                  <a:close/>
                </a:path>
                <a:path w="9010650" h="1435735">
                  <a:moveTo>
                    <a:pt x="1057275" y="3441"/>
                  </a:moveTo>
                  <a:lnTo>
                    <a:pt x="1056817" y="2324"/>
                  </a:lnTo>
                  <a:lnTo>
                    <a:pt x="1054950" y="457"/>
                  </a:lnTo>
                  <a:lnTo>
                    <a:pt x="1053833" y="0"/>
                  </a:lnTo>
                  <a:lnTo>
                    <a:pt x="1051204" y="0"/>
                  </a:lnTo>
                  <a:lnTo>
                    <a:pt x="1050086" y="457"/>
                  </a:lnTo>
                  <a:lnTo>
                    <a:pt x="1048219" y="2324"/>
                  </a:lnTo>
                  <a:lnTo>
                    <a:pt x="1047750" y="3441"/>
                  </a:lnTo>
                  <a:lnTo>
                    <a:pt x="1047750" y="6070"/>
                  </a:lnTo>
                  <a:lnTo>
                    <a:pt x="1048219" y="7200"/>
                  </a:lnTo>
                  <a:lnTo>
                    <a:pt x="1050086" y="9055"/>
                  </a:lnTo>
                  <a:lnTo>
                    <a:pt x="1051204" y="9525"/>
                  </a:lnTo>
                  <a:lnTo>
                    <a:pt x="1053833" y="9525"/>
                  </a:lnTo>
                  <a:lnTo>
                    <a:pt x="1054950" y="9055"/>
                  </a:lnTo>
                  <a:lnTo>
                    <a:pt x="1056817" y="7200"/>
                  </a:lnTo>
                  <a:lnTo>
                    <a:pt x="1057275" y="6070"/>
                  </a:lnTo>
                  <a:lnTo>
                    <a:pt x="1057275" y="3441"/>
                  </a:lnTo>
                  <a:close/>
                </a:path>
                <a:path w="9010650" h="1435735">
                  <a:moveTo>
                    <a:pt x="1104900" y="1429473"/>
                  </a:moveTo>
                  <a:lnTo>
                    <a:pt x="1104442" y="1428356"/>
                  </a:lnTo>
                  <a:lnTo>
                    <a:pt x="1102575" y="1426489"/>
                  </a:lnTo>
                  <a:lnTo>
                    <a:pt x="1101458" y="1426019"/>
                  </a:lnTo>
                  <a:lnTo>
                    <a:pt x="1098829" y="1426019"/>
                  </a:lnTo>
                  <a:lnTo>
                    <a:pt x="1097711" y="1426489"/>
                  </a:lnTo>
                  <a:lnTo>
                    <a:pt x="1095844" y="1428356"/>
                  </a:lnTo>
                  <a:lnTo>
                    <a:pt x="1095375" y="1429473"/>
                  </a:lnTo>
                  <a:lnTo>
                    <a:pt x="1095375" y="1432102"/>
                  </a:lnTo>
                  <a:lnTo>
                    <a:pt x="1095844" y="1433220"/>
                  </a:lnTo>
                  <a:lnTo>
                    <a:pt x="1097711" y="1435087"/>
                  </a:lnTo>
                  <a:lnTo>
                    <a:pt x="1098829" y="1435544"/>
                  </a:lnTo>
                  <a:lnTo>
                    <a:pt x="1101458" y="1435544"/>
                  </a:lnTo>
                  <a:lnTo>
                    <a:pt x="1102575" y="1435087"/>
                  </a:lnTo>
                  <a:lnTo>
                    <a:pt x="1104442" y="1433220"/>
                  </a:lnTo>
                  <a:lnTo>
                    <a:pt x="1104900" y="1432102"/>
                  </a:lnTo>
                  <a:lnTo>
                    <a:pt x="1104900" y="1429473"/>
                  </a:lnTo>
                  <a:close/>
                </a:path>
                <a:path w="9010650" h="1435735">
                  <a:moveTo>
                    <a:pt x="1104900" y="954125"/>
                  </a:moveTo>
                  <a:lnTo>
                    <a:pt x="1104442" y="953008"/>
                  </a:lnTo>
                  <a:lnTo>
                    <a:pt x="1102575" y="951153"/>
                  </a:lnTo>
                  <a:lnTo>
                    <a:pt x="1101458" y="950683"/>
                  </a:lnTo>
                  <a:lnTo>
                    <a:pt x="1098829" y="950683"/>
                  </a:lnTo>
                  <a:lnTo>
                    <a:pt x="1097711" y="951153"/>
                  </a:lnTo>
                  <a:lnTo>
                    <a:pt x="1095844" y="953008"/>
                  </a:lnTo>
                  <a:lnTo>
                    <a:pt x="1095375" y="954125"/>
                  </a:lnTo>
                  <a:lnTo>
                    <a:pt x="1095375" y="956754"/>
                  </a:lnTo>
                  <a:lnTo>
                    <a:pt x="1095844" y="957884"/>
                  </a:lnTo>
                  <a:lnTo>
                    <a:pt x="1097711" y="959739"/>
                  </a:lnTo>
                  <a:lnTo>
                    <a:pt x="1098829" y="960208"/>
                  </a:lnTo>
                  <a:lnTo>
                    <a:pt x="1101458" y="960208"/>
                  </a:lnTo>
                  <a:lnTo>
                    <a:pt x="1102575" y="959739"/>
                  </a:lnTo>
                  <a:lnTo>
                    <a:pt x="1104442" y="957884"/>
                  </a:lnTo>
                  <a:lnTo>
                    <a:pt x="1104900" y="956754"/>
                  </a:lnTo>
                  <a:lnTo>
                    <a:pt x="1104900" y="954125"/>
                  </a:lnTo>
                  <a:close/>
                </a:path>
                <a:path w="9010650" h="1435735">
                  <a:moveTo>
                    <a:pt x="1104900" y="478790"/>
                  </a:moveTo>
                  <a:lnTo>
                    <a:pt x="1104442" y="477659"/>
                  </a:lnTo>
                  <a:lnTo>
                    <a:pt x="1102575" y="475805"/>
                  </a:lnTo>
                  <a:lnTo>
                    <a:pt x="1101458" y="475335"/>
                  </a:lnTo>
                  <a:lnTo>
                    <a:pt x="1098829" y="475335"/>
                  </a:lnTo>
                  <a:lnTo>
                    <a:pt x="1097711" y="475805"/>
                  </a:lnTo>
                  <a:lnTo>
                    <a:pt x="1095844" y="477659"/>
                  </a:lnTo>
                  <a:lnTo>
                    <a:pt x="1095375" y="478790"/>
                  </a:lnTo>
                  <a:lnTo>
                    <a:pt x="1095375" y="481418"/>
                  </a:lnTo>
                  <a:lnTo>
                    <a:pt x="1095844" y="482536"/>
                  </a:lnTo>
                  <a:lnTo>
                    <a:pt x="1097711" y="484403"/>
                  </a:lnTo>
                  <a:lnTo>
                    <a:pt x="1098829" y="484860"/>
                  </a:lnTo>
                  <a:lnTo>
                    <a:pt x="1101458" y="484860"/>
                  </a:lnTo>
                  <a:lnTo>
                    <a:pt x="1102575" y="484403"/>
                  </a:lnTo>
                  <a:lnTo>
                    <a:pt x="1104442" y="482536"/>
                  </a:lnTo>
                  <a:lnTo>
                    <a:pt x="1104900" y="481418"/>
                  </a:lnTo>
                  <a:lnTo>
                    <a:pt x="1104900" y="478790"/>
                  </a:lnTo>
                  <a:close/>
                </a:path>
                <a:path w="9010650" h="1435735">
                  <a:moveTo>
                    <a:pt x="1104900" y="3441"/>
                  </a:moveTo>
                  <a:lnTo>
                    <a:pt x="1104442" y="2324"/>
                  </a:lnTo>
                  <a:lnTo>
                    <a:pt x="1102575" y="457"/>
                  </a:lnTo>
                  <a:lnTo>
                    <a:pt x="1101458" y="0"/>
                  </a:lnTo>
                  <a:lnTo>
                    <a:pt x="1098829" y="0"/>
                  </a:lnTo>
                  <a:lnTo>
                    <a:pt x="1097711" y="457"/>
                  </a:lnTo>
                  <a:lnTo>
                    <a:pt x="1095844" y="2324"/>
                  </a:lnTo>
                  <a:lnTo>
                    <a:pt x="1095375" y="3441"/>
                  </a:lnTo>
                  <a:lnTo>
                    <a:pt x="1095375" y="6070"/>
                  </a:lnTo>
                  <a:lnTo>
                    <a:pt x="1095844" y="7200"/>
                  </a:lnTo>
                  <a:lnTo>
                    <a:pt x="1097711" y="9055"/>
                  </a:lnTo>
                  <a:lnTo>
                    <a:pt x="1098829" y="9525"/>
                  </a:lnTo>
                  <a:lnTo>
                    <a:pt x="1101458" y="9525"/>
                  </a:lnTo>
                  <a:lnTo>
                    <a:pt x="1102575" y="9055"/>
                  </a:lnTo>
                  <a:lnTo>
                    <a:pt x="1104442" y="7200"/>
                  </a:lnTo>
                  <a:lnTo>
                    <a:pt x="1104900" y="6070"/>
                  </a:lnTo>
                  <a:lnTo>
                    <a:pt x="1104900" y="3441"/>
                  </a:lnTo>
                  <a:close/>
                </a:path>
                <a:path w="9010650" h="1435735">
                  <a:moveTo>
                    <a:pt x="1152525" y="1429473"/>
                  </a:moveTo>
                  <a:lnTo>
                    <a:pt x="1152067" y="1428356"/>
                  </a:lnTo>
                  <a:lnTo>
                    <a:pt x="1150200" y="1426489"/>
                  </a:lnTo>
                  <a:lnTo>
                    <a:pt x="1149083" y="1426019"/>
                  </a:lnTo>
                  <a:lnTo>
                    <a:pt x="1146454" y="1426019"/>
                  </a:lnTo>
                  <a:lnTo>
                    <a:pt x="1145336" y="1426489"/>
                  </a:lnTo>
                  <a:lnTo>
                    <a:pt x="1143469" y="1428356"/>
                  </a:lnTo>
                  <a:lnTo>
                    <a:pt x="1143000" y="1429473"/>
                  </a:lnTo>
                  <a:lnTo>
                    <a:pt x="1143000" y="1432102"/>
                  </a:lnTo>
                  <a:lnTo>
                    <a:pt x="1143469" y="1433220"/>
                  </a:lnTo>
                  <a:lnTo>
                    <a:pt x="1145336" y="1435087"/>
                  </a:lnTo>
                  <a:lnTo>
                    <a:pt x="1146454" y="1435544"/>
                  </a:lnTo>
                  <a:lnTo>
                    <a:pt x="1149083" y="1435544"/>
                  </a:lnTo>
                  <a:lnTo>
                    <a:pt x="1150200" y="1435087"/>
                  </a:lnTo>
                  <a:lnTo>
                    <a:pt x="1152067" y="1433220"/>
                  </a:lnTo>
                  <a:lnTo>
                    <a:pt x="1152525" y="1432102"/>
                  </a:lnTo>
                  <a:lnTo>
                    <a:pt x="1152525" y="1429473"/>
                  </a:lnTo>
                  <a:close/>
                </a:path>
                <a:path w="9010650" h="1435735">
                  <a:moveTo>
                    <a:pt x="1152525" y="954125"/>
                  </a:moveTo>
                  <a:lnTo>
                    <a:pt x="1152067" y="953008"/>
                  </a:lnTo>
                  <a:lnTo>
                    <a:pt x="1150200" y="951153"/>
                  </a:lnTo>
                  <a:lnTo>
                    <a:pt x="1149083" y="950683"/>
                  </a:lnTo>
                  <a:lnTo>
                    <a:pt x="1146454" y="950683"/>
                  </a:lnTo>
                  <a:lnTo>
                    <a:pt x="1145336" y="951153"/>
                  </a:lnTo>
                  <a:lnTo>
                    <a:pt x="1143469" y="953008"/>
                  </a:lnTo>
                  <a:lnTo>
                    <a:pt x="1143000" y="954125"/>
                  </a:lnTo>
                  <a:lnTo>
                    <a:pt x="1143000" y="956754"/>
                  </a:lnTo>
                  <a:lnTo>
                    <a:pt x="1143469" y="957884"/>
                  </a:lnTo>
                  <a:lnTo>
                    <a:pt x="1145336" y="959739"/>
                  </a:lnTo>
                  <a:lnTo>
                    <a:pt x="1146454" y="960208"/>
                  </a:lnTo>
                  <a:lnTo>
                    <a:pt x="1149083" y="960208"/>
                  </a:lnTo>
                  <a:lnTo>
                    <a:pt x="1150200" y="959739"/>
                  </a:lnTo>
                  <a:lnTo>
                    <a:pt x="1152067" y="957884"/>
                  </a:lnTo>
                  <a:lnTo>
                    <a:pt x="1152525" y="956754"/>
                  </a:lnTo>
                  <a:lnTo>
                    <a:pt x="1152525" y="954125"/>
                  </a:lnTo>
                  <a:close/>
                </a:path>
                <a:path w="9010650" h="1435735">
                  <a:moveTo>
                    <a:pt x="1152525" y="478790"/>
                  </a:moveTo>
                  <a:lnTo>
                    <a:pt x="1152067" y="477659"/>
                  </a:lnTo>
                  <a:lnTo>
                    <a:pt x="1150200" y="475805"/>
                  </a:lnTo>
                  <a:lnTo>
                    <a:pt x="1149083" y="475335"/>
                  </a:lnTo>
                  <a:lnTo>
                    <a:pt x="1146454" y="475335"/>
                  </a:lnTo>
                  <a:lnTo>
                    <a:pt x="1145336" y="475805"/>
                  </a:lnTo>
                  <a:lnTo>
                    <a:pt x="1143469" y="477659"/>
                  </a:lnTo>
                  <a:lnTo>
                    <a:pt x="1143000" y="478790"/>
                  </a:lnTo>
                  <a:lnTo>
                    <a:pt x="1143000" y="481418"/>
                  </a:lnTo>
                  <a:lnTo>
                    <a:pt x="1143469" y="482536"/>
                  </a:lnTo>
                  <a:lnTo>
                    <a:pt x="1145336" y="484403"/>
                  </a:lnTo>
                  <a:lnTo>
                    <a:pt x="1146454" y="484860"/>
                  </a:lnTo>
                  <a:lnTo>
                    <a:pt x="1149083" y="484860"/>
                  </a:lnTo>
                  <a:lnTo>
                    <a:pt x="1150200" y="484403"/>
                  </a:lnTo>
                  <a:lnTo>
                    <a:pt x="1152067" y="482536"/>
                  </a:lnTo>
                  <a:lnTo>
                    <a:pt x="1152525" y="481418"/>
                  </a:lnTo>
                  <a:lnTo>
                    <a:pt x="1152525" y="478790"/>
                  </a:lnTo>
                  <a:close/>
                </a:path>
                <a:path w="9010650" h="1435735">
                  <a:moveTo>
                    <a:pt x="1152525" y="3441"/>
                  </a:moveTo>
                  <a:lnTo>
                    <a:pt x="1152067" y="2324"/>
                  </a:lnTo>
                  <a:lnTo>
                    <a:pt x="1150200" y="457"/>
                  </a:lnTo>
                  <a:lnTo>
                    <a:pt x="1149083" y="0"/>
                  </a:lnTo>
                  <a:lnTo>
                    <a:pt x="1146454" y="0"/>
                  </a:lnTo>
                  <a:lnTo>
                    <a:pt x="1145336" y="457"/>
                  </a:lnTo>
                  <a:lnTo>
                    <a:pt x="1143469" y="2324"/>
                  </a:lnTo>
                  <a:lnTo>
                    <a:pt x="1143000" y="3441"/>
                  </a:lnTo>
                  <a:lnTo>
                    <a:pt x="1143000" y="6070"/>
                  </a:lnTo>
                  <a:lnTo>
                    <a:pt x="1143469" y="7200"/>
                  </a:lnTo>
                  <a:lnTo>
                    <a:pt x="1145336" y="9055"/>
                  </a:lnTo>
                  <a:lnTo>
                    <a:pt x="1146454" y="9525"/>
                  </a:lnTo>
                  <a:lnTo>
                    <a:pt x="1149083" y="9525"/>
                  </a:lnTo>
                  <a:lnTo>
                    <a:pt x="1150200" y="9055"/>
                  </a:lnTo>
                  <a:lnTo>
                    <a:pt x="1152067" y="7200"/>
                  </a:lnTo>
                  <a:lnTo>
                    <a:pt x="1152525" y="6070"/>
                  </a:lnTo>
                  <a:lnTo>
                    <a:pt x="1152525" y="3441"/>
                  </a:lnTo>
                  <a:close/>
                </a:path>
                <a:path w="9010650" h="1435735">
                  <a:moveTo>
                    <a:pt x="1200150" y="1429473"/>
                  </a:moveTo>
                  <a:lnTo>
                    <a:pt x="1199692" y="1428356"/>
                  </a:lnTo>
                  <a:lnTo>
                    <a:pt x="1197825" y="1426489"/>
                  </a:lnTo>
                  <a:lnTo>
                    <a:pt x="1196708" y="1426019"/>
                  </a:lnTo>
                  <a:lnTo>
                    <a:pt x="1194079" y="1426019"/>
                  </a:lnTo>
                  <a:lnTo>
                    <a:pt x="1192961" y="1426489"/>
                  </a:lnTo>
                  <a:lnTo>
                    <a:pt x="1191094" y="1428356"/>
                  </a:lnTo>
                  <a:lnTo>
                    <a:pt x="1190625" y="1429473"/>
                  </a:lnTo>
                  <a:lnTo>
                    <a:pt x="1190625" y="1432102"/>
                  </a:lnTo>
                  <a:lnTo>
                    <a:pt x="1191094" y="1433220"/>
                  </a:lnTo>
                  <a:lnTo>
                    <a:pt x="1192961" y="1435087"/>
                  </a:lnTo>
                  <a:lnTo>
                    <a:pt x="1194079" y="1435544"/>
                  </a:lnTo>
                  <a:lnTo>
                    <a:pt x="1196708" y="1435544"/>
                  </a:lnTo>
                  <a:lnTo>
                    <a:pt x="1197825" y="1435087"/>
                  </a:lnTo>
                  <a:lnTo>
                    <a:pt x="1199692" y="1433220"/>
                  </a:lnTo>
                  <a:lnTo>
                    <a:pt x="1200150" y="1432102"/>
                  </a:lnTo>
                  <a:lnTo>
                    <a:pt x="1200150" y="1429473"/>
                  </a:lnTo>
                  <a:close/>
                </a:path>
                <a:path w="9010650" h="1435735">
                  <a:moveTo>
                    <a:pt x="1200150" y="954125"/>
                  </a:moveTo>
                  <a:lnTo>
                    <a:pt x="1199692" y="953008"/>
                  </a:lnTo>
                  <a:lnTo>
                    <a:pt x="1197825" y="951153"/>
                  </a:lnTo>
                  <a:lnTo>
                    <a:pt x="1196708" y="950683"/>
                  </a:lnTo>
                  <a:lnTo>
                    <a:pt x="1194079" y="950683"/>
                  </a:lnTo>
                  <a:lnTo>
                    <a:pt x="1192961" y="951153"/>
                  </a:lnTo>
                  <a:lnTo>
                    <a:pt x="1191094" y="953008"/>
                  </a:lnTo>
                  <a:lnTo>
                    <a:pt x="1190625" y="954125"/>
                  </a:lnTo>
                  <a:lnTo>
                    <a:pt x="1190625" y="956754"/>
                  </a:lnTo>
                  <a:lnTo>
                    <a:pt x="1191094" y="957884"/>
                  </a:lnTo>
                  <a:lnTo>
                    <a:pt x="1192961" y="959739"/>
                  </a:lnTo>
                  <a:lnTo>
                    <a:pt x="1194079" y="960208"/>
                  </a:lnTo>
                  <a:lnTo>
                    <a:pt x="1196708" y="960208"/>
                  </a:lnTo>
                  <a:lnTo>
                    <a:pt x="1197825" y="959739"/>
                  </a:lnTo>
                  <a:lnTo>
                    <a:pt x="1199692" y="957884"/>
                  </a:lnTo>
                  <a:lnTo>
                    <a:pt x="1200150" y="956754"/>
                  </a:lnTo>
                  <a:lnTo>
                    <a:pt x="1200150" y="954125"/>
                  </a:lnTo>
                  <a:close/>
                </a:path>
                <a:path w="9010650" h="1435735">
                  <a:moveTo>
                    <a:pt x="1200150" y="478790"/>
                  </a:moveTo>
                  <a:lnTo>
                    <a:pt x="1199692" y="477659"/>
                  </a:lnTo>
                  <a:lnTo>
                    <a:pt x="1197825" y="475805"/>
                  </a:lnTo>
                  <a:lnTo>
                    <a:pt x="1196708" y="475335"/>
                  </a:lnTo>
                  <a:lnTo>
                    <a:pt x="1194079" y="475335"/>
                  </a:lnTo>
                  <a:lnTo>
                    <a:pt x="1192961" y="475805"/>
                  </a:lnTo>
                  <a:lnTo>
                    <a:pt x="1191094" y="477659"/>
                  </a:lnTo>
                  <a:lnTo>
                    <a:pt x="1190625" y="478790"/>
                  </a:lnTo>
                  <a:lnTo>
                    <a:pt x="1190625" y="481418"/>
                  </a:lnTo>
                  <a:lnTo>
                    <a:pt x="1191094" y="482536"/>
                  </a:lnTo>
                  <a:lnTo>
                    <a:pt x="1192961" y="484403"/>
                  </a:lnTo>
                  <a:lnTo>
                    <a:pt x="1194079" y="484860"/>
                  </a:lnTo>
                  <a:lnTo>
                    <a:pt x="1196708" y="484860"/>
                  </a:lnTo>
                  <a:lnTo>
                    <a:pt x="1197825" y="484403"/>
                  </a:lnTo>
                  <a:lnTo>
                    <a:pt x="1199692" y="482536"/>
                  </a:lnTo>
                  <a:lnTo>
                    <a:pt x="1200150" y="481418"/>
                  </a:lnTo>
                  <a:lnTo>
                    <a:pt x="1200150" y="478790"/>
                  </a:lnTo>
                  <a:close/>
                </a:path>
                <a:path w="9010650" h="1435735">
                  <a:moveTo>
                    <a:pt x="1200150" y="3441"/>
                  </a:moveTo>
                  <a:lnTo>
                    <a:pt x="1199692" y="2324"/>
                  </a:lnTo>
                  <a:lnTo>
                    <a:pt x="1197825" y="457"/>
                  </a:lnTo>
                  <a:lnTo>
                    <a:pt x="1196708" y="0"/>
                  </a:lnTo>
                  <a:lnTo>
                    <a:pt x="1194079" y="0"/>
                  </a:lnTo>
                  <a:lnTo>
                    <a:pt x="1192961" y="457"/>
                  </a:lnTo>
                  <a:lnTo>
                    <a:pt x="1191094" y="2324"/>
                  </a:lnTo>
                  <a:lnTo>
                    <a:pt x="1190625" y="3441"/>
                  </a:lnTo>
                  <a:lnTo>
                    <a:pt x="1190625" y="6070"/>
                  </a:lnTo>
                  <a:lnTo>
                    <a:pt x="1191094" y="7200"/>
                  </a:lnTo>
                  <a:lnTo>
                    <a:pt x="1192961" y="9055"/>
                  </a:lnTo>
                  <a:lnTo>
                    <a:pt x="1194079" y="9525"/>
                  </a:lnTo>
                  <a:lnTo>
                    <a:pt x="1196708" y="9525"/>
                  </a:lnTo>
                  <a:lnTo>
                    <a:pt x="1197825" y="9055"/>
                  </a:lnTo>
                  <a:lnTo>
                    <a:pt x="1199692" y="7200"/>
                  </a:lnTo>
                  <a:lnTo>
                    <a:pt x="1200150" y="6070"/>
                  </a:lnTo>
                  <a:lnTo>
                    <a:pt x="1200150" y="3441"/>
                  </a:lnTo>
                  <a:close/>
                </a:path>
                <a:path w="9010650" h="1435735">
                  <a:moveTo>
                    <a:pt x="1247775" y="1429473"/>
                  </a:moveTo>
                  <a:lnTo>
                    <a:pt x="1247317" y="1428356"/>
                  </a:lnTo>
                  <a:lnTo>
                    <a:pt x="1245450" y="1426489"/>
                  </a:lnTo>
                  <a:lnTo>
                    <a:pt x="1244333" y="1426019"/>
                  </a:lnTo>
                  <a:lnTo>
                    <a:pt x="1241704" y="1426019"/>
                  </a:lnTo>
                  <a:lnTo>
                    <a:pt x="1240586" y="1426489"/>
                  </a:lnTo>
                  <a:lnTo>
                    <a:pt x="1238719" y="1428356"/>
                  </a:lnTo>
                  <a:lnTo>
                    <a:pt x="1238250" y="1429473"/>
                  </a:lnTo>
                  <a:lnTo>
                    <a:pt x="1238250" y="1432102"/>
                  </a:lnTo>
                  <a:lnTo>
                    <a:pt x="1238719" y="1433220"/>
                  </a:lnTo>
                  <a:lnTo>
                    <a:pt x="1240586" y="1435087"/>
                  </a:lnTo>
                  <a:lnTo>
                    <a:pt x="1241704" y="1435544"/>
                  </a:lnTo>
                  <a:lnTo>
                    <a:pt x="1244333" y="1435544"/>
                  </a:lnTo>
                  <a:lnTo>
                    <a:pt x="1245450" y="1435087"/>
                  </a:lnTo>
                  <a:lnTo>
                    <a:pt x="1247317" y="1433220"/>
                  </a:lnTo>
                  <a:lnTo>
                    <a:pt x="1247775" y="1432102"/>
                  </a:lnTo>
                  <a:lnTo>
                    <a:pt x="1247775" y="1429473"/>
                  </a:lnTo>
                  <a:close/>
                </a:path>
                <a:path w="9010650" h="1435735">
                  <a:moveTo>
                    <a:pt x="1247775" y="954125"/>
                  </a:moveTo>
                  <a:lnTo>
                    <a:pt x="1247317" y="953008"/>
                  </a:lnTo>
                  <a:lnTo>
                    <a:pt x="1245450" y="951153"/>
                  </a:lnTo>
                  <a:lnTo>
                    <a:pt x="1244333" y="950683"/>
                  </a:lnTo>
                  <a:lnTo>
                    <a:pt x="1241704" y="950683"/>
                  </a:lnTo>
                  <a:lnTo>
                    <a:pt x="1240586" y="951153"/>
                  </a:lnTo>
                  <a:lnTo>
                    <a:pt x="1238719" y="953008"/>
                  </a:lnTo>
                  <a:lnTo>
                    <a:pt x="1238250" y="954125"/>
                  </a:lnTo>
                  <a:lnTo>
                    <a:pt x="1238250" y="956754"/>
                  </a:lnTo>
                  <a:lnTo>
                    <a:pt x="1238719" y="957884"/>
                  </a:lnTo>
                  <a:lnTo>
                    <a:pt x="1240586" y="959739"/>
                  </a:lnTo>
                  <a:lnTo>
                    <a:pt x="1241704" y="960208"/>
                  </a:lnTo>
                  <a:lnTo>
                    <a:pt x="1244333" y="960208"/>
                  </a:lnTo>
                  <a:lnTo>
                    <a:pt x="1245450" y="959739"/>
                  </a:lnTo>
                  <a:lnTo>
                    <a:pt x="1247317" y="957884"/>
                  </a:lnTo>
                  <a:lnTo>
                    <a:pt x="1247775" y="956754"/>
                  </a:lnTo>
                  <a:lnTo>
                    <a:pt x="1247775" y="954125"/>
                  </a:lnTo>
                  <a:close/>
                </a:path>
                <a:path w="9010650" h="1435735">
                  <a:moveTo>
                    <a:pt x="1247775" y="478790"/>
                  </a:moveTo>
                  <a:lnTo>
                    <a:pt x="1247317" y="477659"/>
                  </a:lnTo>
                  <a:lnTo>
                    <a:pt x="1245450" y="475805"/>
                  </a:lnTo>
                  <a:lnTo>
                    <a:pt x="1244333" y="475335"/>
                  </a:lnTo>
                  <a:lnTo>
                    <a:pt x="1241704" y="475335"/>
                  </a:lnTo>
                  <a:lnTo>
                    <a:pt x="1240586" y="475805"/>
                  </a:lnTo>
                  <a:lnTo>
                    <a:pt x="1238719" y="477659"/>
                  </a:lnTo>
                  <a:lnTo>
                    <a:pt x="1238250" y="478790"/>
                  </a:lnTo>
                  <a:lnTo>
                    <a:pt x="1238250" y="481418"/>
                  </a:lnTo>
                  <a:lnTo>
                    <a:pt x="1238719" y="482536"/>
                  </a:lnTo>
                  <a:lnTo>
                    <a:pt x="1240586" y="484403"/>
                  </a:lnTo>
                  <a:lnTo>
                    <a:pt x="1241704" y="484860"/>
                  </a:lnTo>
                  <a:lnTo>
                    <a:pt x="1244333" y="484860"/>
                  </a:lnTo>
                  <a:lnTo>
                    <a:pt x="1245450" y="484403"/>
                  </a:lnTo>
                  <a:lnTo>
                    <a:pt x="1247317" y="482536"/>
                  </a:lnTo>
                  <a:lnTo>
                    <a:pt x="1247775" y="481418"/>
                  </a:lnTo>
                  <a:lnTo>
                    <a:pt x="1247775" y="478790"/>
                  </a:lnTo>
                  <a:close/>
                </a:path>
                <a:path w="9010650" h="1435735">
                  <a:moveTo>
                    <a:pt x="1247775" y="3441"/>
                  </a:moveTo>
                  <a:lnTo>
                    <a:pt x="1247317" y="2324"/>
                  </a:lnTo>
                  <a:lnTo>
                    <a:pt x="1245450" y="457"/>
                  </a:lnTo>
                  <a:lnTo>
                    <a:pt x="1244333" y="0"/>
                  </a:lnTo>
                  <a:lnTo>
                    <a:pt x="1241704" y="0"/>
                  </a:lnTo>
                  <a:lnTo>
                    <a:pt x="1240586" y="457"/>
                  </a:lnTo>
                  <a:lnTo>
                    <a:pt x="1238719" y="2324"/>
                  </a:lnTo>
                  <a:lnTo>
                    <a:pt x="1238250" y="3441"/>
                  </a:lnTo>
                  <a:lnTo>
                    <a:pt x="1238250" y="6070"/>
                  </a:lnTo>
                  <a:lnTo>
                    <a:pt x="1238719" y="7200"/>
                  </a:lnTo>
                  <a:lnTo>
                    <a:pt x="1240586" y="9055"/>
                  </a:lnTo>
                  <a:lnTo>
                    <a:pt x="1241704" y="9525"/>
                  </a:lnTo>
                  <a:lnTo>
                    <a:pt x="1244333" y="9525"/>
                  </a:lnTo>
                  <a:lnTo>
                    <a:pt x="1245450" y="9055"/>
                  </a:lnTo>
                  <a:lnTo>
                    <a:pt x="1247317" y="7200"/>
                  </a:lnTo>
                  <a:lnTo>
                    <a:pt x="1247775" y="6070"/>
                  </a:lnTo>
                  <a:lnTo>
                    <a:pt x="1247775" y="3441"/>
                  </a:lnTo>
                  <a:close/>
                </a:path>
                <a:path w="9010650" h="1435735">
                  <a:moveTo>
                    <a:pt x="1295400" y="1429473"/>
                  </a:moveTo>
                  <a:lnTo>
                    <a:pt x="1294942" y="1428356"/>
                  </a:lnTo>
                  <a:lnTo>
                    <a:pt x="1293075" y="1426489"/>
                  </a:lnTo>
                  <a:lnTo>
                    <a:pt x="1291958" y="1426019"/>
                  </a:lnTo>
                  <a:lnTo>
                    <a:pt x="1289329" y="1426019"/>
                  </a:lnTo>
                  <a:lnTo>
                    <a:pt x="1288211" y="1426489"/>
                  </a:lnTo>
                  <a:lnTo>
                    <a:pt x="1286344" y="1428356"/>
                  </a:lnTo>
                  <a:lnTo>
                    <a:pt x="1285875" y="1429473"/>
                  </a:lnTo>
                  <a:lnTo>
                    <a:pt x="1285875" y="1432102"/>
                  </a:lnTo>
                  <a:lnTo>
                    <a:pt x="1286344" y="1433220"/>
                  </a:lnTo>
                  <a:lnTo>
                    <a:pt x="1288211" y="1435087"/>
                  </a:lnTo>
                  <a:lnTo>
                    <a:pt x="1289329" y="1435544"/>
                  </a:lnTo>
                  <a:lnTo>
                    <a:pt x="1291958" y="1435544"/>
                  </a:lnTo>
                  <a:lnTo>
                    <a:pt x="1293075" y="1435087"/>
                  </a:lnTo>
                  <a:lnTo>
                    <a:pt x="1294942" y="1433220"/>
                  </a:lnTo>
                  <a:lnTo>
                    <a:pt x="1295400" y="1432102"/>
                  </a:lnTo>
                  <a:lnTo>
                    <a:pt x="1295400" y="1429473"/>
                  </a:lnTo>
                  <a:close/>
                </a:path>
                <a:path w="9010650" h="1435735">
                  <a:moveTo>
                    <a:pt x="1295400" y="954125"/>
                  </a:moveTo>
                  <a:lnTo>
                    <a:pt x="1294942" y="953008"/>
                  </a:lnTo>
                  <a:lnTo>
                    <a:pt x="1293075" y="951153"/>
                  </a:lnTo>
                  <a:lnTo>
                    <a:pt x="1291958" y="950683"/>
                  </a:lnTo>
                  <a:lnTo>
                    <a:pt x="1289329" y="950683"/>
                  </a:lnTo>
                  <a:lnTo>
                    <a:pt x="1288211" y="951153"/>
                  </a:lnTo>
                  <a:lnTo>
                    <a:pt x="1286344" y="953008"/>
                  </a:lnTo>
                  <a:lnTo>
                    <a:pt x="1285875" y="954125"/>
                  </a:lnTo>
                  <a:lnTo>
                    <a:pt x="1285875" y="956754"/>
                  </a:lnTo>
                  <a:lnTo>
                    <a:pt x="1286344" y="957884"/>
                  </a:lnTo>
                  <a:lnTo>
                    <a:pt x="1288211" y="959739"/>
                  </a:lnTo>
                  <a:lnTo>
                    <a:pt x="1289329" y="960208"/>
                  </a:lnTo>
                  <a:lnTo>
                    <a:pt x="1291958" y="960208"/>
                  </a:lnTo>
                  <a:lnTo>
                    <a:pt x="1293075" y="959739"/>
                  </a:lnTo>
                  <a:lnTo>
                    <a:pt x="1294942" y="957884"/>
                  </a:lnTo>
                  <a:lnTo>
                    <a:pt x="1295400" y="956754"/>
                  </a:lnTo>
                  <a:lnTo>
                    <a:pt x="1295400" y="954125"/>
                  </a:lnTo>
                  <a:close/>
                </a:path>
                <a:path w="9010650" h="1435735">
                  <a:moveTo>
                    <a:pt x="1295400" y="478790"/>
                  </a:moveTo>
                  <a:lnTo>
                    <a:pt x="1294942" y="477659"/>
                  </a:lnTo>
                  <a:lnTo>
                    <a:pt x="1293075" y="475805"/>
                  </a:lnTo>
                  <a:lnTo>
                    <a:pt x="1291958" y="475335"/>
                  </a:lnTo>
                  <a:lnTo>
                    <a:pt x="1289329" y="475335"/>
                  </a:lnTo>
                  <a:lnTo>
                    <a:pt x="1288211" y="475805"/>
                  </a:lnTo>
                  <a:lnTo>
                    <a:pt x="1286344" y="477659"/>
                  </a:lnTo>
                  <a:lnTo>
                    <a:pt x="1285875" y="478790"/>
                  </a:lnTo>
                  <a:lnTo>
                    <a:pt x="1285875" y="481418"/>
                  </a:lnTo>
                  <a:lnTo>
                    <a:pt x="1286344" y="482536"/>
                  </a:lnTo>
                  <a:lnTo>
                    <a:pt x="1288211" y="484403"/>
                  </a:lnTo>
                  <a:lnTo>
                    <a:pt x="1289329" y="484860"/>
                  </a:lnTo>
                  <a:lnTo>
                    <a:pt x="1291958" y="484860"/>
                  </a:lnTo>
                  <a:lnTo>
                    <a:pt x="1293075" y="484403"/>
                  </a:lnTo>
                  <a:lnTo>
                    <a:pt x="1294942" y="482536"/>
                  </a:lnTo>
                  <a:lnTo>
                    <a:pt x="1295400" y="481418"/>
                  </a:lnTo>
                  <a:lnTo>
                    <a:pt x="1295400" y="478790"/>
                  </a:lnTo>
                  <a:close/>
                </a:path>
                <a:path w="9010650" h="1435735">
                  <a:moveTo>
                    <a:pt x="1295400" y="3441"/>
                  </a:moveTo>
                  <a:lnTo>
                    <a:pt x="1294942" y="2324"/>
                  </a:lnTo>
                  <a:lnTo>
                    <a:pt x="1293075" y="457"/>
                  </a:lnTo>
                  <a:lnTo>
                    <a:pt x="1291958" y="0"/>
                  </a:lnTo>
                  <a:lnTo>
                    <a:pt x="1289329" y="0"/>
                  </a:lnTo>
                  <a:lnTo>
                    <a:pt x="1288211" y="457"/>
                  </a:lnTo>
                  <a:lnTo>
                    <a:pt x="1286344" y="2324"/>
                  </a:lnTo>
                  <a:lnTo>
                    <a:pt x="1285875" y="3441"/>
                  </a:lnTo>
                  <a:lnTo>
                    <a:pt x="1285875" y="6070"/>
                  </a:lnTo>
                  <a:lnTo>
                    <a:pt x="1286344" y="7200"/>
                  </a:lnTo>
                  <a:lnTo>
                    <a:pt x="1288211" y="9055"/>
                  </a:lnTo>
                  <a:lnTo>
                    <a:pt x="1289329" y="9525"/>
                  </a:lnTo>
                  <a:lnTo>
                    <a:pt x="1291958" y="9525"/>
                  </a:lnTo>
                  <a:lnTo>
                    <a:pt x="1293075" y="9055"/>
                  </a:lnTo>
                  <a:lnTo>
                    <a:pt x="1294942" y="7200"/>
                  </a:lnTo>
                  <a:lnTo>
                    <a:pt x="1295400" y="6070"/>
                  </a:lnTo>
                  <a:lnTo>
                    <a:pt x="1295400" y="3441"/>
                  </a:lnTo>
                  <a:close/>
                </a:path>
                <a:path w="9010650" h="1435735">
                  <a:moveTo>
                    <a:pt x="1343025" y="1429473"/>
                  </a:moveTo>
                  <a:lnTo>
                    <a:pt x="1342567" y="1428356"/>
                  </a:lnTo>
                  <a:lnTo>
                    <a:pt x="1340700" y="1426489"/>
                  </a:lnTo>
                  <a:lnTo>
                    <a:pt x="1339583" y="1426019"/>
                  </a:lnTo>
                  <a:lnTo>
                    <a:pt x="1336954" y="1426019"/>
                  </a:lnTo>
                  <a:lnTo>
                    <a:pt x="1335836" y="1426489"/>
                  </a:lnTo>
                  <a:lnTo>
                    <a:pt x="1333969" y="1428356"/>
                  </a:lnTo>
                  <a:lnTo>
                    <a:pt x="1333500" y="1429473"/>
                  </a:lnTo>
                  <a:lnTo>
                    <a:pt x="1333500" y="1432102"/>
                  </a:lnTo>
                  <a:lnTo>
                    <a:pt x="1333969" y="1433220"/>
                  </a:lnTo>
                  <a:lnTo>
                    <a:pt x="1335836" y="1435087"/>
                  </a:lnTo>
                  <a:lnTo>
                    <a:pt x="1336954" y="1435544"/>
                  </a:lnTo>
                  <a:lnTo>
                    <a:pt x="1339583" y="1435544"/>
                  </a:lnTo>
                  <a:lnTo>
                    <a:pt x="1340700" y="1435087"/>
                  </a:lnTo>
                  <a:lnTo>
                    <a:pt x="1342567" y="1433220"/>
                  </a:lnTo>
                  <a:lnTo>
                    <a:pt x="1343025" y="1432102"/>
                  </a:lnTo>
                  <a:lnTo>
                    <a:pt x="1343025" y="1429473"/>
                  </a:lnTo>
                  <a:close/>
                </a:path>
                <a:path w="9010650" h="1435735">
                  <a:moveTo>
                    <a:pt x="1343025" y="954125"/>
                  </a:moveTo>
                  <a:lnTo>
                    <a:pt x="1342567" y="953008"/>
                  </a:lnTo>
                  <a:lnTo>
                    <a:pt x="1340700" y="951153"/>
                  </a:lnTo>
                  <a:lnTo>
                    <a:pt x="1339583" y="950683"/>
                  </a:lnTo>
                  <a:lnTo>
                    <a:pt x="1336954" y="950683"/>
                  </a:lnTo>
                  <a:lnTo>
                    <a:pt x="1335836" y="951153"/>
                  </a:lnTo>
                  <a:lnTo>
                    <a:pt x="1333969" y="953008"/>
                  </a:lnTo>
                  <a:lnTo>
                    <a:pt x="1333500" y="954125"/>
                  </a:lnTo>
                  <a:lnTo>
                    <a:pt x="1333500" y="956754"/>
                  </a:lnTo>
                  <a:lnTo>
                    <a:pt x="1333969" y="957884"/>
                  </a:lnTo>
                  <a:lnTo>
                    <a:pt x="1335836" y="959739"/>
                  </a:lnTo>
                  <a:lnTo>
                    <a:pt x="1336954" y="960208"/>
                  </a:lnTo>
                  <a:lnTo>
                    <a:pt x="1339583" y="960208"/>
                  </a:lnTo>
                  <a:lnTo>
                    <a:pt x="1340700" y="959739"/>
                  </a:lnTo>
                  <a:lnTo>
                    <a:pt x="1342567" y="957884"/>
                  </a:lnTo>
                  <a:lnTo>
                    <a:pt x="1343025" y="956754"/>
                  </a:lnTo>
                  <a:lnTo>
                    <a:pt x="1343025" y="954125"/>
                  </a:lnTo>
                  <a:close/>
                </a:path>
                <a:path w="9010650" h="1435735">
                  <a:moveTo>
                    <a:pt x="1343025" y="478790"/>
                  </a:moveTo>
                  <a:lnTo>
                    <a:pt x="1342567" y="477659"/>
                  </a:lnTo>
                  <a:lnTo>
                    <a:pt x="1340700" y="475805"/>
                  </a:lnTo>
                  <a:lnTo>
                    <a:pt x="1339583" y="475335"/>
                  </a:lnTo>
                  <a:lnTo>
                    <a:pt x="1336954" y="475335"/>
                  </a:lnTo>
                  <a:lnTo>
                    <a:pt x="1335836" y="475805"/>
                  </a:lnTo>
                  <a:lnTo>
                    <a:pt x="1333969" y="477659"/>
                  </a:lnTo>
                  <a:lnTo>
                    <a:pt x="1333500" y="478790"/>
                  </a:lnTo>
                  <a:lnTo>
                    <a:pt x="1333500" y="481418"/>
                  </a:lnTo>
                  <a:lnTo>
                    <a:pt x="1333969" y="482536"/>
                  </a:lnTo>
                  <a:lnTo>
                    <a:pt x="1335836" y="484403"/>
                  </a:lnTo>
                  <a:lnTo>
                    <a:pt x="1336954" y="484860"/>
                  </a:lnTo>
                  <a:lnTo>
                    <a:pt x="1339583" y="484860"/>
                  </a:lnTo>
                  <a:lnTo>
                    <a:pt x="1340700" y="484403"/>
                  </a:lnTo>
                  <a:lnTo>
                    <a:pt x="1342567" y="482536"/>
                  </a:lnTo>
                  <a:lnTo>
                    <a:pt x="1343025" y="481418"/>
                  </a:lnTo>
                  <a:lnTo>
                    <a:pt x="1343025" y="478790"/>
                  </a:lnTo>
                  <a:close/>
                </a:path>
                <a:path w="9010650" h="1435735">
                  <a:moveTo>
                    <a:pt x="1343025" y="3441"/>
                  </a:moveTo>
                  <a:lnTo>
                    <a:pt x="1342567" y="2324"/>
                  </a:lnTo>
                  <a:lnTo>
                    <a:pt x="1340700" y="457"/>
                  </a:lnTo>
                  <a:lnTo>
                    <a:pt x="1339583" y="0"/>
                  </a:lnTo>
                  <a:lnTo>
                    <a:pt x="1336954" y="0"/>
                  </a:lnTo>
                  <a:lnTo>
                    <a:pt x="1335836" y="457"/>
                  </a:lnTo>
                  <a:lnTo>
                    <a:pt x="1333969" y="2324"/>
                  </a:lnTo>
                  <a:lnTo>
                    <a:pt x="1333500" y="3441"/>
                  </a:lnTo>
                  <a:lnTo>
                    <a:pt x="1333500" y="6070"/>
                  </a:lnTo>
                  <a:lnTo>
                    <a:pt x="1333969" y="7200"/>
                  </a:lnTo>
                  <a:lnTo>
                    <a:pt x="1335836" y="9055"/>
                  </a:lnTo>
                  <a:lnTo>
                    <a:pt x="1336954" y="9525"/>
                  </a:lnTo>
                  <a:lnTo>
                    <a:pt x="1339583" y="9525"/>
                  </a:lnTo>
                  <a:lnTo>
                    <a:pt x="1340700" y="9055"/>
                  </a:lnTo>
                  <a:lnTo>
                    <a:pt x="1342567" y="7200"/>
                  </a:lnTo>
                  <a:lnTo>
                    <a:pt x="1343025" y="6070"/>
                  </a:lnTo>
                  <a:lnTo>
                    <a:pt x="1343025" y="3441"/>
                  </a:lnTo>
                  <a:close/>
                </a:path>
                <a:path w="9010650" h="1435735">
                  <a:moveTo>
                    <a:pt x="1390650" y="1429473"/>
                  </a:moveTo>
                  <a:lnTo>
                    <a:pt x="1390192" y="1428356"/>
                  </a:lnTo>
                  <a:lnTo>
                    <a:pt x="1388325" y="1426489"/>
                  </a:lnTo>
                  <a:lnTo>
                    <a:pt x="1387208" y="1426019"/>
                  </a:lnTo>
                  <a:lnTo>
                    <a:pt x="1384579" y="1426019"/>
                  </a:lnTo>
                  <a:lnTo>
                    <a:pt x="1383461" y="1426489"/>
                  </a:lnTo>
                  <a:lnTo>
                    <a:pt x="1381594" y="1428356"/>
                  </a:lnTo>
                  <a:lnTo>
                    <a:pt x="1381125" y="1429473"/>
                  </a:lnTo>
                  <a:lnTo>
                    <a:pt x="1381125" y="1432102"/>
                  </a:lnTo>
                  <a:lnTo>
                    <a:pt x="1381594" y="1433220"/>
                  </a:lnTo>
                  <a:lnTo>
                    <a:pt x="1383461" y="1435087"/>
                  </a:lnTo>
                  <a:lnTo>
                    <a:pt x="1384579" y="1435544"/>
                  </a:lnTo>
                  <a:lnTo>
                    <a:pt x="1387208" y="1435544"/>
                  </a:lnTo>
                  <a:lnTo>
                    <a:pt x="1388325" y="1435087"/>
                  </a:lnTo>
                  <a:lnTo>
                    <a:pt x="1390192" y="1433220"/>
                  </a:lnTo>
                  <a:lnTo>
                    <a:pt x="1390650" y="1432102"/>
                  </a:lnTo>
                  <a:lnTo>
                    <a:pt x="1390650" y="1429473"/>
                  </a:lnTo>
                  <a:close/>
                </a:path>
                <a:path w="9010650" h="1435735">
                  <a:moveTo>
                    <a:pt x="1390650" y="954125"/>
                  </a:moveTo>
                  <a:lnTo>
                    <a:pt x="1390192" y="953008"/>
                  </a:lnTo>
                  <a:lnTo>
                    <a:pt x="1388325" y="951153"/>
                  </a:lnTo>
                  <a:lnTo>
                    <a:pt x="1387208" y="950683"/>
                  </a:lnTo>
                  <a:lnTo>
                    <a:pt x="1384579" y="950683"/>
                  </a:lnTo>
                  <a:lnTo>
                    <a:pt x="1383461" y="951153"/>
                  </a:lnTo>
                  <a:lnTo>
                    <a:pt x="1381594" y="953008"/>
                  </a:lnTo>
                  <a:lnTo>
                    <a:pt x="1381125" y="954125"/>
                  </a:lnTo>
                  <a:lnTo>
                    <a:pt x="1381125" y="956754"/>
                  </a:lnTo>
                  <a:lnTo>
                    <a:pt x="1381594" y="957884"/>
                  </a:lnTo>
                  <a:lnTo>
                    <a:pt x="1383461" y="959739"/>
                  </a:lnTo>
                  <a:lnTo>
                    <a:pt x="1384579" y="960208"/>
                  </a:lnTo>
                  <a:lnTo>
                    <a:pt x="1387208" y="960208"/>
                  </a:lnTo>
                  <a:lnTo>
                    <a:pt x="1388325" y="959739"/>
                  </a:lnTo>
                  <a:lnTo>
                    <a:pt x="1390192" y="957884"/>
                  </a:lnTo>
                  <a:lnTo>
                    <a:pt x="1390650" y="956754"/>
                  </a:lnTo>
                  <a:lnTo>
                    <a:pt x="1390650" y="954125"/>
                  </a:lnTo>
                  <a:close/>
                </a:path>
                <a:path w="9010650" h="1435735">
                  <a:moveTo>
                    <a:pt x="1390650" y="478790"/>
                  </a:moveTo>
                  <a:lnTo>
                    <a:pt x="1390192" y="477659"/>
                  </a:lnTo>
                  <a:lnTo>
                    <a:pt x="1388325" y="475805"/>
                  </a:lnTo>
                  <a:lnTo>
                    <a:pt x="1387208" y="475335"/>
                  </a:lnTo>
                  <a:lnTo>
                    <a:pt x="1384579" y="475335"/>
                  </a:lnTo>
                  <a:lnTo>
                    <a:pt x="1383461" y="475805"/>
                  </a:lnTo>
                  <a:lnTo>
                    <a:pt x="1381594" y="477659"/>
                  </a:lnTo>
                  <a:lnTo>
                    <a:pt x="1381125" y="478790"/>
                  </a:lnTo>
                  <a:lnTo>
                    <a:pt x="1381125" y="481418"/>
                  </a:lnTo>
                  <a:lnTo>
                    <a:pt x="1381594" y="482536"/>
                  </a:lnTo>
                  <a:lnTo>
                    <a:pt x="1383461" y="484403"/>
                  </a:lnTo>
                  <a:lnTo>
                    <a:pt x="1384579" y="484860"/>
                  </a:lnTo>
                  <a:lnTo>
                    <a:pt x="1387208" y="484860"/>
                  </a:lnTo>
                  <a:lnTo>
                    <a:pt x="1388325" y="484403"/>
                  </a:lnTo>
                  <a:lnTo>
                    <a:pt x="1390192" y="482536"/>
                  </a:lnTo>
                  <a:lnTo>
                    <a:pt x="1390650" y="481418"/>
                  </a:lnTo>
                  <a:lnTo>
                    <a:pt x="1390650" y="478790"/>
                  </a:lnTo>
                  <a:close/>
                </a:path>
                <a:path w="9010650" h="1435735">
                  <a:moveTo>
                    <a:pt x="1390650" y="3441"/>
                  </a:moveTo>
                  <a:lnTo>
                    <a:pt x="1390192" y="2324"/>
                  </a:lnTo>
                  <a:lnTo>
                    <a:pt x="1388325" y="457"/>
                  </a:lnTo>
                  <a:lnTo>
                    <a:pt x="1387208" y="0"/>
                  </a:lnTo>
                  <a:lnTo>
                    <a:pt x="1384579" y="0"/>
                  </a:lnTo>
                  <a:lnTo>
                    <a:pt x="1383461" y="457"/>
                  </a:lnTo>
                  <a:lnTo>
                    <a:pt x="1381594" y="2324"/>
                  </a:lnTo>
                  <a:lnTo>
                    <a:pt x="1381125" y="3441"/>
                  </a:lnTo>
                  <a:lnTo>
                    <a:pt x="1381125" y="6070"/>
                  </a:lnTo>
                  <a:lnTo>
                    <a:pt x="1381594" y="7200"/>
                  </a:lnTo>
                  <a:lnTo>
                    <a:pt x="1383461" y="9055"/>
                  </a:lnTo>
                  <a:lnTo>
                    <a:pt x="1384579" y="9525"/>
                  </a:lnTo>
                  <a:lnTo>
                    <a:pt x="1387208" y="9525"/>
                  </a:lnTo>
                  <a:lnTo>
                    <a:pt x="1388325" y="9055"/>
                  </a:lnTo>
                  <a:lnTo>
                    <a:pt x="1390192" y="7200"/>
                  </a:lnTo>
                  <a:lnTo>
                    <a:pt x="1390650" y="6070"/>
                  </a:lnTo>
                  <a:lnTo>
                    <a:pt x="1390650" y="3441"/>
                  </a:lnTo>
                  <a:close/>
                </a:path>
                <a:path w="9010650" h="1435735">
                  <a:moveTo>
                    <a:pt x="1438275" y="1429473"/>
                  </a:moveTo>
                  <a:lnTo>
                    <a:pt x="1437817" y="1428356"/>
                  </a:lnTo>
                  <a:lnTo>
                    <a:pt x="1435950" y="1426489"/>
                  </a:lnTo>
                  <a:lnTo>
                    <a:pt x="1434833" y="1426019"/>
                  </a:lnTo>
                  <a:lnTo>
                    <a:pt x="1432204" y="1426019"/>
                  </a:lnTo>
                  <a:lnTo>
                    <a:pt x="1431086" y="1426489"/>
                  </a:lnTo>
                  <a:lnTo>
                    <a:pt x="1429219" y="1428356"/>
                  </a:lnTo>
                  <a:lnTo>
                    <a:pt x="1428750" y="1429473"/>
                  </a:lnTo>
                  <a:lnTo>
                    <a:pt x="1428750" y="1432102"/>
                  </a:lnTo>
                  <a:lnTo>
                    <a:pt x="1429219" y="1433220"/>
                  </a:lnTo>
                  <a:lnTo>
                    <a:pt x="1431086" y="1435087"/>
                  </a:lnTo>
                  <a:lnTo>
                    <a:pt x="1432204" y="1435544"/>
                  </a:lnTo>
                  <a:lnTo>
                    <a:pt x="1434833" y="1435544"/>
                  </a:lnTo>
                  <a:lnTo>
                    <a:pt x="1435950" y="1435087"/>
                  </a:lnTo>
                  <a:lnTo>
                    <a:pt x="1437817" y="1433220"/>
                  </a:lnTo>
                  <a:lnTo>
                    <a:pt x="1438275" y="1432102"/>
                  </a:lnTo>
                  <a:lnTo>
                    <a:pt x="1438275" y="1429473"/>
                  </a:lnTo>
                  <a:close/>
                </a:path>
                <a:path w="9010650" h="1435735">
                  <a:moveTo>
                    <a:pt x="1438275" y="954125"/>
                  </a:moveTo>
                  <a:lnTo>
                    <a:pt x="1437817" y="953008"/>
                  </a:lnTo>
                  <a:lnTo>
                    <a:pt x="1435950" y="951153"/>
                  </a:lnTo>
                  <a:lnTo>
                    <a:pt x="1434833" y="950683"/>
                  </a:lnTo>
                  <a:lnTo>
                    <a:pt x="1432204" y="950683"/>
                  </a:lnTo>
                  <a:lnTo>
                    <a:pt x="1431086" y="951153"/>
                  </a:lnTo>
                  <a:lnTo>
                    <a:pt x="1429219" y="953008"/>
                  </a:lnTo>
                  <a:lnTo>
                    <a:pt x="1428750" y="954125"/>
                  </a:lnTo>
                  <a:lnTo>
                    <a:pt x="1428750" y="956754"/>
                  </a:lnTo>
                  <a:lnTo>
                    <a:pt x="1429219" y="957884"/>
                  </a:lnTo>
                  <a:lnTo>
                    <a:pt x="1431086" y="959739"/>
                  </a:lnTo>
                  <a:lnTo>
                    <a:pt x="1432204" y="960208"/>
                  </a:lnTo>
                  <a:lnTo>
                    <a:pt x="1434833" y="960208"/>
                  </a:lnTo>
                  <a:lnTo>
                    <a:pt x="1435950" y="959739"/>
                  </a:lnTo>
                  <a:lnTo>
                    <a:pt x="1437817" y="957884"/>
                  </a:lnTo>
                  <a:lnTo>
                    <a:pt x="1438275" y="956754"/>
                  </a:lnTo>
                  <a:lnTo>
                    <a:pt x="1438275" y="954125"/>
                  </a:lnTo>
                  <a:close/>
                </a:path>
                <a:path w="9010650" h="1435735">
                  <a:moveTo>
                    <a:pt x="1438275" y="478790"/>
                  </a:moveTo>
                  <a:lnTo>
                    <a:pt x="1437817" y="477659"/>
                  </a:lnTo>
                  <a:lnTo>
                    <a:pt x="1435950" y="475805"/>
                  </a:lnTo>
                  <a:lnTo>
                    <a:pt x="1434833" y="475335"/>
                  </a:lnTo>
                  <a:lnTo>
                    <a:pt x="1432204" y="475335"/>
                  </a:lnTo>
                  <a:lnTo>
                    <a:pt x="1431086" y="475805"/>
                  </a:lnTo>
                  <a:lnTo>
                    <a:pt x="1429219" y="477659"/>
                  </a:lnTo>
                  <a:lnTo>
                    <a:pt x="1428750" y="478790"/>
                  </a:lnTo>
                  <a:lnTo>
                    <a:pt x="1428750" y="481418"/>
                  </a:lnTo>
                  <a:lnTo>
                    <a:pt x="1429219" y="482536"/>
                  </a:lnTo>
                  <a:lnTo>
                    <a:pt x="1431086" y="484403"/>
                  </a:lnTo>
                  <a:lnTo>
                    <a:pt x="1432204" y="484860"/>
                  </a:lnTo>
                  <a:lnTo>
                    <a:pt x="1434833" y="484860"/>
                  </a:lnTo>
                  <a:lnTo>
                    <a:pt x="1435950" y="484403"/>
                  </a:lnTo>
                  <a:lnTo>
                    <a:pt x="1437817" y="482536"/>
                  </a:lnTo>
                  <a:lnTo>
                    <a:pt x="1438275" y="481418"/>
                  </a:lnTo>
                  <a:lnTo>
                    <a:pt x="1438275" y="478790"/>
                  </a:lnTo>
                  <a:close/>
                </a:path>
                <a:path w="9010650" h="1435735">
                  <a:moveTo>
                    <a:pt x="1438275" y="3441"/>
                  </a:moveTo>
                  <a:lnTo>
                    <a:pt x="1437817" y="2324"/>
                  </a:lnTo>
                  <a:lnTo>
                    <a:pt x="1435950" y="457"/>
                  </a:lnTo>
                  <a:lnTo>
                    <a:pt x="1434833" y="0"/>
                  </a:lnTo>
                  <a:lnTo>
                    <a:pt x="1432204" y="0"/>
                  </a:lnTo>
                  <a:lnTo>
                    <a:pt x="1431086" y="457"/>
                  </a:lnTo>
                  <a:lnTo>
                    <a:pt x="1429219" y="2324"/>
                  </a:lnTo>
                  <a:lnTo>
                    <a:pt x="1428750" y="3441"/>
                  </a:lnTo>
                  <a:lnTo>
                    <a:pt x="1428750" y="6070"/>
                  </a:lnTo>
                  <a:lnTo>
                    <a:pt x="1429219" y="7200"/>
                  </a:lnTo>
                  <a:lnTo>
                    <a:pt x="1431086" y="9055"/>
                  </a:lnTo>
                  <a:lnTo>
                    <a:pt x="1432204" y="9525"/>
                  </a:lnTo>
                  <a:lnTo>
                    <a:pt x="1434833" y="9525"/>
                  </a:lnTo>
                  <a:lnTo>
                    <a:pt x="1435950" y="9055"/>
                  </a:lnTo>
                  <a:lnTo>
                    <a:pt x="1437817" y="7200"/>
                  </a:lnTo>
                  <a:lnTo>
                    <a:pt x="1438275" y="6070"/>
                  </a:lnTo>
                  <a:lnTo>
                    <a:pt x="1438275" y="3441"/>
                  </a:lnTo>
                  <a:close/>
                </a:path>
                <a:path w="9010650" h="1435735">
                  <a:moveTo>
                    <a:pt x="1485900" y="1429473"/>
                  </a:moveTo>
                  <a:lnTo>
                    <a:pt x="1485442" y="1428356"/>
                  </a:lnTo>
                  <a:lnTo>
                    <a:pt x="1483575" y="1426489"/>
                  </a:lnTo>
                  <a:lnTo>
                    <a:pt x="1482458" y="1426019"/>
                  </a:lnTo>
                  <a:lnTo>
                    <a:pt x="1479829" y="1426019"/>
                  </a:lnTo>
                  <a:lnTo>
                    <a:pt x="1478711" y="1426489"/>
                  </a:lnTo>
                  <a:lnTo>
                    <a:pt x="1476844" y="1428356"/>
                  </a:lnTo>
                  <a:lnTo>
                    <a:pt x="1476375" y="1429473"/>
                  </a:lnTo>
                  <a:lnTo>
                    <a:pt x="1476375" y="1432102"/>
                  </a:lnTo>
                  <a:lnTo>
                    <a:pt x="1476844" y="1433220"/>
                  </a:lnTo>
                  <a:lnTo>
                    <a:pt x="1478711" y="1435087"/>
                  </a:lnTo>
                  <a:lnTo>
                    <a:pt x="1479829" y="1435544"/>
                  </a:lnTo>
                  <a:lnTo>
                    <a:pt x="1482458" y="1435544"/>
                  </a:lnTo>
                  <a:lnTo>
                    <a:pt x="1483575" y="1435087"/>
                  </a:lnTo>
                  <a:lnTo>
                    <a:pt x="1485442" y="1433220"/>
                  </a:lnTo>
                  <a:lnTo>
                    <a:pt x="1485900" y="1432102"/>
                  </a:lnTo>
                  <a:lnTo>
                    <a:pt x="1485900" y="1429473"/>
                  </a:lnTo>
                  <a:close/>
                </a:path>
                <a:path w="9010650" h="1435735">
                  <a:moveTo>
                    <a:pt x="1485900" y="954125"/>
                  </a:moveTo>
                  <a:lnTo>
                    <a:pt x="1485442" y="953008"/>
                  </a:lnTo>
                  <a:lnTo>
                    <a:pt x="1483575" y="951153"/>
                  </a:lnTo>
                  <a:lnTo>
                    <a:pt x="1482458" y="950683"/>
                  </a:lnTo>
                  <a:lnTo>
                    <a:pt x="1479829" y="950683"/>
                  </a:lnTo>
                  <a:lnTo>
                    <a:pt x="1478711" y="951153"/>
                  </a:lnTo>
                  <a:lnTo>
                    <a:pt x="1476844" y="953008"/>
                  </a:lnTo>
                  <a:lnTo>
                    <a:pt x="1476375" y="954125"/>
                  </a:lnTo>
                  <a:lnTo>
                    <a:pt x="1476375" y="956754"/>
                  </a:lnTo>
                  <a:lnTo>
                    <a:pt x="1476844" y="957884"/>
                  </a:lnTo>
                  <a:lnTo>
                    <a:pt x="1478711" y="959739"/>
                  </a:lnTo>
                  <a:lnTo>
                    <a:pt x="1479829" y="960208"/>
                  </a:lnTo>
                  <a:lnTo>
                    <a:pt x="1482458" y="960208"/>
                  </a:lnTo>
                  <a:lnTo>
                    <a:pt x="1483575" y="959739"/>
                  </a:lnTo>
                  <a:lnTo>
                    <a:pt x="1485442" y="957884"/>
                  </a:lnTo>
                  <a:lnTo>
                    <a:pt x="1485900" y="956754"/>
                  </a:lnTo>
                  <a:lnTo>
                    <a:pt x="1485900" y="954125"/>
                  </a:lnTo>
                  <a:close/>
                </a:path>
                <a:path w="9010650" h="1435735">
                  <a:moveTo>
                    <a:pt x="1485900" y="478790"/>
                  </a:moveTo>
                  <a:lnTo>
                    <a:pt x="1485442" y="477659"/>
                  </a:lnTo>
                  <a:lnTo>
                    <a:pt x="1483575" y="475805"/>
                  </a:lnTo>
                  <a:lnTo>
                    <a:pt x="1482458" y="475335"/>
                  </a:lnTo>
                  <a:lnTo>
                    <a:pt x="1479829" y="475335"/>
                  </a:lnTo>
                  <a:lnTo>
                    <a:pt x="1478711" y="475805"/>
                  </a:lnTo>
                  <a:lnTo>
                    <a:pt x="1476844" y="477659"/>
                  </a:lnTo>
                  <a:lnTo>
                    <a:pt x="1476375" y="478790"/>
                  </a:lnTo>
                  <a:lnTo>
                    <a:pt x="1476375" y="481418"/>
                  </a:lnTo>
                  <a:lnTo>
                    <a:pt x="1476844" y="482536"/>
                  </a:lnTo>
                  <a:lnTo>
                    <a:pt x="1478711" y="484403"/>
                  </a:lnTo>
                  <a:lnTo>
                    <a:pt x="1479829" y="484860"/>
                  </a:lnTo>
                  <a:lnTo>
                    <a:pt x="1482458" y="484860"/>
                  </a:lnTo>
                  <a:lnTo>
                    <a:pt x="1483575" y="484403"/>
                  </a:lnTo>
                  <a:lnTo>
                    <a:pt x="1485442" y="482536"/>
                  </a:lnTo>
                  <a:lnTo>
                    <a:pt x="1485900" y="481418"/>
                  </a:lnTo>
                  <a:lnTo>
                    <a:pt x="1485900" y="478790"/>
                  </a:lnTo>
                  <a:close/>
                </a:path>
                <a:path w="9010650" h="1435735">
                  <a:moveTo>
                    <a:pt x="1485900" y="3441"/>
                  </a:moveTo>
                  <a:lnTo>
                    <a:pt x="1485442" y="2324"/>
                  </a:lnTo>
                  <a:lnTo>
                    <a:pt x="1483575" y="457"/>
                  </a:lnTo>
                  <a:lnTo>
                    <a:pt x="1482458" y="0"/>
                  </a:lnTo>
                  <a:lnTo>
                    <a:pt x="1479829" y="0"/>
                  </a:lnTo>
                  <a:lnTo>
                    <a:pt x="1478711" y="457"/>
                  </a:lnTo>
                  <a:lnTo>
                    <a:pt x="1476844" y="2324"/>
                  </a:lnTo>
                  <a:lnTo>
                    <a:pt x="1476375" y="3441"/>
                  </a:lnTo>
                  <a:lnTo>
                    <a:pt x="1476375" y="6070"/>
                  </a:lnTo>
                  <a:lnTo>
                    <a:pt x="1476844" y="7200"/>
                  </a:lnTo>
                  <a:lnTo>
                    <a:pt x="1478711" y="9055"/>
                  </a:lnTo>
                  <a:lnTo>
                    <a:pt x="1479829" y="9525"/>
                  </a:lnTo>
                  <a:lnTo>
                    <a:pt x="1482458" y="9525"/>
                  </a:lnTo>
                  <a:lnTo>
                    <a:pt x="1483575" y="9055"/>
                  </a:lnTo>
                  <a:lnTo>
                    <a:pt x="1485442" y="7200"/>
                  </a:lnTo>
                  <a:lnTo>
                    <a:pt x="1485900" y="6070"/>
                  </a:lnTo>
                  <a:lnTo>
                    <a:pt x="1485900" y="3441"/>
                  </a:lnTo>
                  <a:close/>
                </a:path>
                <a:path w="9010650" h="1435735">
                  <a:moveTo>
                    <a:pt x="1533525" y="1429473"/>
                  </a:moveTo>
                  <a:lnTo>
                    <a:pt x="1533067" y="1428356"/>
                  </a:lnTo>
                  <a:lnTo>
                    <a:pt x="1531200" y="1426489"/>
                  </a:lnTo>
                  <a:lnTo>
                    <a:pt x="1530083" y="1426019"/>
                  </a:lnTo>
                  <a:lnTo>
                    <a:pt x="1527454" y="1426019"/>
                  </a:lnTo>
                  <a:lnTo>
                    <a:pt x="1526336" y="1426489"/>
                  </a:lnTo>
                  <a:lnTo>
                    <a:pt x="1524469" y="1428356"/>
                  </a:lnTo>
                  <a:lnTo>
                    <a:pt x="1524000" y="1429473"/>
                  </a:lnTo>
                  <a:lnTo>
                    <a:pt x="1524000" y="1432102"/>
                  </a:lnTo>
                  <a:lnTo>
                    <a:pt x="1524469" y="1433220"/>
                  </a:lnTo>
                  <a:lnTo>
                    <a:pt x="1526336" y="1435087"/>
                  </a:lnTo>
                  <a:lnTo>
                    <a:pt x="1527454" y="1435544"/>
                  </a:lnTo>
                  <a:lnTo>
                    <a:pt x="1530083" y="1435544"/>
                  </a:lnTo>
                  <a:lnTo>
                    <a:pt x="1531200" y="1435087"/>
                  </a:lnTo>
                  <a:lnTo>
                    <a:pt x="1533067" y="1433220"/>
                  </a:lnTo>
                  <a:lnTo>
                    <a:pt x="1533525" y="1432102"/>
                  </a:lnTo>
                  <a:lnTo>
                    <a:pt x="1533525" y="1429473"/>
                  </a:lnTo>
                  <a:close/>
                </a:path>
                <a:path w="9010650" h="1435735">
                  <a:moveTo>
                    <a:pt x="1533525" y="954125"/>
                  </a:moveTo>
                  <a:lnTo>
                    <a:pt x="1533067" y="953008"/>
                  </a:lnTo>
                  <a:lnTo>
                    <a:pt x="1531200" y="951153"/>
                  </a:lnTo>
                  <a:lnTo>
                    <a:pt x="1530083" y="950683"/>
                  </a:lnTo>
                  <a:lnTo>
                    <a:pt x="1527454" y="950683"/>
                  </a:lnTo>
                  <a:lnTo>
                    <a:pt x="1526336" y="951153"/>
                  </a:lnTo>
                  <a:lnTo>
                    <a:pt x="1524469" y="953008"/>
                  </a:lnTo>
                  <a:lnTo>
                    <a:pt x="1524000" y="954125"/>
                  </a:lnTo>
                  <a:lnTo>
                    <a:pt x="1524000" y="956754"/>
                  </a:lnTo>
                  <a:lnTo>
                    <a:pt x="1524469" y="957884"/>
                  </a:lnTo>
                  <a:lnTo>
                    <a:pt x="1526336" y="959739"/>
                  </a:lnTo>
                  <a:lnTo>
                    <a:pt x="1527454" y="960208"/>
                  </a:lnTo>
                  <a:lnTo>
                    <a:pt x="1530083" y="960208"/>
                  </a:lnTo>
                  <a:lnTo>
                    <a:pt x="1531200" y="959739"/>
                  </a:lnTo>
                  <a:lnTo>
                    <a:pt x="1533067" y="957884"/>
                  </a:lnTo>
                  <a:lnTo>
                    <a:pt x="1533525" y="956754"/>
                  </a:lnTo>
                  <a:lnTo>
                    <a:pt x="1533525" y="954125"/>
                  </a:lnTo>
                  <a:close/>
                </a:path>
                <a:path w="9010650" h="1435735">
                  <a:moveTo>
                    <a:pt x="1533525" y="478790"/>
                  </a:moveTo>
                  <a:lnTo>
                    <a:pt x="1533067" y="477659"/>
                  </a:lnTo>
                  <a:lnTo>
                    <a:pt x="1531200" y="475805"/>
                  </a:lnTo>
                  <a:lnTo>
                    <a:pt x="1530083" y="475335"/>
                  </a:lnTo>
                  <a:lnTo>
                    <a:pt x="1527454" y="475335"/>
                  </a:lnTo>
                  <a:lnTo>
                    <a:pt x="1526336" y="475805"/>
                  </a:lnTo>
                  <a:lnTo>
                    <a:pt x="1524469" y="477659"/>
                  </a:lnTo>
                  <a:lnTo>
                    <a:pt x="1524000" y="478790"/>
                  </a:lnTo>
                  <a:lnTo>
                    <a:pt x="1524000" y="481418"/>
                  </a:lnTo>
                  <a:lnTo>
                    <a:pt x="1524469" y="482536"/>
                  </a:lnTo>
                  <a:lnTo>
                    <a:pt x="1526336" y="484403"/>
                  </a:lnTo>
                  <a:lnTo>
                    <a:pt x="1527454" y="484860"/>
                  </a:lnTo>
                  <a:lnTo>
                    <a:pt x="1530083" y="484860"/>
                  </a:lnTo>
                  <a:lnTo>
                    <a:pt x="1531200" y="484403"/>
                  </a:lnTo>
                  <a:lnTo>
                    <a:pt x="1533067" y="482536"/>
                  </a:lnTo>
                  <a:lnTo>
                    <a:pt x="1533525" y="481418"/>
                  </a:lnTo>
                  <a:lnTo>
                    <a:pt x="1533525" y="478790"/>
                  </a:lnTo>
                  <a:close/>
                </a:path>
                <a:path w="9010650" h="1435735">
                  <a:moveTo>
                    <a:pt x="1533525" y="3441"/>
                  </a:moveTo>
                  <a:lnTo>
                    <a:pt x="1533067" y="2324"/>
                  </a:lnTo>
                  <a:lnTo>
                    <a:pt x="1531200" y="457"/>
                  </a:lnTo>
                  <a:lnTo>
                    <a:pt x="1530083" y="0"/>
                  </a:lnTo>
                  <a:lnTo>
                    <a:pt x="1527454" y="0"/>
                  </a:lnTo>
                  <a:lnTo>
                    <a:pt x="1526336" y="457"/>
                  </a:lnTo>
                  <a:lnTo>
                    <a:pt x="1524469" y="2324"/>
                  </a:lnTo>
                  <a:lnTo>
                    <a:pt x="1524000" y="3441"/>
                  </a:lnTo>
                  <a:lnTo>
                    <a:pt x="1524000" y="6070"/>
                  </a:lnTo>
                  <a:lnTo>
                    <a:pt x="1524469" y="7200"/>
                  </a:lnTo>
                  <a:lnTo>
                    <a:pt x="1526336" y="9055"/>
                  </a:lnTo>
                  <a:lnTo>
                    <a:pt x="1527454" y="9525"/>
                  </a:lnTo>
                  <a:lnTo>
                    <a:pt x="1530083" y="9525"/>
                  </a:lnTo>
                  <a:lnTo>
                    <a:pt x="1531200" y="9055"/>
                  </a:lnTo>
                  <a:lnTo>
                    <a:pt x="1533067" y="7200"/>
                  </a:lnTo>
                  <a:lnTo>
                    <a:pt x="1533525" y="6070"/>
                  </a:lnTo>
                  <a:lnTo>
                    <a:pt x="1533525" y="3441"/>
                  </a:lnTo>
                  <a:close/>
                </a:path>
                <a:path w="9010650" h="1435735">
                  <a:moveTo>
                    <a:pt x="1581150" y="1429473"/>
                  </a:moveTo>
                  <a:lnTo>
                    <a:pt x="1580692" y="1428356"/>
                  </a:lnTo>
                  <a:lnTo>
                    <a:pt x="1578825" y="1426489"/>
                  </a:lnTo>
                  <a:lnTo>
                    <a:pt x="1577708" y="1426019"/>
                  </a:lnTo>
                  <a:lnTo>
                    <a:pt x="1575079" y="1426019"/>
                  </a:lnTo>
                  <a:lnTo>
                    <a:pt x="1573961" y="1426489"/>
                  </a:lnTo>
                  <a:lnTo>
                    <a:pt x="1572094" y="1428356"/>
                  </a:lnTo>
                  <a:lnTo>
                    <a:pt x="1571625" y="1429473"/>
                  </a:lnTo>
                  <a:lnTo>
                    <a:pt x="1571625" y="1432102"/>
                  </a:lnTo>
                  <a:lnTo>
                    <a:pt x="1572094" y="1433220"/>
                  </a:lnTo>
                  <a:lnTo>
                    <a:pt x="1573961" y="1435087"/>
                  </a:lnTo>
                  <a:lnTo>
                    <a:pt x="1575079" y="1435544"/>
                  </a:lnTo>
                  <a:lnTo>
                    <a:pt x="1577708" y="1435544"/>
                  </a:lnTo>
                  <a:lnTo>
                    <a:pt x="1578825" y="1435087"/>
                  </a:lnTo>
                  <a:lnTo>
                    <a:pt x="1580692" y="1433220"/>
                  </a:lnTo>
                  <a:lnTo>
                    <a:pt x="1581150" y="1432102"/>
                  </a:lnTo>
                  <a:lnTo>
                    <a:pt x="1581150" y="1429473"/>
                  </a:lnTo>
                  <a:close/>
                </a:path>
                <a:path w="9010650" h="1435735">
                  <a:moveTo>
                    <a:pt x="1581150" y="954125"/>
                  </a:moveTo>
                  <a:lnTo>
                    <a:pt x="1580692" y="953008"/>
                  </a:lnTo>
                  <a:lnTo>
                    <a:pt x="1578825" y="951153"/>
                  </a:lnTo>
                  <a:lnTo>
                    <a:pt x="1577708" y="950683"/>
                  </a:lnTo>
                  <a:lnTo>
                    <a:pt x="1575079" y="950683"/>
                  </a:lnTo>
                  <a:lnTo>
                    <a:pt x="1573961" y="951153"/>
                  </a:lnTo>
                  <a:lnTo>
                    <a:pt x="1572094" y="953008"/>
                  </a:lnTo>
                  <a:lnTo>
                    <a:pt x="1571625" y="954125"/>
                  </a:lnTo>
                  <a:lnTo>
                    <a:pt x="1571625" y="956754"/>
                  </a:lnTo>
                  <a:lnTo>
                    <a:pt x="1572094" y="957884"/>
                  </a:lnTo>
                  <a:lnTo>
                    <a:pt x="1573961" y="959739"/>
                  </a:lnTo>
                  <a:lnTo>
                    <a:pt x="1575079" y="960208"/>
                  </a:lnTo>
                  <a:lnTo>
                    <a:pt x="1577708" y="960208"/>
                  </a:lnTo>
                  <a:lnTo>
                    <a:pt x="1578825" y="959739"/>
                  </a:lnTo>
                  <a:lnTo>
                    <a:pt x="1580692" y="957884"/>
                  </a:lnTo>
                  <a:lnTo>
                    <a:pt x="1581150" y="956754"/>
                  </a:lnTo>
                  <a:lnTo>
                    <a:pt x="1581150" y="954125"/>
                  </a:lnTo>
                  <a:close/>
                </a:path>
                <a:path w="9010650" h="1435735">
                  <a:moveTo>
                    <a:pt x="1581150" y="478790"/>
                  </a:moveTo>
                  <a:lnTo>
                    <a:pt x="1580692" y="477659"/>
                  </a:lnTo>
                  <a:lnTo>
                    <a:pt x="1578825" y="475805"/>
                  </a:lnTo>
                  <a:lnTo>
                    <a:pt x="1577708" y="475335"/>
                  </a:lnTo>
                  <a:lnTo>
                    <a:pt x="1575079" y="475335"/>
                  </a:lnTo>
                  <a:lnTo>
                    <a:pt x="1573961" y="475805"/>
                  </a:lnTo>
                  <a:lnTo>
                    <a:pt x="1572094" y="477659"/>
                  </a:lnTo>
                  <a:lnTo>
                    <a:pt x="1571625" y="478790"/>
                  </a:lnTo>
                  <a:lnTo>
                    <a:pt x="1571625" y="481418"/>
                  </a:lnTo>
                  <a:lnTo>
                    <a:pt x="1572094" y="482536"/>
                  </a:lnTo>
                  <a:lnTo>
                    <a:pt x="1573961" y="484403"/>
                  </a:lnTo>
                  <a:lnTo>
                    <a:pt x="1575079" y="484860"/>
                  </a:lnTo>
                  <a:lnTo>
                    <a:pt x="1577708" y="484860"/>
                  </a:lnTo>
                  <a:lnTo>
                    <a:pt x="1578825" y="484403"/>
                  </a:lnTo>
                  <a:lnTo>
                    <a:pt x="1580692" y="482536"/>
                  </a:lnTo>
                  <a:lnTo>
                    <a:pt x="1581150" y="481418"/>
                  </a:lnTo>
                  <a:lnTo>
                    <a:pt x="1581150" y="478790"/>
                  </a:lnTo>
                  <a:close/>
                </a:path>
                <a:path w="9010650" h="1435735">
                  <a:moveTo>
                    <a:pt x="1581150" y="3441"/>
                  </a:moveTo>
                  <a:lnTo>
                    <a:pt x="1580692" y="2324"/>
                  </a:lnTo>
                  <a:lnTo>
                    <a:pt x="1578825" y="457"/>
                  </a:lnTo>
                  <a:lnTo>
                    <a:pt x="1577708" y="0"/>
                  </a:lnTo>
                  <a:lnTo>
                    <a:pt x="1575079" y="0"/>
                  </a:lnTo>
                  <a:lnTo>
                    <a:pt x="1573961" y="457"/>
                  </a:lnTo>
                  <a:lnTo>
                    <a:pt x="1572094" y="2324"/>
                  </a:lnTo>
                  <a:lnTo>
                    <a:pt x="1571625" y="3441"/>
                  </a:lnTo>
                  <a:lnTo>
                    <a:pt x="1571625" y="6070"/>
                  </a:lnTo>
                  <a:lnTo>
                    <a:pt x="1572094" y="7200"/>
                  </a:lnTo>
                  <a:lnTo>
                    <a:pt x="1573961" y="9055"/>
                  </a:lnTo>
                  <a:lnTo>
                    <a:pt x="1575079" y="9525"/>
                  </a:lnTo>
                  <a:lnTo>
                    <a:pt x="1577708" y="9525"/>
                  </a:lnTo>
                  <a:lnTo>
                    <a:pt x="1578825" y="9055"/>
                  </a:lnTo>
                  <a:lnTo>
                    <a:pt x="1580692" y="7200"/>
                  </a:lnTo>
                  <a:lnTo>
                    <a:pt x="1581150" y="6070"/>
                  </a:lnTo>
                  <a:lnTo>
                    <a:pt x="1581150" y="3441"/>
                  </a:lnTo>
                  <a:close/>
                </a:path>
                <a:path w="9010650" h="1435735">
                  <a:moveTo>
                    <a:pt x="1628775" y="1429473"/>
                  </a:moveTo>
                  <a:lnTo>
                    <a:pt x="1628317" y="1428356"/>
                  </a:lnTo>
                  <a:lnTo>
                    <a:pt x="1626450" y="1426489"/>
                  </a:lnTo>
                  <a:lnTo>
                    <a:pt x="1625333" y="1426019"/>
                  </a:lnTo>
                  <a:lnTo>
                    <a:pt x="1622704" y="1426019"/>
                  </a:lnTo>
                  <a:lnTo>
                    <a:pt x="1621586" y="1426489"/>
                  </a:lnTo>
                  <a:lnTo>
                    <a:pt x="1619719" y="1428356"/>
                  </a:lnTo>
                  <a:lnTo>
                    <a:pt x="1619250" y="1429473"/>
                  </a:lnTo>
                  <a:lnTo>
                    <a:pt x="1619250" y="1432102"/>
                  </a:lnTo>
                  <a:lnTo>
                    <a:pt x="1619719" y="1433220"/>
                  </a:lnTo>
                  <a:lnTo>
                    <a:pt x="1621586" y="1435087"/>
                  </a:lnTo>
                  <a:lnTo>
                    <a:pt x="1622704" y="1435544"/>
                  </a:lnTo>
                  <a:lnTo>
                    <a:pt x="1625333" y="1435544"/>
                  </a:lnTo>
                  <a:lnTo>
                    <a:pt x="1626450" y="1435087"/>
                  </a:lnTo>
                  <a:lnTo>
                    <a:pt x="1628317" y="1433220"/>
                  </a:lnTo>
                  <a:lnTo>
                    <a:pt x="1628775" y="1432102"/>
                  </a:lnTo>
                  <a:lnTo>
                    <a:pt x="1628775" y="1429473"/>
                  </a:lnTo>
                  <a:close/>
                </a:path>
                <a:path w="9010650" h="1435735">
                  <a:moveTo>
                    <a:pt x="1628775" y="954125"/>
                  </a:moveTo>
                  <a:lnTo>
                    <a:pt x="1628317" y="953008"/>
                  </a:lnTo>
                  <a:lnTo>
                    <a:pt x="1626450" y="951153"/>
                  </a:lnTo>
                  <a:lnTo>
                    <a:pt x="1625333" y="950683"/>
                  </a:lnTo>
                  <a:lnTo>
                    <a:pt x="1622704" y="950683"/>
                  </a:lnTo>
                  <a:lnTo>
                    <a:pt x="1621586" y="951153"/>
                  </a:lnTo>
                  <a:lnTo>
                    <a:pt x="1619719" y="953008"/>
                  </a:lnTo>
                  <a:lnTo>
                    <a:pt x="1619250" y="954125"/>
                  </a:lnTo>
                  <a:lnTo>
                    <a:pt x="1619250" y="956754"/>
                  </a:lnTo>
                  <a:lnTo>
                    <a:pt x="1619719" y="957884"/>
                  </a:lnTo>
                  <a:lnTo>
                    <a:pt x="1621586" y="959739"/>
                  </a:lnTo>
                  <a:lnTo>
                    <a:pt x="1622704" y="960208"/>
                  </a:lnTo>
                  <a:lnTo>
                    <a:pt x="1625333" y="960208"/>
                  </a:lnTo>
                  <a:lnTo>
                    <a:pt x="1626450" y="959739"/>
                  </a:lnTo>
                  <a:lnTo>
                    <a:pt x="1628317" y="957884"/>
                  </a:lnTo>
                  <a:lnTo>
                    <a:pt x="1628775" y="956754"/>
                  </a:lnTo>
                  <a:lnTo>
                    <a:pt x="1628775" y="954125"/>
                  </a:lnTo>
                  <a:close/>
                </a:path>
                <a:path w="9010650" h="1435735">
                  <a:moveTo>
                    <a:pt x="1628775" y="478790"/>
                  </a:moveTo>
                  <a:lnTo>
                    <a:pt x="1628317" y="477659"/>
                  </a:lnTo>
                  <a:lnTo>
                    <a:pt x="1626450" y="475805"/>
                  </a:lnTo>
                  <a:lnTo>
                    <a:pt x="1625333" y="475335"/>
                  </a:lnTo>
                  <a:lnTo>
                    <a:pt x="1622704" y="475335"/>
                  </a:lnTo>
                  <a:lnTo>
                    <a:pt x="1621586" y="475805"/>
                  </a:lnTo>
                  <a:lnTo>
                    <a:pt x="1619719" y="477659"/>
                  </a:lnTo>
                  <a:lnTo>
                    <a:pt x="1619250" y="478790"/>
                  </a:lnTo>
                  <a:lnTo>
                    <a:pt x="1619250" y="481418"/>
                  </a:lnTo>
                  <a:lnTo>
                    <a:pt x="1619719" y="482536"/>
                  </a:lnTo>
                  <a:lnTo>
                    <a:pt x="1621586" y="484403"/>
                  </a:lnTo>
                  <a:lnTo>
                    <a:pt x="1622704" y="484860"/>
                  </a:lnTo>
                  <a:lnTo>
                    <a:pt x="1625333" y="484860"/>
                  </a:lnTo>
                  <a:lnTo>
                    <a:pt x="1626450" y="484403"/>
                  </a:lnTo>
                  <a:lnTo>
                    <a:pt x="1628317" y="482536"/>
                  </a:lnTo>
                  <a:lnTo>
                    <a:pt x="1628775" y="481418"/>
                  </a:lnTo>
                  <a:lnTo>
                    <a:pt x="1628775" y="478790"/>
                  </a:lnTo>
                  <a:close/>
                </a:path>
                <a:path w="9010650" h="1435735">
                  <a:moveTo>
                    <a:pt x="1628775" y="3441"/>
                  </a:moveTo>
                  <a:lnTo>
                    <a:pt x="1628317" y="2324"/>
                  </a:lnTo>
                  <a:lnTo>
                    <a:pt x="1626450" y="457"/>
                  </a:lnTo>
                  <a:lnTo>
                    <a:pt x="1625333" y="0"/>
                  </a:lnTo>
                  <a:lnTo>
                    <a:pt x="1622704" y="0"/>
                  </a:lnTo>
                  <a:lnTo>
                    <a:pt x="1621586" y="457"/>
                  </a:lnTo>
                  <a:lnTo>
                    <a:pt x="1619719" y="2324"/>
                  </a:lnTo>
                  <a:lnTo>
                    <a:pt x="1619250" y="3441"/>
                  </a:lnTo>
                  <a:lnTo>
                    <a:pt x="1619250" y="6070"/>
                  </a:lnTo>
                  <a:lnTo>
                    <a:pt x="1619719" y="7200"/>
                  </a:lnTo>
                  <a:lnTo>
                    <a:pt x="1621586" y="9055"/>
                  </a:lnTo>
                  <a:lnTo>
                    <a:pt x="1622704" y="9525"/>
                  </a:lnTo>
                  <a:lnTo>
                    <a:pt x="1625333" y="9525"/>
                  </a:lnTo>
                  <a:lnTo>
                    <a:pt x="1626450" y="9055"/>
                  </a:lnTo>
                  <a:lnTo>
                    <a:pt x="1628317" y="7200"/>
                  </a:lnTo>
                  <a:lnTo>
                    <a:pt x="1628775" y="6070"/>
                  </a:lnTo>
                  <a:lnTo>
                    <a:pt x="1628775" y="3441"/>
                  </a:lnTo>
                  <a:close/>
                </a:path>
                <a:path w="9010650" h="1435735">
                  <a:moveTo>
                    <a:pt x="1676400" y="1429473"/>
                  </a:moveTo>
                  <a:lnTo>
                    <a:pt x="1675942" y="1428356"/>
                  </a:lnTo>
                  <a:lnTo>
                    <a:pt x="1674075" y="1426489"/>
                  </a:lnTo>
                  <a:lnTo>
                    <a:pt x="1672958" y="1426019"/>
                  </a:lnTo>
                  <a:lnTo>
                    <a:pt x="1670329" y="1426019"/>
                  </a:lnTo>
                  <a:lnTo>
                    <a:pt x="1669211" y="1426489"/>
                  </a:lnTo>
                  <a:lnTo>
                    <a:pt x="1667344" y="1428356"/>
                  </a:lnTo>
                  <a:lnTo>
                    <a:pt x="1666875" y="1429473"/>
                  </a:lnTo>
                  <a:lnTo>
                    <a:pt x="1666875" y="1432102"/>
                  </a:lnTo>
                  <a:lnTo>
                    <a:pt x="1667344" y="1433220"/>
                  </a:lnTo>
                  <a:lnTo>
                    <a:pt x="1669211" y="1435087"/>
                  </a:lnTo>
                  <a:lnTo>
                    <a:pt x="1670329" y="1435544"/>
                  </a:lnTo>
                  <a:lnTo>
                    <a:pt x="1672958" y="1435544"/>
                  </a:lnTo>
                  <a:lnTo>
                    <a:pt x="1674075" y="1435087"/>
                  </a:lnTo>
                  <a:lnTo>
                    <a:pt x="1675942" y="1433220"/>
                  </a:lnTo>
                  <a:lnTo>
                    <a:pt x="1676400" y="1432102"/>
                  </a:lnTo>
                  <a:lnTo>
                    <a:pt x="1676400" y="1429473"/>
                  </a:lnTo>
                  <a:close/>
                </a:path>
                <a:path w="9010650" h="1435735">
                  <a:moveTo>
                    <a:pt x="1676400" y="954125"/>
                  </a:moveTo>
                  <a:lnTo>
                    <a:pt x="1675942" y="953008"/>
                  </a:lnTo>
                  <a:lnTo>
                    <a:pt x="1674075" y="951153"/>
                  </a:lnTo>
                  <a:lnTo>
                    <a:pt x="1672958" y="950683"/>
                  </a:lnTo>
                  <a:lnTo>
                    <a:pt x="1670329" y="950683"/>
                  </a:lnTo>
                  <a:lnTo>
                    <a:pt x="1669211" y="951153"/>
                  </a:lnTo>
                  <a:lnTo>
                    <a:pt x="1667344" y="953008"/>
                  </a:lnTo>
                  <a:lnTo>
                    <a:pt x="1666875" y="954125"/>
                  </a:lnTo>
                  <a:lnTo>
                    <a:pt x="1666875" y="956754"/>
                  </a:lnTo>
                  <a:lnTo>
                    <a:pt x="1667344" y="957884"/>
                  </a:lnTo>
                  <a:lnTo>
                    <a:pt x="1669211" y="959739"/>
                  </a:lnTo>
                  <a:lnTo>
                    <a:pt x="1670329" y="960208"/>
                  </a:lnTo>
                  <a:lnTo>
                    <a:pt x="1672958" y="960208"/>
                  </a:lnTo>
                  <a:lnTo>
                    <a:pt x="1674075" y="959739"/>
                  </a:lnTo>
                  <a:lnTo>
                    <a:pt x="1675942" y="957884"/>
                  </a:lnTo>
                  <a:lnTo>
                    <a:pt x="1676400" y="956754"/>
                  </a:lnTo>
                  <a:lnTo>
                    <a:pt x="1676400" y="954125"/>
                  </a:lnTo>
                  <a:close/>
                </a:path>
                <a:path w="9010650" h="1435735">
                  <a:moveTo>
                    <a:pt x="1676400" y="478790"/>
                  </a:moveTo>
                  <a:lnTo>
                    <a:pt x="1675942" y="477659"/>
                  </a:lnTo>
                  <a:lnTo>
                    <a:pt x="1674075" y="475805"/>
                  </a:lnTo>
                  <a:lnTo>
                    <a:pt x="1672958" y="475335"/>
                  </a:lnTo>
                  <a:lnTo>
                    <a:pt x="1670329" y="475335"/>
                  </a:lnTo>
                  <a:lnTo>
                    <a:pt x="1669211" y="475805"/>
                  </a:lnTo>
                  <a:lnTo>
                    <a:pt x="1667344" y="477659"/>
                  </a:lnTo>
                  <a:lnTo>
                    <a:pt x="1666875" y="478790"/>
                  </a:lnTo>
                  <a:lnTo>
                    <a:pt x="1666875" y="481418"/>
                  </a:lnTo>
                  <a:lnTo>
                    <a:pt x="1667344" y="482536"/>
                  </a:lnTo>
                  <a:lnTo>
                    <a:pt x="1669211" y="484403"/>
                  </a:lnTo>
                  <a:lnTo>
                    <a:pt x="1670329" y="484860"/>
                  </a:lnTo>
                  <a:lnTo>
                    <a:pt x="1672958" y="484860"/>
                  </a:lnTo>
                  <a:lnTo>
                    <a:pt x="1674075" y="484403"/>
                  </a:lnTo>
                  <a:lnTo>
                    <a:pt x="1675942" y="482536"/>
                  </a:lnTo>
                  <a:lnTo>
                    <a:pt x="1676400" y="481418"/>
                  </a:lnTo>
                  <a:lnTo>
                    <a:pt x="1676400" y="478790"/>
                  </a:lnTo>
                  <a:close/>
                </a:path>
                <a:path w="9010650" h="1435735">
                  <a:moveTo>
                    <a:pt x="1676400" y="3441"/>
                  </a:moveTo>
                  <a:lnTo>
                    <a:pt x="1675942" y="2324"/>
                  </a:lnTo>
                  <a:lnTo>
                    <a:pt x="1674075" y="457"/>
                  </a:lnTo>
                  <a:lnTo>
                    <a:pt x="1672958" y="0"/>
                  </a:lnTo>
                  <a:lnTo>
                    <a:pt x="1670329" y="0"/>
                  </a:lnTo>
                  <a:lnTo>
                    <a:pt x="1669211" y="457"/>
                  </a:lnTo>
                  <a:lnTo>
                    <a:pt x="1667344" y="2324"/>
                  </a:lnTo>
                  <a:lnTo>
                    <a:pt x="1666875" y="3441"/>
                  </a:lnTo>
                  <a:lnTo>
                    <a:pt x="1666875" y="6070"/>
                  </a:lnTo>
                  <a:lnTo>
                    <a:pt x="1667344" y="7200"/>
                  </a:lnTo>
                  <a:lnTo>
                    <a:pt x="1669211" y="9055"/>
                  </a:lnTo>
                  <a:lnTo>
                    <a:pt x="1670329" y="9525"/>
                  </a:lnTo>
                  <a:lnTo>
                    <a:pt x="1672958" y="9525"/>
                  </a:lnTo>
                  <a:lnTo>
                    <a:pt x="1674075" y="9055"/>
                  </a:lnTo>
                  <a:lnTo>
                    <a:pt x="1675942" y="7200"/>
                  </a:lnTo>
                  <a:lnTo>
                    <a:pt x="1676400" y="6070"/>
                  </a:lnTo>
                  <a:lnTo>
                    <a:pt x="1676400" y="3441"/>
                  </a:lnTo>
                  <a:close/>
                </a:path>
                <a:path w="9010650" h="1435735">
                  <a:moveTo>
                    <a:pt x="1724025" y="1429473"/>
                  </a:moveTo>
                  <a:lnTo>
                    <a:pt x="1723567" y="1428356"/>
                  </a:lnTo>
                  <a:lnTo>
                    <a:pt x="1721700" y="1426489"/>
                  </a:lnTo>
                  <a:lnTo>
                    <a:pt x="1720583" y="1426019"/>
                  </a:lnTo>
                  <a:lnTo>
                    <a:pt x="1717954" y="1426019"/>
                  </a:lnTo>
                  <a:lnTo>
                    <a:pt x="1716836" y="1426489"/>
                  </a:lnTo>
                  <a:lnTo>
                    <a:pt x="1714969" y="1428356"/>
                  </a:lnTo>
                  <a:lnTo>
                    <a:pt x="1714500" y="1429473"/>
                  </a:lnTo>
                  <a:lnTo>
                    <a:pt x="1714500" y="1432102"/>
                  </a:lnTo>
                  <a:lnTo>
                    <a:pt x="1714969" y="1433220"/>
                  </a:lnTo>
                  <a:lnTo>
                    <a:pt x="1716836" y="1435087"/>
                  </a:lnTo>
                  <a:lnTo>
                    <a:pt x="1717954" y="1435544"/>
                  </a:lnTo>
                  <a:lnTo>
                    <a:pt x="1720583" y="1435544"/>
                  </a:lnTo>
                  <a:lnTo>
                    <a:pt x="1721700" y="1435087"/>
                  </a:lnTo>
                  <a:lnTo>
                    <a:pt x="1723567" y="1433220"/>
                  </a:lnTo>
                  <a:lnTo>
                    <a:pt x="1724025" y="1432102"/>
                  </a:lnTo>
                  <a:lnTo>
                    <a:pt x="1724025" y="1429473"/>
                  </a:lnTo>
                  <a:close/>
                </a:path>
                <a:path w="9010650" h="1435735">
                  <a:moveTo>
                    <a:pt x="1724025" y="954125"/>
                  </a:moveTo>
                  <a:lnTo>
                    <a:pt x="1723567" y="953008"/>
                  </a:lnTo>
                  <a:lnTo>
                    <a:pt x="1721700" y="951153"/>
                  </a:lnTo>
                  <a:lnTo>
                    <a:pt x="1720583" y="950683"/>
                  </a:lnTo>
                  <a:lnTo>
                    <a:pt x="1717954" y="950683"/>
                  </a:lnTo>
                  <a:lnTo>
                    <a:pt x="1716836" y="951153"/>
                  </a:lnTo>
                  <a:lnTo>
                    <a:pt x="1714969" y="953008"/>
                  </a:lnTo>
                  <a:lnTo>
                    <a:pt x="1714500" y="954125"/>
                  </a:lnTo>
                  <a:lnTo>
                    <a:pt x="1714500" y="956754"/>
                  </a:lnTo>
                  <a:lnTo>
                    <a:pt x="1714969" y="957884"/>
                  </a:lnTo>
                  <a:lnTo>
                    <a:pt x="1716836" y="959739"/>
                  </a:lnTo>
                  <a:lnTo>
                    <a:pt x="1717954" y="960208"/>
                  </a:lnTo>
                  <a:lnTo>
                    <a:pt x="1720583" y="960208"/>
                  </a:lnTo>
                  <a:lnTo>
                    <a:pt x="1721700" y="959739"/>
                  </a:lnTo>
                  <a:lnTo>
                    <a:pt x="1723567" y="957884"/>
                  </a:lnTo>
                  <a:lnTo>
                    <a:pt x="1724025" y="956754"/>
                  </a:lnTo>
                  <a:lnTo>
                    <a:pt x="1724025" y="954125"/>
                  </a:lnTo>
                  <a:close/>
                </a:path>
                <a:path w="9010650" h="1435735">
                  <a:moveTo>
                    <a:pt x="1724025" y="478790"/>
                  </a:moveTo>
                  <a:lnTo>
                    <a:pt x="1723567" y="477659"/>
                  </a:lnTo>
                  <a:lnTo>
                    <a:pt x="1721700" y="475805"/>
                  </a:lnTo>
                  <a:lnTo>
                    <a:pt x="1720583" y="475335"/>
                  </a:lnTo>
                  <a:lnTo>
                    <a:pt x="1717954" y="475335"/>
                  </a:lnTo>
                  <a:lnTo>
                    <a:pt x="1716836" y="475805"/>
                  </a:lnTo>
                  <a:lnTo>
                    <a:pt x="1714969" y="477659"/>
                  </a:lnTo>
                  <a:lnTo>
                    <a:pt x="1714500" y="478790"/>
                  </a:lnTo>
                  <a:lnTo>
                    <a:pt x="1714500" y="481418"/>
                  </a:lnTo>
                  <a:lnTo>
                    <a:pt x="1714969" y="482536"/>
                  </a:lnTo>
                  <a:lnTo>
                    <a:pt x="1716836" y="484403"/>
                  </a:lnTo>
                  <a:lnTo>
                    <a:pt x="1717954" y="484860"/>
                  </a:lnTo>
                  <a:lnTo>
                    <a:pt x="1720583" y="484860"/>
                  </a:lnTo>
                  <a:lnTo>
                    <a:pt x="1721700" y="484403"/>
                  </a:lnTo>
                  <a:lnTo>
                    <a:pt x="1723567" y="482536"/>
                  </a:lnTo>
                  <a:lnTo>
                    <a:pt x="1724025" y="481418"/>
                  </a:lnTo>
                  <a:lnTo>
                    <a:pt x="1724025" y="478790"/>
                  </a:lnTo>
                  <a:close/>
                </a:path>
                <a:path w="9010650" h="1435735">
                  <a:moveTo>
                    <a:pt x="1724025" y="3441"/>
                  </a:moveTo>
                  <a:lnTo>
                    <a:pt x="1723567" y="2324"/>
                  </a:lnTo>
                  <a:lnTo>
                    <a:pt x="1721700" y="457"/>
                  </a:lnTo>
                  <a:lnTo>
                    <a:pt x="1720583" y="0"/>
                  </a:lnTo>
                  <a:lnTo>
                    <a:pt x="1717954" y="0"/>
                  </a:lnTo>
                  <a:lnTo>
                    <a:pt x="1716836" y="457"/>
                  </a:lnTo>
                  <a:lnTo>
                    <a:pt x="1714969" y="2324"/>
                  </a:lnTo>
                  <a:lnTo>
                    <a:pt x="1714500" y="3441"/>
                  </a:lnTo>
                  <a:lnTo>
                    <a:pt x="1714500" y="6070"/>
                  </a:lnTo>
                  <a:lnTo>
                    <a:pt x="1714969" y="7200"/>
                  </a:lnTo>
                  <a:lnTo>
                    <a:pt x="1716836" y="9055"/>
                  </a:lnTo>
                  <a:lnTo>
                    <a:pt x="1717954" y="9525"/>
                  </a:lnTo>
                  <a:lnTo>
                    <a:pt x="1720583" y="9525"/>
                  </a:lnTo>
                  <a:lnTo>
                    <a:pt x="1721700" y="9055"/>
                  </a:lnTo>
                  <a:lnTo>
                    <a:pt x="1723567" y="7200"/>
                  </a:lnTo>
                  <a:lnTo>
                    <a:pt x="1724025" y="6070"/>
                  </a:lnTo>
                  <a:lnTo>
                    <a:pt x="1724025" y="3441"/>
                  </a:lnTo>
                  <a:close/>
                </a:path>
                <a:path w="9010650" h="1435735">
                  <a:moveTo>
                    <a:pt x="1771650" y="1429473"/>
                  </a:moveTo>
                  <a:lnTo>
                    <a:pt x="1771192" y="1428356"/>
                  </a:lnTo>
                  <a:lnTo>
                    <a:pt x="1769325" y="1426489"/>
                  </a:lnTo>
                  <a:lnTo>
                    <a:pt x="1768208" y="1426019"/>
                  </a:lnTo>
                  <a:lnTo>
                    <a:pt x="1765579" y="1426019"/>
                  </a:lnTo>
                  <a:lnTo>
                    <a:pt x="1764461" y="1426489"/>
                  </a:lnTo>
                  <a:lnTo>
                    <a:pt x="1762594" y="1428356"/>
                  </a:lnTo>
                  <a:lnTo>
                    <a:pt x="1762125" y="1429473"/>
                  </a:lnTo>
                  <a:lnTo>
                    <a:pt x="1762125" y="1432102"/>
                  </a:lnTo>
                  <a:lnTo>
                    <a:pt x="1762594" y="1433220"/>
                  </a:lnTo>
                  <a:lnTo>
                    <a:pt x="1764461" y="1435087"/>
                  </a:lnTo>
                  <a:lnTo>
                    <a:pt x="1765579" y="1435544"/>
                  </a:lnTo>
                  <a:lnTo>
                    <a:pt x="1768208" y="1435544"/>
                  </a:lnTo>
                  <a:lnTo>
                    <a:pt x="1769325" y="1435087"/>
                  </a:lnTo>
                  <a:lnTo>
                    <a:pt x="1771192" y="1433220"/>
                  </a:lnTo>
                  <a:lnTo>
                    <a:pt x="1771650" y="1432102"/>
                  </a:lnTo>
                  <a:lnTo>
                    <a:pt x="1771650" y="1429473"/>
                  </a:lnTo>
                  <a:close/>
                </a:path>
                <a:path w="9010650" h="1435735">
                  <a:moveTo>
                    <a:pt x="1771650" y="954125"/>
                  </a:moveTo>
                  <a:lnTo>
                    <a:pt x="1771192" y="953008"/>
                  </a:lnTo>
                  <a:lnTo>
                    <a:pt x="1769325" y="951153"/>
                  </a:lnTo>
                  <a:lnTo>
                    <a:pt x="1768208" y="950683"/>
                  </a:lnTo>
                  <a:lnTo>
                    <a:pt x="1765579" y="950683"/>
                  </a:lnTo>
                  <a:lnTo>
                    <a:pt x="1764461" y="951153"/>
                  </a:lnTo>
                  <a:lnTo>
                    <a:pt x="1762594" y="953008"/>
                  </a:lnTo>
                  <a:lnTo>
                    <a:pt x="1762125" y="954125"/>
                  </a:lnTo>
                  <a:lnTo>
                    <a:pt x="1762125" y="956754"/>
                  </a:lnTo>
                  <a:lnTo>
                    <a:pt x="1762594" y="957884"/>
                  </a:lnTo>
                  <a:lnTo>
                    <a:pt x="1764461" y="959739"/>
                  </a:lnTo>
                  <a:lnTo>
                    <a:pt x="1765579" y="960208"/>
                  </a:lnTo>
                  <a:lnTo>
                    <a:pt x="1768208" y="960208"/>
                  </a:lnTo>
                  <a:lnTo>
                    <a:pt x="1769325" y="959739"/>
                  </a:lnTo>
                  <a:lnTo>
                    <a:pt x="1771192" y="957884"/>
                  </a:lnTo>
                  <a:lnTo>
                    <a:pt x="1771650" y="956754"/>
                  </a:lnTo>
                  <a:lnTo>
                    <a:pt x="1771650" y="954125"/>
                  </a:lnTo>
                  <a:close/>
                </a:path>
                <a:path w="9010650" h="1435735">
                  <a:moveTo>
                    <a:pt x="1771650" y="478790"/>
                  </a:moveTo>
                  <a:lnTo>
                    <a:pt x="1771192" y="477659"/>
                  </a:lnTo>
                  <a:lnTo>
                    <a:pt x="1769325" y="475805"/>
                  </a:lnTo>
                  <a:lnTo>
                    <a:pt x="1768208" y="475335"/>
                  </a:lnTo>
                  <a:lnTo>
                    <a:pt x="1765579" y="475335"/>
                  </a:lnTo>
                  <a:lnTo>
                    <a:pt x="1764461" y="475805"/>
                  </a:lnTo>
                  <a:lnTo>
                    <a:pt x="1762594" y="477659"/>
                  </a:lnTo>
                  <a:lnTo>
                    <a:pt x="1762125" y="478790"/>
                  </a:lnTo>
                  <a:lnTo>
                    <a:pt x="1762125" y="481418"/>
                  </a:lnTo>
                  <a:lnTo>
                    <a:pt x="1762594" y="482536"/>
                  </a:lnTo>
                  <a:lnTo>
                    <a:pt x="1764461" y="484403"/>
                  </a:lnTo>
                  <a:lnTo>
                    <a:pt x="1765579" y="484860"/>
                  </a:lnTo>
                  <a:lnTo>
                    <a:pt x="1768208" y="484860"/>
                  </a:lnTo>
                  <a:lnTo>
                    <a:pt x="1769325" y="484403"/>
                  </a:lnTo>
                  <a:lnTo>
                    <a:pt x="1771192" y="482536"/>
                  </a:lnTo>
                  <a:lnTo>
                    <a:pt x="1771650" y="481418"/>
                  </a:lnTo>
                  <a:lnTo>
                    <a:pt x="1771650" y="478790"/>
                  </a:lnTo>
                  <a:close/>
                </a:path>
                <a:path w="9010650" h="1435735">
                  <a:moveTo>
                    <a:pt x="1771650" y="3441"/>
                  </a:moveTo>
                  <a:lnTo>
                    <a:pt x="1771192" y="2324"/>
                  </a:lnTo>
                  <a:lnTo>
                    <a:pt x="1769325" y="457"/>
                  </a:lnTo>
                  <a:lnTo>
                    <a:pt x="1768208" y="0"/>
                  </a:lnTo>
                  <a:lnTo>
                    <a:pt x="1765579" y="0"/>
                  </a:lnTo>
                  <a:lnTo>
                    <a:pt x="1764461" y="457"/>
                  </a:lnTo>
                  <a:lnTo>
                    <a:pt x="1762594" y="2324"/>
                  </a:lnTo>
                  <a:lnTo>
                    <a:pt x="1762125" y="3441"/>
                  </a:lnTo>
                  <a:lnTo>
                    <a:pt x="1762125" y="6070"/>
                  </a:lnTo>
                  <a:lnTo>
                    <a:pt x="1762594" y="7200"/>
                  </a:lnTo>
                  <a:lnTo>
                    <a:pt x="1764461" y="9055"/>
                  </a:lnTo>
                  <a:lnTo>
                    <a:pt x="1765579" y="9525"/>
                  </a:lnTo>
                  <a:lnTo>
                    <a:pt x="1768208" y="9525"/>
                  </a:lnTo>
                  <a:lnTo>
                    <a:pt x="1769325" y="9055"/>
                  </a:lnTo>
                  <a:lnTo>
                    <a:pt x="1771192" y="7200"/>
                  </a:lnTo>
                  <a:lnTo>
                    <a:pt x="1771650" y="6070"/>
                  </a:lnTo>
                  <a:lnTo>
                    <a:pt x="1771650" y="3441"/>
                  </a:lnTo>
                  <a:close/>
                </a:path>
                <a:path w="9010650" h="1435735">
                  <a:moveTo>
                    <a:pt x="1819275" y="1429473"/>
                  </a:moveTo>
                  <a:lnTo>
                    <a:pt x="1818817" y="1428356"/>
                  </a:lnTo>
                  <a:lnTo>
                    <a:pt x="1816950" y="1426489"/>
                  </a:lnTo>
                  <a:lnTo>
                    <a:pt x="1815833" y="1426019"/>
                  </a:lnTo>
                  <a:lnTo>
                    <a:pt x="1813204" y="1426019"/>
                  </a:lnTo>
                  <a:lnTo>
                    <a:pt x="1812086" y="1426489"/>
                  </a:lnTo>
                  <a:lnTo>
                    <a:pt x="1810219" y="1428356"/>
                  </a:lnTo>
                  <a:lnTo>
                    <a:pt x="1809750" y="1429473"/>
                  </a:lnTo>
                  <a:lnTo>
                    <a:pt x="1809750" y="1432102"/>
                  </a:lnTo>
                  <a:lnTo>
                    <a:pt x="1810219" y="1433220"/>
                  </a:lnTo>
                  <a:lnTo>
                    <a:pt x="1812086" y="1435087"/>
                  </a:lnTo>
                  <a:lnTo>
                    <a:pt x="1813204" y="1435544"/>
                  </a:lnTo>
                  <a:lnTo>
                    <a:pt x="1815833" y="1435544"/>
                  </a:lnTo>
                  <a:lnTo>
                    <a:pt x="1816950" y="1435087"/>
                  </a:lnTo>
                  <a:lnTo>
                    <a:pt x="1818817" y="1433220"/>
                  </a:lnTo>
                  <a:lnTo>
                    <a:pt x="1819275" y="1432102"/>
                  </a:lnTo>
                  <a:lnTo>
                    <a:pt x="1819275" y="1429473"/>
                  </a:lnTo>
                  <a:close/>
                </a:path>
                <a:path w="9010650" h="1435735">
                  <a:moveTo>
                    <a:pt x="1819275" y="954125"/>
                  </a:moveTo>
                  <a:lnTo>
                    <a:pt x="1818817" y="953008"/>
                  </a:lnTo>
                  <a:lnTo>
                    <a:pt x="1816950" y="951153"/>
                  </a:lnTo>
                  <a:lnTo>
                    <a:pt x="1815833" y="950683"/>
                  </a:lnTo>
                  <a:lnTo>
                    <a:pt x="1813204" y="950683"/>
                  </a:lnTo>
                  <a:lnTo>
                    <a:pt x="1812086" y="951153"/>
                  </a:lnTo>
                  <a:lnTo>
                    <a:pt x="1810219" y="953008"/>
                  </a:lnTo>
                  <a:lnTo>
                    <a:pt x="1809750" y="954125"/>
                  </a:lnTo>
                  <a:lnTo>
                    <a:pt x="1809750" y="956754"/>
                  </a:lnTo>
                  <a:lnTo>
                    <a:pt x="1810219" y="957884"/>
                  </a:lnTo>
                  <a:lnTo>
                    <a:pt x="1812086" y="959739"/>
                  </a:lnTo>
                  <a:lnTo>
                    <a:pt x="1813204" y="960208"/>
                  </a:lnTo>
                  <a:lnTo>
                    <a:pt x="1815833" y="960208"/>
                  </a:lnTo>
                  <a:lnTo>
                    <a:pt x="1816950" y="959739"/>
                  </a:lnTo>
                  <a:lnTo>
                    <a:pt x="1818817" y="957884"/>
                  </a:lnTo>
                  <a:lnTo>
                    <a:pt x="1819275" y="956754"/>
                  </a:lnTo>
                  <a:lnTo>
                    <a:pt x="1819275" y="954125"/>
                  </a:lnTo>
                  <a:close/>
                </a:path>
                <a:path w="9010650" h="1435735">
                  <a:moveTo>
                    <a:pt x="1819275" y="478790"/>
                  </a:moveTo>
                  <a:lnTo>
                    <a:pt x="1818817" y="477659"/>
                  </a:lnTo>
                  <a:lnTo>
                    <a:pt x="1816950" y="475805"/>
                  </a:lnTo>
                  <a:lnTo>
                    <a:pt x="1815833" y="475335"/>
                  </a:lnTo>
                  <a:lnTo>
                    <a:pt x="1813204" y="475335"/>
                  </a:lnTo>
                  <a:lnTo>
                    <a:pt x="1812086" y="475805"/>
                  </a:lnTo>
                  <a:lnTo>
                    <a:pt x="1810219" y="477659"/>
                  </a:lnTo>
                  <a:lnTo>
                    <a:pt x="1809750" y="478790"/>
                  </a:lnTo>
                  <a:lnTo>
                    <a:pt x="1809750" y="481418"/>
                  </a:lnTo>
                  <a:lnTo>
                    <a:pt x="1810219" y="482536"/>
                  </a:lnTo>
                  <a:lnTo>
                    <a:pt x="1812086" y="484403"/>
                  </a:lnTo>
                  <a:lnTo>
                    <a:pt x="1813204" y="484860"/>
                  </a:lnTo>
                  <a:lnTo>
                    <a:pt x="1815833" y="484860"/>
                  </a:lnTo>
                  <a:lnTo>
                    <a:pt x="1816950" y="484403"/>
                  </a:lnTo>
                  <a:lnTo>
                    <a:pt x="1818817" y="482536"/>
                  </a:lnTo>
                  <a:lnTo>
                    <a:pt x="1819275" y="481418"/>
                  </a:lnTo>
                  <a:lnTo>
                    <a:pt x="1819275" y="478790"/>
                  </a:lnTo>
                  <a:close/>
                </a:path>
                <a:path w="9010650" h="1435735">
                  <a:moveTo>
                    <a:pt x="1819275" y="3441"/>
                  </a:moveTo>
                  <a:lnTo>
                    <a:pt x="1818817" y="2324"/>
                  </a:lnTo>
                  <a:lnTo>
                    <a:pt x="1816950" y="457"/>
                  </a:lnTo>
                  <a:lnTo>
                    <a:pt x="1815833" y="0"/>
                  </a:lnTo>
                  <a:lnTo>
                    <a:pt x="1813204" y="0"/>
                  </a:lnTo>
                  <a:lnTo>
                    <a:pt x="1812086" y="457"/>
                  </a:lnTo>
                  <a:lnTo>
                    <a:pt x="1810219" y="2324"/>
                  </a:lnTo>
                  <a:lnTo>
                    <a:pt x="1809750" y="3441"/>
                  </a:lnTo>
                  <a:lnTo>
                    <a:pt x="1809750" y="6070"/>
                  </a:lnTo>
                  <a:lnTo>
                    <a:pt x="1810219" y="7200"/>
                  </a:lnTo>
                  <a:lnTo>
                    <a:pt x="1812086" y="9055"/>
                  </a:lnTo>
                  <a:lnTo>
                    <a:pt x="1813204" y="9525"/>
                  </a:lnTo>
                  <a:lnTo>
                    <a:pt x="1815833" y="9525"/>
                  </a:lnTo>
                  <a:lnTo>
                    <a:pt x="1816950" y="9055"/>
                  </a:lnTo>
                  <a:lnTo>
                    <a:pt x="1818817" y="7200"/>
                  </a:lnTo>
                  <a:lnTo>
                    <a:pt x="1819275" y="6070"/>
                  </a:lnTo>
                  <a:lnTo>
                    <a:pt x="1819275" y="3441"/>
                  </a:lnTo>
                  <a:close/>
                </a:path>
                <a:path w="9010650" h="1435735">
                  <a:moveTo>
                    <a:pt x="1866900" y="1429473"/>
                  </a:moveTo>
                  <a:lnTo>
                    <a:pt x="1866442" y="1428356"/>
                  </a:lnTo>
                  <a:lnTo>
                    <a:pt x="1864575" y="1426489"/>
                  </a:lnTo>
                  <a:lnTo>
                    <a:pt x="1863458" y="1426019"/>
                  </a:lnTo>
                  <a:lnTo>
                    <a:pt x="1860829" y="1426019"/>
                  </a:lnTo>
                  <a:lnTo>
                    <a:pt x="1859711" y="1426489"/>
                  </a:lnTo>
                  <a:lnTo>
                    <a:pt x="1857844" y="1428356"/>
                  </a:lnTo>
                  <a:lnTo>
                    <a:pt x="1857375" y="1429473"/>
                  </a:lnTo>
                  <a:lnTo>
                    <a:pt x="1857375" y="1432102"/>
                  </a:lnTo>
                  <a:lnTo>
                    <a:pt x="1857844" y="1433220"/>
                  </a:lnTo>
                  <a:lnTo>
                    <a:pt x="1859711" y="1435087"/>
                  </a:lnTo>
                  <a:lnTo>
                    <a:pt x="1860829" y="1435544"/>
                  </a:lnTo>
                  <a:lnTo>
                    <a:pt x="1863458" y="1435544"/>
                  </a:lnTo>
                  <a:lnTo>
                    <a:pt x="1864575" y="1435087"/>
                  </a:lnTo>
                  <a:lnTo>
                    <a:pt x="1866442" y="1433220"/>
                  </a:lnTo>
                  <a:lnTo>
                    <a:pt x="1866900" y="1432102"/>
                  </a:lnTo>
                  <a:lnTo>
                    <a:pt x="1866900" y="1429473"/>
                  </a:lnTo>
                  <a:close/>
                </a:path>
                <a:path w="9010650" h="1435735">
                  <a:moveTo>
                    <a:pt x="1866900" y="954125"/>
                  </a:moveTo>
                  <a:lnTo>
                    <a:pt x="1866442" y="953008"/>
                  </a:lnTo>
                  <a:lnTo>
                    <a:pt x="1864575" y="951153"/>
                  </a:lnTo>
                  <a:lnTo>
                    <a:pt x="1863458" y="950683"/>
                  </a:lnTo>
                  <a:lnTo>
                    <a:pt x="1860829" y="950683"/>
                  </a:lnTo>
                  <a:lnTo>
                    <a:pt x="1859711" y="951153"/>
                  </a:lnTo>
                  <a:lnTo>
                    <a:pt x="1857844" y="953008"/>
                  </a:lnTo>
                  <a:lnTo>
                    <a:pt x="1857375" y="954125"/>
                  </a:lnTo>
                  <a:lnTo>
                    <a:pt x="1857375" y="956754"/>
                  </a:lnTo>
                  <a:lnTo>
                    <a:pt x="1857844" y="957884"/>
                  </a:lnTo>
                  <a:lnTo>
                    <a:pt x="1859711" y="959739"/>
                  </a:lnTo>
                  <a:lnTo>
                    <a:pt x="1860829" y="960208"/>
                  </a:lnTo>
                  <a:lnTo>
                    <a:pt x="1863458" y="960208"/>
                  </a:lnTo>
                  <a:lnTo>
                    <a:pt x="1864575" y="959739"/>
                  </a:lnTo>
                  <a:lnTo>
                    <a:pt x="1866442" y="957884"/>
                  </a:lnTo>
                  <a:lnTo>
                    <a:pt x="1866900" y="956754"/>
                  </a:lnTo>
                  <a:lnTo>
                    <a:pt x="1866900" y="954125"/>
                  </a:lnTo>
                  <a:close/>
                </a:path>
                <a:path w="9010650" h="1435735">
                  <a:moveTo>
                    <a:pt x="1866900" y="478790"/>
                  </a:moveTo>
                  <a:lnTo>
                    <a:pt x="1866442" y="477659"/>
                  </a:lnTo>
                  <a:lnTo>
                    <a:pt x="1864575" y="475805"/>
                  </a:lnTo>
                  <a:lnTo>
                    <a:pt x="1863458" y="475335"/>
                  </a:lnTo>
                  <a:lnTo>
                    <a:pt x="1860829" y="475335"/>
                  </a:lnTo>
                  <a:lnTo>
                    <a:pt x="1859711" y="475805"/>
                  </a:lnTo>
                  <a:lnTo>
                    <a:pt x="1857844" y="477659"/>
                  </a:lnTo>
                  <a:lnTo>
                    <a:pt x="1857375" y="478790"/>
                  </a:lnTo>
                  <a:lnTo>
                    <a:pt x="1857375" y="481418"/>
                  </a:lnTo>
                  <a:lnTo>
                    <a:pt x="1857844" y="482536"/>
                  </a:lnTo>
                  <a:lnTo>
                    <a:pt x="1859711" y="484403"/>
                  </a:lnTo>
                  <a:lnTo>
                    <a:pt x="1860829" y="484860"/>
                  </a:lnTo>
                  <a:lnTo>
                    <a:pt x="1863458" y="484860"/>
                  </a:lnTo>
                  <a:lnTo>
                    <a:pt x="1864575" y="484403"/>
                  </a:lnTo>
                  <a:lnTo>
                    <a:pt x="1866442" y="482536"/>
                  </a:lnTo>
                  <a:lnTo>
                    <a:pt x="1866900" y="481418"/>
                  </a:lnTo>
                  <a:lnTo>
                    <a:pt x="1866900" y="478790"/>
                  </a:lnTo>
                  <a:close/>
                </a:path>
                <a:path w="9010650" h="1435735">
                  <a:moveTo>
                    <a:pt x="1866900" y="3441"/>
                  </a:moveTo>
                  <a:lnTo>
                    <a:pt x="1866442" y="2324"/>
                  </a:lnTo>
                  <a:lnTo>
                    <a:pt x="1864575" y="457"/>
                  </a:lnTo>
                  <a:lnTo>
                    <a:pt x="1863458" y="0"/>
                  </a:lnTo>
                  <a:lnTo>
                    <a:pt x="1860829" y="0"/>
                  </a:lnTo>
                  <a:lnTo>
                    <a:pt x="1859711" y="457"/>
                  </a:lnTo>
                  <a:lnTo>
                    <a:pt x="1857844" y="2324"/>
                  </a:lnTo>
                  <a:lnTo>
                    <a:pt x="1857375" y="3441"/>
                  </a:lnTo>
                  <a:lnTo>
                    <a:pt x="1857375" y="6070"/>
                  </a:lnTo>
                  <a:lnTo>
                    <a:pt x="1857844" y="7200"/>
                  </a:lnTo>
                  <a:lnTo>
                    <a:pt x="1859711" y="9055"/>
                  </a:lnTo>
                  <a:lnTo>
                    <a:pt x="1860829" y="9525"/>
                  </a:lnTo>
                  <a:lnTo>
                    <a:pt x="1863458" y="9525"/>
                  </a:lnTo>
                  <a:lnTo>
                    <a:pt x="1864575" y="9055"/>
                  </a:lnTo>
                  <a:lnTo>
                    <a:pt x="1866442" y="7200"/>
                  </a:lnTo>
                  <a:lnTo>
                    <a:pt x="1866900" y="6070"/>
                  </a:lnTo>
                  <a:lnTo>
                    <a:pt x="1866900" y="3441"/>
                  </a:lnTo>
                  <a:close/>
                </a:path>
                <a:path w="9010650" h="1435735">
                  <a:moveTo>
                    <a:pt x="1914525" y="1429473"/>
                  </a:moveTo>
                  <a:lnTo>
                    <a:pt x="1914067" y="1428356"/>
                  </a:lnTo>
                  <a:lnTo>
                    <a:pt x="1912200" y="1426489"/>
                  </a:lnTo>
                  <a:lnTo>
                    <a:pt x="1911083" y="1426019"/>
                  </a:lnTo>
                  <a:lnTo>
                    <a:pt x="1908454" y="1426019"/>
                  </a:lnTo>
                  <a:lnTo>
                    <a:pt x="1907336" y="1426489"/>
                  </a:lnTo>
                  <a:lnTo>
                    <a:pt x="1905469" y="1428356"/>
                  </a:lnTo>
                  <a:lnTo>
                    <a:pt x="1905000" y="1429473"/>
                  </a:lnTo>
                  <a:lnTo>
                    <a:pt x="1905000" y="1432102"/>
                  </a:lnTo>
                  <a:lnTo>
                    <a:pt x="1905469" y="1433220"/>
                  </a:lnTo>
                  <a:lnTo>
                    <a:pt x="1907336" y="1435087"/>
                  </a:lnTo>
                  <a:lnTo>
                    <a:pt x="1908454" y="1435544"/>
                  </a:lnTo>
                  <a:lnTo>
                    <a:pt x="1911083" y="1435544"/>
                  </a:lnTo>
                  <a:lnTo>
                    <a:pt x="1912200" y="1435087"/>
                  </a:lnTo>
                  <a:lnTo>
                    <a:pt x="1914067" y="1433220"/>
                  </a:lnTo>
                  <a:lnTo>
                    <a:pt x="1914525" y="1432102"/>
                  </a:lnTo>
                  <a:lnTo>
                    <a:pt x="1914525" y="1429473"/>
                  </a:lnTo>
                  <a:close/>
                </a:path>
                <a:path w="9010650" h="1435735">
                  <a:moveTo>
                    <a:pt x="1914525" y="954125"/>
                  </a:moveTo>
                  <a:lnTo>
                    <a:pt x="1914067" y="953008"/>
                  </a:lnTo>
                  <a:lnTo>
                    <a:pt x="1912200" y="951153"/>
                  </a:lnTo>
                  <a:lnTo>
                    <a:pt x="1911083" y="950683"/>
                  </a:lnTo>
                  <a:lnTo>
                    <a:pt x="1908454" y="950683"/>
                  </a:lnTo>
                  <a:lnTo>
                    <a:pt x="1907336" y="951153"/>
                  </a:lnTo>
                  <a:lnTo>
                    <a:pt x="1905469" y="953008"/>
                  </a:lnTo>
                  <a:lnTo>
                    <a:pt x="1905000" y="954125"/>
                  </a:lnTo>
                  <a:lnTo>
                    <a:pt x="1905000" y="956754"/>
                  </a:lnTo>
                  <a:lnTo>
                    <a:pt x="1905469" y="957884"/>
                  </a:lnTo>
                  <a:lnTo>
                    <a:pt x="1907336" y="959739"/>
                  </a:lnTo>
                  <a:lnTo>
                    <a:pt x="1908454" y="960208"/>
                  </a:lnTo>
                  <a:lnTo>
                    <a:pt x="1911083" y="960208"/>
                  </a:lnTo>
                  <a:lnTo>
                    <a:pt x="1912200" y="959739"/>
                  </a:lnTo>
                  <a:lnTo>
                    <a:pt x="1914067" y="957884"/>
                  </a:lnTo>
                  <a:lnTo>
                    <a:pt x="1914525" y="956754"/>
                  </a:lnTo>
                  <a:lnTo>
                    <a:pt x="1914525" y="954125"/>
                  </a:lnTo>
                  <a:close/>
                </a:path>
                <a:path w="9010650" h="1435735">
                  <a:moveTo>
                    <a:pt x="1914525" y="478790"/>
                  </a:moveTo>
                  <a:lnTo>
                    <a:pt x="1914067" y="477659"/>
                  </a:lnTo>
                  <a:lnTo>
                    <a:pt x="1912200" y="475805"/>
                  </a:lnTo>
                  <a:lnTo>
                    <a:pt x="1911083" y="475335"/>
                  </a:lnTo>
                  <a:lnTo>
                    <a:pt x="1908454" y="475335"/>
                  </a:lnTo>
                  <a:lnTo>
                    <a:pt x="1907336" y="475805"/>
                  </a:lnTo>
                  <a:lnTo>
                    <a:pt x="1905469" y="477659"/>
                  </a:lnTo>
                  <a:lnTo>
                    <a:pt x="1905000" y="478790"/>
                  </a:lnTo>
                  <a:lnTo>
                    <a:pt x="1905000" y="481418"/>
                  </a:lnTo>
                  <a:lnTo>
                    <a:pt x="1905469" y="482536"/>
                  </a:lnTo>
                  <a:lnTo>
                    <a:pt x="1907336" y="484403"/>
                  </a:lnTo>
                  <a:lnTo>
                    <a:pt x="1908454" y="484860"/>
                  </a:lnTo>
                  <a:lnTo>
                    <a:pt x="1911083" y="484860"/>
                  </a:lnTo>
                  <a:lnTo>
                    <a:pt x="1912200" y="484403"/>
                  </a:lnTo>
                  <a:lnTo>
                    <a:pt x="1914067" y="482536"/>
                  </a:lnTo>
                  <a:lnTo>
                    <a:pt x="1914525" y="481418"/>
                  </a:lnTo>
                  <a:lnTo>
                    <a:pt x="1914525" y="478790"/>
                  </a:lnTo>
                  <a:close/>
                </a:path>
                <a:path w="9010650" h="1435735">
                  <a:moveTo>
                    <a:pt x="1914525" y="3441"/>
                  </a:moveTo>
                  <a:lnTo>
                    <a:pt x="1914067" y="2324"/>
                  </a:lnTo>
                  <a:lnTo>
                    <a:pt x="1912200" y="457"/>
                  </a:lnTo>
                  <a:lnTo>
                    <a:pt x="1911083" y="0"/>
                  </a:lnTo>
                  <a:lnTo>
                    <a:pt x="1908454" y="0"/>
                  </a:lnTo>
                  <a:lnTo>
                    <a:pt x="1907336" y="457"/>
                  </a:lnTo>
                  <a:lnTo>
                    <a:pt x="1905469" y="2324"/>
                  </a:lnTo>
                  <a:lnTo>
                    <a:pt x="1905000" y="3441"/>
                  </a:lnTo>
                  <a:lnTo>
                    <a:pt x="1905000" y="6070"/>
                  </a:lnTo>
                  <a:lnTo>
                    <a:pt x="1905469" y="7200"/>
                  </a:lnTo>
                  <a:lnTo>
                    <a:pt x="1907336" y="9055"/>
                  </a:lnTo>
                  <a:lnTo>
                    <a:pt x="1908454" y="9525"/>
                  </a:lnTo>
                  <a:lnTo>
                    <a:pt x="1911083" y="9525"/>
                  </a:lnTo>
                  <a:lnTo>
                    <a:pt x="1912200" y="9055"/>
                  </a:lnTo>
                  <a:lnTo>
                    <a:pt x="1914067" y="7200"/>
                  </a:lnTo>
                  <a:lnTo>
                    <a:pt x="1914525" y="6070"/>
                  </a:lnTo>
                  <a:lnTo>
                    <a:pt x="1914525" y="3441"/>
                  </a:lnTo>
                  <a:close/>
                </a:path>
                <a:path w="9010650" h="1435735">
                  <a:moveTo>
                    <a:pt x="1962150" y="1429473"/>
                  </a:moveTo>
                  <a:lnTo>
                    <a:pt x="1961692" y="1428356"/>
                  </a:lnTo>
                  <a:lnTo>
                    <a:pt x="1959825" y="1426489"/>
                  </a:lnTo>
                  <a:lnTo>
                    <a:pt x="1958708" y="1426019"/>
                  </a:lnTo>
                  <a:lnTo>
                    <a:pt x="1956079" y="1426019"/>
                  </a:lnTo>
                  <a:lnTo>
                    <a:pt x="1954961" y="1426489"/>
                  </a:lnTo>
                  <a:lnTo>
                    <a:pt x="1953094" y="1428356"/>
                  </a:lnTo>
                  <a:lnTo>
                    <a:pt x="1952625" y="1429473"/>
                  </a:lnTo>
                  <a:lnTo>
                    <a:pt x="1952625" y="1432102"/>
                  </a:lnTo>
                  <a:lnTo>
                    <a:pt x="1953094" y="1433220"/>
                  </a:lnTo>
                  <a:lnTo>
                    <a:pt x="1954961" y="1435087"/>
                  </a:lnTo>
                  <a:lnTo>
                    <a:pt x="1956079" y="1435544"/>
                  </a:lnTo>
                  <a:lnTo>
                    <a:pt x="1958708" y="1435544"/>
                  </a:lnTo>
                  <a:lnTo>
                    <a:pt x="1959825" y="1435087"/>
                  </a:lnTo>
                  <a:lnTo>
                    <a:pt x="1961692" y="1433220"/>
                  </a:lnTo>
                  <a:lnTo>
                    <a:pt x="1962150" y="1432102"/>
                  </a:lnTo>
                  <a:lnTo>
                    <a:pt x="1962150" y="1429473"/>
                  </a:lnTo>
                  <a:close/>
                </a:path>
                <a:path w="9010650" h="1435735">
                  <a:moveTo>
                    <a:pt x="1962150" y="954125"/>
                  </a:moveTo>
                  <a:lnTo>
                    <a:pt x="1961692" y="953008"/>
                  </a:lnTo>
                  <a:lnTo>
                    <a:pt x="1959825" y="951153"/>
                  </a:lnTo>
                  <a:lnTo>
                    <a:pt x="1958708" y="950683"/>
                  </a:lnTo>
                  <a:lnTo>
                    <a:pt x="1956079" y="950683"/>
                  </a:lnTo>
                  <a:lnTo>
                    <a:pt x="1954961" y="951153"/>
                  </a:lnTo>
                  <a:lnTo>
                    <a:pt x="1953094" y="953008"/>
                  </a:lnTo>
                  <a:lnTo>
                    <a:pt x="1952625" y="954125"/>
                  </a:lnTo>
                  <a:lnTo>
                    <a:pt x="1952625" y="956754"/>
                  </a:lnTo>
                  <a:lnTo>
                    <a:pt x="1953094" y="957884"/>
                  </a:lnTo>
                  <a:lnTo>
                    <a:pt x="1954961" y="959739"/>
                  </a:lnTo>
                  <a:lnTo>
                    <a:pt x="1956079" y="960208"/>
                  </a:lnTo>
                  <a:lnTo>
                    <a:pt x="1958708" y="960208"/>
                  </a:lnTo>
                  <a:lnTo>
                    <a:pt x="1959825" y="959739"/>
                  </a:lnTo>
                  <a:lnTo>
                    <a:pt x="1961692" y="957884"/>
                  </a:lnTo>
                  <a:lnTo>
                    <a:pt x="1962150" y="956754"/>
                  </a:lnTo>
                  <a:lnTo>
                    <a:pt x="1962150" y="954125"/>
                  </a:lnTo>
                  <a:close/>
                </a:path>
                <a:path w="9010650" h="1435735">
                  <a:moveTo>
                    <a:pt x="1962150" y="478790"/>
                  </a:moveTo>
                  <a:lnTo>
                    <a:pt x="1961692" y="477659"/>
                  </a:lnTo>
                  <a:lnTo>
                    <a:pt x="1959825" y="475805"/>
                  </a:lnTo>
                  <a:lnTo>
                    <a:pt x="1958708" y="475335"/>
                  </a:lnTo>
                  <a:lnTo>
                    <a:pt x="1956079" y="475335"/>
                  </a:lnTo>
                  <a:lnTo>
                    <a:pt x="1954961" y="475805"/>
                  </a:lnTo>
                  <a:lnTo>
                    <a:pt x="1953094" y="477659"/>
                  </a:lnTo>
                  <a:lnTo>
                    <a:pt x="1952625" y="478790"/>
                  </a:lnTo>
                  <a:lnTo>
                    <a:pt x="1952625" y="481418"/>
                  </a:lnTo>
                  <a:lnTo>
                    <a:pt x="1953094" y="482536"/>
                  </a:lnTo>
                  <a:lnTo>
                    <a:pt x="1954961" y="484403"/>
                  </a:lnTo>
                  <a:lnTo>
                    <a:pt x="1956079" y="484860"/>
                  </a:lnTo>
                  <a:lnTo>
                    <a:pt x="1958708" y="484860"/>
                  </a:lnTo>
                  <a:lnTo>
                    <a:pt x="1959825" y="484403"/>
                  </a:lnTo>
                  <a:lnTo>
                    <a:pt x="1961692" y="482536"/>
                  </a:lnTo>
                  <a:lnTo>
                    <a:pt x="1962150" y="481418"/>
                  </a:lnTo>
                  <a:lnTo>
                    <a:pt x="1962150" y="478790"/>
                  </a:lnTo>
                  <a:close/>
                </a:path>
                <a:path w="9010650" h="1435735">
                  <a:moveTo>
                    <a:pt x="1962150" y="3441"/>
                  </a:moveTo>
                  <a:lnTo>
                    <a:pt x="1961692" y="2324"/>
                  </a:lnTo>
                  <a:lnTo>
                    <a:pt x="1959825" y="457"/>
                  </a:lnTo>
                  <a:lnTo>
                    <a:pt x="1958708" y="0"/>
                  </a:lnTo>
                  <a:lnTo>
                    <a:pt x="1956079" y="0"/>
                  </a:lnTo>
                  <a:lnTo>
                    <a:pt x="1954961" y="457"/>
                  </a:lnTo>
                  <a:lnTo>
                    <a:pt x="1953094" y="2324"/>
                  </a:lnTo>
                  <a:lnTo>
                    <a:pt x="1952625" y="3441"/>
                  </a:lnTo>
                  <a:lnTo>
                    <a:pt x="1952625" y="6070"/>
                  </a:lnTo>
                  <a:lnTo>
                    <a:pt x="1953094" y="7200"/>
                  </a:lnTo>
                  <a:lnTo>
                    <a:pt x="1954961" y="9055"/>
                  </a:lnTo>
                  <a:lnTo>
                    <a:pt x="1956079" y="9525"/>
                  </a:lnTo>
                  <a:lnTo>
                    <a:pt x="1958708" y="9525"/>
                  </a:lnTo>
                  <a:lnTo>
                    <a:pt x="1959825" y="9055"/>
                  </a:lnTo>
                  <a:lnTo>
                    <a:pt x="1961692" y="7200"/>
                  </a:lnTo>
                  <a:lnTo>
                    <a:pt x="1962150" y="6070"/>
                  </a:lnTo>
                  <a:lnTo>
                    <a:pt x="1962150" y="3441"/>
                  </a:lnTo>
                  <a:close/>
                </a:path>
                <a:path w="9010650" h="1435735">
                  <a:moveTo>
                    <a:pt x="2009775" y="1429473"/>
                  </a:moveTo>
                  <a:lnTo>
                    <a:pt x="2009317" y="1428356"/>
                  </a:lnTo>
                  <a:lnTo>
                    <a:pt x="2007450" y="1426489"/>
                  </a:lnTo>
                  <a:lnTo>
                    <a:pt x="2006333" y="1426019"/>
                  </a:lnTo>
                  <a:lnTo>
                    <a:pt x="2003704" y="1426019"/>
                  </a:lnTo>
                  <a:lnTo>
                    <a:pt x="2002586" y="1426489"/>
                  </a:lnTo>
                  <a:lnTo>
                    <a:pt x="2000719" y="1428356"/>
                  </a:lnTo>
                  <a:lnTo>
                    <a:pt x="2000250" y="1429473"/>
                  </a:lnTo>
                  <a:lnTo>
                    <a:pt x="2000250" y="1432102"/>
                  </a:lnTo>
                  <a:lnTo>
                    <a:pt x="2000719" y="1433220"/>
                  </a:lnTo>
                  <a:lnTo>
                    <a:pt x="2002586" y="1435087"/>
                  </a:lnTo>
                  <a:lnTo>
                    <a:pt x="2003704" y="1435544"/>
                  </a:lnTo>
                  <a:lnTo>
                    <a:pt x="2006333" y="1435544"/>
                  </a:lnTo>
                  <a:lnTo>
                    <a:pt x="2007450" y="1435087"/>
                  </a:lnTo>
                  <a:lnTo>
                    <a:pt x="2009317" y="1433220"/>
                  </a:lnTo>
                  <a:lnTo>
                    <a:pt x="2009775" y="1432102"/>
                  </a:lnTo>
                  <a:lnTo>
                    <a:pt x="2009775" y="1429473"/>
                  </a:lnTo>
                  <a:close/>
                </a:path>
                <a:path w="9010650" h="1435735">
                  <a:moveTo>
                    <a:pt x="2009775" y="954125"/>
                  </a:moveTo>
                  <a:lnTo>
                    <a:pt x="2009317" y="953008"/>
                  </a:lnTo>
                  <a:lnTo>
                    <a:pt x="2007450" y="951153"/>
                  </a:lnTo>
                  <a:lnTo>
                    <a:pt x="2006333" y="950683"/>
                  </a:lnTo>
                  <a:lnTo>
                    <a:pt x="2003704" y="950683"/>
                  </a:lnTo>
                  <a:lnTo>
                    <a:pt x="2002586" y="951153"/>
                  </a:lnTo>
                  <a:lnTo>
                    <a:pt x="2000719" y="953008"/>
                  </a:lnTo>
                  <a:lnTo>
                    <a:pt x="2000250" y="954125"/>
                  </a:lnTo>
                  <a:lnTo>
                    <a:pt x="2000250" y="956754"/>
                  </a:lnTo>
                  <a:lnTo>
                    <a:pt x="2000719" y="957884"/>
                  </a:lnTo>
                  <a:lnTo>
                    <a:pt x="2002586" y="959739"/>
                  </a:lnTo>
                  <a:lnTo>
                    <a:pt x="2003704" y="960208"/>
                  </a:lnTo>
                  <a:lnTo>
                    <a:pt x="2006333" y="960208"/>
                  </a:lnTo>
                  <a:lnTo>
                    <a:pt x="2007450" y="959739"/>
                  </a:lnTo>
                  <a:lnTo>
                    <a:pt x="2009317" y="957884"/>
                  </a:lnTo>
                  <a:lnTo>
                    <a:pt x="2009775" y="956754"/>
                  </a:lnTo>
                  <a:lnTo>
                    <a:pt x="2009775" y="954125"/>
                  </a:lnTo>
                  <a:close/>
                </a:path>
                <a:path w="9010650" h="1435735">
                  <a:moveTo>
                    <a:pt x="2009775" y="478790"/>
                  </a:moveTo>
                  <a:lnTo>
                    <a:pt x="2009317" y="477659"/>
                  </a:lnTo>
                  <a:lnTo>
                    <a:pt x="2007450" y="475805"/>
                  </a:lnTo>
                  <a:lnTo>
                    <a:pt x="2006333" y="475335"/>
                  </a:lnTo>
                  <a:lnTo>
                    <a:pt x="2003704" y="475335"/>
                  </a:lnTo>
                  <a:lnTo>
                    <a:pt x="2002586" y="475805"/>
                  </a:lnTo>
                  <a:lnTo>
                    <a:pt x="2000719" y="477659"/>
                  </a:lnTo>
                  <a:lnTo>
                    <a:pt x="2000250" y="478790"/>
                  </a:lnTo>
                  <a:lnTo>
                    <a:pt x="2000250" y="481418"/>
                  </a:lnTo>
                  <a:lnTo>
                    <a:pt x="2000719" y="482536"/>
                  </a:lnTo>
                  <a:lnTo>
                    <a:pt x="2002586" y="484403"/>
                  </a:lnTo>
                  <a:lnTo>
                    <a:pt x="2003704" y="484860"/>
                  </a:lnTo>
                  <a:lnTo>
                    <a:pt x="2006333" y="484860"/>
                  </a:lnTo>
                  <a:lnTo>
                    <a:pt x="2007450" y="484403"/>
                  </a:lnTo>
                  <a:lnTo>
                    <a:pt x="2009317" y="482536"/>
                  </a:lnTo>
                  <a:lnTo>
                    <a:pt x="2009775" y="481418"/>
                  </a:lnTo>
                  <a:lnTo>
                    <a:pt x="2009775" y="478790"/>
                  </a:lnTo>
                  <a:close/>
                </a:path>
                <a:path w="9010650" h="1435735">
                  <a:moveTo>
                    <a:pt x="2009775" y="3441"/>
                  </a:moveTo>
                  <a:lnTo>
                    <a:pt x="2009317" y="2324"/>
                  </a:lnTo>
                  <a:lnTo>
                    <a:pt x="2007450" y="457"/>
                  </a:lnTo>
                  <a:lnTo>
                    <a:pt x="2006333" y="0"/>
                  </a:lnTo>
                  <a:lnTo>
                    <a:pt x="2003704" y="0"/>
                  </a:lnTo>
                  <a:lnTo>
                    <a:pt x="2002586" y="457"/>
                  </a:lnTo>
                  <a:lnTo>
                    <a:pt x="2000719" y="2324"/>
                  </a:lnTo>
                  <a:lnTo>
                    <a:pt x="2000250" y="3441"/>
                  </a:lnTo>
                  <a:lnTo>
                    <a:pt x="2000250" y="6070"/>
                  </a:lnTo>
                  <a:lnTo>
                    <a:pt x="2000719" y="7200"/>
                  </a:lnTo>
                  <a:lnTo>
                    <a:pt x="2002586" y="9055"/>
                  </a:lnTo>
                  <a:lnTo>
                    <a:pt x="2003704" y="9525"/>
                  </a:lnTo>
                  <a:lnTo>
                    <a:pt x="2006333" y="9525"/>
                  </a:lnTo>
                  <a:lnTo>
                    <a:pt x="2007450" y="9055"/>
                  </a:lnTo>
                  <a:lnTo>
                    <a:pt x="2009317" y="7200"/>
                  </a:lnTo>
                  <a:lnTo>
                    <a:pt x="2009775" y="6070"/>
                  </a:lnTo>
                  <a:lnTo>
                    <a:pt x="2009775" y="3441"/>
                  </a:lnTo>
                  <a:close/>
                </a:path>
                <a:path w="9010650" h="1435735">
                  <a:moveTo>
                    <a:pt x="2057400" y="1429473"/>
                  </a:moveTo>
                  <a:lnTo>
                    <a:pt x="2056942" y="1428356"/>
                  </a:lnTo>
                  <a:lnTo>
                    <a:pt x="2055075" y="1426489"/>
                  </a:lnTo>
                  <a:lnTo>
                    <a:pt x="2053958" y="1426019"/>
                  </a:lnTo>
                  <a:lnTo>
                    <a:pt x="2051329" y="1426019"/>
                  </a:lnTo>
                  <a:lnTo>
                    <a:pt x="2050211" y="1426489"/>
                  </a:lnTo>
                  <a:lnTo>
                    <a:pt x="2048344" y="1428356"/>
                  </a:lnTo>
                  <a:lnTo>
                    <a:pt x="2047875" y="1429473"/>
                  </a:lnTo>
                  <a:lnTo>
                    <a:pt x="2047875" y="1432102"/>
                  </a:lnTo>
                  <a:lnTo>
                    <a:pt x="2048344" y="1433220"/>
                  </a:lnTo>
                  <a:lnTo>
                    <a:pt x="2050211" y="1435087"/>
                  </a:lnTo>
                  <a:lnTo>
                    <a:pt x="2051329" y="1435544"/>
                  </a:lnTo>
                  <a:lnTo>
                    <a:pt x="2053958" y="1435544"/>
                  </a:lnTo>
                  <a:lnTo>
                    <a:pt x="2055075" y="1435087"/>
                  </a:lnTo>
                  <a:lnTo>
                    <a:pt x="2056942" y="1433220"/>
                  </a:lnTo>
                  <a:lnTo>
                    <a:pt x="2057400" y="1432102"/>
                  </a:lnTo>
                  <a:lnTo>
                    <a:pt x="2057400" y="1429473"/>
                  </a:lnTo>
                  <a:close/>
                </a:path>
                <a:path w="9010650" h="1435735">
                  <a:moveTo>
                    <a:pt x="2057400" y="954125"/>
                  </a:moveTo>
                  <a:lnTo>
                    <a:pt x="2056942" y="953008"/>
                  </a:lnTo>
                  <a:lnTo>
                    <a:pt x="2055075" y="951153"/>
                  </a:lnTo>
                  <a:lnTo>
                    <a:pt x="2053958" y="950683"/>
                  </a:lnTo>
                  <a:lnTo>
                    <a:pt x="2051329" y="950683"/>
                  </a:lnTo>
                  <a:lnTo>
                    <a:pt x="2050211" y="951153"/>
                  </a:lnTo>
                  <a:lnTo>
                    <a:pt x="2048344" y="953008"/>
                  </a:lnTo>
                  <a:lnTo>
                    <a:pt x="2047875" y="954125"/>
                  </a:lnTo>
                  <a:lnTo>
                    <a:pt x="2047875" y="956754"/>
                  </a:lnTo>
                  <a:lnTo>
                    <a:pt x="2048344" y="957884"/>
                  </a:lnTo>
                  <a:lnTo>
                    <a:pt x="2050211" y="959739"/>
                  </a:lnTo>
                  <a:lnTo>
                    <a:pt x="2051329" y="960208"/>
                  </a:lnTo>
                  <a:lnTo>
                    <a:pt x="2053958" y="960208"/>
                  </a:lnTo>
                  <a:lnTo>
                    <a:pt x="2055075" y="959739"/>
                  </a:lnTo>
                  <a:lnTo>
                    <a:pt x="2056942" y="957884"/>
                  </a:lnTo>
                  <a:lnTo>
                    <a:pt x="2057400" y="956754"/>
                  </a:lnTo>
                  <a:lnTo>
                    <a:pt x="2057400" y="954125"/>
                  </a:lnTo>
                  <a:close/>
                </a:path>
                <a:path w="9010650" h="1435735">
                  <a:moveTo>
                    <a:pt x="2057400" y="478790"/>
                  </a:moveTo>
                  <a:lnTo>
                    <a:pt x="2056942" y="477659"/>
                  </a:lnTo>
                  <a:lnTo>
                    <a:pt x="2055075" y="475805"/>
                  </a:lnTo>
                  <a:lnTo>
                    <a:pt x="2053958" y="475335"/>
                  </a:lnTo>
                  <a:lnTo>
                    <a:pt x="2051329" y="475335"/>
                  </a:lnTo>
                  <a:lnTo>
                    <a:pt x="2050211" y="475805"/>
                  </a:lnTo>
                  <a:lnTo>
                    <a:pt x="2048344" y="477659"/>
                  </a:lnTo>
                  <a:lnTo>
                    <a:pt x="2047875" y="478790"/>
                  </a:lnTo>
                  <a:lnTo>
                    <a:pt x="2047875" y="481418"/>
                  </a:lnTo>
                  <a:lnTo>
                    <a:pt x="2048344" y="482536"/>
                  </a:lnTo>
                  <a:lnTo>
                    <a:pt x="2050211" y="484403"/>
                  </a:lnTo>
                  <a:lnTo>
                    <a:pt x="2051329" y="484860"/>
                  </a:lnTo>
                  <a:lnTo>
                    <a:pt x="2053958" y="484860"/>
                  </a:lnTo>
                  <a:lnTo>
                    <a:pt x="2055075" y="484403"/>
                  </a:lnTo>
                  <a:lnTo>
                    <a:pt x="2056942" y="482536"/>
                  </a:lnTo>
                  <a:lnTo>
                    <a:pt x="2057400" y="481418"/>
                  </a:lnTo>
                  <a:lnTo>
                    <a:pt x="2057400" y="478790"/>
                  </a:lnTo>
                  <a:close/>
                </a:path>
                <a:path w="9010650" h="1435735">
                  <a:moveTo>
                    <a:pt x="2057400" y="3441"/>
                  </a:moveTo>
                  <a:lnTo>
                    <a:pt x="2056942" y="2324"/>
                  </a:lnTo>
                  <a:lnTo>
                    <a:pt x="2055075" y="457"/>
                  </a:lnTo>
                  <a:lnTo>
                    <a:pt x="2053958" y="0"/>
                  </a:lnTo>
                  <a:lnTo>
                    <a:pt x="2051329" y="0"/>
                  </a:lnTo>
                  <a:lnTo>
                    <a:pt x="2050211" y="457"/>
                  </a:lnTo>
                  <a:lnTo>
                    <a:pt x="2048344" y="2324"/>
                  </a:lnTo>
                  <a:lnTo>
                    <a:pt x="2047875" y="3441"/>
                  </a:lnTo>
                  <a:lnTo>
                    <a:pt x="2047875" y="6070"/>
                  </a:lnTo>
                  <a:lnTo>
                    <a:pt x="2048344" y="7200"/>
                  </a:lnTo>
                  <a:lnTo>
                    <a:pt x="2050211" y="9055"/>
                  </a:lnTo>
                  <a:lnTo>
                    <a:pt x="2051329" y="9525"/>
                  </a:lnTo>
                  <a:lnTo>
                    <a:pt x="2053958" y="9525"/>
                  </a:lnTo>
                  <a:lnTo>
                    <a:pt x="2055075" y="9055"/>
                  </a:lnTo>
                  <a:lnTo>
                    <a:pt x="2056942" y="7200"/>
                  </a:lnTo>
                  <a:lnTo>
                    <a:pt x="2057400" y="6070"/>
                  </a:lnTo>
                  <a:lnTo>
                    <a:pt x="2057400" y="3441"/>
                  </a:lnTo>
                  <a:close/>
                </a:path>
                <a:path w="9010650" h="1435735">
                  <a:moveTo>
                    <a:pt x="2105025" y="1429473"/>
                  </a:moveTo>
                  <a:lnTo>
                    <a:pt x="2104567" y="1428356"/>
                  </a:lnTo>
                  <a:lnTo>
                    <a:pt x="2102700" y="1426489"/>
                  </a:lnTo>
                  <a:lnTo>
                    <a:pt x="2101583" y="1426019"/>
                  </a:lnTo>
                  <a:lnTo>
                    <a:pt x="2098954" y="1426019"/>
                  </a:lnTo>
                  <a:lnTo>
                    <a:pt x="2097836" y="1426489"/>
                  </a:lnTo>
                  <a:lnTo>
                    <a:pt x="2095969" y="1428356"/>
                  </a:lnTo>
                  <a:lnTo>
                    <a:pt x="2095500" y="1429473"/>
                  </a:lnTo>
                  <a:lnTo>
                    <a:pt x="2095500" y="1432102"/>
                  </a:lnTo>
                  <a:lnTo>
                    <a:pt x="2095969" y="1433220"/>
                  </a:lnTo>
                  <a:lnTo>
                    <a:pt x="2097836" y="1435087"/>
                  </a:lnTo>
                  <a:lnTo>
                    <a:pt x="2098954" y="1435544"/>
                  </a:lnTo>
                  <a:lnTo>
                    <a:pt x="2101583" y="1435544"/>
                  </a:lnTo>
                  <a:lnTo>
                    <a:pt x="2102700" y="1435087"/>
                  </a:lnTo>
                  <a:lnTo>
                    <a:pt x="2104567" y="1433220"/>
                  </a:lnTo>
                  <a:lnTo>
                    <a:pt x="2105025" y="1432102"/>
                  </a:lnTo>
                  <a:lnTo>
                    <a:pt x="2105025" y="1429473"/>
                  </a:lnTo>
                  <a:close/>
                </a:path>
                <a:path w="9010650" h="1435735">
                  <a:moveTo>
                    <a:pt x="2105025" y="954125"/>
                  </a:moveTo>
                  <a:lnTo>
                    <a:pt x="2104567" y="953008"/>
                  </a:lnTo>
                  <a:lnTo>
                    <a:pt x="2102700" y="951153"/>
                  </a:lnTo>
                  <a:lnTo>
                    <a:pt x="2101583" y="950683"/>
                  </a:lnTo>
                  <a:lnTo>
                    <a:pt x="2098954" y="950683"/>
                  </a:lnTo>
                  <a:lnTo>
                    <a:pt x="2097836" y="951153"/>
                  </a:lnTo>
                  <a:lnTo>
                    <a:pt x="2095969" y="953008"/>
                  </a:lnTo>
                  <a:lnTo>
                    <a:pt x="2095500" y="954125"/>
                  </a:lnTo>
                  <a:lnTo>
                    <a:pt x="2095500" y="956754"/>
                  </a:lnTo>
                  <a:lnTo>
                    <a:pt x="2095969" y="957884"/>
                  </a:lnTo>
                  <a:lnTo>
                    <a:pt x="2097836" y="959739"/>
                  </a:lnTo>
                  <a:lnTo>
                    <a:pt x="2098954" y="960208"/>
                  </a:lnTo>
                  <a:lnTo>
                    <a:pt x="2101583" y="960208"/>
                  </a:lnTo>
                  <a:lnTo>
                    <a:pt x="2102700" y="959739"/>
                  </a:lnTo>
                  <a:lnTo>
                    <a:pt x="2104567" y="957884"/>
                  </a:lnTo>
                  <a:lnTo>
                    <a:pt x="2105025" y="956754"/>
                  </a:lnTo>
                  <a:lnTo>
                    <a:pt x="2105025" y="954125"/>
                  </a:lnTo>
                  <a:close/>
                </a:path>
                <a:path w="9010650" h="1435735">
                  <a:moveTo>
                    <a:pt x="2105025" y="478790"/>
                  </a:moveTo>
                  <a:lnTo>
                    <a:pt x="2104567" y="477659"/>
                  </a:lnTo>
                  <a:lnTo>
                    <a:pt x="2102700" y="475805"/>
                  </a:lnTo>
                  <a:lnTo>
                    <a:pt x="2101583" y="475335"/>
                  </a:lnTo>
                  <a:lnTo>
                    <a:pt x="2098954" y="475335"/>
                  </a:lnTo>
                  <a:lnTo>
                    <a:pt x="2097836" y="475805"/>
                  </a:lnTo>
                  <a:lnTo>
                    <a:pt x="2095969" y="477659"/>
                  </a:lnTo>
                  <a:lnTo>
                    <a:pt x="2095500" y="478790"/>
                  </a:lnTo>
                  <a:lnTo>
                    <a:pt x="2095500" y="481418"/>
                  </a:lnTo>
                  <a:lnTo>
                    <a:pt x="2095969" y="482536"/>
                  </a:lnTo>
                  <a:lnTo>
                    <a:pt x="2097836" y="484403"/>
                  </a:lnTo>
                  <a:lnTo>
                    <a:pt x="2098954" y="484860"/>
                  </a:lnTo>
                  <a:lnTo>
                    <a:pt x="2101583" y="484860"/>
                  </a:lnTo>
                  <a:lnTo>
                    <a:pt x="2102700" y="484403"/>
                  </a:lnTo>
                  <a:lnTo>
                    <a:pt x="2104567" y="482536"/>
                  </a:lnTo>
                  <a:lnTo>
                    <a:pt x="2105025" y="481418"/>
                  </a:lnTo>
                  <a:lnTo>
                    <a:pt x="2105025" y="478790"/>
                  </a:lnTo>
                  <a:close/>
                </a:path>
                <a:path w="9010650" h="1435735">
                  <a:moveTo>
                    <a:pt x="2105025" y="3441"/>
                  </a:moveTo>
                  <a:lnTo>
                    <a:pt x="2104567" y="2324"/>
                  </a:lnTo>
                  <a:lnTo>
                    <a:pt x="2102700" y="457"/>
                  </a:lnTo>
                  <a:lnTo>
                    <a:pt x="2101583" y="0"/>
                  </a:lnTo>
                  <a:lnTo>
                    <a:pt x="2098954" y="0"/>
                  </a:lnTo>
                  <a:lnTo>
                    <a:pt x="2097836" y="457"/>
                  </a:lnTo>
                  <a:lnTo>
                    <a:pt x="2095969" y="2324"/>
                  </a:lnTo>
                  <a:lnTo>
                    <a:pt x="2095500" y="3441"/>
                  </a:lnTo>
                  <a:lnTo>
                    <a:pt x="2095500" y="6070"/>
                  </a:lnTo>
                  <a:lnTo>
                    <a:pt x="2095969" y="7200"/>
                  </a:lnTo>
                  <a:lnTo>
                    <a:pt x="2097836" y="9055"/>
                  </a:lnTo>
                  <a:lnTo>
                    <a:pt x="2098954" y="9525"/>
                  </a:lnTo>
                  <a:lnTo>
                    <a:pt x="2101583" y="9525"/>
                  </a:lnTo>
                  <a:lnTo>
                    <a:pt x="2102700" y="9055"/>
                  </a:lnTo>
                  <a:lnTo>
                    <a:pt x="2104567" y="7200"/>
                  </a:lnTo>
                  <a:lnTo>
                    <a:pt x="2105025" y="6070"/>
                  </a:lnTo>
                  <a:lnTo>
                    <a:pt x="2105025" y="3441"/>
                  </a:lnTo>
                  <a:close/>
                </a:path>
                <a:path w="9010650" h="1435735">
                  <a:moveTo>
                    <a:pt x="2152650" y="1429473"/>
                  </a:moveTo>
                  <a:lnTo>
                    <a:pt x="2152192" y="1428356"/>
                  </a:lnTo>
                  <a:lnTo>
                    <a:pt x="2150326" y="1426489"/>
                  </a:lnTo>
                  <a:lnTo>
                    <a:pt x="2149208" y="1426019"/>
                  </a:lnTo>
                  <a:lnTo>
                    <a:pt x="2146579" y="1426019"/>
                  </a:lnTo>
                  <a:lnTo>
                    <a:pt x="2145461" y="1426489"/>
                  </a:lnTo>
                  <a:lnTo>
                    <a:pt x="2143595" y="1428356"/>
                  </a:lnTo>
                  <a:lnTo>
                    <a:pt x="2143125" y="1429473"/>
                  </a:lnTo>
                  <a:lnTo>
                    <a:pt x="2143125" y="1432102"/>
                  </a:lnTo>
                  <a:lnTo>
                    <a:pt x="2143595" y="1433220"/>
                  </a:lnTo>
                  <a:lnTo>
                    <a:pt x="2145461" y="1435087"/>
                  </a:lnTo>
                  <a:lnTo>
                    <a:pt x="2146579" y="1435544"/>
                  </a:lnTo>
                  <a:lnTo>
                    <a:pt x="2149208" y="1435544"/>
                  </a:lnTo>
                  <a:lnTo>
                    <a:pt x="2150326" y="1435087"/>
                  </a:lnTo>
                  <a:lnTo>
                    <a:pt x="2152192" y="1433220"/>
                  </a:lnTo>
                  <a:lnTo>
                    <a:pt x="2152650" y="1432102"/>
                  </a:lnTo>
                  <a:lnTo>
                    <a:pt x="2152650" y="1429473"/>
                  </a:lnTo>
                  <a:close/>
                </a:path>
                <a:path w="9010650" h="1435735">
                  <a:moveTo>
                    <a:pt x="2152650" y="954125"/>
                  </a:moveTo>
                  <a:lnTo>
                    <a:pt x="2152192" y="953008"/>
                  </a:lnTo>
                  <a:lnTo>
                    <a:pt x="2150326" y="951153"/>
                  </a:lnTo>
                  <a:lnTo>
                    <a:pt x="2149208" y="950683"/>
                  </a:lnTo>
                  <a:lnTo>
                    <a:pt x="2146579" y="950683"/>
                  </a:lnTo>
                  <a:lnTo>
                    <a:pt x="2145461" y="951153"/>
                  </a:lnTo>
                  <a:lnTo>
                    <a:pt x="2143595" y="953008"/>
                  </a:lnTo>
                  <a:lnTo>
                    <a:pt x="2143125" y="954125"/>
                  </a:lnTo>
                  <a:lnTo>
                    <a:pt x="2143125" y="956754"/>
                  </a:lnTo>
                  <a:lnTo>
                    <a:pt x="2143595" y="957884"/>
                  </a:lnTo>
                  <a:lnTo>
                    <a:pt x="2145461" y="959739"/>
                  </a:lnTo>
                  <a:lnTo>
                    <a:pt x="2146579" y="960208"/>
                  </a:lnTo>
                  <a:lnTo>
                    <a:pt x="2149208" y="960208"/>
                  </a:lnTo>
                  <a:lnTo>
                    <a:pt x="2150326" y="959739"/>
                  </a:lnTo>
                  <a:lnTo>
                    <a:pt x="2152192" y="957884"/>
                  </a:lnTo>
                  <a:lnTo>
                    <a:pt x="2152650" y="956754"/>
                  </a:lnTo>
                  <a:lnTo>
                    <a:pt x="2152650" y="954125"/>
                  </a:lnTo>
                  <a:close/>
                </a:path>
                <a:path w="9010650" h="1435735">
                  <a:moveTo>
                    <a:pt x="2152650" y="478790"/>
                  </a:moveTo>
                  <a:lnTo>
                    <a:pt x="2152192" y="477659"/>
                  </a:lnTo>
                  <a:lnTo>
                    <a:pt x="2150326" y="475805"/>
                  </a:lnTo>
                  <a:lnTo>
                    <a:pt x="2149208" y="475335"/>
                  </a:lnTo>
                  <a:lnTo>
                    <a:pt x="2146579" y="475335"/>
                  </a:lnTo>
                  <a:lnTo>
                    <a:pt x="2145461" y="475805"/>
                  </a:lnTo>
                  <a:lnTo>
                    <a:pt x="2143595" y="477659"/>
                  </a:lnTo>
                  <a:lnTo>
                    <a:pt x="2143125" y="478790"/>
                  </a:lnTo>
                  <a:lnTo>
                    <a:pt x="2143125" y="481418"/>
                  </a:lnTo>
                  <a:lnTo>
                    <a:pt x="2143595" y="482536"/>
                  </a:lnTo>
                  <a:lnTo>
                    <a:pt x="2145461" y="484403"/>
                  </a:lnTo>
                  <a:lnTo>
                    <a:pt x="2146579" y="484860"/>
                  </a:lnTo>
                  <a:lnTo>
                    <a:pt x="2149208" y="484860"/>
                  </a:lnTo>
                  <a:lnTo>
                    <a:pt x="2150326" y="484403"/>
                  </a:lnTo>
                  <a:lnTo>
                    <a:pt x="2152192" y="482536"/>
                  </a:lnTo>
                  <a:lnTo>
                    <a:pt x="2152650" y="481418"/>
                  </a:lnTo>
                  <a:lnTo>
                    <a:pt x="2152650" y="478790"/>
                  </a:lnTo>
                  <a:close/>
                </a:path>
                <a:path w="9010650" h="1435735">
                  <a:moveTo>
                    <a:pt x="2152650" y="3441"/>
                  </a:moveTo>
                  <a:lnTo>
                    <a:pt x="2152192" y="2324"/>
                  </a:lnTo>
                  <a:lnTo>
                    <a:pt x="2150326" y="457"/>
                  </a:lnTo>
                  <a:lnTo>
                    <a:pt x="2149208" y="0"/>
                  </a:lnTo>
                  <a:lnTo>
                    <a:pt x="2146579" y="0"/>
                  </a:lnTo>
                  <a:lnTo>
                    <a:pt x="2145461" y="457"/>
                  </a:lnTo>
                  <a:lnTo>
                    <a:pt x="2143595" y="2324"/>
                  </a:lnTo>
                  <a:lnTo>
                    <a:pt x="2143125" y="3441"/>
                  </a:lnTo>
                  <a:lnTo>
                    <a:pt x="2143125" y="6070"/>
                  </a:lnTo>
                  <a:lnTo>
                    <a:pt x="2143595" y="7200"/>
                  </a:lnTo>
                  <a:lnTo>
                    <a:pt x="2145461" y="9055"/>
                  </a:lnTo>
                  <a:lnTo>
                    <a:pt x="2146579" y="9525"/>
                  </a:lnTo>
                  <a:lnTo>
                    <a:pt x="2149208" y="9525"/>
                  </a:lnTo>
                  <a:lnTo>
                    <a:pt x="2150326" y="9055"/>
                  </a:lnTo>
                  <a:lnTo>
                    <a:pt x="2152192" y="7200"/>
                  </a:lnTo>
                  <a:lnTo>
                    <a:pt x="2152650" y="6070"/>
                  </a:lnTo>
                  <a:lnTo>
                    <a:pt x="2152650" y="3441"/>
                  </a:lnTo>
                  <a:close/>
                </a:path>
                <a:path w="9010650" h="1435735">
                  <a:moveTo>
                    <a:pt x="2200275" y="1429473"/>
                  </a:moveTo>
                  <a:lnTo>
                    <a:pt x="2199817" y="1428356"/>
                  </a:lnTo>
                  <a:lnTo>
                    <a:pt x="2197951" y="1426489"/>
                  </a:lnTo>
                  <a:lnTo>
                    <a:pt x="2196833" y="1426019"/>
                  </a:lnTo>
                  <a:lnTo>
                    <a:pt x="2194204" y="1426019"/>
                  </a:lnTo>
                  <a:lnTo>
                    <a:pt x="2193086" y="1426489"/>
                  </a:lnTo>
                  <a:lnTo>
                    <a:pt x="2191220" y="1428356"/>
                  </a:lnTo>
                  <a:lnTo>
                    <a:pt x="2190750" y="1429473"/>
                  </a:lnTo>
                  <a:lnTo>
                    <a:pt x="2190750" y="1432102"/>
                  </a:lnTo>
                  <a:lnTo>
                    <a:pt x="2191220" y="1433220"/>
                  </a:lnTo>
                  <a:lnTo>
                    <a:pt x="2193086" y="1435087"/>
                  </a:lnTo>
                  <a:lnTo>
                    <a:pt x="2194204" y="1435544"/>
                  </a:lnTo>
                  <a:lnTo>
                    <a:pt x="2196833" y="1435544"/>
                  </a:lnTo>
                  <a:lnTo>
                    <a:pt x="2197951" y="1435087"/>
                  </a:lnTo>
                  <a:lnTo>
                    <a:pt x="2199817" y="1433220"/>
                  </a:lnTo>
                  <a:lnTo>
                    <a:pt x="2200275" y="1432102"/>
                  </a:lnTo>
                  <a:lnTo>
                    <a:pt x="2200275" y="1429473"/>
                  </a:lnTo>
                  <a:close/>
                </a:path>
                <a:path w="9010650" h="1435735">
                  <a:moveTo>
                    <a:pt x="2200275" y="954125"/>
                  </a:moveTo>
                  <a:lnTo>
                    <a:pt x="2199817" y="953008"/>
                  </a:lnTo>
                  <a:lnTo>
                    <a:pt x="2197951" y="951153"/>
                  </a:lnTo>
                  <a:lnTo>
                    <a:pt x="2196833" y="950683"/>
                  </a:lnTo>
                  <a:lnTo>
                    <a:pt x="2194204" y="950683"/>
                  </a:lnTo>
                  <a:lnTo>
                    <a:pt x="2193086" y="951153"/>
                  </a:lnTo>
                  <a:lnTo>
                    <a:pt x="2191220" y="953008"/>
                  </a:lnTo>
                  <a:lnTo>
                    <a:pt x="2190750" y="954125"/>
                  </a:lnTo>
                  <a:lnTo>
                    <a:pt x="2190750" y="956754"/>
                  </a:lnTo>
                  <a:lnTo>
                    <a:pt x="2191220" y="957884"/>
                  </a:lnTo>
                  <a:lnTo>
                    <a:pt x="2193086" y="959739"/>
                  </a:lnTo>
                  <a:lnTo>
                    <a:pt x="2194204" y="960208"/>
                  </a:lnTo>
                  <a:lnTo>
                    <a:pt x="2196833" y="960208"/>
                  </a:lnTo>
                  <a:lnTo>
                    <a:pt x="2197951" y="959739"/>
                  </a:lnTo>
                  <a:lnTo>
                    <a:pt x="2199817" y="957884"/>
                  </a:lnTo>
                  <a:lnTo>
                    <a:pt x="2200275" y="956754"/>
                  </a:lnTo>
                  <a:lnTo>
                    <a:pt x="2200275" y="954125"/>
                  </a:lnTo>
                  <a:close/>
                </a:path>
                <a:path w="9010650" h="1435735">
                  <a:moveTo>
                    <a:pt x="2200275" y="478790"/>
                  </a:moveTo>
                  <a:lnTo>
                    <a:pt x="2199817" y="477659"/>
                  </a:lnTo>
                  <a:lnTo>
                    <a:pt x="2197951" y="475805"/>
                  </a:lnTo>
                  <a:lnTo>
                    <a:pt x="2196833" y="475335"/>
                  </a:lnTo>
                  <a:lnTo>
                    <a:pt x="2194204" y="475335"/>
                  </a:lnTo>
                  <a:lnTo>
                    <a:pt x="2193086" y="475805"/>
                  </a:lnTo>
                  <a:lnTo>
                    <a:pt x="2191220" y="477659"/>
                  </a:lnTo>
                  <a:lnTo>
                    <a:pt x="2190750" y="478790"/>
                  </a:lnTo>
                  <a:lnTo>
                    <a:pt x="2190750" y="481418"/>
                  </a:lnTo>
                  <a:lnTo>
                    <a:pt x="2191220" y="482536"/>
                  </a:lnTo>
                  <a:lnTo>
                    <a:pt x="2193086" y="484403"/>
                  </a:lnTo>
                  <a:lnTo>
                    <a:pt x="2194204" y="484860"/>
                  </a:lnTo>
                  <a:lnTo>
                    <a:pt x="2196833" y="484860"/>
                  </a:lnTo>
                  <a:lnTo>
                    <a:pt x="2197951" y="484403"/>
                  </a:lnTo>
                  <a:lnTo>
                    <a:pt x="2199817" y="482536"/>
                  </a:lnTo>
                  <a:lnTo>
                    <a:pt x="2200275" y="481418"/>
                  </a:lnTo>
                  <a:lnTo>
                    <a:pt x="2200275" y="478790"/>
                  </a:lnTo>
                  <a:close/>
                </a:path>
                <a:path w="9010650" h="1435735">
                  <a:moveTo>
                    <a:pt x="2200275" y="3441"/>
                  </a:moveTo>
                  <a:lnTo>
                    <a:pt x="2199817" y="2324"/>
                  </a:lnTo>
                  <a:lnTo>
                    <a:pt x="2197951" y="457"/>
                  </a:lnTo>
                  <a:lnTo>
                    <a:pt x="2196833" y="0"/>
                  </a:lnTo>
                  <a:lnTo>
                    <a:pt x="2194204" y="0"/>
                  </a:lnTo>
                  <a:lnTo>
                    <a:pt x="2193086" y="457"/>
                  </a:lnTo>
                  <a:lnTo>
                    <a:pt x="2191220" y="2324"/>
                  </a:lnTo>
                  <a:lnTo>
                    <a:pt x="2190750" y="3441"/>
                  </a:lnTo>
                  <a:lnTo>
                    <a:pt x="2190750" y="6070"/>
                  </a:lnTo>
                  <a:lnTo>
                    <a:pt x="2191220" y="7200"/>
                  </a:lnTo>
                  <a:lnTo>
                    <a:pt x="2193086" y="9055"/>
                  </a:lnTo>
                  <a:lnTo>
                    <a:pt x="2194204" y="9525"/>
                  </a:lnTo>
                  <a:lnTo>
                    <a:pt x="2196833" y="9525"/>
                  </a:lnTo>
                  <a:lnTo>
                    <a:pt x="2197951" y="9055"/>
                  </a:lnTo>
                  <a:lnTo>
                    <a:pt x="2199817" y="7200"/>
                  </a:lnTo>
                  <a:lnTo>
                    <a:pt x="2200275" y="6070"/>
                  </a:lnTo>
                  <a:lnTo>
                    <a:pt x="2200275" y="3441"/>
                  </a:lnTo>
                  <a:close/>
                </a:path>
                <a:path w="9010650" h="1435735">
                  <a:moveTo>
                    <a:pt x="2247900" y="1429473"/>
                  </a:moveTo>
                  <a:lnTo>
                    <a:pt x="2247442" y="1428356"/>
                  </a:lnTo>
                  <a:lnTo>
                    <a:pt x="2245576" y="1426489"/>
                  </a:lnTo>
                  <a:lnTo>
                    <a:pt x="2244458" y="1426019"/>
                  </a:lnTo>
                  <a:lnTo>
                    <a:pt x="2241829" y="1426019"/>
                  </a:lnTo>
                  <a:lnTo>
                    <a:pt x="2240711" y="1426489"/>
                  </a:lnTo>
                  <a:lnTo>
                    <a:pt x="2238845" y="1428356"/>
                  </a:lnTo>
                  <a:lnTo>
                    <a:pt x="2238375" y="1429473"/>
                  </a:lnTo>
                  <a:lnTo>
                    <a:pt x="2238375" y="1432102"/>
                  </a:lnTo>
                  <a:lnTo>
                    <a:pt x="2238845" y="1433220"/>
                  </a:lnTo>
                  <a:lnTo>
                    <a:pt x="2240711" y="1435087"/>
                  </a:lnTo>
                  <a:lnTo>
                    <a:pt x="2241829" y="1435544"/>
                  </a:lnTo>
                  <a:lnTo>
                    <a:pt x="2244458" y="1435544"/>
                  </a:lnTo>
                  <a:lnTo>
                    <a:pt x="2245576" y="1435087"/>
                  </a:lnTo>
                  <a:lnTo>
                    <a:pt x="2247442" y="1433220"/>
                  </a:lnTo>
                  <a:lnTo>
                    <a:pt x="2247900" y="1432102"/>
                  </a:lnTo>
                  <a:lnTo>
                    <a:pt x="2247900" y="1429473"/>
                  </a:lnTo>
                  <a:close/>
                </a:path>
                <a:path w="9010650" h="1435735">
                  <a:moveTo>
                    <a:pt x="2247900" y="954125"/>
                  </a:moveTo>
                  <a:lnTo>
                    <a:pt x="2247442" y="953008"/>
                  </a:lnTo>
                  <a:lnTo>
                    <a:pt x="2245576" y="951153"/>
                  </a:lnTo>
                  <a:lnTo>
                    <a:pt x="2244458" y="950683"/>
                  </a:lnTo>
                  <a:lnTo>
                    <a:pt x="2241829" y="950683"/>
                  </a:lnTo>
                  <a:lnTo>
                    <a:pt x="2240711" y="951153"/>
                  </a:lnTo>
                  <a:lnTo>
                    <a:pt x="2238845" y="953008"/>
                  </a:lnTo>
                  <a:lnTo>
                    <a:pt x="2238375" y="954125"/>
                  </a:lnTo>
                  <a:lnTo>
                    <a:pt x="2238375" y="956754"/>
                  </a:lnTo>
                  <a:lnTo>
                    <a:pt x="2238845" y="957884"/>
                  </a:lnTo>
                  <a:lnTo>
                    <a:pt x="2240711" y="959739"/>
                  </a:lnTo>
                  <a:lnTo>
                    <a:pt x="2241829" y="960208"/>
                  </a:lnTo>
                  <a:lnTo>
                    <a:pt x="2244458" y="960208"/>
                  </a:lnTo>
                  <a:lnTo>
                    <a:pt x="2245576" y="959739"/>
                  </a:lnTo>
                  <a:lnTo>
                    <a:pt x="2247442" y="957884"/>
                  </a:lnTo>
                  <a:lnTo>
                    <a:pt x="2247900" y="956754"/>
                  </a:lnTo>
                  <a:lnTo>
                    <a:pt x="2247900" y="954125"/>
                  </a:lnTo>
                  <a:close/>
                </a:path>
                <a:path w="9010650" h="1435735">
                  <a:moveTo>
                    <a:pt x="2247900" y="478790"/>
                  </a:moveTo>
                  <a:lnTo>
                    <a:pt x="2247442" y="477659"/>
                  </a:lnTo>
                  <a:lnTo>
                    <a:pt x="2245576" y="475805"/>
                  </a:lnTo>
                  <a:lnTo>
                    <a:pt x="2244458" y="475335"/>
                  </a:lnTo>
                  <a:lnTo>
                    <a:pt x="2241829" y="475335"/>
                  </a:lnTo>
                  <a:lnTo>
                    <a:pt x="2240711" y="475805"/>
                  </a:lnTo>
                  <a:lnTo>
                    <a:pt x="2238845" y="477659"/>
                  </a:lnTo>
                  <a:lnTo>
                    <a:pt x="2238375" y="478790"/>
                  </a:lnTo>
                  <a:lnTo>
                    <a:pt x="2238375" y="481418"/>
                  </a:lnTo>
                  <a:lnTo>
                    <a:pt x="2238845" y="482536"/>
                  </a:lnTo>
                  <a:lnTo>
                    <a:pt x="2240711" y="484403"/>
                  </a:lnTo>
                  <a:lnTo>
                    <a:pt x="2241829" y="484860"/>
                  </a:lnTo>
                  <a:lnTo>
                    <a:pt x="2244458" y="484860"/>
                  </a:lnTo>
                  <a:lnTo>
                    <a:pt x="2245576" y="484403"/>
                  </a:lnTo>
                  <a:lnTo>
                    <a:pt x="2247442" y="482536"/>
                  </a:lnTo>
                  <a:lnTo>
                    <a:pt x="2247900" y="481418"/>
                  </a:lnTo>
                  <a:lnTo>
                    <a:pt x="2247900" y="478790"/>
                  </a:lnTo>
                  <a:close/>
                </a:path>
                <a:path w="9010650" h="1435735">
                  <a:moveTo>
                    <a:pt x="2247900" y="3441"/>
                  </a:moveTo>
                  <a:lnTo>
                    <a:pt x="2247442" y="2324"/>
                  </a:lnTo>
                  <a:lnTo>
                    <a:pt x="2245576" y="457"/>
                  </a:lnTo>
                  <a:lnTo>
                    <a:pt x="2244458" y="0"/>
                  </a:lnTo>
                  <a:lnTo>
                    <a:pt x="2241829" y="0"/>
                  </a:lnTo>
                  <a:lnTo>
                    <a:pt x="2240711" y="457"/>
                  </a:lnTo>
                  <a:lnTo>
                    <a:pt x="2238845" y="2324"/>
                  </a:lnTo>
                  <a:lnTo>
                    <a:pt x="2238375" y="3441"/>
                  </a:lnTo>
                  <a:lnTo>
                    <a:pt x="2238375" y="6070"/>
                  </a:lnTo>
                  <a:lnTo>
                    <a:pt x="2238845" y="7200"/>
                  </a:lnTo>
                  <a:lnTo>
                    <a:pt x="2240711" y="9055"/>
                  </a:lnTo>
                  <a:lnTo>
                    <a:pt x="2241829" y="9525"/>
                  </a:lnTo>
                  <a:lnTo>
                    <a:pt x="2244458" y="9525"/>
                  </a:lnTo>
                  <a:lnTo>
                    <a:pt x="2245576" y="9055"/>
                  </a:lnTo>
                  <a:lnTo>
                    <a:pt x="2247442" y="7200"/>
                  </a:lnTo>
                  <a:lnTo>
                    <a:pt x="2247900" y="6070"/>
                  </a:lnTo>
                  <a:lnTo>
                    <a:pt x="2247900" y="3441"/>
                  </a:lnTo>
                  <a:close/>
                </a:path>
                <a:path w="9010650" h="1435735">
                  <a:moveTo>
                    <a:pt x="2295525" y="1429473"/>
                  </a:moveTo>
                  <a:lnTo>
                    <a:pt x="2295067" y="1428356"/>
                  </a:lnTo>
                  <a:lnTo>
                    <a:pt x="2293201" y="1426489"/>
                  </a:lnTo>
                  <a:lnTo>
                    <a:pt x="2292083" y="1426019"/>
                  </a:lnTo>
                  <a:lnTo>
                    <a:pt x="2289454" y="1426019"/>
                  </a:lnTo>
                  <a:lnTo>
                    <a:pt x="2288336" y="1426489"/>
                  </a:lnTo>
                  <a:lnTo>
                    <a:pt x="2286470" y="1428356"/>
                  </a:lnTo>
                  <a:lnTo>
                    <a:pt x="2286000" y="1429473"/>
                  </a:lnTo>
                  <a:lnTo>
                    <a:pt x="2286000" y="1432102"/>
                  </a:lnTo>
                  <a:lnTo>
                    <a:pt x="2286470" y="1433220"/>
                  </a:lnTo>
                  <a:lnTo>
                    <a:pt x="2288336" y="1435087"/>
                  </a:lnTo>
                  <a:lnTo>
                    <a:pt x="2289454" y="1435544"/>
                  </a:lnTo>
                  <a:lnTo>
                    <a:pt x="2292083" y="1435544"/>
                  </a:lnTo>
                  <a:lnTo>
                    <a:pt x="2293201" y="1435087"/>
                  </a:lnTo>
                  <a:lnTo>
                    <a:pt x="2295067" y="1433220"/>
                  </a:lnTo>
                  <a:lnTo>
                    <a:pt x="2295525" y="1432102"/>
                  </a:lnTo>
                  <a:lnTo>
                    <a:pt x="2295525" y="1429473"/>
                  </a:lnTo>
                  <a:close/>
                </a:path>
                <a:path w="9010650" h="1435735">
                  <a:moveTo>
                    <a:pt x="2295525" y="954125"/>
                  </a:moveTo>
                  <a:lnTo>
                    <a:pt x="2295067" y="953008"/>
                  </a:lnTo>
                  <a:lnTo>
                    <a:pt x="2293201" y="951153"/>
                  </a:lnTo>
                  <a:lnTo>
                    <a:pt x="2292083" y="950683"/>
                  </a:lnTo>
                  <a:lnTo>
                    <a:pt x="2289454" y="950683"/>
                  </a:lnTo>
                  <a:lnTo>
                    <a:pt x="2288336" y="951153"/>
                  </a:lnTo>
                  <a:lnTo>
                    <a:pt x="2286470" y="953008"/>
                  </a:lnTo>
                  <a:lnTo>
                    <a:pt x="2286000" y="954125"/>
                  </a:lnTo>
                  <a:lnTo>
                    <a:pt x="2286000" y="956754"/>
                  </a:lnTo>
                  <a:lnTo>
                    <a:pt x="2286470" y="957884"/>
                  </a:lnTo>
                  <a:lnTo>
                    <a:pt x="2288336" y="959739"/>
                  </a:lnTo>
                  <a:lnTo>
                    <a:pt x="2289454" y="960208"/>
                  </a:lnTo>
                  <a:lnTo>
                    <a:pt x="2292083" y="960208"/>
                  </a:lnTo>
                  <a:lnTo>
                    <a:pt x="2293201" y="959739"/>
                  </a:lnTo>
                  <a:lnTo>
                    <a:pt x="2295067" y="957884"/>
                  </a:lnTo>
                  <a:lnTo>
                    <a:pt x="2295525" y="956754"/>
                  </a:lnTo>
                  <a:lnTo>
                    <a:pt x="2295525" y="954125"/>
                  </a:lnTo>
                  <a:close/>
                </a:path>
                <a:path w="9010650" h="1435735">
                  <a:moveTo>
                    <a:pt x="2295525" y="478790"/>
                  </a:moveTo>
                  <a:lnTo>
                    <a:pt x="2295067" y="477659"/>
                  </a:lnTo>
                  <a:lnTo>
                    <a:pt x="2293201" y="475805"/>
                  </a:lnTo>
                  <a:lnTo>
                    <a:pt x="2292083" y="475335"/>
                  </a:lnTo>
                  <a:lnTo>
                    <a:pt x="2289454" y="475335"/>
                  </a:lnTo>
                  <a:lnTo>
                    <a:pt x="2288336" y="475805"/>
                  </a:lnTo>
                  <a:lnTo>
                    <a:pt x="2286470" y="477659"/>
                  </a:lnTo>
                  <a:lnTo>
                    <a:pt x="2286000" y="478790"/>
                  </a:lnTo>
                  <a:lnTo>
                    <a:pt x="2286000" y="481418"/>
                  </a:lnTo>
                  <a:lnTo>
                    <a:pt x="2286470" y="482536"/>
                  </a:lnTo>
                  <a:lnTo>
                    <a:pt x="2288336" y="484403"/>
                  </a:lnTo>
                  <a:lnTo>
                    <a:pt x="2289454" y="484860"/>
                  </a:lnTo>
                  <a:lnTo>
                    <a:pt x="2292083" y="484860"/>
                  </a:lnTo>
                  <a:lnTo>
                    <a:pt x="2293201" y="484403"/>
                  </a:lnTo>
                  <a:lnTo>
                    <a:pt x="2295067" y="482536"/>
                  </a:lnTo>
                  <a:lnTo>
                    <a:pt x="2295525" y="481418"/>
                  </a:lnTo>
                  <a:lnTo>
                    <a:pt x="2295525" y="478790"/>
                  </a:lnTo>
                  <a:close/>
                </a:path>
                <a:path w="9010650" h="1435735">
                  <a:moveTo>
                    <a:pt x="2295525" y="3441"/>
                  </a:moveTo>
                  <a:lnTo>
                    <a:pt x="2295067" y="2324"/>
                  </a:lnTo>
                  <a:lnTo>
                    <a:pt x="2293201" y="457"/>
                  </a:lnTo>
                  <a:lnTo>
                    <a:pt x="2292083" y="0"/>
                  </a:lnTo>
                  <a:lnTo>
                    <a:pt x="2289454" y="0"/>
                  </a:lnTo>
                  <a:lnTo>
                    <a:pt x="2288336" y="457"/>
                  </a:lnTo>
                  <a:lnTo>
                    <a:pt x="2286470" y="2324"/>
                  </a:lnTo>
                  <a:lnTo>
                    <a:pt x="2286000" y="3441"/>
                  </a:lnTo>
                  <a:lnTo>
                    <a:pt x="2286000" y="6070"/>
                  </a:lnTo>
                  <a:lnTo>
                    <a:pt x="2286470" y="7200"/>
                  </a:lnTo>
                  <a:lnTo>
                    <a:pt x="2288336" y="9055"/>
                  </a:lnTo>
                  <a:lnTo>
                    <a:pt x="2289454" y="9525"/>
                  </a:lnTo>
                  <a:lnTo>
                    <a:pt x="2292083" y="9525"/>
                  </a:lnTo>
                  <a:lnTo>
                    <a:pt x="2293201" y="9055"/>
                  </a:lnTo>
                  <a:lnTo>
                    <a:pt x="2295067" y="7200"/>
                  </a:lnTo>
                  <a:lnTo>
                    <a:pt x="2295525" y="6070"/>
                  </a:lnTo>
                  <a:lnTo>
                    <a:pt x="2295525" y="3441"/>
                  </a:lnTo>
                  <a:close/>
                </a:path>
                <a:path w="9010650" h="1435735">
                  <a:moveTo>
                    <a:pt x="2343150" y="1429473"/>
                  </a:moveTo>
                  <a:lnTo>
                    <a:pt x="2342692" y="1428356"/>
                  </a:lnTo>
                  <a:lnTo>
                    <a:pt x="2340826" y="1426489"/>
                  </a:lnTo>
                  <a:lnTo>
                    <a:pt x="2339708" y="1426019"/>
                  </a:lnTo>
                  <a:lnTo>
                    <a:pt x="2337079" y="1426019"/>
                  </a:lnTo>
                  <a:lnTo>
                    <a:pt x="2335961" y="1426489"/>
                  </a:lnTo>
                  <a:lnTo>
                    <a:pt x="2334095" y="1428356"/>
                  </a:lnTo>
                  <a:lnTo>
                    <a:pt x="2333625" y="1429473"/>
                  </a:lnTo>
                  <a:lnTo>
                    <a:pt x="2333625" y="1432102"/>
                  </a:lnTo>
                  <a:lnTo>
                    <a:pt x="2334095" y="1433220"/>
                  </a:lnTo>
                  <a:lnTo>
                    <a:pt x="2335961" y="1435087"/>
                  </a:lnTo>
                  <a:lnTo>
                    <a:pt x="2337079" y="1435544"/>
                  </a:lnTo>
                  <a:lnTo>
                    <a:pt x="2339708" y="1435544"/>
                  </a:lnTo>
                  <a:lnTo>
                    <a:pt x="2340826" y="1435087"/>
                  </a:lnTo>
                  <a:lnTo>
                    <a:pt x="2342692" y="1433220"/>
                  </a:lnTo>
                  <a:lnTo>
                    <a:pt x="2343150" y="1432102"/>
                  </a:lnTo>
                  <a:lnTo>
                    <a:pt x="2343150" y="1429473"/>
                  </a:lnTo>
                  <a:close/>
                </a:path>
                <a:path w="9010650" h="1435735">
                  <a:moveTo>
                    <a:pt x="2343150" y="954125"/>
                  </a:moveTo>
                  <a:lnTo>
                    <a:pt x="2342692" y="953008"/>
                  </a:lnTo>
                  <a:lnTo>
                    <a:pt x="2340826" y="951153"/>
                  </a:lnTo>
                  <a:lnTo>
                    <a:pt x="2339708" y="950683"/>
                  </a:lnTo>
                  <a:lnTo>
                    <a:pt x="2337079" y="950683"/>
                  </a:lnTo>
                  <a:lnTo>
                    <a:pt x="2335961" y="951153"/>
                  </a:lnTo>
                  <a:lnTo>
                    <a:pt x="2334095" y="953008"/>
                  </a:lnTo>
                  <a:lnTo>
                    <a:pt x="2333625" y="954125"/>
                  </a:lnTo>
                  <a:lnTo>
                    <a:pt x="2333625" y="956754"/>
                  </a:lnTo>
                  <a:lnTo>
                    <a:pt x="2334095" y="957884"/>
                  </a:lnTo>
                  <a:lnTo>
                    <a:pt x="2335961" y="959739"/>
                  </a:lnTo>
                  <a:lnTo>
                    <a:pt x="2337079" y="960208"/>
                  </a:lnTo>
                  <a:lnTo>
                    <a:pt x="2339708" y="960208"/>
                  </a:lnTo>
                  <a:lnTo>
                    <a:pt x="2340826" y="959739"/>
                  </a:lnTo>
                  <a:lnTo>
                    <a:pt x="2342692" y="957884"/>
                  </a:lnTo>
                  <a:lnTo>
                    <a:pt x="2343150" y="956754"/>
                  </a:lnTo>
                  <a:lnTo>
                    <a:pt x="2343150" y="954125"/>
                  </a:lnTo>
                  <a:close/>
                </a:path>
                <a:path w="9010650" h="1435735">
                  <a:moveTo>
                    <a:pt x="2343150" y="478790"/>
                  </a:moveTo>
                  <a:lnTo>
                    <a:pt x="2342692" y="477659"/>
                  </a:lnTo>
                  <a:lnTo>
                    <a:pt x="2340826" y="475805"/>
                  </a:lnTo>
                  <a:lnTo>
                    <a:pt x="2339708" y="475335"/>
                  </a:lnTo>
                  <a:lnTo>
                    <a:pt x="2337079" y="475335"/>
                  </a:lnTo>
                  <a:lnTo>
                    <a:pt x="2335961" y="475805"/>
                  </a:lnTo>
                  <a:lnTo>
                    <a:pt x="2334095" y="477659"/>
                  </a:lnTo>
                  <a:lnTo>
                    <a:pt x="2333625" y="478790"/>
                  </a:lnTo>
                  <a:lnTo>
                    <a:pt x="2333625" y="481418"/>
                  </a:lnTo>
                  <a:lnTo>
                    <a:pt x="2334095" y="482536"/>
                  </a:lnTo>
                  <a:lnTo>
                    <a:pt x="2335961" y="484403"/>
                  </a:lnTo>
                  <a:lnTo>
                    <a:pt x="2337079" y="484860"/>
                  </a:lnTo>
                  <a:lnTo>
                    <a:pt x="2339708" y="484860"/>
                  </a:lnTo>
                  <a:lnTo>
                    <a:pt x="2340826" y="484403"/>
                  </a:lnTo>
                  <a:lnTo>
                    <a:pt x="2342692" y="482536"/>
                  </a:lnTo>
                  <a:lnTo>
                    <a:pt x="2343150" y="481418"/>
                  </a:lnTo>
                  <a:lnTo>
                    <a:pt x="2343150" y="478790"/>
                  </a:lnTo>
                  <a:close/>
                </a:path>
                <a:path w="9010650" h="1435735">
                  <a:moveTo>
                    <a:pt x="2343150" y="3441"/>
                  </a:moveTo>
                  <a:lnTo>
                    <a:pt x="2342692" y="2324"/>
                  </a:lnTo>
                  <a:lnTo>
                    <a:pt x="2340826" y="457"/>
                  </a:lnTo>
                  <a:lnTo>
                    <a:pt x="2339708" y="0"/>
                  </a:lnTo>
                  <a:lnTo>
                    <a:pt x="2337079" y="0"/>
                  </a:lnTo>
                  <a:lnTo>
                    <a:pt x="2335961" y="457"/>
                  </a:lnTo>
                  <a:lnTo>
                    <a:pt x="2334095" y="2324"/>
                  </a:lnTo>
                  <a:lnTo>
                    <a:pt x="2333625" y="3441"/>
                  </a:lnTo>
                  <a:lnTo>
                    <a:pt x="2333625" y="6070"/>
                  </a:lnTo>
                  <a:lnTo>
                    <a:pt x="2334095" y="7200"/>
                  </a:lnTo>
                  <a:lnTo>
                    <a:pt x="2335961" y="9055"/>
                  </a:lnTo>
                  <a:lnTo>
                    <a:pt x="2337079" y="9525"/>
                  </a:lnTo>
                  <a:lnTo>
                    <a:pt x="2339708" y="9525"/>
                  </a:lnTo>
                  <a:lnTo>
                    <a:pt x="2340826" y="9055"/>
                  </a:lnTo>
                  <a:lnTo>
                    <a:pt x="2342692" y="7200"/>
                  </a:lnTo>
                  <a:lnTo>
                    <a:pt x="2343150" y="6070"/>
                  </a:lnTo>
                  <a:lnTo>
                    <a:pt x="2343150" y="3441"/>
                  </a:lnTo>
                  <a:close/>
                </a:path>
                <a:path w="9010650" h="1435735">
                  <a:moveTo>
                    <a:pt x="2390775" y="1429473"/>
                  </a:moveTo>
                  <a:lnTo>
                    <a:pt x="2390317" y="1428356"/>
                  </a:lnTo>
                  <a:lnTo>
                    <a:pt x="2388451" y="1426489"/>
                  </a:lnTo>
                  <a:lnTo>
                    <a:pt x="2387333" y="1426019"/>
                  </a:lnTo>
                  <a:lnTo>
                    <a:pt x="2384704" y="1426019"/>
                  </a:lnTo>
                  <a:lnTo>
                    <a:pt x="2383586" y="1426489"/>
                  </a:lnTo>
                  <a:lnTo>
                    <a:pt x="2381720" y="1428356"/>
                  </a:lnTo>
                  <a:lnTo>
                    <a:pt x="2381250" y="1429473"/>
                  </a:lnTo>
                  <a:lnTo>
                    <a:pt x="2381250" y="1432102"/>
                  </a:lnTo>
                  <a:lnTo>
                    <a:pt x="2381720" y="1433220"/>
                  </a:lnTo>
                  <a:lnTo>
                    <a:pt x="2383586" y="1435087"/>
                  </a:lnTo>
                  <a:lnTo>
                    <a:pt x="2384704" y="1435544"/>
                  </a:lnTo>
                  <a:lnTo>
                    <a:pt x="2387333" y="1435544"/>
                  </a:lnTo>
                  <a:lnTo>
                    <a:pt x="2388451" y="1435087"/>
                  </a:lnTo>
                  <a:lnTo>
                    <a:pt x="2390317" y="1433220"/>
                  </a:lnTo>
                  <a:lnTo>
                    <a:pt x="2390775" y="1432102"/>
                  </a:lnTo>
                  <a:lnTo>
                    <a:pt x="2390775" y="1429473"/>
                  </a:lnTo>
                  <a:close/>
                </a:path>
                <a:path w="9010650" h="1435735">
                  <a:moveTo>
                    <a:pt x="2390775" y="954125"/>
                  </a:moveTo>
                  <a:lnTo>
                    <a:pt x="2390317" y="953008"/>
                  </a:lnTo>
                  <a:lnTo>
                    <a:pt x="2388451" y="951153"/>
                  </a:lnTo>
                  <a:lnTo>
                    <a:pt x="2387333" y="950683"/>
                  </a:lnTo>
                  <a:lnTo>
                    <a:pt x="2384704" y="950683"/>
                  </a:lnTo>
                  <a:lnTo>
                    <a:pt x="2383586" y="951153"/>
                  </a:lnTo>
                  <a:lnTo>
                    <a:pt x="2381720" y="953008"/>
                  </a:lnTo>
                  <a:lnTo>
                    <a:pt x="2381250" y="954125"/>
                  </a:lnTo>
                  <a:lnTo>
                    <a:pt x="2381250" y="956754"/>
                  </a:lnTo>
                  <a:lnTo>
                    <a:pt x="2381720" y="957884"/>
                  </a:lnTo>
                  <a:lnTo>
                    <a:pt x="2383586" y="959739"/>
                  </a:lnTo>
                  <a:lnTo>
                    <a:pt x="2384704" y="960208"/>
                  </a:lnTo>
                  <a:lnTo>
                    <a:pt x="2387333" y="960208"/>
                  </a:lnTo>
                  <a:lnTo>
                    <a:pt x="2388451" y="959739"/>
                  </a:lnTo>
                  <a:lnTo>
                    <a:pt x="2390317" y="957884"/>
                  </a:lnTo>
                  <a:lnTo>
                    <a:pt x="2390775" y="956754"/>
                  </a:lnTo>
                  <a:lnTo>
                    <a:pt x="2390775" y="954125"/>
                  </a:lnTo>
                  <a:close/>
                </a:path>
                <a:path w="9010650" h="1435735">
                  <a:moveTo>
                    <a:pt x="2390775" y="478790"/>
                  </a:moveTo>
                  <a:lnTo>
                    <a:pt x="2390317" y="477659"/>
                  </a:lnTo>
                  <a:lnTo>
                    <a:pt x="2388451" y="475805"/>
                  </a:lnTo>
                  <a:lnTo>
                    <a:pt x="2387333" y="475335"/>
                  </a:lnTo>
                  <a:lnTo>
                    <a:pt x="2384704" y="475335"/>
                  </a:lnTo>
                  <a:lnTo>
                    <a:pt x="2383586" y="475805"/>
                  </a:lnTo>
                  <a:lnTo>
                    <a:pt x="2381720" y="477659"/>
                  </a:lnTo>
                  <a:lnTo>
                    <a:pt x="2381250" y="478790"/>
                  </a:lnTo>
                  <a:lnTo>
                    <a:pt x="2381250" y="481418"/>
                  </a:lnTo>
                  <a:lnTo>
                    <a:pt x="2381720" y="482536"/>
                  </a:lnTo>
                  <a:lnTo>
                    <a:pt x="2383586" y="484403"/>
                  </a:lnTo>
                  <a:lnTo>
                    <a:pt x="2384704" y="484860"/>
                  </a:lnTo>
                  <a:lnTo>
                    <a:pt x="2387333" y="484860"/>
                  </a:lnTo>
                  <a:lnTo>
                    <a:pt x="2388451" y="484403"/>
                  </a:lnTo>
                  <a:lnTo>
                    <a:pt x="2390317" y="482536"/>
                  </a:lnTo>
                  <a:lnTo>
                    <a:pt x="2390775" y="481418"/>
                  </a:lnTo>
                  <a:lnTo>
                    <a:pt x="2390775" y="478790"/>
                  </a:lnTo>
                  <a:close/>
                </a:path>
                <a:path w="9010650" h="1435735">
                  <a:moveTo>
                    <a:pt x="2390775" y="3441"/>
                  </a:moveTo>
                  <a:lnTo>
                    <a:pt x="2390317" y="2324"/>
                  </a:lnTo>
                  <a:lnTo>
                    <a:pt x="2388451" y="457"/>
                  </a:lnTo>
                  <a:lnTo>
                    <a:pt x="2387333" y="0"/>
                  </a:lnTo>
                  <a:lnTo>
                    <a:pt x="2384704" y="0"/>
                  </a:lnTo>
                  <a:lnTo>
                    <a:pt x="2383586" y="457"/>
                  </a:lnTo>
                  <a:lnTo>
                    <a:pt x="2381720" y="2324"/>
                  </a:lnTo>
                  <a:lnTo>
                    <a:pt x="2381250" y="3441"/>
                  </a:lnTo>
                  <a:lnTo>
                    <a:pt x="2381250" y="6070"/>
                  </a:lnTo>
                  <a:lnTo>
                    <a:pt x="2381720" y="7200"/>
                  </a:lnTo>
                  <a:lnTo>
                    <a:pt x="2383586" y="9055"/>
                  </a:lnTo>
                  <a:lnTo>
                    <a:pt x="2384704" y="9525"/>
                  </a:lnTo>
                  <a:lnTo>
                    <a:pt x="2387333" y="9525"/>
                  </a:lnTo>
                  <a:lnTo>
                    <a:pt x="2388451" y="9055"/>
                  </a:lnTo>
                  <a:lnTo>
                    <a:pt x="2390317" y="7200"/>
                  </a:lnTo>
                  <a:lnTo>
                    <a:pt x="2390775" y="6070"/>
                  </a:lnTo>
                  <a:lnTo>
                    <a:pt x="2390775" y="3441"/>
                  </a:lnTo>
                  <a:close/>
                </a:path>
                <a:path w="9010650" h="1435735">
                  <a:moveTo>
                    <a:pt x="2438400" y="1429473"/>
                  </a:moveTo>
                  <a:lnTo>
                    <a:pt x="2437942" y="1428356"/>
                  </a:lnTo>
                  <a:lnTo>
                    <a:pt x="2436076" y="1426489"/>
                  </a:lnTo>
                  <a:lnTo>
                    <a:pt x="2434958" y="1426019"/>
                  </a:lnTo>
                  <a:lnTo>
                    <a:pt x="2432329" y="1426019"/>
                  </a:lnTo>
                  <a:lnTo>
                    <a:pt x="2431211" y="1426489"/>
                  </a:lnTo>
                  <a:lnTo>
                    <a:pt x="2429345" y="1428356"/>
                  </a:lnTo>
                  <a:lnTo>
                    <a:pt x="2428875" y="1429473"/>
                  </a:lnTo>
                  <a:lnTo>
                    <a:pt x="2428875" y="1432102"/>
                  </a:lnTo>
                  <a:lnTo>
                    <a:pt x="2429345" y="1433220"/>
                  </a:lnTo>
                  <a:lnTo>
                    <a:pt x="2431211" y="1435087"/>
                  </a:lnTo>
                  <a:lnTo>
                    <a:pt x="2432329" y="1435544"/>
                  </a:lnTo>
                  <a:lnTo>
                    <a:pt x="2434958" y="1435544"/>
                  </a:lnTo>
                  <a:lnTo>
                    <a:pt x="2436076" y="1435087"/>
                  </a:lnTo>
                  <a:lnTo>
                    <a:pt x="2437942" y="1433220"/>
                  </a:lnTo>
                  <a:lnTo>
                    <a:pt x="2438400" y="1432102"/>
                  </a:lnTo>
                  <a:lnTo>
                    <a:pt x="2438400" y="1429473"/>
                  </a:lnTo>
                  <a:close/>
                </a:path>
                <a:path w="9010650" h="1435735">
                  <a:moveTo>
                    <a:pt x="2438400" y="954125"/>
                  </a:moveTo>
                  <a:lnTo>
                    <a:pt x="2437942" y="953008"/>
                  </a:lnTo>
                  <a:lnTo>
                    <a:pt x="2436076" y="951153"/>
                  </a:lnTo>
                  <a:lnTo>
                    <a:pt x="2434958" y="950683"/>
                  </a:lnTo>
                  <a:lnTo>
                    <a:pt x="2432329" y="950683"/>
                  </a:lnTo>
                  <a:lnTo>
                    <a:pt x="2431211" y="951153"/>
                  </a:lnTo>
                  <a:lnTo>
                    <a:pt x="2429345" y="953008"/>
                  </a:lnTo>
                  <a:lnTo>
                    <a:pt x="2428875" y="954125"/>
                  </a:lnTo>
                  <a:lnTo>
                    <a:pt x="2428875" y="956754"/>
                  </a:lnTo>
                  <a:lnTo>
                    <a:pt x="2429345" y="957884"/>
                  </a:lnTo>
                  <a:lnTo>
                    <a:pt x="2431211" y="959739"/>
                  </a:lnTo>
                  <a:lnTo>
                    <a:pt x="2432329" y="960208"/>
                  </a:lnTo>
                  <a:lnTo>
                    <a:pt x="2434958" y="960208"/>
                  </a:lnTo>
                  <a:lnTo>
                    <a:pt x="2436076" y="959739"/>
                  </a:lnTo>
                  <a:lnTo>
                    <a:pt x="2437942" y="957884"/>
                  </a:lnTo>
                  <a:lnTo>
                    <a:pt x="2438400" y="956754"/>
                  </a:lnTo>
                  <a:lnTo>
                    <a:pt x="2438400" y="954125"/>
                  </a:lnTo>
                  <a:close/>
                </a:path>
                <a:path w="9010650" h="1435735">
                  <a:moveTo>
                    <a:pt x="2438400" y="478790"/>
                  </a:moveTo>
                  <a:lnTo>
                    <a:pt x="2437942" y="477659"/>
                  </a:lnTo>
                  <a:lnTo>
                    <a:pt x="2436076" y="475805"/>
                  </a:lnTo>
                  <a:lnTo>
                    <a:pt x="2434958" y="475335"/>
                  </a:lnTo>
                  <a:lnTo>
                    <a:pt x="2432329" y="475335"/>
                  </a:lnTo>
                  <a:lnTo>
                    <a:pt x="2431211" y="475805"/>
                  </a:lnTo>
                  <a:lnTo>
                    <a:pt x="2429345" y="477659"/>
                  </a:lnTo>
                  <a:lnTo>
                    <a:pt x="2428875" y="478790"/>
                  </a:lnTo>
                  <a:lnTo>
                    <a:pt x="2428875" y="481418"/>
                  </a:lnTo>
                  <a:lnTo>
                    <a:pt x="2429345" y="482536"/>
                  </a:lnTo>
                  <a:lnTo>
                    <a:pt x="2431211" y="484403"/>
                  </a:lnTo>
                  <a:lnTo>
                    <a:pt x="2432329" y="484860"/>
                  </a:lnTo>
                  <a:lnTo>
                    <a:pt x="2434958" y="484860"/>
                  </a:lnTo>
                  <a:lnTo>
                    <a:pt x="2436076" y="484403"/>
                  </a:lnTo>
                  <a:lnTo>
                    <a:pt x="2437942" y="482536"/>
                  </a:lnTo>
                  <a:lnTo>
                    <a:pt x="2438400" y="481418"/>
                  </a:lnTo>
                  <a:lnTo>
                    <a:pt x="2438400" y="478790"/>
                  </a:lnTo>
                  <a:close/>
                </a:path>
                <a:path w="9010650" h="1435735">
                  <a:moveTo>
                    <a:pt x="2438400" y="3441"/>
                  </a:moveTo>
                  <a:lnTo>
                    <a:pt x="2437942" y="2324"/>
                  </a:lnTo>
                  <a:lnTo>
                    <a:pt x="2436076" y="457"/>
                  </a:lnTo>
                  <a:lnTo>
                    <a:pt x="2434958" y="0"/>
                  </a:lnTo>
                  <a:lnTo>
                    <a:pt x="2432329" y="0"/>
                  </a:lnTo>
                  <a:lnTo>
                    <a:pt x="2431211" y="457"/>
                  </a:lnTo>
                  <a:lnTo>
                    <a:pt x="2429345" y="2324"/>
                  </a:lnTo>
                  <a:lnTo>
                    <a:pt x="2428875" y="3441"/>
                  </a:lnTo>
                  <a:lnTo>
                    <a:pt x="2428875" y="6070"/>
                  </a:lnTo>
                  <a:lnTo>
                    <a:pt x="2429345" y="7200"/>
                  </a:lnTo>
                  <a:lnTo>
                    <a:pt x="2431211" y="9055"/>
                  </a:lnTo>
                  <a:lnTo>
                    <a:pt x="2432329" y="9525"/>
                  </a:lnTo>
                  <a:lnTo>
                    <a:pt x="2434958" y="9525"/>
                  </a:lnTo>
                  <a:lnTo>
                    <a:pt x="2436076" y="9055"/>
                  </a:lnTo>
                  <a:lnTo>
                    <a:pt x="2437942" y="7200"/>
                  </a:lnTo>
                  <a:lnTo>
                    <a:pt x="2438400" y="6070"/>
                  </a:lnTo>
                  <a:lnTo>
                    <a:pt x="2438400" y="3441"/>
                  </a:lnTo>
                  <a:close/>
                </a:path>
                <a:path w="9010650" h="1435735">
                  <a:moveTo>
                    <a:pt x="2486025" y="1429473"/>
                  </a:moveTo>
                  <a:lnTo>
                    <a:pt x="2485567" y="1428356"/>
                  </a:lnTo>
                  <a:lnTo>
                    <a:pt x="2483701" y="1426489"/>
                  </a:lnTo>
                  <a:lnTo>
                    <a:pt x="2482583" y="1426019"/>
                  </a:lnTo>
                  <a:lnTo>
                    <a:pt x="2479954" y="1426019"/>
                  </a:lnTo>
                  <a:lnTo>
                    <a:pt x="2478836" y="1426489"/>
                  </a:lnTo>
                  <a:lnTo>
                    <a:pt x="2476970" y="1428356"/>
                  </a:lnTo>
                  <a:lnTo>
                    <a:pt x="2476500" y="1429473"/>
                  </a:lnTo>
                  <a:lnTo>
                    <a:pt x="2476500" y="1432102"/>
                  </a:lnTo>
                  <a:lnTo>
                    <a:pt x="2476970" y="1433220"/>
                  </a:lnTo>
                  <a:lnTo>
                    <a:pt x="2478836" y="1435087"/>
                  </a:lnTo>
                  <a:lnTo>
                    <a:pt x="2479954" y="1435544"/>
                  </a:lnTo>
                  <a:lnTo>
                    <a:pt x="2482583" y="1435544"/>
                  </a:lnTo>
                  <a:lnTo>
                    <a:pt x="2483701" y="1435087"/>
                  </a:lnTo>
                  <a:lnTo>
                    <a:pt x="2485567" y="1433220"/>
                  </a:lnTo>
                  <a:lnTo>
                    <a:pt x="2486025" y="1432102"/>
                  </a:lnTo>
                  <a:lnTo>
                    <a:pt x="2486025" y="1429473"/>
                  </a:lnTo>
                  <a:close/>
                </a:path>
                <a:path w="9010650" h="1435735">
                  <a:moveTo>
                    <a:pt x="2486025" y="954125"/>
                  </a:moveTo>
                  <a:lnTo>
                    <a:pt x="2485567" y="953008"/>
                  </a:lnTo>
                  <a:lnTo>
                    <a:pt x="2483701" y="951153"/>
                  </a:lnTo>
                  <a:lnTo>
                    <a:pt x="2482583" y="950683"/>
                  </a:lnTo>
                  <a:lnTo>
                    <a:pt x="2479954" y="950683"/>
                  </a:lnTo>
                  <a:lnTo>
                    <a:pt x="2478836" y="951153"/>
                  </a:lnTo>
                  <a:lnTo>
                    <a:pt x="2476970" y="953008"/>
                  </a:lnTo>
                  <a:lnTo>
                    <a:pt x="2476500" y="954125"/>
                  </a:lnTo>
                  <a:lnTo>
                    <a:pt x="2476500" y="956754"/>
                  </a:lnTo>
                  <a:lnTo>
                    <a:pt x="2476970" y="957884"/>
                  </a:lnTo>
                  <a:lnTo>
                    <a:pt x="2478836" y="959739"/>
                  </a:lnTo>
                  <a:lnTo>
                    <a:pt x="2479954" y="960208"/>
                  </a:lnTo>
                  <a:lnTo>
                    <a:pt x="2482583" y="960208"/>
                  </a:lnTo>
                  <a:lnTo>
                    <a:pt x="2483701" y="959739"/>
                  </a:lnTo>
                  <a:lnTo>
                    <a:pt x="2485567" y="957884"/>
                  </a:lnTo>
                  <a:lnTo>
                    <a:pt x="2486025" y="956754"/>
                  </a:lnTo>
                  <a:lnTo>
                    <a:pt x="2486025" y="954125"/>
                  </a:lnTo>
                  <a:close/>
                </a:path>
                <a:path w="9010650" h="1435735">
                  <a:moveTo>
                    <a:pt x="2486025" y="478790"/>
                  </a:moveTo>
                  <a:lnTo>
                    <a:pt x="2485567" y="477659"/>
                  </a:lnTo>
                  <a:lnTo>
                    <a:pt x="2483701" y="475805"/>
                  </a:lnTo>
                  <a:lnTo>
                    <a:pt x="2482583" y="475335"/>
                  </a:lnTo>
                  <a:lnTo>
                    <a:pt x="2479954" y="475335"/>
                  </a:lnTo>
                  <a:lnTo>
                    <a:pt x="2478836" y="475805"/>
                  </a:lnTo>
                  <a:lnTo>
                    <a:pt x="2476970" y="477659"/>
                  </a:lnTo>
                  <a:lnTo>
                    <a:pt x="2476500" y="478790"/>
                  </a:lnTo>
                  <a:lnTo>
                    <a:pt x="2476500" y="481418"/>
                  </a:lnTo>
                  <a:lnTo>
                    <a:pt x="2476970" y="482536"/>
                  </a:lnTo>
                  <a:lnTo>
                    <a:pt x="2478836" y="484403"/>
                  </a:lnTo>
                  <a:lnTo>
                    <a:pt x="2479954" y="484860"/>
                  </a:lnTo>
                  <a:lnTo>
                    <a:pt x="2482583" y="484860"/>
                  </a:lnTo>
                  <a:lnTo>
                    <a:pt x="2483701" y="484403"/>
                  </a:lnTo>
                  <a:lnTo>
                    <a:pt x="2485567" y="482536"/>
                  </a:lnTo>
                  <a:lnTo>
                    <a:pt x="2486025" y="481418"/>
                  </a:lnTo>
                  <a:lnTo>
                    <a:pt x="2486025" y="478790"/>
                  </a:lnTo>
                  <a:close/>
                </a:path>
                <a:path w="9010650" h="1435735">
                  <a:moveTo>
                    <a:pt x="2486025" y="3441"/>
                  </a:moveTo>
                  <a:lnTo>
                    <a:pt x="2485567" y="2324"/>
                  </a:lnTo>
                  <a:lnTo>
                    <a:pt x="2483701" y="457"/>
                  </a:lnTo>
                  <a:lnTo>
                    <a:pt x="2482583" y="0"/>
                  </a:lnTo>
                  <a:lnTo>
                    <a:pt x="2479954" y="0"/>
                  </a:lnTo>
                  <a:lnTo>
                    <a:pt x="2478836" y="457"/>
                  </a:lnTo>
                  <a:lnTo>
                    <a:pt x="2476970" y="2324"/>
                  </a:lnTo>
                  <a:lnTo>
                    <a:pt x="2476500" y="3441"/>
                  </a:lnTo>
                  <a:lnTo>
                    <a:pt x="2476500" y="6070"/>
                  </a:lnTo>
                  <a:lnTo>
                    <a:pt x="2476970" y="7200"/>
                  </a:lnTo>
                  <a:lnTo>
                    <a:pt x="2478836" y="9055"/>
                  </a:lnTo>
                  <a:lnTo>
                    <a:pt x="2479954" y="9525"/>
                  </a:lnTo>
                  <a:lnTo>
                    <a:pt x="2482583" y="9525"/>
                  </a:lnTo>
                  <a:lnTo>
                    <a:pt x="2483701" y="9055"/>
                  </a:lnTo>
                  <a:lnTo>
                    <a:pt x="2485567" y="7200"/>
                  </a:lnTo>
                  <a:lnTo>
                    <a:pt x="2486025" y="6070"/>
                  </a:lnTo>
                  <a:lnTo>
                    <a:pt x="2486025" y="3441"/>
                  </a:lnTo>
                  <a:close/>
                </a:path>
                <a:path w="9010650" h="1435735">
                  <a:moveTo>
                    <a:pt x="2533650" y="1429473"/>
                  </a:moveTo>
                  <a:lnTo>
                    <a:pt x="2533192" y="1428356"/>
                  </a:lnTo>
                  <a:lnTo>
                    <a:pt x="2531326" y="1426489"/>
                  </a:lnTo>
                  <a:lnTo>
                    <a:pt x="2530208" y="1426019"/>
                  </a:lnTo>
                  <a:lnTo>
                    <a:pt x="2527579" y="1426019"/>
                  </a:lnTo>
                  <a:lnTo>
                    <a:pt x="2526461" y="1426489"/>
                  </a:lnTo>
                  <a:lnTo>
                    <a:pt x="2524595" y="1428356"/>
                  </a:lnTo>
                  <a:lnTo>
                    <a:pt x="2524125" y="1429473"/>
                  </a:lnTo>
                  <a:lnTo>
                    <a:pt x="2524125" y="1432102"/>
                  </a:lnTo>
                  <a:lnTo>
                    <a:pt x="2524595" y="1433220"/>
                  </a:lnTo>
                  <a:lnTo>
                    <a:pt x="2526461" y="1435087"/>
                  </a:lnTo>
                  <a:lnTo>
                    <a:pt x="2527579" y="1435544"/>
                  </a:lnTo>
                  <a:lnTo>
                    <a:pt x="2530208" y="1435544"/>
                  </a:lnTo>
                  <a:lnTo>
                    <a:pt x="2531326" y="1435087"/>
                  </a:lnTo>
                  <a:lnTo>
                    <a:pt x="2533192" y="1433220"/>
                  </a:lnTo>
                  <a:lnTo>
                    <a:pt x="2533650" y="1432102"/>
                  </a:lnTo>
                  <a:lnTo>
                    <a:pt x="2533650" y="1429473"/>
                  </a:lnTo>
                  <a:close/>
                </a:path>
                <a:path w="9010650" h="1435735">
                  <a:moveTo>
                    <a:pt x="2533650" y="954125"/>
                  </a:moveTo>
                  <a:lnTo>
                    <a:pt x="2533192" y="953008"/>
                  </a:lnTo>
                  <a:lnTo>
                    <a:pt x="2531326" y="951153"/>
                  </a:lnTo>
                  <a:lnTo>
                    <a:pt x="2530208" y="950683"/>
                  </a:lnTo>
                  <a:lnTo>
                    <a:pt x="2527579" y="950683"/>
                  </a:lnTo>
                  <a:lnTo>
                    <a:pt x="2526461" y="951153"/>
                  </a:lnTo>
                  <a:lnTo>
                    <a:pt x="2524595" y="953008"/>
                  </a:lnTo>
                  <a:lnTo>
                    <a:pt x="2524125" y="954125"/>
                  </a:lnTo>
                  <a:lnTo>
                    <a:pt x="2524125" y="956754"/>
                  </a:lnTo>
                  <a:lnTo>
                    <a:pt x="2524595" y="957884"/>
                  </a:lnTo>
                  <a:lnTo>
                    <a:pt x="2526461" y="959739"/>
                  </a:lnTo>
                  <a:lnTo>
                    <a:pt x="2527579" y="960208"/>
                  </a:lnTo>
                  <a:lnTo>
                    <a:pt x="2530208" y="960208"/>
                  </a:lnTo>
                  <a:lnTo>
                    <a:pt x="2531326" y="959739"/>
                  </a:lnTo>
                  <a:lnTo>
                    <a:pt x="2533192" y="957884"/>
                  </a:lnTo>
                  <a:lnTo>
                    <a:pt x="2533650" y="956754"/>
                  </a:lnTo>
                  <a:lnTo>
                    <a:pt x="2533650" y="954125"/>
                  </a:lnTo>
                  <a:close/>
                </a:path>
                <a:path w="9010650" h="1435735">
                  <a:moveTo>
                    <a:pt x="2533650" y="478790"/>
                  </a:moveTo>
                  <a:lnTo>
                    <a:pt x="2533192" y="477659"/>
                  </a:lnTo>
                  <a:lnTo>
                    <a:pt x="2531326" y="475805"/>
                  </a:lnTo>
                  <a:lnTo>
                    <a:pt x="2530208" y="475335"/>
                  </a:lnTo>
                  <a:lnTo>
                    <a:pt x="2527579" y="475335"/>
                  </a:lnTo>
                  <a:lnTo>
                    <a:pt x="2526461" y="475805"/>
                  </a:lnTo>
                  <a:lnTo>
                    <a:pt x="2524595" y="477659"/>
                  </a:lnTo>
                  <a:lnTo>
                    <a:pt x="2524125" y="478790"/>
                  </a:lnTo>
                  <a:lnTo>
                    <a:pt x="2524125" y="481418"/>
                  </a:lnTo>
                  <a:lnTo>
                    <a:pt x="2524595" y="482536"/>
                  </a:lnTo>
                  <a:lnTo>
                    <a:pt x="2526461" y="484403"/>
                  </a:lnTo>
                  <a:lnTo>
                    <a:pt x="2527579" y="484860"/>
                  </a:lnTo>
                  <a:lnTo>
                    <a:pt x="2530208" y="484860"/>
                  </a:lnTo>
                  <a:lnTo>
                    <a:pt x="2531326" y="484403"/>
                  </a:lnTo>
                  <a:lnTo>
                    <a:pt x="2533192" y="482536"/>
                  </a:lnTo>
                  <a:lnTo>
                    <a:pt x="2533650" y="481418"/>
                  </a:lnTo>
                  <a:lnTo>
                    <a:pt x="2533650" y="478790"/>
                  </a:lnTo>
                  <a:close/>
                </a:path>
                <a:path w="9010650" h="1435735">
                  <a:moveTo>
                    <a:pt x="2533650" y="3441"/>
                  </a:moveTo>
                  <a:lnTo>
                    <a:pt x="2533192" y="2324"/>
                  </a:lnTo>
                  <a:lnTo>
                    <a:pt x="2531326" y="457"/>
                  </a:lnTo>
                  <a:lnTo>
                    <a:pt x="2530208" y="0"/>
                  </a:lnTo>
                  <a:lnTo>
                    <a:pt x="2527579" y="0"/>
                  </a:lnTo>
                  <a:lnTo>
                    <a:pt x="2526461" y="457"/>
                  </a:lnTo>
                  <a:lnTo>
                    <a:pt x="2524595" y="2324"/>
                  </a:lnTo>
                  <a:lnTo>
                    <a:pt x="2524125" y="3441"/>
                  </a:lnTo>
                  <a:lnTo>
                    <a:pt x="2524125" y="6070"/>
                  </a:lnTo>
                  <a:lnTo>
                    <a:pt x="2524595" y="7200"/>
                  </a:lnTo>
                  <a:lnTo>
                    <a:pt x="2526461" y="9055"/>
                  </a:lnTo>
                  <a:lnTo>
                    <a:pt x="2527579" y="9525"/>
                  </a:lnTo>
                  <a:lnTo>
                    <a:pt x="2530208" y="9525"/>
                  </a:lnTo>
                  <a:lnTo>
                    <a:pt x="2531326" y="9055"/>
                  </a:lnTo>
                  <a:lnTo>
                    <a:pt x="2533192" y="7200"/>
                  </a:lnTo>
                  <a:lnTo>
                    <a:pt x="2533650" y="6070"/>
                  </a:lnTo>
                  <a:lnTo>
                    <a:pt x="2533650" y="3441"/>
                  </a:lnTo>
                  <a:close/>
                </a:path>
                <a:path w="9010650" h="1435735">
                  <a:moveTo>
                    <a:pt x="2581275" y="1429473"/>
                  </a:moveTo>
                  <a:lnTo>
                    <a:pt x="2580817" y="1428356"/>
                  </a:lnTo>
                  <a:lnTo>
                    <a:pt x="2578951" y="1426489"/>
                  </a:lnTo>
                  <a:lnTo>
                    <a:pt x="2577833" y="1426019"/>
                  </a:lnTo>
                  <a:lnTo>
                    <a:pt x="2575204" y="1426019"/>
                  </a:lnTo>
                  <a:lnTo>
                    <a:pt x="2574086" y="1426489"/>
                  </a:lnTo>
                  <a:lnTo>
                    <a:pt x="2572220" y="1428356"/>
                  </a:lnTo>
                  <a:lnTo>
                    <a:pt x="2571750" y="1429473"/>
                  </a:lnTo>
                  <a:lnTo>
                    <a:pt x="2571750" y="1432102"/>
                  </a:lnTo>
                  <a:lnTo>
                    <a:pt x="2572220" y="1433220"/>
                  </a:lnTo>
                  <a:lnTo>
                    <a:pt x="2574086" y="1435087"/>
                  </a:lnTo>
                  <a:lnTo>
                    <a:pt x="2575204" y="1435544"/>
                  </a:lnTo>
                  <a:lnTo>
                    <a:pt x="2577833" y="1435544"/>
                  </a:lnTo>
                  <a:lnTo>
                    <a:pt x="2578951" y="1435087"/>
                  </a:lnTo>
                  <a:lnTo>
                    <a:pt x="2580817" y="1433220"/>
                  </a:lnTo>
                  <a:lnTo>
                    <a:pt x="2581275" y="1432102"/>
                  </a:lnTo>
                  <a:lnTo>
                    <a:pt x="2581275" y="1429473"/>
                  </a:lnTo>
                  <a:close/>
                </a:path>
                <a:path w="9010650" h="1435735">
                  <a:moveTo>
                    <a:pt x="2581275" y="954125"/>
                  </a:moveTo>
                  <a:lnTo>
                    <a:pt x="2580817" y="953008"/>
                  </a:lnTo>
                  <a:lnTo>
                    <a:pt x="2578951" y="951153"/>
                  </a:lnTo>
                  <a:lnTo>
                    <a:pt x="2577833" y="950683"/>
                  </a:lnTo>
                  <a:lnTo>
                    <a:pt x="2575204" y="950683"/>
                  </a:lnTo>
                  <a:lnTo>
                    <a:pt x="2574086" y="951153"/>
                  </a:lnTo>
                  <a:lnTo>
                    <a:pt x="2572220" y="953008"/>
                  </a:lnTo>
                  <a:lnTo>
                    <a:pt x="2571750" y="954125"/>
                  </a:lnTo>
                  <a:lnTo>
                    <a:pt x="2571750" y="956754"/>
                  </a:lnTo>
                  <a:lnTo>
                    <a:pt x="2572220" y="957884"/>
                  </a:lnTo>
                  <a:lnTo>
                    <a:pt x="2574086" y="959739"/>
                  </a:lnTo>
                  <a:lnTo>
                    <a:pt x="2575204" y="960208"/>
                  </a:lnTo>
                  <a:lnTo>
                    <a:pt x="2577833" y="960208"/>
                  </a:lnTo>
                  <a:lnTo>
                    <a:pt x="2578951" y="959739"/>
                  </a:lnTo>
                  <a:lnTo>
                    <a:pt x="2580817" y="957884"/>
                  </a:lnTo>
                  <a:lnTo>
                    <a:pt x="2581275" y="956754"/>
                  </a:lnTo>
                  <a:lnTo>
                    <a:pt x="2581275" y="954125"/>
                  </a:lnTo>
                  <a:close/>
                </a:path>
                <a:path w="9010650" h="1435735">
                  <a:moveTo>
                    <a:pt x="2581275" y="478790"/>
                  </a:moveTo>
                  <a:lnTo>
                    <a:pt x="2580817" y="477659"/>
                  </a:lnTo>
                  <a:lnTo>
                    <a:pt x="2578951" y="475805"/>
                  </a:lnTo>
                  <a:lnTo>
                    <a:pt x="2577833" y="475335"/>
                  </a:lnTo>
                  <a:lnTo>
                    <a:pt x="2575204" y="475335"/>
                  </a:lnTo>
                  <a:lnTo>
                    <a:pt x="2574086" y="475805"/>
                  </a:lnTo>
                  <a:lnTo>
                    <a:pt x="2572220" y="477659"/>
                  </a:lnTo>
                  <a:lnTo>
                    <a:pt x="2571750" y="478790"/>
                  </a:lnTo>
                  <a:lnTo>
                    <a:pt x="2571750" y="481418"/>
                  </a:lnTo>
                  <a:lnTo>
                    <a:pt x="2572220" y="482536"/>
                  </a:lnTo>
                  <a:lnTo>
                    <a:pt x="2574086" y="484403"/>
                  </a:lnTo>
                  <a:lnTo>
                    <a:pt x="2575204" y="484860"/>
                  </a:lnTo>
                  <a:lnTo>
                    <a:pt x="2577833" y="484860"/>
                  </a:lnTo>
                  <a:lnTo>
                    <a:pt x="2578951" y="484403"/>
                  </a:lnTo>
                  <a:lnTo>
                    <a:pt x="2580817" y="482536"/>
                  </a:lnTo>
                  <a:lnTo>
                    <a:pt x="2581275" y="481418"/>
                  </a:lnTo>
                  <a:lnTo>
                    <a:pt x="2581275" y="478790"/>
                  </a:lnTo>
                  <a:close/>
                </a:path>
                <a:path w="9010650" h="1435735">
                  <a:moveTo>
                    <a:pt x="2581275" y="3441"/>
                  </a:moveTo>
                  <a:lnTo>
                    <a:pt x="2580817" y="2324"/>
                  </a:lnTo>
                  <a:lnTo>
                    <a:pt x="2578951" y="457"/>
                  </a:lnTo>
                  <a:lnTo>
                    <a:pt x="2577833" y="0"/>
                  </a:lnTo>
                  <a:lnTo>
                    <a:pt x="2575204" y="0"/>
                  </a:lnTo>
                  <a:lnTo>
                    <a:pt x="2574086" y="457"/>
                  </a:lnTo>
                  <a:lnTo>
                    <a:pt x="2572220" y="2324"/>
                  </a:lnTo>
                  <a:lnTo>
                    <a:pt x="2571750" y="3441"/>
                  </a:lnTo>
                  <a:lnTo>
                    <a:pt x="2571750" y="6070"/>
                  </a:lnTo>
                  <a:lnTo>
                    <a:pt x="2572220" y="7200"/>
                  </a:lnTo>
                  <a:lnTo>
                    <a:pt x="2574086" y="9055"/>
                  </a:lnTo>
                  <a:lnTo>
                    <a:pt x="2575204" y="9525"/>
                  </a:lnTo>
                  <a:lnTo>
                    <a:pt x="2577833" y="9525"/>
                  </a:lnTo>
                  <a:lnTo>
                    <a:pt x="2578951" y="9055"/>
                  </a:lnTo>
                  <a:lnTo>
                    <a:pt x="2580817" y="7200"/>
                  </a:lnTo>
                  <a:lnTo>
                    <a:pt x="2581275" y="6070"/>
                  </a:lnTo>
                  <a:lnTo>
                    <a:pt x="2581275" y="3441"/>
                  </a:lnTo>
                  <a:close/>
                </a:path>
                <a:path w="9010650" h="1435735">
                  <a:moveTo>
                    <a:pt x="2628900" y="1429473"/>
                  </a:moveTo>
                  <a:lnTo>
                    <a:pt x="2628442" y="1428356"/>
                  </a:lnTo>
                  <a:lnTo>
                    <a:pt x="2626576" y="1426489"/>
                  </a:lnTo>
                  <a:lnTo>
                    <a:pt x="2625458" y="1426019"/>
                  </a:lnTo>
                  <a:lnTo>
                    <a:pt x="2622829" y="1426019"/>
                  </a:lnTo>
                  <a:lnTo>
                    <a:pt x="2621711" y="1426489"/>
                  </a:lnTo>
                  <a:lnTo>
                    <a:pt x="2619845" y="1428356"/>
                  </a:lnTo>
                  <a:lnTo>
                    <a:pt x="2619375" y="1429473"/>
                  </a:lnTo>
                  <a:lnTo>
                    <a:pt x="2619375" y="1432102"/>
                  </a:lnTo>
                  <a:lnTo>
                    <a:pt x="2619845" y="1433220"/>
                  </a:lnTo>
                  <a:lnTo>
                    <a:pt x="2621711" y="1435087"/>
                  </a:lnTo>
                  <a:lnTo>
                    <a:pt x="2622829" y="1435544"/>
                  </a:lnTo>
                  <a:lnTo>
                    <a:pt x="2625458" y="1435544"/>
                  </a:lnTo>
                  <a:lnTo>
                    <a:pt x="2626576" y="1435087"/>
                  </a:lnTo>
                  <a:lnTo>
                    <a:pt x="2628442" y="1433220"/>
                  </a:lnTo>
                  <a:lnTo>
                    <a:pt x="2628900" y="1432102"/>
                  </a:lnTo>
                  <a:lnTo>
                    <a:pt x="2628900" y="1429473"/>
                  </a:lnTo>
                  <a:close/>
                </a:path>
                <a:path w="9010650" h="1435735">
                  <a:moveTo>
                    <a:pt x="2628900" y="954125"/>
                  </a:moveTo>
                  <a:lnTo>
                    <a:pt x="2628442" y="953008"/>
                  </a:lnTo>
                  <a:lnTo>
                    <a:pt x="2626576" y="951153"/>
                  </a:lnTo>
                  <a:lnTo>
                    <a:pt x="2625458" y="950683"/>
                  </a:lnTo>
                  <a:lnTo>
                    <a:pt x="2622829" y="950683"/>
                  </a:lnTo>
                  <a:lnTo>
                    <a:pt x="2621711" y="951153"/>
                  </a:lnTo>
                  <a:lnTo>
                    <a:pt x="2619845" y="953008"/>
                  </a:lnTo>
                  <a:lnTo>
                    <a:pt x="2619375" y="954125"/>
                  </a:lnTo>
                  <a:lnTo>
                    <a:pt x="2619375" y="956754"/>
                  </a:lnTo>
                  <a:lnTo>
                    <a:pt x="2619845" y="957884"/>
                  </a:lnTo>
                  <a:lnTo>
                    <a:pt x="2621711" y="959739"/>
                  </a:lnTo>
                  <a:lnTo>
                    <a:pt x="2622829" y="960208"/>
                  </a:lnTo>
                  <a:lnTo>
                    <a:pt x="2625458" y="960208"/>
                  </a:lnTo>
                  <a:lnTo>
                    <a:pt x="2626576" y="959739"/>
                  </a:lnTo>
                  <a:lnTo>
                    <a:pt x="2628442" y="957884"/>
                  </a:lnTo>
                  <a:lnTo>
                    <a:pt x="2628900" y="956754"/>
                  </a:lnTo>
                  <a:lnTo>
                    <a:pt x="2628900" y="954125"/>
                  </a:lnTo>
                  <a:close/>
                </a:path>
                <a:path w="9010650" h="1435735">
                  <a:moveTo>
                    <a:pt x="2628900" y="478790"/>
                  </a:moveTo>
                  <a:lnTo>
                    <a:pt x="2628442" y="477659"/>
                  </a:lnTo>
                  <a:lnTo>
                    <a:pt x="2626576" y="475805"/>
                  </a:lnTo>
                  <a:lnTo>
                    <a:pt x="2625458" y="475335"/>
                  </a:lnTo>
                  <a:lnTo>
                    <a:pt x="2622829" y="475335"/>
                  </a:lnTo>
                  <a:lnTo>
                    <a:pt x="2621711" y="475805"/>
                  </a:lnTo>
                  <a:lnTo>
                    <a:pt x="2619845" y="477659"/>
                  </a:lnTo>
                  <a:lnTo>
                    <a:pt x="2619375" y="478790"/>
                  </a:lnTo>
                  <a:lnTo>
                    <a:pt x="2619375" y="481418"/>
                  </a:lnTo>
                  <a:lnTo>
                    <a:pt x="2619845" y="482536"/>
                  </a:lnTo>
                  <a:lnTo>
                    <a:pt x="2621711" y="484403"/>
                  </a:lnTo>
                  <a:lnTo>
                    <a:pt x="2622829" y="484860"/>
                  </a:lnTo>
                  <a:lnTo>
                    <a:pt x="2625458" y="484860"/>
                  </a:lnTo>
                  <a:lnTo>
                    <a:pt x="2626576" y="484403"/>
                  </a:lnTo>
                  <a:lnTo>
                    <a:pt x="2628442" y="482536"/>
                  </a:lnTo>
                  <a:lnTo>
                    <a:pt x="2628900" y="481418"/>
                  </a:lnTo>
                  <a:lnTo>
                    <a:pt x="2628900" y="478790"/>
                  </a:lnTo>
                  <a:close/>
                </a:path>
                <a:path w="9010650" h="1435735">
                  <a:moveTo>
                    <a:pt x="2628900" y="3441"/>
                  </a:moveTo>
                  <a:lnTo>
                    <a:pt x="2628442" y="2324"/>
                  </a:lnTo>
                  <a:lnTo>
                    <a:pt x="2626576" y="457"/>
                  </a:lnTo>
                  <a:lnTo>
                    <a:pt x="2625458" y="0"/>
                  </a:lnTo>
                  <a:lnTo>
                    <a:pt x="2622829" y="0"/>
                  </a:lnTo>
                  <a:lnTo>
                    <a:pt x="2621711" y="457"/>
                  </a:lnTo>
                  <a:lnTo>
                    <a:pt x="2619845" y="2324"/>
                  </a:lnTo>
                  <a:lnTo>
                    <a:pt x="2619375" y="3441"/>
                  </a:lnTo>
                  <a:lnTo>
                    <a:pt x="2619375" y="6070"/>
                  </a:lnTo>
                  <a:lnTo>
                    <a:pt x="2619845" y="7200"/>
                  </a:lnTo>
                  <a:lnTo>
                    <a:pt x="2621711" y="9055"/>
                  </a:lnTo>
                  <a:lnTo>
                    <a:pt x="2622829" y="9525"/>
                  </a:lnTo>
                  <a:lnTo>
                    <a:pt x="2625458" y="9525"/>
                  </a:lnTo>
                  <a:lnTo>
                    <a:pt x="2626576" y="9055"/>
                  </a:lnTo>
                  <a:lnTo>
                    <a:pt x="2628442" y="7200"/>
                  </a:lnTo>
                  <a:lnTo>
                    <a:pt x="2628900" y="6070"/>
                  </a:lnTo>
                  <a:lnTo>
                    <a:pt x="2628900" y="3441"/>
                  </a:lnTo>
                  <a:close/>
                </a:path>
                <a:path w="9010650" h="1435735">
                  <a:moveTo>
                    <a:pt x="2676525" y="1429473"/>
                  </a:moveTo>
                  <a:lnTo>
                    <a:pt x="2676067" y="1428356"/>
                  </a:lnTo>
                  <a:lnTo>
                    <a:pt x="2674201" y="1426489"/>
                  </a:lnTo>
                  <a:lnTo>
                    <a:pt x="2673083" y="1426019"/>
                  </a:lnTo>
                  <a:lnTo>
                    <a:pt x="2670454" y="1426019"/>
                  </a:lnTo>
                  <a:lnTo>
                    <a:pt x="2669336" y="1426489"/>
                  </a:lnTo>
                  <a:lnTo>
                    <a:pt x="2667470" y="1428356"/>
                  </a:lnTo>
                  <a:lnTo>
                    <a:pt x="2667000" y="1429473"/>
                  </a:lnTo>
                  <a:lnTo>
                    <a:pt x="2667000" y="1432102"/>
                  </a:lnTo>
                  <a:lnTo>
                    <a:pt x="2667470" y="1433220"/>
                  </a:lnTo>
                  <a:lnTo>
                    <a:pt x="2669336" y="1435087"/>
                  </a:lnTo>
                  <a:lnTo>
                    <a:pt x="2670454" y="1435544"/>
                  </a:lnTo>
                  <a:lnTo>
                    <a:pt x="2673083" y="1435544"/>
                  </a:lnTo>
                  <a:lnTo>
                    <a:pt x="2674201" y="1435087"/>
                  </a:lnTo>
                  <a:lnTo>
                    <a:pt x="2676067" y="1433220"/>
                  </a:lnTo>
                  <a:lnTo>
                    <a:pt x="2676525" y="1432102"/>
                  </a:lnTo>
                  <a:lnTo>
                    <a:pt x="2676525" y="1429473"/>
                  </a:lnTo>
                  <a:close/>
                </a:path>
                <a:path w="9010650" h="1435735">
                  <a:moveTo>
                    <a:pt x="2676525" y="954125"/>
                  </a:moveTo>
                  <a:lnTo>
                    <a:pt x="2676067" y="953008"/>
                  </a:lnTo>
                  <a:lnTo>
                    <a:pt x="2674201" y="951153"/>
                  </a:lnTo>
                  <a:lnTo>
                    <a:pt x="2673083" y="950683"/>
                  </a:lnTo>
                  <a:lnTo>
                    <a:pt x="2670454" y="950683"/>
                  </a:lnTo>
                  <a:lnTo>
                    <a:pt x="2669336" y="951153"/>
                  </a:lnTo>
                  <a:lnTo>
                    <a:pt x="2667470" y="953008"/>
                  </a:lnTo>
                  <a:lnTo>
                    <a:pt x="2667000" y="954125"/>
                  </a:lnTo>
                  <a:lnTo>
                    <a:pt x="2667000" y="956754"/>
                  </a:lnTo>
                  <a:lnTo>
                    <a:pt x="2667470" y="957884"/>
                  </a:lnTo>
                  <a:lnTo>
                    <a:pt x="2669336" y="959739"/>
                  </a:lnTo>
                  <a:lnTo>
                    <a:pt x="2670454" y="960208"/>
                  </a:lnTo>
                  <a:lnTo>
                    <a:pt x="2673083" y="960208"/>
                  </a:lnTo>
                  <a:lnTo>
                    <a:pt x="2674201" y="959739"/>
                  </a:lnTo>
                  <a:lnTo>
                    <a:pt x="2676067" y="957884"/>
                  </a:lnTo>
                  <a:lnTo>
                    <a:pt x="2676525" y="956754"/>
                  </a:lnTo>
                  <a:lnTo>
                    <a:pt x="2676525" y="954125"/>
                  </a:lnTo>
                  <a:close/>
                </a:path>
                <a:path w="9010650" h="1435735">
                  <a:moveTo>
                    <a:pt x="2676525" y="478790"/>
                  </a:moveTo>
                  <a:lnTo>
                    <a:pt x="2676067" y="477659"/>
                  </a:lnTo>
                  <a:lnTo>
                    <a:pt x="2674201" y="475805"/>
                  </a:lnTo>
                  <a:lnTo>
                    <a:pt x="2673083" y="475335"/>
                  </a:lnTo>
                  <a:lnTo>
                    <a:pt x="2670454" y="475335"/>
                  </a:lnTo>
                  <a:lnTo>
                    <a:pt x="2669336" y="475805"/>
                  </a:lnTo>
                  <a:lnTo>
                    <a:pt x="2667470" y="477659"/>
                  </a:lnTo>
                  <a:lnTo>
                    <a:pt x="2667000" y="478790"/>
                  </a:lnTo>
                  <a:lnTo>
                    <a:pt x="2667000" y="481418"/>
                  </a:lnTo>
                  <a:lnTo>
                    <a:pt x="2667470" y="482536"/>
                  </a:lnTo>
                  <a:lnTo>
                    <a:pt x="2669336" y="484403"/>
                  </a:lnTo>
                  <a:lnTo>
                    <a:pt x="2670454" y="484860"/>
                  </a:lnTo>
                  <a:lnTo>
                    <a:pt x="2673083" y="484860"/>
                  </a:lnTo>
                  <a:lnTo>
                    <a:pt x="2674201" y="484403"/>
                  </a:lnTo>
                  <a:lnTo>
                    <a:pt x="2676067" y="482536"/>
                  </a:lnTo>
                  <a:lnTo>
                    <a:pt x="2676525" y="481418"/>
                  </a:lnTo>
                  <a:lnTo>
                    <a:pt x="2676525" y="478790"/>
                  </a:lnTo>
                  <a:close/>
                </a:path>
                <a:path w="9010650" h="1435735">
                  <a:moveTo>
                    <a:pt x="2676525" y="3441"/>
                  </a:moveTo>
                  <a:lnTo>
                    <a:pt x="2676067" y="2324"/>
                  </a:lnTo>
                  <a:lnTo>
                    <a:pt x="2674201" y="457"/>
                  </a:lnTo>
                  <a:lnTo>
                    <a:pt x="2673083" y="0"/>
                  </a:lnTo>
                  <a:lnTo>
                    <a:pt x="2670454" y="0"/>
                  </a:lnTo>
                  <a:lnTo>
                    <a:pt x="2669336" y="457"/>
                  </a:lnTo>
                  <a:lnTo>
                    <a:pt x="2667470" y="2324"/>
                  </a:lnTo>
                  <a:lnTo>
                    <a:pt x="2667000" y="3441"/>
                  </a:lnTo>
                  <a:lnTo>
                    <a:pt x="2667000" y="6070"/>
                  </a:lnTo>
                  <a:lnTo>
                    <a:pt x="2667470" y="7200"/>
                  </a:lnTo>
                  <a:lnTo>
                    <a:pt x="2669336" y="9055"/>
                  </a:lnTo>
                  <a:lnTo>
                    <a:pt x="2670454" y="9525"/>
                  </a:lnTo>
                  <a:lnTo>
                    <a:pt x="2673083" y="9525"/>
                  </a:lnTo>
                  <a:lnTo>
                    <a:pt x="2674201" y="9055"/>
                  </a:lnTo>
                  <a:lnTo>
                    <a:pt x="2676067" y="7200"/>
                  </a:lnTo>
                  <a:lnTo>
                    <a:pt x="2676525" y="6070"/>
                  </a:lnTo>
                  <a:lnTo>
                    <a:pt x="2676525" y="3441"/>
                  </a:lnTo>
                  <a:close/>
                </a:path>
                <a:path w="9010650" h="1435735">
                  <a:moveTo>
                    <a:pt x="2724150" y="1429473"/>
                  </a:moveTo>
                  <a:lnTo>
                    <a:pt x="2723692" y="1428356"/>
                  </a:lnTo>
                  <a:lnTo>
                    <a:pt x="2721826" y="1426489"/>
                  </a:lnTo>
                  <a:lnTo>
                    <a:pt x="2720708" y="1426019"/>
                  </a:lnTo>
                  <a:lnTo>
                    <a:pt x="2718079" y="1426019"/>
                  </a:lnTo>
                  <a:lnTo>
                    <a:pt x="2716961" y="1426489"/>
                  </a:lnTo>
                  <a:lnTo>
                    <a:pt x="2715095" y="1428356"/>
                  </a:lnTo>
                  <a:lnTo>
                    <a:pt x="2714625" y="1429473"/>
                  </a:lnTo>
                  <a:lnTo>
                    <a:pt x="2714625" y="1432102"/>
                  </a:lnTo>
                  <a:lnTo>
                    <a:pt x="2715095" y="1433220"/>
                  </a:lnTo>
                  <a:lnTo>
                    <a:pt x="2716961" y="1435087"/>
                  </a:lnTo>
                  <a:lnTo>
                    <a:pt x="2718079" y="1435544"/>
                  </a:lnTo>
                  <a:lnTo>
                    <a:pt x="2720708" y="1435544"/>
                  </a:lnTo>
                  <a:lnTo>
                    <a:pt x="2721826" y="1435087"/>
                  </a:lnTo>
                  <a:lnTo>
                    <a:pt x="2723692" y="1433220"/>
                  </a:lnTo>
                  <a:lnTo>
                    <a:pt x="2724150" y="1432102"/>
                  </a:lnTo>
                  <a:lnTo>
                    <a:pt x="2724150" y="1429473"/>
                  </a:lnTo>
                  <a:close/>
                </a:path>
                <a:path w="9010650" h="1435735">
                  <a:moveTo>
                    <a:pt x="2724150" y="954125"/>
                  </a:moveTo>
                  <a:lnTo>
                    <a:pt x="2723692" y="953008"/>
                  </a:lnTo>
                  <a:lnTo>
                    <a:pt x="2721826" y="951153"/>
                  </a:lnTo>
                  <a:lnTo>
                    <a:pt x="2720708" y="950683"/>
                  </a:lnTo>
                  <a:lnTo>
                    <a:pt x="2718079" y="950683"/>
                  </a:lnTo>
                  <a:lnTo>
                    <a:pt x="2716961" y="951153"/>
                  </a:lnTo>
                  <a:lnTo>
                    <a:pt x="2715095" y="953008"/>
                  </a:lnTo>
                  <a:lnTo>
                    <a:pt x="2714625" y="954125"/>
                  </a:lnTo>
                  <a:lnTo>
                    <a:pt x="2714625" y="956754"/>
                  </a:lnTo>
                  <a:lnTo>
                    <a:pt x="2715095" y="957884"/>
                  </a:lnTo>
                  <a:lnTo>
                    <a:pt x="2716961" y="959739"/>
                  </a:lnTo>
                  <a:lnTo>
                    <a:pt x="2718079" y="960208"/>
                  </a:lnTo>
                  <a:lnTo>
                    <a:pt x="2720708" y="960208"/>
                  </a:lnTo>
                  <a:lnTo>
                    <a:pt x="2721826" y="959739"/>
                  </a:lnTo>
                  <a:lnTo>
                    <a:pt x="2723692" y="957884"/>
                  </a:lnTo>
                  <a:lnTo>
                    <a:pt x="2724150" y="956754"/>
                  </a:lnTo>
                  <a:lnTo>
                    <a:pt x="2724150" y="954125"/>
                  </a:lnTo>
                  <a:close/>
                </a:path>
                <a:path w="9010650" h="1435735">
                  <a:moveTo>
                    <a:pt x="2724150" y="478790"/>
                  </a:moveTo>
                  <a:lnTo>
                    <a:pt x="2723692" y="477659"/>
                  </a:lnTo>
                  <a:lnTo>
                    <a:pt x="2721826" y="475805"/>
                  </a:lnTo>
                  <a:lnTo>
                    <a:pt x="2720708" y="475335"/>
                  </a:lnTo>
                  <a:lnTo>
                    <a:pt x="2718079" y="475335"/>
                  </a:lnTo>
                  <a:lnTo>
                    <a:pt x="2716961" y="475805"/>
                  </a:lnTo>
                  <a:lnTo>
                    <a:pt x="2715095" y="477659"/>
                  </a:lnTo>
                  <a:lnTo>
                    <a:pt x="2714625" y="478790"/>
                  </a:lnTo>
                  <a:lnTo>
                    <a:pt x="2714625" y="481418"/>
                  </a:lnTo>
                  <a:lnTo>
                    <a:pt x="2715095" y="482536"/>
                  </a:lnTo>
                  <a:lnTo>
                    <a:pt x="2716961" y="484403"/>
                  </a:lnTo>
                  <a:lnTo>
                    <a:pt x="2718079" y="484860"/>
                  </a:lnTo>
                  <a:lnTo>
                    <a:pt x="2720708" y="484860"/>
                  </a:lnTo>
                  <a:lnTo>
                    <a:pt x="2721826" y="484403"/>
                  </a:lnTo>
                  <a:lnTo>
                    <a:pt x="2723692" y="482536"/>
                  </a:lnTo>
                  <a:lnTo>
                    <a:pt x="2724150" y="481418"/>
                  </a:lnTo>
                  <a:lnTo>
                    <a:pt x="2724150" y="478790"/>
                  </a:lnTo>
                  <a:close/>
                </a:path>
                <a:path w="9010650" h="1435735">
                  <a:moveTo>
                    <a:pt x="2724150" y="3441"/>
                  </a:moveTo>
                  <a:lnTo>
                    <a:pt x="2723692" y="2324"/>
                  </a:lnTo>
                  <a:lnTo>
                    <a:pt x="2721826" y="457"/>
                  </a:lnTo>
                  <a:lnTo>
                    <a:pt x="2720708" y="0"/>
                  </a:lnTo>
                  <a:lnTo>
                    <a:pt x="2718079" y="0"/>
                  </a:lnTo>
                  <a:lnTo>
                    <a:pt x="2716961" y="457"/>
                  </a:lnTo>
                  <a:lnTo>
                    <a:pt x="2715095" y="2324"/>
                  </a:lnTo>
                  <a:lnTo>
                    <a:pt x="2714625" y="3441"/>
                  </a:lnTo>
                  <a:lnTo>
                    <a:pt x="2714625" y="6070"/>
                  </a:lnTo>
                  <a:lnTo>
                    <a:pt x="2715095" y="7200"/>
                  </a:lnTo>
                  <a:lnTo>
                    <a:pt x="2716961" y="9055"/>
                  </a:lnTo>
                  <a:lnTo>
                    <a:pt x="2718079" y="9525"/>
                  </a:lnTo>
                  <a:lnTo>
                    <a:pt x="2720708" y="9525"/>
                  </a:lnTo>
                  <a:lnTo>
                    <a:pt x="2721826" y="9055"/>
                  </a:lnTo>
                  <a:lnTo>
                    <a:pt x="2723692" y="7200"/>
                  </a:lnTo>
                  <a:lnTo>
                    <a:pt x="2724150" y="6070"/>
                  </a:lnTo>
                  <a:lnTo>
                    <a:pt x="2724150" y="3441"/>
                  </a:lnTo>
                  <a:close/>
                </a:path>
                <a:path w="9010650" h="1435735">
                  <a:moveTo>
                    <a:pt x="2771775" y="1429473"/>
                  </a:moveTo>
                  <a:lnTo>
                    <a:pt x="2771317" y="1428356"/>
                  </a:lnTo>
                  <a:lnTo>
                    <a:pt x="2769451" y="1426489"/>
                  </a:lnTo>
                  <a:lnTo>
                    <a:pt x="2768333" y="1426019"/>
                  </a:lnTo>
                  <a:lnTo>
                    <a:pt x="2765704" y="1426019"/>
                  </a:lnTo>
                  <a:lnTo>
                    <a:pt x="2764586" y="1426489"/>
                  </a:lnTo>
                  <a:lnTo>
                    <a:pt x="2762720" y="1428356"/>
                  </a:lnTo>
                  <a:lnTo>
                    <a:pt x="2762250" y="1429473"/>
                  </a:lnTo>
                  <a:lnTo>
                    <a:pt x="2762250" y="1432102"/>
                  </a:lnTo>
                  <a:lnTo>
                    <a:pt x="2762720" y="1433220"/>
                  </a:lnTo>
                  <a:lnTo>
                    <a:pt x="2764586" y="1435087"/>
                  </a:lnTo>
                  <a:lnTo>
                    <a:pt x="2765704" y="1435544"/>
                  </a:lnTo>
                  <a:lnTo>
                    <a:pt x="2768333" y="1435544"/>
                  </a:lnTo>
                  <a:lnTo>
                    <a:pt x="2769451" y="1435087"/>
                  </a:lnTo>
                  <a:lnTo>
                    <a:pt x="2771317" y="1433220"/>
                  </a:lnTo>
                  <a:lnTo>
                    <a:pt x="2771775" y="1432102"/>
                  </a:lnTo>
                  <a:lnTo>
                    <a:pt x="2771775" y="1429473"/>
                  </a:lnTo>
                  <a:close/>
                </a:path>
                <a:path w="9010650" h="1435735">
                  <a:moveTo>
                    <a:pt x="2771775" y="954125"/>
                  </a:moveTo>
                  <a:lnTo>
                    <a:pt x="2771317" y="953008"/>
                  </a:lnTo>
                  <a:lnTo>
                    <a:pt x="2769451" y="951153"/>
                  </a:lnTo>
                  <a:lnTo>
                    <a:pt x="2768333" y="950683"/>
                  </a:lnTo>
                  <a:lnTo>
                    <a:pt x="2765704" y="950683"/>
                  </a:lnTo>
                  <a:lnTo>
                    <a:pt x="2764586" y="951153"/>
                  </a:lnTo>
                  <a:lnTo>
                    <a:pt x="2762720" y="953008"/>
                  </a:lnTo>
                  <a:lnTo>
                    <a:pt x="2762250" y="954125"/>
                  </a:lnTo>
                  <a:lnTo>
                    <a:pt x="2762250" y="956754"/>
                  </a:lnTo>
                  <a:lnTo>
                    <a:pt x="2762720" y="957884"/>
                  </a:lnTo>
                  <a:lnTo>
                    <a:pt x="2764586" y="959739"/>
                  </a:lnTo>
                  <a:lnTo>
                    <a:pt x="2765704" y="960208"/>
                  </a:lnTo>
                  <a:lnTo>
                    <a:pt x="2768333" y="960208"/>
                  </a:lnTo>
                  <a:lnTo>
                    <a:pt x="2769451" y="959739"/>
                  </a:lnTo>
                  <a:lnTo>
                    <a:pt x="2771317" y="957884"/>
                  </a:lnTo>
                  <a:lnTo>
                    <a:pt x="2771775" y="956754"/>
                  </a:lnTo>
                  <a:lnTo>
                    <a:pt x="2771775" y="954125"/>
                  </a:lnTo>
                  <a:close/>
                </a:path>
                <a:path w="9010650" h="1435735">
                  <a:moveTo>
                    <a:pt x="2771775" y="478790"/>
                  </a:moveTo>
                  <a:lnTo>
                    <a:pt x="2771317" y="477659"/>
                  </a:lnTo>
                  <a:lnTo>
                    <a:pt x="2769451" y="475805"/>
                  </a:lnTo>
                  <a:lnTo>
                    <a:pt x="2768333" y="475335"/>
                  </a:lnTo>
                  <a:lnTo>
                    <a:pt x="2765704" y="475335"/>
                  </a:lnTo>
                  <a:lnTo>
                    <a:pt x="2764586" y="475805"/>
                  </a:lnTo>
                  <a:lnTo>
                    <a:pt x="2762720" y="477659"/>
                  </a:lnTo>
                  <a:lnTo>
                    <a:pt x="2762250" y="478790"/>
                  </a:lnTo>
                  <a:lnTo>
                    <a:pt x="2762250" y="481418"/>
                  </a:lnTo>
                  <a:lnTo>
                    <a:pt x="2762720" y="482536"/>
                  </a:lnTo>
                  <a:lnTo>
                    <a:pt x="2764586" y="484403"/>
                  </a:lnTo>
                  <a:lnTo>
                    <a:pt x="2765704" y="484860"/>
                  </a:lnTo>
                  <a:lnTo>
                    <a:pt x="2768333" y="484860"/>
                  </a:lnTo>
                  <a:lnTo>
                    <a:pt x="2769451" y="484403"/>
                  </a:lnTo>
                  <a:lnTo>
                    <a:pt x="2771317" y="482536"/>
                  </a:lnTo>
                  <a:lnTo>
                    <a:pt x="2771775" y="481418"/>
                  </a:lnTo>
                  <a:lnTo>
                    <a:pt x="2771775" y="478790"/>
                  </a:lnTo>
                  <a:close/>
                </a:path>
                <a:path w="9010650" h="1435735">
                  <a:moveTo>
                    <a:pt x="2771775" y="3441"/>
                  </a:moveTo>
                  <a:lnTo>
                    <a:pt x="2771317" y="2324"/>
                  </a:lnTo>
                  <a:lnTo>
                    <a:pt x="2769451" y="457"/>
                  </a:lnTo>
                  <a:lnTo>
                    <a:pt x="2768333" y="0"/>
                  </a:lnTo>
                  <a:lnTo>
                    <a:pt x="2765704" y="0"/>
                  </a:lnTo>
                  <a:lnTo>
                    <a:pt x="2764586" y="457"/>
                  </a:lnTo>
                  <a:lnTo>
                    <a:pt x="2762720" y="2324"/>
                  </a:lnTo>
                  <a:lnTo>
                    <a:pt x="2762250" y="3441"/>
                  </a:lnTo>
                  <a:lnTo>
                    <a:pt x="2762250" y="6070"/>
                  </a:lnTo>
                  <a:lnTo>
                    <a:pt x="2762720" y="7200"/>
                  </a:lnTo>
                  <a:lnTo>
                    <a:pt x="2764586" y="9055"/>
                  </a:lnTo>
                  <a:lnTo>
                    <a:pt x="2765704" y="9525"/>
                  </a:lnTo>
                  <a:lnTo>
                    <a:pt x="2768333" y="9525"/>
                  </a:lnTo>
                  <a:lnTo>
                    <a:pt x="2769451" y="9055"/>
                  </a:lnTo>
                  <a:lnTo>
                    <a:pt x="2771317" y="7200"/>
                  </a:lnTo>
                  <a:lnTo>
                    <a:pt x="2771775" y="6070"/>
                  </a:lnTo>
                  <a:lnTo>
                    <a:pt x="2771775" y="3441"/>
                  </a:lnTo>
                  <a:close/>
                </a:path>
                <a:path w="9010650" h="1435735">
                  <a:moveTo>
                    <a:pt x="2819400" y="1429473"/>
                  </a:moveTo>
                  <a:lnTo>
                    <a:pt x="2818942" y="1428356"/>
                  </a:lnTo>
                  <a:lnTo>
                    <a:pt x="2817076" y="1426489"/>
                  </a:lnTo>
                  <a:lnTo>
                    <a:pt x="2815958" y="1426019"/>
                  </a:lnTo>
                  <a:lnTo>
                    <a:pt x="2813329" y="1426019"/>
                  </a:lnTo>
                  <a:lnTo>
                    <a:pt x="2812211" y="1426489"/>
                  </a:lnTo>
                  <a:lnTo>
                    <a:pt x="2810345" y="1428356"/>
                  </a:lnTo>
                  <a:lnTo>
                    <a:pt x="2809875" y="1429473"/>
                  </a:lnTo>
                  <a:lnTo>
                    <a:pt x="2809875" y="1432102"/>
                  </a:lnTo>
                  <a:lnTo>
                    <a:pt x="2810345" y="1433220"/>
                  </a:lnTo>
                  <a:lnTo>
                    <a:pt x="2812211" y="1435087"/>
                  </a:lnTo>
                  <a:lnTo>
                    <a:pt x="2813329" y="1435544"/>
                  </a:lnTo>
                  <a:lnTo>
                    <a:pt x="2815958" y="1435544"/>
                  </a:lnTo>
                  <a:lnTo>
                    <a:pt x="2817076" y="1435087"/>
                  </a:lnTo>
                  <a:lnTo>
                    <a:pt x="2818942" y="1433220"/>
                  </a:lnTo>
                  <a:lnTo>
                    <a:pt x="2819400" y="1432102"/>
                  </a:lnTo>
                  <a:lnTo>
                    <a:pt x="2819400" y="1429473"/>
                  </a:lnTo>
                  <a:close/>
                </a:path>
                <a:path w="9010650" h="1435735">
                  <a:moveTo>
                    <a:pt x="2819400" y="954125"/>
                  </a:moveTo>
                  <a:lnTo>
                    <a:pt x="2818942" y="953008"/>
                  </a:lnTo>
                  <a:lnTo>
                    <a:pt x="2817076" y="951153"/>
                  </a:lnTo>
                  <a:lnTo>
                    <a:pt x="2815958" y="950683"/>
                  </a:lnTo>
                  <a:lnTo>
                    <a:pt x="2813329" y="950683"/>
                  </a:lnTo>
                  <a:lnTo>
                    <a:pt x="2812211" y="951153"/>
                  </a:lnTo>
                  <a:lnTo>
                    <a:pt x="2810345" y="953008"/>
                  </a:lnTo>
                  <a:lnTo>
                    <a:pt x="2809875" y="954125"/>
                  </a:lnTo>
                  <a:lnTo>
                    <a:pt x="2809875" y="956754"/>
                  </a:lnTo>
                  <a:lnTo>
                    <a:pt x="2810345" y="957884"/>
                  </a:lnTo>
                  <a:lnTo>
                    <a:pt x="2812211" y="959739"/>
                  </a:lnTo>
                  <a:lnTo>
                    <a:pt x="2813329" y="960208"/>
                  </a:lnTo>
                  <a:lnTo>
                    <a:pt x="2815958" y="960208"/>
                  </a:lnTo>
                  <a:lnTo>
                    <a:pt x="2817076" y="959739"/>
                  </a:lnTo>
                  <a:lnTo>
                    <a:pt x="2818942" y="957884"/>
                  </a:lnTo>
                  <a:lnTo>
                    <a:pt x="2819400" y="956754"/>
                  </a:lnTo>
                  <a:lnTo>
                    <a:pt x="2819400" y="954125"/>
                  </a:lnTo>
                  <a:close/>
                </a:path>
                <a:path w="9010650" h="1435735">
                  <a:moveTo>
                    <a:pt x="2819400" y="478790"/>
                  </a:moveTo>
                  <a:lnTo>
                    <a:pt x="2818942" y="477659"/>
                  </a:lnTo>
                  <a:lnTo>
                    <a:pt x="2817076" y="475805"/>
                  </a:lnTo>
                  <a:lnTo>
                    <a:pt x="2815958" y="475335"/>
                  </a:lnTo>
                  <a:lnTo>
                    <a:pt x="2813329" y="475335"/>
                  </a:lnTo>
                  <a:lnTo>
                    <a:pt x="2812211" y="475805"/>
                  </a:lnTo>
                  <a:lnTo>
                    <a:pt x="2810345" y="477659"/>
                  </a:lnTo>
                  <a:lnTo>
                    <a:pt x="2809875" y="478790"/>
                  </a:lnTo>
                  <a:lnTo>
                    <a:pt x="2809875" y="481418"/>
                  </a:lnTo>
                  <a:lnTo>
                    <a:pt x="2810345" y="482536"/>
                  </a:lnTo>
                  <a:lnTo>
                    <a:pt x="2812211" y="484403"/>
                  </a:lnTo>
                  <a:lnTo>
                    <a:pt x="2813329" y="484860"/>
                  </a:lnTo>
                  <a:lnTo>
                    <a:pt x="2815958" y="484860"/>
                  </a:lnTo>
                  <a:lnTo>
                    <a:pt x="2817076" y="484403"/>
                  </a:lnTo>
                  <a:lnTo>
                    <a:pt x="2818942" y="482536"/>
                  </a:lnTo>
                  <a:lnTo>
                    <a:pt x="2819400" y="481418"/>
                  </a:lnTo>
                  <a:lnTo>
                    <a:pt x="2819400" y="478790"/>
                  </a:lnTo>
                  <a:close/>
                </a:path>
                <a:path w="9010650" h="1435735">
                  <a:moveTo>
                    <a:pt x="2819400" y="3441"/>
                  </a:moveTo>
                  <a:lnTo>
                    <a:pt x="2818942" y="2324"/>
                  </a:lnTo>
                  <a:lnTo>
                    <a:pt x="2817076" y="457"/>
                  </a:lnTo>
                  <a:lnTo>
                    <a:pt x="2815958" y="0"/>
                  </a:lnTo>
                  <a:lnTo>
                    <a:pt x="2813329" y="0"/>
                  </a:lnTo>
                  <a:lnTo>
                    <a:pt x="2812211" y="457"/>
                  </a:lnTo>
                  <a:lnTo>
                    <a:pt x="2810345" y="2324"/>
                  </a:lnTo>
                  <a:lnTo>
                    <a:pt x="2809875" y="3441"/>
                  </a:lnTo>
                  <a:lnTo>
                    <a:pt x="2809875" y="6070"/>
                  </a:lnTo>
                  <a:lnTo>
                    <a:pt x="2810345" y="7200"/>
                  </a:lnTo>
                  <a:lnTo>
                    <a:pt x="2812211" y="9055"/>
                  </a:lnTo>
                  <a:lnTo>
                    <a:pt x="2813329" y="9525"/>
                  </a:lnTo>
                  <a:lnTo>
                    <a:pt x="2815958" y="9525"/>
                  </a:lnTo>
                  <a:lnTo>
                    <a:pt x="2817076" y="9055"/>
                  </a:lnTo>
                  <a:lnTo>
                    <a:pt x="2818942" y="7200"/>
                  </a:lnTo>
                  <a:lnTo>
                    <a:pt x="2819400" y="6070"/>
                  </a:lnTo>
                  <a:lnTo>
                    <a:pt x="2819400" y="3441"/>
                  </a:lnTo>
                  <a:close/>
                </a:path>
                <a:path w="9010650" h="1435735">
                  <a:moveTo>
                    <a:pt x="2867025" y="1429473"/>
                  </a:moveTo>
                  <a:lnTo>
                    <a:pt x="2866567" y="1428356"/>
                  </a:lnTo>
                  <a:lnTo>
                    <a:pt x="2864701" y="1426489"/>
                  </a:lnTo>
                  <a:lnTo>
                    <a:pt x="2863583" y="1426019"/>
                  </a:lnTo>
                  <a:lnTo>
                    <a:pt x="2860954" y="1426019"/>
                  </a:lnTo>
                  <a:lnTo>
                    <a:pt x="2859836" y="1426489"/>
                  </a:lnTo>
                  <a:lnTo>
                    <a:pt x="2857970" y="1428356"/>
                  </a:lnTo>
                  <a:lnTo>
                    <a:pt x="2857500" y="1429473"/>
                  </a:lnTo>
                  <a:lnTo>
                    <a:pt x="2857500" y="1432102"/>
                  </a:lnTo>
                  <a:lnTo>
                    <a:pt x="2857970" y="1433220"/>
                  </a:lnTo>
                  <a:lnTo>
                    <a:pt x="2859836" y="1435087"/>
                  </a:lnTo>
                  <a:lnTo>
                    <a:pt x="2860954" y="1435544"/>
                  </a:lnTo>
                  <a:lnTo>
                    <a:pt x="2863583" y="1435544"/>
                  </a:lnTo>
                  <a:lnTo>
                    <a:pt x="2864701" y="1435087"/>
                  </a:lnTo>
                  <a:lnTo>
                    <a:pt x="2866567" y="1433220"/>
                  </a:lnTo>
                  <a:lnTo>
                    <a:pt x="2867025" y="1432102"/>
                  </a:lnTo>
                  <a:lnTo>
                    <a:pt x="2867025" y="1429473"/>
                  </a:lnTo>
                  <a:close/>
                </a:path>
                <a:path w="9010650" h="1435735">
                  <a:moveTo>
                    <a:pt x="2867025" y="954125"/>
                  </a:moveTo>
                  <a:lnTo>
                    <a:pt x="2866567" y="953008"/>
                  </a:lnTo>
                  <a:lnTo>
                    <a:pt x="2864701" y="951153"/>
                  </a:lnTo>
                  <a:lnTo>
                    <a:pt x="2863583" y="950683"/>
                  </a:lnTo>
                  <a:lnTo>
                    <a:pt x="2860954" y="950683"/>
                  </a:lnTo>
                  <a:lnTo>
                    <a:pt x="2859836" y="951153"/>
                  </a:lnTo>
                  <a:lnTo>
                    <a:pt x="2857970" y="953008"/>
                  </a:lnTo>
                  <a:lnTo>
                    <a:pt x="2857500" y="954125"/>
                  </a:lnTo>
                  <a:lnTo>
                    <a:pt x="2857500" y="956754"/>
                  </a:lnTo>
                  <a:lnTo>
                    <a:pt x="2857970" y="957884"/>
                  </a:lnTo>
                  <a:lnTo>
                    <a:pt x="2859836" y="959739"/>
                  </a:lnTo>
                  <a:lnTo>
                    <a:pt x="2860954" y="960208"/>
                  </a:lnTo>
                  <a:lnTo>
                    <a:pt x="2863583" y="960208"/>
                  </a:lnTo>
                  <a:lnTo>
                    <a:pt x="2864701" y="959739"/>
                  </a:lnTo>
                  <a:lnTo>
                    <a:pt x="2866567" y="957884"/>
                  </a:lnTo>
                  <a:lnTo>
                    <a:pt x="2867025" y="956754"/>
                  </a:lnTo>
                  <a:lnTo>
                    <a:pt x="2867025" y="954125"/>
                  </a:lnTo>
                  <a:close/>
                </a:path>
                <a:path w="9010650" h="1435735">
                  <a:moveTo>
                    <a:pt x="2867025" y="478790"/>
                  </a:moveTo>
                  <a:lnTo>
                    <a:pt x="2866567" y="477659"/>
                  </a:lnTo>
                  <a:lnTo>
                    <a:pt x="2864701" y="475805"/>
                  </a:lnTo>
                  <a:lnTo>
                    <a:pt x="2863583" y="475335"/>
                  </a:lnTo>
                  <a:lnTo>
                    <a:pt x="2860954" y="475335"/>
                  </a:lnTo>
                  <a:lnTo>
                    <a:pt x="2859836" y="475805"/>
                  </a:lnTo>
                  <a:lnTo>
                    <a:pt x="2857970" y="477659"/>
                  </a:lnTo>
                  <a:lnTo>
                    <a:pt x="2857500" y="478790"/>
                  </a:lnTo>
                  <a:lnTo>
                    <a:pt x="2857500" y="481418"/>
                  </a:lnTo>
                  <a:lnTo>
                    <a:pt x="2857970" y="482536"/>
                  </a:lnTo>
                  <a:lnTo>
                    <a:pt x="2859836" y="484403"/>
                  </a:lnTo>
                  <a:lnTo>
                    <a:pt x="2860954" y="484860"/>
                  </a:lnTo>
                  <a:lnTo>
                    <a:pt x="2863583" y="484860"/>
                  </a:lnTo>
                  <a:lnTo>
                    <a:pt x="2864701" y="484403"/>
                  </a:lnTo>
                  <a:lnTo>
                    <a:pt x="2866567" y="482536"/>
                  </a:lnTo>
                  <a:lnTo>
                    <a:pt x="2867025" y="481418"/>
                  </a:lnTo>
                  <a:lnTo>
                    <a:pt x="2867025" y="478790"/>
                  </a:lnTo>
                  <a:close/>
                </a:path>
                <a:path w="9010650" h="1435735">
                  <a:moveTo>
                    <a:pt x="2867025" y="3441"/>
                  </a:moveTo>
                  <a:lnTo>
                    <a:pt x="2866567" y="2324"/>
                  </a:lnTo>
                  <a:lnTo>
                    <a:pt x="2864701" y="457"/>
                  </a:lnTo>
                  <a:lnTo>
                    <a:pt x="2863583" y="0"/>
                  </a:lnTo>
                  <a:lnTo>
                    <a:pt x="2860954" y="0"/>
                  </a:lnTo>
                  <a:lnTo>
                    <a:pt x="2859836" y="457"/>
                  </a:lnTo>
                  <a:lnTo>
                    <a:pt x="2857970" y="2324"/>
                  </a:lnTo>
                  <a:lnTo>
                    <a:pt x="2857500" y="3441"/>
                  </a:lnTo>
                  <a:lnTo>
                    <a:pt x="2857500" y="6070"/>
                  </a:lnTo>
                  <a:lnTo>
                    <a:pt x="2857970" y="7200"/>
                  </a:lnTo>
                  <a:lnTo>
                    <a:pt x="2859836" y="9055"/>
                  </a:lnTo>
                  <a:lnTo>
                    <a:pt x="2860954" y="9525"/>
                  </a:lnTo>
                  <a:lnTo>
                    <a:pt x="2863583" y="9525"/>
                  </a:lnTo>
                  <a:lnTo>
                    <a:pt x="2864701" y="9055"/>
                  </a:lnTo>
                  <a:lnTo>
                    <a:pt x="2866567" y="7200"/>
                  </a:lnTo>
                  <a:lnTo>
                    <a:pt x="2867025" y="6070"/>
                  </a:lnTo>
                  <a:lnTo>
                    <a:pt x="2867025" y="3441"/>
                  </a:lnTo>
                  <a:close/>
                </a:path>
                <a:path w="9010650" h="1435735">
                  <a:moveTo>
                    <a:pt x="2914650" y="1429473"/>
                  </a:moveTo>
                  <a:lnTo>
                    <a:pt x="2914192" y="1428356"/>
                  </a:lnTo>
                  <a:lnTo>
                    <a:pt x="2912326" y="1426489"/>
                  </a:lnTo>
                  <a:lnTo>
                    <a:pt x="2911208" y="1426019"/>
                  </a:lnTo>
                  <a:lnTo>
                    <a:pt x="2908579" y="1426019"/>
                  </a:lnTo>
                  <a:lnTo>
                    <a:pt x="2907461" y="1426489"/>
                  </a:lnTo>
                  <a:lnTo>
                    <a:pt x="2905595" y="1428356"/>
                  </a:lnTo>
                  <a:lnTo>
                    <a:pt x="2905125" y="1429473"/>
                  </a:lnTo>
                  <a:lnTo>
                    <a:pt x="2905125" y="1432102"/>
                  </a:lnTo>
                  <a:lnTo>
                    <a:pt x="2905595" y="1433220"/>
                  </a:lnTo>
                  <a:lnTo>
                    <a:pt x="2907461" y="1435087"/>
                  </a:lnTo>
                  <a:lnTo>
                    <a:pt x="2908579" y="1435544"/>
                  </a:lnTo>
                  <a:lnTo>
                    <a:pt x="2911208" y="1435544"/>
                  </a:lnTo>
                  <a:lnTo>
                    <a:pt x="2912326" y="1435087"/>
                  </a:lnTo>
                  <a:lnTo>
                    <a:pt x="2914192" y="1433220"/>
                  </a:lnTo>
                  <a:lnTo>
                    <a:pt x="2914650" y="1432102"/>
                  </a:lnTo>
                  <a:lnTo>
                    <a:pt x="2914650" y="1429473"/>
                  </a:lnTo>
                  <a:close/>
                </a:path>
                <a:path w="9010650" h="1435735">
                  <a:moveTo>
                    <a:pt x="2914650" y="954125"/>
                  </a:moveTo>
                  <a:lnTo>
                    <a:pt x="2914192" y="953008"/>
                  </a:lnTo>
                  <a:lnTo>
                    <a:pt x="2912326" y="951153"/>
                  </a:lnTo>
                  <a:lnTo>
                    <a:pt x="2911208" y="950683"/>
                  </a:lnTo>
                  <a:lnTo>
                    <a:pt x="2908579" y="950683"/>
                  </a:lnTo>
                  <a:lnTo>
                    <a:pt x="2907461" y="951153"/>
                  </a:lnTo>
                  <a:lnTo>
                    <a:pt x="2905595" y="953008"/>
                  </a:lnTo>
                  <a:lnTo>
                    <a:pt x="2905125" y="954125"/>
                  </a:lnTo>
                  <a:lnTo>
                    <a:pt x="2905125" y="956754"/>
                  </a:lnTo>
                  <a:lnTo>
                    <a:pt x="2905595" y="957884"/>
                  </a:lnTo>
                  <a:lnTo>
                    <a:pt x="2907461" y="959739"/>
                  </a:lnTo>
                  <a:lnTo>
                    <a:pt x="2908579" y="960208"/>
                  </a:lnTo>
                  <a:lnTo>
                    <a:pt x="2911208" y="960208"/>
                  </a:lnTo>
                  <a:lnTo>
                    <a:pt x="2912326" y="959739"/>
                  </a:lnTo>
                  <a:lnTo>
                    <a:pt x="2914192" y="957884"/>
                  </a:lnTo>
                  <a:lnTo>
                    <a:pt x="2914650" y="956754"/>
                  </a:lnTo>
                  <a:lnTo>
                    <a:pt x="2914650" y="954125"/>
                  </a:lnTo>
                  <a:close/>
                </a:path>
                <a:path w="9010650" h="1435735">
                  <a:moveTo>
                    <a:pt x="2914650" y="478790"/>
                  </a:moveTo>
                  <a:lnTo>
                    <a:pt x="2914192" y="477659"/>
                  </a:lnTo>
                  <a:lnTo>
                    <a:pt x="2912326" y="475805"/>
                  </a:lnTo>
                  <a:lnTo>
                    <a:pt x="2911208" y="475335"/>
                  </a:lnTo>
                  <a:lnTo>
                    <a:pt x="2908579" y="475335"/>
                  </a:lnTo>
                  <a:lnTo>
                    <a:pt x="2907461" y="475805"/>
                  </a:lnTo>
                  <a:lnTo>
                    <a:pt x="2905595" y="477659"/>
                  </a:lnTo>
                  <a:lnTo>
                    <a:pt x="2905125" y="478790"/>
                  </a:lnTo>
                  <a:lnTo>
                    <a:pt x="2905125" y="481418"/>
                  </a:lnTo>
                  <a:lnTo>
                    <a:pt x="2905595" y="482536"/>
                  </a:lnTo>
                  <a:lnTo>
                    <a:pt x="2907461" y="484403"/>
                  </a:lnTo>
                  <a:lnTo>
                    <a:pt x="2908579" y="484860"/>
                  </a:lnTo>
                  <a:lnTo>
                    <a:pt x="2911208" y="484860"/>
                  </a:lnTo>
                  <a:lnTo>
                    <a:pt x="2912326" y="484403"/>
                  </a:lnTo>
                  <a:lnTo>
                    <a:pt x="2914192" y="482536"/>
                  </a:lnTo>
                  <a:lnTo>
                    <a:pt x="2914650" y="481418"/>
                  </a:lnTo>
                  <a:lnTo>
                    <a:pt x="2914650" y="478790"/>
                  </a:lnTo>
                  <a:close/>
                </a:path>
                <a:path w="9010650" h="1435735">
                  <a:moveTo>
                    <a:pt x="2914650" y="3441"/>
                  </a:moveTo>
                  <a:lnTo>
                    <a:pt x="2914192" y="2324"/>
                  </a:lnTo>
                  <a:lnTo>
                    <a:pt x="2912326" y="457"/>
                  </a:lnTo>
                  <a:lnTo>
                    <a:pt x="2911208" y="0"/>
                  </a:lnTo>
                  <a:lnTo>
                    <a:pt x="2908579" y="0"/>
                  </a:lnTo>
                  <a:lnTo>
                    <a:pt x="2907461" y="457"/>
                  </a:lnTo>
                  <a:lnTo>
                    <a:pt x="2905595" y="2324"/>
                  </a:lnTo>
                  <a:lnTo>
                    <a:pt x="2905125" y="3441"/>
                  </a:lnTo>
                  <a:lnTo>
                    <a:pt x="2905125" y="6070"/>
                  </a:lnTo>
                  <a:lnTo>
                    <a:pt x="2905595" y="7200"/>
                  </a:lnTo>
                  <a:lnTo>
                    <a:pt x="2907461" y="9055"/>
                  </a:lnTo>
                  <a:lnTo>
                    <a:pt x="2908579" y="9525"/>
                  </a:lnTo>
                  <a:lnTo>
                    <a:pt x="2911208" y="9525"/>
                  </a:lnTo>
                  <a:lnTo>
                    <a:pt x="2912326" y="9055"/>
                  </a:lnTo>
                  <a:lnTo>
                    <a:pt x="2914192" y="7200"/>
                  </a:lnTo>
                  <a:lnTo>
                    <a:pt x="2914650" y="6070"/>
                  </a:lnTo>
                  <a:lnTo>
                    <a:pt x="2914650" y="3441"/>
                  </a:lnTo>
                  <a:close/>
                </a:path>
                <a:path w="9010650" h="1435735">
                  <a:moveTo>
                    <a:pt x="2962275" y="1429473"/>
                  </a:moveTo>
                  <a:lnTo>
                    <a:pt x="2961817" y="1428356"/>
                  </a:lnTo>
                  <a:lnTo>
                    <a:pt x="2959951" y="1426489"/>
                  </a:lnTo>
                  <a:lnTo>
                    <a:pt x="2958833" y="1426019"/>
                  </a:lnTo>
                  <a:lnTo>
                    <a:pt x="2956204" y="1426019"/>
                  </a:lnTo>
                  <a:lnTo>
                    <a:pt x="2955086" y="1426489"/>
                  </a:lnTo>
                  <a:lnTo>
                    <a:pt x="2953220" y="1428356"/>
                  </a:lnTo>
                  <a:lnTo>
                    <a:pt x="2952750" y="1429473"/>
                  </a:lnTo>
                  <a:lnTo>
                    <a:pt x="2952750" y="1432102"/>
                  </a:lnTo>
                  <a:lnTo>
                    <a:pt x="2953220" y="1433220"/>
                  </a:lnTo>
                  <a:lnTo>
                    <a:pt x="2955086" y="1435087"/>
                  </a:lnTo>
                  <a:lnTo>
                    <a:pt x="2956204" y="1435544"/>
                  </a:lnTo>
                  <a:lnTo>
                    <a:pt x="2958833" y="1435544"/>
                  </a:lnTo>
                  <a:lnTo>
                    <a:pt x="2959951" y="1435087"/>
                  </a:lnTo>
                  <a:lnTo>
                    <a:pt x="2961817" y="1433220"/>
                  </a:lnTo>
                  <a:lnTo>
                    <a:pt x="2962275" y="1432102"/>
                  </a:lnTo>
                  <a:lnTo>
                    <a:pt x="2962275" y="1429473"/>
                  </a:lnTo>
                  <a:close/>
                </a:path>
                <a:path w="9010650" h="1435735">
                  <a:moveTo>
                    <a:pt x="2962275" y="954125"/>
                  </a:moveTo>
                  <a:lnTo>
                    <a:pt x="2961817" y="953008"/>
                  </a:lnTo>
                  <a:lnTo>
                    <a:pt x="2959951" y="951153"/>
                  </a:lnTo>
                  <a:lnTo>
                    <a:pt x="2958833" y="950683"/>
                  </a:lnTo>
                  <a:lnTo>
                    <a:pt x="2956204" y="950683"/>
                  </a:lnTo>
                  <a:lnTo>
                    <a:pt x="2955086" y="951153"/>
                  </a:lnTo>
                  <a:lnTo>
                    <a:pt x="2953220" y="953008"/>
                  </a:lnTo>
                  <a:lnTo>
                    <a:pt x="2952750" y="954125"/>
                  </a:lnTo>
                  <a:lnTo>
                    <a:pt x="2952750" y="956754"/>
                  </a:lnTo>
                  <a:lnTo>
                    <a:pt x="2953220" y="957884"/>
                  </a:lnTo>
                  <a:lnTo>
                    <a:pt x="2955086" y="959739"/>
                  </a:lnTo>
                  <a:lnTo>
                    <a:pt x="2956204" y="960208"/>
                  </a:lnTo>
                  <a:lnTo>
                    <a:pt x="2958833" y="960208"/>
                  </a:lnTo>
                  <a:lnTo>
                    <a:pt x="2959951" y="959739"/>
                  </a:lnTo>
                  <a:lnTo>
                    <a:pt x="2961817" y="957884"/>
                  </a:lnTo>
                  <a:lnTo>
                    <a:pt x="2962275" y="956754"/>
                  </a:lnTo>
                  <a:lnTo>
                    <a:pt x="2962275" y="954125"/>
                  </a:lnTo>
                  <a:close/>
                </a:path>
                <a:path w="9010650" h="1435735">
                  <a:moveTo>
                    <a:pt x="2962275" y="478790"/>
                  </a:moveTo>
                  <a:lnTo>
                    <a:pt x="2961817" y="477659"/>
                  </a:lnTo>
                  <a:lnTo>
                    <a:pt x="2959951" y="475805"/>
                  </a:lnTo>
                  <a:lnTo>
                    <a:pt x="2958833" y="475335"/>
                  </a:lnTo>
                  <a:lnTo>
                    <a:pt x="2956204" y="475335"/>
                  </a:lnTo>
                  <a:lnTo>
                    <a:pt x="2955086" y="475805"/>
                  </a:lnTo>
                  <a:lnTo>
                    <a:pt x="2953220" y="477659"/>
                  </a:lnTo>
                  <a:lnTo>
                    <a:pt x="2952750" y="478790"/>
                  </a:lnTo>
                  <a:lnTo>
                    <a:pt x="2952750" y="481418"/>
                  </a:lnTo>
                  <a:lnTo>
                    <a:pt x="2953220" y="482536"/>
                  </a:lnTo>
                  <a:lnTo>
                    <a:pt x="2955086" y="484403"/>
                  </a:lnTo>
                  <a:lnTo>
                    <a:pt x="2956204" y="484860"/>
                  </a:lnTo>
                  <a:lnTo>
                    <a:pt x="2958833" y="484860"/>
                  </a:lnTo>
                  <a:lnTo>
                    <a:pt x="2959951" y="484403"/>
                  </a:lnTo>
                  <a:lnTo>
                    <a:pt x="2961817" y="482536"/>
                  </a:lnTo>
                  <a:lnTo>
                    <a:pt x="2962275" y="481418"/>
                  </a:lnTo>
                  <a:lnTo>
                    <a:pt x="2962275" y="478790"/>
                  </a:lnTo>
                  <a:close/>
                </a:path>
                <a:path w="9010650" h="1435735">
                  <a:moveTo>
                    <a:pt x="2962275" y="3441"/>
                  </a:moveTo>
                  <a:lnTo>
                    <a:pt x="2961817" y="2324"/>
                  </a:lnTo>
                  <a:lnTo>
                    <a:pt x="2959951" y="457"/>
                  </a:lnTo>
                  <a:lnTo>
                    <a:pt x="2958833" y="0"/>
                  </a:lnTo>
                  <a:lnTo>
                    <a:pt x="2956204" y="0"/>
                  </a:lnTo>
                  <a:lnTo>
                    <a:pt x="2955086" y="457"/>
                  </a:lnTo>
                  <a:lnTo>
                    <a:pt x="2953220" y="2324"/>
                  </a:lnTo>
                  <a:lnTo>
                    <a:pt x="2952750" y="3441"/>
                  </a:lnTo>
                  <a:lnTo>
                    <a:pt x="2952750" y="6070"/>
                  </a:lnTo>
                  <a:lnTo>
                    <a:pt x="2953220" y="7200"/>
                  </a:lnTo>
                  <a:lnTo>
                    <a:pt x="2955086" y="9055"/>
                  </a:lnTo>
                  <a:lnTo>
                    <a:pt x="2956204" y="9525"/>
                  </a:lnTo>
                  <a:lnTo>
                    <a:pt x="2958833" y="9525"/>
                  </a:lnTo>
                  <a:lnTo>
                    <a:pt x="2959951" y="9055"/>
                  </a:lnTo>
                  <a:lnTo>
                    <a:pt x="2961817" y="7200"/>
                  </a:lnTo>
                  <a:lnTo>
                    <a:pt x="2962275" y="6070"/>
                  </a:lnTo>
                  <a:lnTo>
                    <a:pt x="2962275" y="3441"/>
                  </a:lnTo>
                  <a:close/>
                </a:path>
                <a:path w="9010650" h="1435735">
                  <a:moveTo>
                    <a:pt x="3009900" y="1429473"/>
                  </a:moveTo>
                  <a:lnTo>
                    <a:pt x="3009442" y="1428356"/>
                  </a:lnTo>
                  <a:lnTo>
                    <a:pt x="3007576" y="1426489"/>
                  </a:lnTo>
                  <a:lnTo>
                    <a:pt x="3006458" y="1426019"/>
                  </a:lnTo>
                  <a:lnTo>
                    <a:pt x="3003829" y="1426019"/>
                  </a:lnTo>
                  <a:lnTo>
                    <a:pt x="3002711" y="1426489"/>
                  </a:lnTo>
                  <a:lnTo>
                    <a:pt x="3000845" y="1428356"/>
                  </a:lnTo>
                  <a:lnTo>
                    <a:pt x="3000375" y="1429473"/>
                  </a:lnTo>
                  <a:lnTo>
                    <a:pt x="3000375" y="1432102"/>
                  </a:lnTo>
                  <a:lnTo>
                    <a:pt x="3000845" y="1433220"/>
                  </a:lnTo>
                  <a:lnTo>
                    <a:pt x="3002711" y="1435087"/>
                  </a:lnTo>
                  <a:lnTo>
                    <a:pt x="3003829" y="1435544"/>
                  </a:lnTo>
                  <a:lnTo>
                    <a:pt x="3006458" y="1435544"/>
                  </a:lnTo>
                  <a:lnTo>
                    <a:pt x="3007576" y="1435087"/>
                  </a:lnTo>
                  <a:lnTo>
                    <a:pt x="3009442" y="1433220"/>
                  </a:lnTo>
                  <a:lnTo>
                    <a:pt x="3009900" y="1432102"/>
                  </a:lnTo>
                  <a:lnTo>
                    <a:pt x="3009900" y="1429473"/>
                  </a:lnTo>
                  <a:close/>
                </a:path>
                <a:path w="9010650" h="1435735">
                  <a:moveTo>
                    <a:pt x="3009900" y="954125"/>
                  </a:moveTo>
                  <a:lnTo>
                    <a:pt x="3009442" y="953008"/>
                  </a:lnTo>
                  <a:lnTo>
                    <a:pt x="3007576" y="951153"/>
                  </a:lnTo>
                  <a:lnTo>
                    <a:pt x="3006458" y="950683"/>
                  </a:lnTo>
                  <a:lnTo>
                    <a:pt x="3003829" y="950683"/>
                  </a:lnTo>
                  <a:lnTo>
                    <a:pt x="3002711" y="951153"/>
                  </a:lnTo>
                  <a:lnTo>
                    <a:pt x="3000845" y="953008"/>
                  </a:lnTo>
                  <a:lnTo>
                    <a:pt x="3000375" y="954125"/>
                  </a:lnTo>
                  <a:lnTo>
                    <a:pt x="3000375" y="956754"/>
                  </a:lnTo>
                  <a:lnTo>
                    <a:pt x="3000845" y="957884"/>
                  </a:lnTo>
                  <a:lnTo>
                    <a:pt x="3002711" y="959739"/>
                  </a:lnTo>
                  <a:lnTo>
                    <a:pt x="3003829" y="960208"/>
                  </a:lnTo>
                  <a:lnTo>
                    <a:pt x="3006458" y="960208"/>
                  </a:lnTo>
                  <a:lnTo>
                    <a:pt x="3007576" y="959739"/>
                  </a:lnTo>
                  <a:lnTo>
                    <a:pt x="3009442" y="957884"/>
                  </a:lnTo>
                  <a:lnTo>
                    <a:pt x="3009900" y="956754"/>
                  </a:lnTo>
                  <a:lnTo>
                    <a:pt x="3009900" y="954125"/>
                  </a:lnTo>
                  <a:close/>
                </a:path>
                <a:path w="9010650" h="1435735">
                  <a:moveTo>
                    <a:pt x="3009900" y="478790"/>
                  </a:moveTo>
                  <a:lnTo>
                    <a:pt x="3009442" y="477659"/>
                  </a:lnTo>
                  <a:lnTo>
                    <a:pt x="3007576" y="475805"/>
                  </a:lnTo>
                  <a:lnTo>
                    <a:pt x="3006458" y="475335"/>
                  </a:lnTo>
                  <a:lnTo>
                    <a:pt x="3003829" y="475335"/>
                  </a:lnTo>
                  <a:lnTo>
                    <a:pt x="3002711" y="475805"/>
                  </a:lnTo>
                  <a:lnTo>
                    <a:pt x="3000845" y="477659"/>
                  </a:lnTo>
                  <a:lnTo>
                    <a:pt x="3000375" y="478790"/>
                  </a:lnTo>
                  <a:lnTo>
                    <a:pt x="3000375" y="481418"/>
                  </a:lnTo>
                  <a:lnTo>
                    <a:pt x="3000845" y="482536"/>
                  </a:lnTo>
                  <a:lnTo>
                    <a:pt x="3002711" y="484403"/>
                  </a:lnTo>
                  <a:lnTo>
                    <a:pt x="3003829" y="484860"/>
                  </a:lnTo>
                  <a:lnTo>
                    <a:pt x="3006458" y="484860"/>
                  </a:lnTo>
                  <a:lnTo>
                    <a:pt x="3007576" y="484403"/>
                  </a:lnTo>
                  <a:lnTo>
                    <a:pt x="3009442" y="482536"/>
                  </a:lnTo>
                  <a:lnTo>
                    <a:pt x="3009900" y="481418"/>
                  </a:lnTo>
                  <a:lnTo>
                    <a:pt x="3009900" y="478790"/>
                  </a:lnTo>
                  <a:close/>
                </a:path>
                <a:path w="9010650" h="1435735">
                  <a:moveTo>
                    <a:pt x="3009900" y="3441"/>
                  </a:moveTo>
                  <a:lnTo>
                    <a:pt x="3009442" y="2324"/>
                  </a:lnTo>
                  <a:lnTo>
                    <a:pt x="3007576" y="457"/>
                  </a:lnTo>
                  <a:lnTo>
                    <a:pt x="3006458" y="0"/>
                  </a:lnTo>
                  <a:lnTo>
                    <a:pt x="3003829" y="0"/>
                  </a:lnTo>
                  <a:lnTo>
                    <a:pt x="3002711" y="457"/>
                  </a:lnTo>
                  <a:lnTo>
                    <a:pt x="3000845" y="2324"/>
                  </a:lnTo>
                  <a:lnTo>
                    <a:pt x="3000375" y="3441"/>
                  </a:lnTo>
                  <a:lnTo>
                    <a:pt x="3000375" y="6070"/>
                  </a:lnTo>
                  <a:lnTo>
                    <a:pt x="3000845" y="7200"/>
                  </a:lnTo>
                  <a:lnTo>
                    <a:pt x="3002711" y="9055"/>
                  </a:lnTo>
                  <a:lnTo>
                    <a:pt x="3003829" y="9525"/>
                  </a:lnTo>
                  <a:lnTo>
                    <a:pt x="3006458" y="9525"/>
                  </a:lnTo>
                  <a:lnTo>
                    <a:pt x="3007576" y="9055"/>
                  </a:lnTo>
                  <a:lnTo>
                    <a:pt x="3009442" y="7200"/>
                  </a:lnTo>
                  <a:lnTo>
                    <a:pt x="3009900" y="6070"/>
                  </a:lnTo>
                  <a:lnTo>
                    <a:pt x="3009900" y="3441"/>
                  </a:lnTo>
                  <a:close/>
                </a:path>
                <a:path w="9010650" h="1435735">
                  <a:moveTo>
                    <a:pt x="3057525" y="1429473"/>
                  </a:moveTo>
                  <a:lnTo>
                    <a:pt x="3057067" y="1428356"/>
                  </a:lnTo>
                  <a:lnTo>
                    <a:pt x="3055201" y="1426489"/>
                  </a:lnTo>
                  <a:lnTo>
                    <a:pt x="3054083" y="1426019"/>
                  </a:lnTo>
                  <a:lnTo>
                    <a:pt x="3051454" y="1426019"/>
                  </a:lnTo>
                  <a:lnTo>
                    <a:pt x="3050336" y="1426489"/>
                  </a:lnTo>
                  <a:lnTo>
                    <a:pt x="3048470" y="1428356"/>
                  </a:lnTo>
                  <a:lnTo>
                    <a:pt x="3048000" y="1429473"/>
                  </a:lnTo>
                  <a:lnTo>
                    <a:pt x="3048000" y="1432102"/>
                  </a:lnTo>
                  <a:lnTo>
                    <a:pt x="3048470" y="1433220"/>
                  </a:lnTo>
                  <a:lnTo>
                    <a:pt x="3050336" y="1435087"/>
                  </a:lnTo>
                  <a:lnTo>
                    <a:pt x="3051454" y="1435544"/>
                  </a:lnTo>
                  <a:lnTo>
                    <a:pt x="3054083" y="1435544"/>
                  </a:lnTo>
                  <a:lnTo>
                    <a:pt x="3055201" y="1435087"/>
                  </a:lnTo>
                  <a:lnTo>
                    <a:pt x="3057067" y="1433220"/>
                  </a:lnTo>
                  <a:lnTo>
                    <a:pt x="3057525" y="1432102"/>
                  </a:lnTo>
                  <a:lnTo>
                    <a:pt x="3057525" y="1429473"/>
                  </a:lnTo>
                  <a:close/>
                </a:path>
                <a:path w="9010650" h="1435735">
                  <a:moveTo>
                    <a:pt x="3057525" y="954125"/>
                  </a:moveTo>
                  <a:lnTo>
                    <a:pt x="3057067" y="953008"/>
                  </a:lnTo>
                  <a:lnTo>
                    <a:pt x="3055201" y="951153"/>
                  </a:lnTo>
                  <a:lnTo>
                    <a:pt x="3054083" y="950683"/>
                  </a:lnTo>
                  <a:lnTo>
                    <a:pt x="3051454" y="950683"/>
                  </a:lnTo>
                  <a:lnTo>
                    <a:pt x="3050336" y="951153"/>
                  </a:lnTo>
                  <a:lnTo>
                    <a:pt x="3048470" y="953008"/>
                  </a:lnTo>
                  <a:lnTo>
                    <a:pt x="3048000" y="954125"/>
                  </a:lnTo>
                  <a:lnTo>
                    <a:pt x="3048000" y="956754"/>
                  </a:lnTo>
                  <a:lnTo>
                    <a:pt x="3048470" y="957884"/>
                  </a:lnTo>
                  <a:lnTo>
                    <a:pt x="3050336" y="959739"/>
                  </a:lnTo>
                  <a:lnTo>
                    <a:pt x="3051454" y="960208"/>
                  </a:lnTo>
                  <a:lnTo>
                    <a:pt x="3054083" y="960208"/>
                  </a:lnTo>
                  <a:lnTo>
                    <a:pt x="3055201" y="959739"/>
                  </a:lnTo>
                  <a:lnTo>
                    <a:pt x="3057067" y="957884"/>
                  </a:lnTo>
                  <a:lnTo>
                    <a:pt x="3057525" y="956754"/>
                  </a:lnTo>
                  <a:lnTo>
                    <a:pt x="3057525" y="954125"/>
                  </a:lnTo>
                  <a:close/>
                </a:path>
                <a:path w="9010650" h="1435735">
                  <a:moveTo>
                    <a:pt x="3057525" y="478790"/>
                  </a:moveTo>
                  <a:lnTo>
                    <a:pt x="3057067" y="477659"/>
                  </a:lnTo>
                  <a:lnTo>
                    <a:pt x="3055201" y="475805"/>
                  </a:lnTo>
                  <a:lnTo>
                    <a:pt x="3054083" y="475335"/>
                  </a:lnTo>
                  <a:lnTo>
                    <a:pt x="3051454" y="475335"/>
                  </a:lnTo>
                  <a:lnTo>
                    <a:pt x="3050336" y="475805"/>
                  </a:lnTo>
                  <a:lnTo>
                    <a:pt x="3048470" y="477659"/>
                  </a:lnTo>
                  <a:lnTo>
                    <a:pt x="3048000" y="478790"/>
                  </a:lnTo>
                  <a:lnTo>
                    <a:pt x="3048000" y="481418"/>
                  </a:lnTo>
                  <a:lnTo>
                    <a:pt x="3048470" y="482536"/>
                  </a:lnTo>
                  <a:lnTo>
                    <a:pt x="3050336" y="484403"/>
                  </a:lnTo>
                  <a:lnTo>
                    <a:pt x="3051454" y="484860"/>
                  </a:lnTo>
                  <a:lnTo>
                    <a:pt x="3054083" y="484860"/>
                  </a:lnTo>
                  <a:lnTo>
                    <a:pt x="3055201" y="484403"/>
                  </a:lnTo>
                  <a:lnTo>
                    <a:pt x="3057067" y="482536"/>
                  </a:lnTo>
                  <a:lnTo>
                    <a:pt x="3057525" y="481418"/>
                  </a:lnTo>
                  <a:lnTo>
                    <a:pt x="3057525" y="478790"/>
                  </a:lnTo>
                  <a:close/>
                </a:path>
                <a:path w="9010650" h="1435735">
                  <a:moveTo>
                    <a:pt x="3057525" y="3441"/>
                  </a:moveTo>
                  <a:lnTo>
                    <a:pt x="3057067" y="2324"/>
                  </a:lnTo>
                  <a:lnTo>
                    <a:pt x="3055201" y="457"/>
                  </a:lnTo>
                  <a:lnTo>
                    <a:pt x="3054083" y="0"/>
                  </a:lnTo>
                  <a:lnTo>
                    <a:pt x="3051454" y="0"/>
                  </a:lnTo>
                  <a:lnTo>
                    <a:pt x="3050336" y="457"/>
                  </a:lnTo>
                  <a:lnTo>
                    <a:pt x="3048470" y="2324"/>
                  </a:lnTo>
                  <a:lnTo>
                    <a:pt x="3048000" y="3441"/>
                  </a:lnTo>
                  <a:lnTo>
                    <a:pt x="3048000" y="6070"/>
                  </a:lnTo>
                  <a:lnTo>
                    <a:pt x="3048470" y="7200"/>
                  </a:lnTo>
                  <a:lnTo>
                    <a:pt x="3050336" y="9055"/>
                  </a:lnTo>
                  <a:lnTo>
                    <a:pt x="3051454" y="9525"/>
                  </a:lnTo>
                  <a:lnTo>
                    <a:pt x="3054083" y="9525"/>
                  </a:lnTo>
                  <a:lnTo>
                    <a:pt x="3055201" y="9055"/>
                  </a:lnTo>
                  <a:lnTo>
                    <a:pt x="3057067" y="7200"/>
                  </a:lnTo>
                  <a:lnTo>
                    <a:pt x="3057525" y="6070"/>
                  </a:lnTo>
                  <a:lnTo>
                    <a:pt x="3057525" y="3441"/>
                  </a:lnTo>
                  <a:close/>
                </a:path>
                <a:path w="9010650" h="1435735">
                  <a:moveTo>
                    <a:pt x="3105150" y="1429473"/>
                  </a:moveTo>
                  <a:lnTo>
                    <a:pt x="3104692" y="1428356"/>
                  </a:lnTo>
                  <a:lnTo>
                    <a:pt x="3102826" y="1426489"/>
                  </a:lnTo>
                  <a:lnTo>
                    <a:pt x="3101708" y="1426019"/>
                  </a:lnTo>
                  <a:lnTo>
                    <a:pt x="3099079" y="1426019"/>
                  </a:lnTo>
                  <a:lnTo>
                    <a:pt x="3097961" y="1426489"/>
                  </a:lnTo>
                  <a:lnTo>
                    <a:pt x="3096095" y="1428356"/>
                  </a:lnTo>
                  <a:lnTo>
                    <a:pt x="3095625" y="1429473"/>
                  </a:lnTo>
                  <a:lnTo>
                    <a:pt x="3095625" y="1432102"/>
                  </a:lnTo>
                  <a:lnTo>
                    <a:pt x="3096095" y="1433220"/>
                  </a:lnTo>
                  <a:lnTo>
                    <a:pt x="3097961" y="1435087"/>
                  </a:lnTo>
                  <a:lnTo>
                    <a:pt x="3099079" y="1435544"/>
                  </a:lnTo>
                  <a:lnTo>
                    <a:pt x="3101708" y="1435544"/>
                  </a:lnTo>
                  <a:lnTo>
                    <a:pt x="3102826" y="1435087"/>
                  </a:lnTo>
                  <a:lnTo>
                    <a:pt x="3104692" y="1433220"/>
                  </a:lnTo>
                  <a:lnTo>
                    <a:pt x="3105150" y="1432102"/>
                  </a:lnTo>
                  <a:lnTo>
                    <a:pt x="3105150" y="1429473"/>
                  </a:lnTo>
                  <a:close/>
                </a:path>
                <a:path w="9010650" h="1435735">
                  <a:moveTo>
                    <a:pt x="3105150" y="954125"/>
                  </a:moveTo>
                  <a:lnTo>
                    <a:pt x="3104692" y="953008"/>
                  </a:lnTo>
                  <a:lnTo>
                    <a:pt x="3102826" y="951153"/>
                  </a:lnTo>
                  <a:lnTo>
                    <a:pt x="3101708" y="950683"/>
                  </a:lnTo>
                  <a:lnTo>
                    <a:pt x="3099079" y="950683"/>
                  </a:lnTo>
                  <a:lnTo>
                    <a:pt x="3097961" y="951153"/>
                  </a:lnTo>
                  <a:lnTo>
                    <a:pt x="3096095" y="953008"/>
                  </a:lnTo>
                  <a:lnTo>
                    <a:pt x="3095625" y="954125"/>
                  </a:lnTo>
                  <a:lnTo>
                    <a:pt x="3095625" y="956754"/>
                  </a:lnTo>
                  <a:lnTo>
                    <a:pt x="3096095" y="957884"/>
                  </a:lnTo>
                  <a:lnTo>
                    <a:pt x="3097961" y="959739"/>
                  </a:lnTo>
                  <a:lnTo>
                    <a:pt x="3099079" y="960208"/>
                  </a:lnTo>
                  <a:lnTo>
                    <a:pt x="3101708" y="960208"/>
                  </a:lnTo>
                  <a:lnTo>
                    <a:pt x="3102826" y="959739"/>
                  </a:lnTo>
                  <a:lnTo>
                    <a:pt x="3104692" y="957884"/>
                  </a:lnTo>
                  <a:lnTo>
                    <a:pt x="3105150" y="956754"/>
                  </a:lnTo>
                  <a:lnTo>
                    <a:pt x="3105150" y="954125"/>
                  </a:lnTo>
                  <a:close/>
                </a:path>
                <a:path w="9010650" h="1435735">
                  <a:moveTo>
                    <a:pt x="3105150" y="478790"/>
                  </a:moveTo>
                  <a:lnTo>
                    <a:pt x="3104692" y="477659"/>
                  </a:lnTo>
                  <a:lnTo>
                    <a:pt x="3102826" y="475805"/>
                  </a:lnTo>
                  <a:lnTo>
                    <a:pt x="3101708" y="475335"/>
                  </a:lnTo>
                  <a:lnTo>
                    <a:pt x="3099079" y="475335"/>
                  </a:lnTo>
                  <a:lnTo>
                    <a:pt x="3097961" y="475805"/>
                  </a:lnTo>
                  <a:lnTo>
                    <a:pt x="3096095" y="477659"/>
                  </a:lnTo>
                  <a:lnTo>
                    <a:pt x="3095625" y="478790"/>
                  </a:lnTo>
                  <a:lnTo>
                    <a:pt x="3095625" y="481418"/>
                  </a:lnTo>
                  <a:lnTo>
                    <a:pt x="3096095" y="482536"/>
                  </a:lnTo>
                  <a:lnTo>
                    <a:pt x="3097961" y="484403"/>
                  </a:lnTo>
                  <a:lnTo>
                    <a:pt x="3099079" y="484860"/>
                  </a:lnTo>
                  <a:lnTo>
                    <a:pt x="3101708" y="484860"/>
                  </a:lnTo>
                  <a:lnTo>
                    <a:pt x="3102826" y="484403"/>
                  </a:lnTo>
                  <a:lnTo>
                    <a:pt x="3104692" y="482536"/>
                  </a:lnTo>
                  <a:lnTo>
                    <a:pt x="3105150" y="481418"/>
                  </a:lnTo>
                  <a:lnTo>
                    <a:pt x="3105150" y="478790"/>
                  </a:lnTo>
                  <a:close/>
                </a:path>
                <a:path w="9010650" h="1435735">
                  <a:moveTo>
                    <a:pt x="3105150" y="3441"/>
                  </a:moveTo>
                  <a:lnTo>
                    <a:pt x="3104692" y="2324"/>
                  </a:lnTo>
                  <a:lnTo>
                    <a:pt x="3102826" y="457"/>
                  </a:lnTo>
                  <a:lnTo>
                    <a:pt x="3101708" y="0"/>
                  </a:lnTo>
                  <a:lnTo>
                    <a:pt x="3099079" y="0"/>
                  </a:lnTo>
                  <a:lnTo>
                    <a:pt x="3097961" y="457"/>
                  </a:lnTo>
                  <a:lnTo>
                    <a:pt x="3096095" y="2324"/>
                  </a:lnTo>
                  <a:lnTo>
                    <a:pt x="3095625" y="3441"/>
                  </a:lnTo>
                  <a:lnTo>
                    <a:pt x="3095625" y="6070"/>
                  </a:lnTo>
                  <a:lnTo>
                    <a:pt x="3096095" y="7200"/>
                  </a:lnTo>
                  <a:lnTo>
                    <a:pt x="3097961" y="9055"/>
                  </a:lnTo>
                  <a:lnTo>
                    <a:pt x="3099079" y="9525"/>
                  </a:lnTo>
                  <a:lnTo>
                    <a:pt x="3101708" y="9525"/>
                  </a:lnTo>
                  <a:lnTo>
                    <a:pt x="3102826" y="9055"/>
                  </a:lnTo>
                  <a:lnTo>
                    <a:pt x="3104692" y="7200"/>
                  </a:lnTo>
                  <a:lnTo>
                    <a:pt x="3105150" y="6070"/>
                  </a:lnTo>
                  <a:lnTo>
                    <a:pt x="3105150" y="3441"/>
                  </a:lnTo>
                  <a:close/>
                </a:path>
                <a:path w="9010650" h="1435735">
                  <a:moveTo>
                    <a:pt x="3152775" y="1429473"/>
                  </a:moveTo>
                  <a:lnTo>
                    <a:pt x="3152317" y="1428356"/>
                  </a:lnTo>
                  <a:lnTo>
                    <a:pt x="3150451" y="1426489"/>
                  </a:lnTo>
                  <a:lnTo>
                    <a:pt x="3149333" y="1426019"/>
                  </a:lnTo>
                  <a:lnTo>
                    <a:pt x="3146704" y="1426019"/>
                  </a:lnTo>
                  <a:lnTo>
                    <a:pt x="3145586" y="1426489"/>
                  </a:lnTo>
                  <a:lnTo>
                    <a:pt x="3143720" y="1428356"/>
                  </a:lnTo>
                  <a:lnTo>
                    <a:pt x="3143250" y="1429473"/>
                  </a:lnTo>
                  <a:lnTo>
                    <a:pt x="3143250" y="1432102"/>
                  </a:lnTo>
                  <a:lnTo>
                    <a:pt x="3143720" y="1433220"/>
                  </a:lnTo>
                  <a:lnTo>
                    <a:pt x="3145586" y="1435087"/>
                  </a:lnTo>
                  <a:lnTo>
                    <a:pt x="3146704" y="1435544"/>
                  </a:lnTo>
                  <a:lnTo>
                    <a:pt x="3149333" y="1435544"/>
                  </a:lnTo>
                  <a:lnTo>
                    <a:pt x="3150451" y="1435087"/>
                  </a:lnTo>
                  <a:lnTo>
                    <a:pt x="3152317" y="1433220"/>
                  </a:lnTo>
                  <a:lnTo>
                    <a:pt x="3152775" y="1432102"/>
                  </a:lnTo>
                  <a:lnTo>
                    <a:pt x="3152775" y="1429473"/>
                  </a:lnTo>
                  <a:close/>
                </a:path>
                <a:path w="9010650" h="1435735">
                  <a:moveTo>
                    <a:pt x="3152775" y="954125"/>
                  </a:moveTo>
                  <a:lnTo>
                    <a:pt x="3152317" y="953008"/>
                  </a:lnTo>
                  <a:lnTo>
                    <a:pt x="3150451" y="951153"/>
                  </a:lnTo>
                  <a:lnTo>
                    <a:pt x="3149333" y="950683"/>
                  </a:lnTo>
                  <a:lnTo>
                    <a:pt x="3146704" y="950683"/>
                  </a:lnTo>
                  <a:lnTo>
                    <a:pt x="3145586" y="951153"/>
                  </a:lnTo>
                  <a:lnTo>
                    <a:pt x="3143720" y="953008"/>
                  </a:lnTo>
                  <a:lnTo>
                    <a:pt x="3143250" y="954125"/>
                  </a:lnTo>
                  <a:lnTo>
                    <a:pt x="3143250" y="956754"/>
                  </a:lnTo>
                  <a:lnTo>
                    <a:pt x="3143720" y="957884"/>
                  </a:lnTo>
                  <a:lnTo>
                    <a:pt x="3145586" y="959739"/>
                  </a:lnTo>
                  <a:lnTo>
                    <a:pt x="3146704" y="960208"/>
                  </a:lnTo>
                  <a:lnTo>
                    <a:pt x="3149333" y="960208"/>
                  </a:lnTo>
                  <a:lnTo>
                    <a:pt x="3150451" y="959739"/>
                  </a:lnTo>
                  <a:lnTo>
                    <a:pt x="3152317" y="957884"/>
                  </a:lnTo>
                  <a:lnTo>
                    <a:pt x="3152775" y="956754"/>
                  </a:lnTo>
                  <a:lnTo>
                    <a:pt x="3152775" y="954125"/>
                  </a:lnTo>
                  <a:close/>
                </a:path>
                <a:path w="9010650" h="1435735">
                  <a:moveTo>
                    <a:pt x="3152775" y="478790"/>
                  </a:moveTo>
                  <a:lnTo>
                    <a:pt x="3152317" y="477659"/>
                  </a:lnTo>
                  <a:lnTo>
                    <a:pt x="3150451" y="475805"/>
                  </a:lnTo>
                  <a:lnTo>
                    <a:pt x="3149333" y="475335"/>
                  </a:lnTo>
                  <a:lnTo>
                    <a:pt x="3146704" y="475335"/>
                  </a:lnTo>
                  <a:lnTo>
                    <a:pt x="3145586" y="475805"/>
                  </a:lnTo>
                  <a:lnTo>
                    <a:pt x="3143720" y="477659"/>
                  </a:lnTo>
                  <a:lnTo>
                    <a:pt x="3143250" y="478790"/>
                  </a:lnTo>
                  <a:lnTo>
                    <a:pt x="3143250" y="481418"/>
                  </a:lnTo>
                  <a:lnTo>
                    <a:pt x="3143720" y="482536"/>
                  </a:lnTo>
                  <a:lnTo>
                    <a:pt x="3145586" y="484403"/>
                  </a:lnTo>
                  <a:lnTo>
                    <a:pt x="3146704" y="484860"/>
                  </a:lnTo>
                  <a:lnTo>
                    <a:pt x="3149333" y="484860"/>
                  </a:lnTo>
                  <a:lnTo>
                    <a:pt x="3150451" y="484403"/>
                  </a:lnTo>
                  <a:lnTo>
                    <a:pt x="3152317" y="482536"/>
                  </a:lnTo>
                  <a:lnTo>
                    <a:pt x="3152775" y="481418"/>
                  </a:lnTo>
                  <a:lnTo>
                    <a:pt x="3152775" y="478790"/>
                  </a:lnTo>
                  <a:close/>
                </a:path>
                <a:path w="9010650" h="1435735">
                  <a:moveTo>
                    <a:pt x="3152775" y="3441"/>
                  </a:moveTo>
                  <a:lnTo>
                    <a:pt x="3152317" y="2324"/>
                  </a:lnTo>
                  <a:lnTo>
                    <a:pt x="3150451" y="457"/>
                  </a:lnTo>
                  <a:lnTo>
                    <a:pt x="3149333" y="0"/>
                  </a:lnTo>
                  <a:lnTo>
                    <a:pt x="3146704" y="0"/>
                  </a:lnTo>
                  <a:lnTo>
                    <a:pt x="3145586" y="457"/>
                  </a:lnTo>
                  <a:lnTo>
                    <a:pt x="3143720" y="2324"/>
                  </a:lnTo>
                  <a:lnTo>
                    <a:pt x="3143250" y="3441"/>
                  </a:lnTo>
                  <a:lnTo>
                    <a:pt x="3143250" y="6070"/>
                  </a:lnTo>
                  <a:lnTo>
                    <a:pt x="3143720" y="7200"/>
                  </a:lnTo>
                  <a:lnTo>
                    <a:pt x="3145586" y="9055"/>
                  </a:lnTo>
                  <a:lnTo>
                    <a:pt x="3146704" y="9525"/>
                  </a:lnTo>
                  <a:lnTo>
                    <a:pt x="3149333" y="9525"/>
                  </a:lnTo>
                  <a:lnTo>
                    <a:pt x="3150451" y="9055"/>
                  </a:lnTo>
                  <a:lnTo>
                    <a:pt x="3152317" y="7200"/>
                  </a:lnTo>
                  <a:lnTo>
                    <a:pt x="3152775" y="6070"/>
                  </a:lnTo>
                  <a:lnTo>
                    <a:pt x="3152775" y="3441"/>
                  </a:lnTo>
                  <a:close/>
                </a:path>
                <a:path w="9010650" h="1435735">
                  <a:moveTo>
                    <a:pt x="3200400" y="1429473"/>
                  </a:moveTo>
                  <a:lnTo>
                    <a:pt x="3199942" y="1428356"/>
                  </a:lnTo>
                  <a:lnTo>
                    <a:pt x="3198076" y="1426489"/>
                  </a:lnTo>
                  <a:lnTo>
                    <a:pt x="3196958" y="1426019"/>
                  </a:lnTo>
                  <a:lnTo>
                    <a:pt x="3194329" y="1426019"/>
                  </a:lnTo>
                  <a:lnTo>
                    <a:pt x="3193211" y="1426489"/>
                  </a:lnTo>
                  <a:lnTo>
                    <a:pt x="3191345" y="1428356"/>
                  </a:lnTo>
                  <a:lnTo>
                    <a:pt x="3190875" y="1429473"/>
                  </a:lnTo>
                  <a:lnTo>
                    <a:pt x="3190875" y="1432102"/>
                  </a:lnTo>
                  <a:lnTo>
                    <a:pt x="3191345" y="1433220"/>
                  </a:lnTo>
                  <a:lnTo>
                    <a:pt x="3193211" y="1435087"/>
                  </a:lnTo>
                  <a:lnTo>
                    <a:pt x="3194329" y="1435544"/>
                  </a:lnTo>
                  <a:lnTo>
                    <a:pt x="3196958" y="1435544"/>
                  </a:lnTo>
                  <a:lnTo>
                    <a:pt x="3198076" y="1435087"/>
                  </a:lnTo>
                  <a:lnTo>
                    <a:pt x="3199942" y="1433220"/>
                  </a:lnTo>
                  <a:lnTo>
                    <a:pt x="3200400" y="1432102"/>
                  </a:lnTo>
                  <a:lnTo>
                    <a:pt x="3200400" y="1429473"/>
                  </a:lnTo>
                  <a:close/>
                </a:path>
                <a:path w="9010650" h="1435735">
                  <a:moveTo>
                    <a:pt x="3200400" y="954125"/>
                  </a:moveTo>
                  <a:lnTo>
                    <a:pt x="3199942" y="953008"/>
                  </a:lnTo>
                  <a:lnTo>
                    <a:pt x="3198076" y="951153"/>
                  </a:lnTo>
                  <a:lnTo>
                    <a:pt x="3196958" y="950683"/>
                  </a:lnTo>
                  <a:lnTo>
                    <a:pt x="3194329" y="950683"/>
                  </a:lnTo>
                  <a:lnTo>
                    <a:pt x="3193211" y="951153"/>
                  </a:lnTo>
                  <a:lnTo>
                    <a:pt x="3191345" y="953008"/>
                  </a:lnTo>
                  <a:lnTo>
                    <a:pt x="3190875" y="954125"/>
                  </a:lnTo>
                  <a:lnTo>
                    <a:pt x="3190875" y="956754"/>
                  </a:lnTo>
                  <a:lnTo>
                    <a:pt x="3191345" y="957884"/>
                  </a:lnTo>
                  <a:lnTo>
                    <a:pt x="3193211" y="959739"/>
                  </a:lnTo>
                  <a:lnTo>
                    <a:pt x="3194329" y="960208"/>
                  </a:lnTo>
                  <a:lnTo>
                    <a:pt x="3196958" y="960208"/>
                  </a:lnTo>
                  <a:lnTo>
                    <a:pt x="3198076" y="959739"/>
                  </a:lnTo>
                  <a:lnTo>
                    <a:pt x="3199942" y="957884"/>
                  </a:lnTo>
                  <a:lnTo>
                    <a:pt x="3200400" y="956754"/>
                  </a:lnTo>
                  <a:lnTo>
                    <a:pt x="3200400" y="954125"/>
                  </a:lnTo>
                  <a:close/>
                </a:path>
                <a:path w="9010650" h="1435735">
                  <a:moveTo>
                    <a:pt x="3200400" y="478790"/>
                  </a:moveTo>
                  <a:lnTo>
                    <a:pt x="3199942" y="477659"/>
                  </a:lnTo>
                  <a:lnTo>
                    <a:pt x="3198076" y="475805"/>
                  </a:lnTo>
                  <a:lnTo>
                    <a:pt x="3196958" y="475335"/>
                  </a:lnTo>
                  <a:lnTo>
                    <a:pt x="3194329" y="475335"/>
                  </a:lnTo>
                  <a:lnTo>
                    <a:pt x="3193211" y="475805"/>
                  </a:lnTo>
                  <a:lnTo>
                    <a:pt x="3191345" y="477659"/>
                  </a:lnTo>
                  <a:lnTo>
                    <a:pt x="3190875" y="478790"/>
                  </a:lnTo>
                  <a:lnTo>
                    <a:pt x="3190875" y="481418"/>
                  </a:lnTo>
                  <a:lnTo>
                    <a:pt x="3191345" y="482536"/>
                  </a:lnTo>
                  <a:lnTo>
                    <a:pt x="3193211" y="484403"/>
                  </a:lnTo>
                  <a:lnTo>
                    <a:pt x="3194329" y="484860"/>
                  </a:lnTo>
                  <a:lnTo>
                    <a:pt x="3196958" y="484860"/>
                  </a:lnTo>
                  <a:lnTo>
                    <a:pt x="3198076" y="484403"/>
                  </a:lnTo>
                  <a:lnTo>
                    <a:pt x="3199942" y="482536"/>
                  </a:lnTo>
                  <a:lnTo>
                    <a:pt x="3200400" y="481418"/>
                  </a:lnTo>
                  <a:lnTo>
                    <a:pt x="3200400" y="478790"/>
                  </a:lnTo>
                  <a:close/>
                </a:path>
                <a:path w="9010650" h="1435735">
                  <a:moveTo>
                    <a:pt x="3200400" y="3441"/>
                  </a:moveTo>
                  <a:lnTo>
                    <a:pt x="3199942" y="2324"/>
                  </a:lnTo>
                  <a:lnTo>
                    <a:pt x="3198076" y="457"/>
                  </a:lnTo>
                  <a:lnTo>
                    <a:pt x="3196958" y="0"/>
                  </a:lnTo>
                  <a:lnTo>
                    <a:pt x="3194329" y="0"/>
                  </a:lnTo>
                  <a:lnTo>
                    <a:pt x="3193211" y="457"/>
                  </a:lnTo>
                  <a:lnTo>
                    <a:pt x="3191345" y="2324"/>
                  </a:lnTo>
                  <a:lnTo>
                    <a:pt x="3190875" y="3441"/>
                  </a:lnTo>
                  <a:lnTo>
                    <a:pt x="3190875" y="6070"/>
                  </a:lnTo>
                  <a:lnTo>
                    <a:pt x="3191345" y="7200"/>
                  </a:lnTo>
                  <a:lnTo>
                    <a:pt x="3193211" y="9055"/>
                  </a:lnTo>
                  <a:lnTo>
                    <a:pt x="3194329" y="9525"/>
                  </a:lnTo>
                  <a:lnTo>
                    <a:pt x="3196958" y="9525"/>
                  </a:lnTo>
                  <a:lnTo>
                    <a:pt x="3198076" y="9055"/>
                  </a:lnTo>
                  <a:lnTo>
                    <a:pt x="3199942" y="7200"/>
                  </a:lnTo>
                  <a:lnTo>
                    <a:pt x="3200400" y="6070"/>
                  </a:lnTo>
                  <a:lnTo>
                    <a:pt x="3200400" y="3441"/>
                  </a:lnTo>
                  <a:close/>
                </a:path>
                <a:path w="9010650" h="1435735">
                  <a:moveTo>
                    <a:pt x="3248025" y="1429473"/>
                  </a:moveTo>
                  <a:lnTo>
                    <a:pt x="3247567" y="1428356"/>
                  </a:lnTo>
                  <a:lnTo>
                    <a:pt x="3245701" y="1426489"/>
                  </a:lnTo>
                  <a:lnTo>
                    <a:pt x="3244583" y="1426019"/>
                  </a:lnTo>
                  <a:lnTo>
                    <a:pt x="3241954" y="1426019"/>
                  </a:lnTo>
                  <a:lnTo>
                    <a:pt x="3240836" y="1426489"/>
                  </a:lnTo>
                  <a:lnTo>
                    <a:pt x="3238970" y="1428356"/>
                  </a:lnTo>
                  <a:lnTo>
                    <a:pt x="3238500" y="1429473"/>
                  </a:lnTo>
                  <a:lnTo>
                    <a:pt x="3238500" y="1432102"/>
                  </a:lnTo>
                  <a:lnTo>
                    <a:pt x="3238970" y="1433220"/>
                  </a:lnTo>
                  <a:lnTo>
                    <a:pt x="3240836" y="1435087"/>
                  </a:lnTo>
                  <a:lnTo>
                    <a:pt x="3241954" y="1435544"/>
                  </a:lnTo>
                  <a:lnTo>
                    <a:pt x="3244583" y="1435544"/>
                  </a:lnTo>
                  <a:lnTo>
                    <a:pt x="3245701" y="1435087"/>
                  </a:lnTo>
                  <a:lnTo>
                    <a:pt x="3247567" y="1433220"/>
                  </a:lnTo>
                  <a:lnTo>
                    <a:pt x="3248025" y="1432102"/>
                  </a:lnTo>
                  <a:lnTo>
                    <a:pt x="3248025" y="1429473"/>
                  </a:lnTo>
                  <a:close/>
                </a:path>
                <a:path w="9010650" h="1435735">
                  <a:moveTo>
                    <a:pt x="3248025" y="954125"/>
                  </a:moveTo>
                  <a:lnTo>
                    <a:pt x="3247567" y="953008"/>
                  </a:lnTo>
                  <a:lnTo>
                    <a:pt x="3245701" y="951153"/>
                  </a:lnTo>
                  <a:lnTo>
                    <a:pt x="3244583" y="950683"/>
                  </a:lnTo>
                  <a:lnTo>
                    <a:pt x="3241954" y="950683"/>
                  </a:lnTo>
                  <a:lnTo>
                    <a:pt x="3240836" y="951153"/>
                  </a:lnTo>
                  <a:lnTo>
                    <a:pt x="3238970" y="953008"/>
                  </a:lnTo>
                  <a:lnTo>
                    <a:pt x="3238500" y="954125"/>
                  </a:lnTo>
                  <a:lnTo>
                    <a:pt x="3238500" y="956754"/>
                  </a:lnTo>
                  <a:lnTo>
                    <a:pt x="3238970" y="957884"/>
                  </a:lnTo>
                  <a:lnTo>
                    <a:pt x="3240836" y="959739"/>
                  </a:lnTo>
                  <a:lnTo>
                    <a:pt x="3241954" y="960208"/>
                  </a:lnTo>
                  <a:lnTo>
                    <a:pt x="3244583" y="960208"/>
                  </a:lnTo>
                  <a:lnTo>
                    <a:pt x="3245701" y="959739"/>
                  </a:lnTo>
                  <a:lnTo>
                    <a:pt x="3247567" y="957884"/>
                  </a:lnTo>
                  <a:lnTo>
                    <a:pt x="3248025" y="956754"/>
                  </a:lnTo>
                  <a:lnTo>
                    <a:pt x="3248025" y="954125"/>
                  </a:lnTo>
                  <a:close/>
                </a:path>
                <a:path w="9010650" h="1435735">
                  <a:moveTo>
                    <a:pt x="3248025" y="478790"/>
                  </a:moveTo>
                  <a:lnTo>
                    <a:pt x="3247567" y="477659"/>
                  </a:lnTo>
                  <a:lnTo>
                    <a:pt x="3245701" y="475805"/>
                  </a:lnTo>
                  <a:lnTo>
                    <a:pt x="3244583" y="475335"/>
                  </a:lnTo>
                  <a:lnTo>
                    <a:pt x="3241954" y="475335"/>
                  </a:lnTo>
                  <a:lnTo>
                    <a:pt x="3240836" y="475805"/>
                  </a:lnTo>
                  <a:lnTo>
                    <a:pt x="3238970" y="477659"/>
                  </a:lnTo>
                  <a:lnTo>
                    <a:pt x="3238500" y="478790"/>
                  </a:lnTo>
                  <a:lnTo>
                    <a:pt x="3238500" y="481418"/>
                  </a:lnTo>
                  <a:lnTo>
                    <a:pt x="3238970" y="482536"/>
                  </a:lnTo>
                  <a:lnTo>
                    <a:pt x="3240836" y="484403"/>
                  </a:lnTo>
                  <a:lnTo>
                    <a:pt x="3241954" y="484860"/>
                  </a:lnTo>
                  <a:lnTo>
                    <a:pt x="3244583" y="484860"/>
                  </a:lnTo>
                  <a:lnTo>
                    <a:pt x="3245701" y="484403"/>
                  </a:lnTo>
                  <a:lnTo>
                    <a:pt x="3247567" y="482536"/>
                  </a:lnTo>
                  <a:lnTo>
                    <a:pt x="3248025" y="481418"/>
                  </a:lnTo>
                  <a:lnTo>
                    <a:pt x="3248025" y="478790"/>
                  </a:lnTo>
                  <a:close/>
                </a:path>
                <a:path w="9010650" h="1435735">
                  <a:moveTo>
                    <a:pt x="3248025" y="3441"/>
                  </a:moveTo>
                  <a:lnTo>
                    <a:pt x="3247567" y="2324"/>
                  </a:lnTo>
                  <a:lnTo>
                    <a:pt x="3245701" y="457"/>
                  </a:lnTo>
                  <a:lnTo>
                    <a:pt x="3244583" y="0"/>
                  </a:lnTo>
                  <a:lnTo>
                    <a:pt x="3241954" y="0"/>
                  </a:lnTo>
                  <a:lnTo>
                    <a:pt x="3240836" y="457"/>
                  </a:lnTo>
                  <a:lnTo>
                    <a:pt x="3238970" y="2324"/>
                  </a:lnTo>
                  <a:lnTo>
                    <a:pt x="3238500" y="3441"/>
                  </a:lnTo>
                  <a:lnTo>
                    <a:pt x="3238500" y="6070"/>
                  </a:lnTo>
                  <a:lnTo>
                    <a:pt x="3238970" y="7200"/>
                  </a:lnTo>
                  <a:lnTo>
                    <a:pt x="3240836" y="9055"/>
                  </a:lnTo>
                  <a:lnTo>
                    <a:pt x="3241954" y="9525"/>
                  </a:lnTo>
                  <a:lnTo>
                    <a:pt x="3244583" y="9525"/>
                  </a:lnTo>
                  <a:lnTo>
                    <a:pt x="3245701" y="9055"/>
                  </a:lnTo>
                  <a:lnTo>
                    <a:pt x="3247567" y="7200"/>
                  </a:lnTo>
                  <a:lnTo>
                    <a:pt x="3248025" y="6070"/>
                  </a:lnTo>
                  <a:lnTo>
                    <a:pt x="3248025" y="3441"/>
                  </a:lnTo>
                  <a:close/>
                </a:path>
                <a:path w="9010650" h="1435735">
                  <a:moveTo>
                    <a:pt x="3295650" y="1429473"/>
                  </a:moveTo>
                  <a:lnTo>
                    <a:pt x="3295192" y="1428356"/>
                  </a:lnTo>
                  <a:lnTo>
                    <a:pt x="3293326" y="1426489"/>
                  </a:lnTo>
                  <a:lnTo>
                    <a:pt x="3292208" y="1426019"/>
                  </a:lnTo>
                  <a:lnTo>
                    <a:pt x="3289579" y="1426019"/>
                  </a:lnTo>
                  <a:lnTo>
                    <a:pt x="3288461" y="1426489"/>
                  </a:lnTo>
                  <a:lnTo>
                    <a:pt x="3286595" y="1428356"/>
                  </a:lnTo>
                  <a:lnTo>
                    <a:pt x="3286125" y="1429473"/>
                  </a:lnTo>
                  <a:lnTo>
                    <a:pt x="3286125" y="1432102"/>
                  </a:lnTo>
                  <a:lnTo>
                    <a:pt x="3286595" y="1433220"/>
                  </a:lnTo>
                  <a:lnTo>
                    <a:pt x="3288461" y="1435087"/>
                  </a:lnTo>
                  <a:lnTo>
                    <a:pt x="3289579" y="1435544"/>
                  </a:lnTo>
                  <a:lnTo>
                    <a:pt x="3292208" y="1435544"/>
                  </a:lnTo>
                  <a:lnTo>
                    <a:pt x="3293326" y="1435087"/>
                  </a:lnTo>
                  <a:lnTo>
                    <a:pt x="3295192" y="1433220"/>
                  </a:lnTo>
                  <a:lnTo>
                    <a:pt x="3295650" y="1432102"/>
                  </a:lnTo>
                  <a:lnTo>
                    <a:pt x="3295650" y="1429473"/>
                  </a:lnTo>
                  <a:close/>
                </a:path>
                <a:path w="9010650" h="1435735">
                  <a:moveTo>
                    <a:pt x="3295650" y="954125"/>
                  </a:moveTo>
                  <a:lnTo>
                    <a:pt x="3295192" y="953008"/>
                  </a:lnTo>
                  <a:lnTo>
                    <a:pt x="3293326" y="951153"/>
                  </a:lnTo>
                  <a:lnTo>
                    <a:pt x="3292208" y="950683"/>
                  </a:lnTo>
                  <a:lnTo>
                    <a:pt x="3289579" y="950683"/>
                  </a:lnTo>
                  <a:lnTo>
                    <a:pt x="3288461" y="951153"/>
                  </a:lnTo>
                  <a:lnTo>
                    <a:pt x="3286595" y="953008"/>
                  </a:lnTo>
                  <a:lnTo>
                    <a:pt x="3286125" y="954125"/>
                  </a:lnTo>
                  <a:lnTo>
                    <a:pt x="3286125" y="956754"/>
                  </a:lnTo>
                  <a:lnTo>
                    <a:pt x="3286595" y="957884"/>
                  </a:lnTo>
                  <a:lnTo>
                    <a:pt x="3288461" y="959739"/>
                  </a:lnTo>
                  <a:lnTo>
                    <a:pt x="3289579" y="960208"/>
                  </a:lnTo>
                  <a:lnTo>
                    <a:pt x="3292208" y="960208"/>
                  </a:lnTo>
                  <a:lnTo>
                    <a:pt x="3293326" y="959739"/>
                  </a:lnTo>
                  <a:lnTo>
                    <a:pt x="3295192" y="957884"/>
                  </a:lnTo>
                  <a:lnTo>
                    <a:pt x="3295650" y="956754"/>
                  </a:lnTo>
                  <a:lnTo>
                    <a:pt x="3295650" y="954125"/>
                  </a:lnTo>
                  <a:close/>
                </a:path>
                <a:path w="9010650" h="1435735">
                  <a:moveTo>
                    <a:pt x="3295650" y="478790"/>
                  </a:moveTo>
                  <a:lnTo>
                    <a:pt x="3295192" y="477659"/>
                  </a:lnTo>
                  <a:lnTo>
                    <a:pt x="3293326" y="475805"/>
                  </a:lnTo>
                  <a:lnTo>
                    <a:pt x="3292208" y="475335"/>
                  </a:lnTo>
                  <a:lnTo>
                    <a:pt x="3289579" y="475335"/>
                  </a:lnTo>
                  <a:lnTo>
                    <a:pt x="3288461" y="475805"/>
                  </a:lnTo>
                  <a:lnTo>
                    <a:pt x="3286595" y="477659"/>
                  </a:lnTo>
                  <a:lnTo>
                    <a:pt x="3286125" y="478790"/>
                  </a:lnTo>
                  <a:lnTo>
                    <a:pt x="3286125" y="481418"/>
                  </a:lnTo>
                  <a:lnTo>
                    <a:pt x="3286595" y="482536"/>
                  </a:lnTo>
                  <a:lnTo>
                    <a:pt x="3288461" y="484403"/>
                  </a:lnTo>
                  <a:lnTo>
                    <a:pt x="3289579" y="484860"/>
                  </a:lnTo>
                  <a:lnTo>
                    <a:pt x="3292208" y="484860"/>
                  </a:lnTo>
                  <a:lnTo>
                    <a:pt x="3293326" y="484403"/>
                  </a:lnTo>
                  <a:lnTo>
                    <a:pt x="3295192" y="482536"/>
                  </a:lnTo>
                  <a:lnTo>
                    <a:pt x="3295650" y="481418"/>
                  </a:lnTo>
                  <a:lnTo>
                    <a:pt x="3295650" y="478790"/>
                  </a:lnTo>
                  <a:close/>
                </a:path>
                <a:path w="9010650" h="1435735">
                  <a:moveTo>
                    <a:pt x="3295650" y="3441"/>
                  </a:moveTo>
                  <a:lnTo>
                    <a:pt x="3295192" y="2324"/>
                  </a:lnTo>
                  <a:lnTo>
                    <a:pt x="3293326" y="457"/>
                  </a:lnTo>
                  <a:lnTo>
                    <a:pt x="3292208" y="0"/>
                  </a:lnTo>
                  <a:lnTo>
                    <a:pt x="3289579" y="0"/>
                  </a:lnTo>
                  <a:lnTo>
                    <a:pt x="3288461" y="457"/>
                  </a:lnTo>
                  <a:lnTo>
                    <a:pt x="3286595" y="2324"/>
                  </a:lnTo>
                  <a:lnTo>
                    <a:pt x="3286125" y="3441"/>
                  </a:lnTo>
                  <a:lnTo>
                    <a:pt x="3286125" y="6070"/>
                  </a:lnTo>
                  <a:lnTo>
                    <a:pt x="3286595" y="7200"/>
                  </a:lnTo>
                  <a:lnTo>
                    <a:pt x="3288461" y="9055"/>
                  </a:lnTo>
                  <a:lnTo>
                    <a:pt x="3289579" y="9525"/>
                  </a:lnTo>
                  <a:lnTo>
                    <a:pt x="3292208" y="9525"/>
                  </a:lnTo>
                  <a:lnTo>
                    <a:pt x="3293326" y="9055"/>
                  </a:lnTo>
                  <a:lnTo>
                    <a:pt x="3295192" y="7200"/>
                  </a:lnTo>
                  <a:lnTo>
                    <a:pt x="3295650" y="6070"/>
                  </a:lnTo>
                  <a:lnTo>
                    <a:pt x="3295650" y="3441"/>
                  </a:lnTo>
                  <a:close/>
                </a:path>
                <a:path w="9010650" h="1435735">
                  <a:moveTo>
                    <a:pt x="3343275" y="1429473"/>
                  </a:moveTo>
                  <a:lnTo>
                    <a:pt x="3342817" y="1428356"/>
                  </a:lnTo>
                  <a:lnTo>
                    <a:pt x="3340951" y="1426489"/>
                  </a:lnTo>
                  <a:lnTo>
                    <a:pt x="3339833" y="1426019"/>
                  </a:lnTo>
                  <a:lnTo>
                    <a:pt x="3337204" y="1426019"/>
                  </a:lnTo>
                  <a:lnTo>
                    <a:pt x="3336074" y="1426489"/>
                  </a:lnTo>
                  <a:lnTo>
                    <a:pt x="3334220" y="1428356"/>
                  </a:lnTo>
                  <a:lnTo>
                    <a:pt x="3333750" y="1429473"/>
                  </a:lnTo>
                  <a:lnTo>
                    <a:pt x="3333750" y="1432102"/>
                  </a:lnTo>
                  <a:lnTo>
                    <a:pt x="3334220" y="1433220"/>
                  </a:lnTo>
                  <a:lnTo>
                    <a:pt x="3336074" y="1435087"/>
                  </a:lnTo>
                  <a:lnTo>
                    <a:pt x="3337204" y="1435544"/>
                  </a:lnTo>
                  <a:lnTo>
                    <a:pt x="3339833" y="1435544"/>
                  </a:lnTo>
                  <a:lnTo>
                    <a:pt x="3340951" y="1435087"/>
                  </a:lnTo>
                  <a:lnTo>
                    <a:pt x="3342817" y="1433220"/>
                  </a:lnTo>
                  <a:lnTo>
                    <a:pt x="3343275" y="1432102"/>
                  </a:lnTo>
                  <a:lnTo>
                    <a:pt x="3343275" y="1429473"/>
                  </a:lnTo>
                  <a:close/>
                </a:path>
                <a:path w="9010650" h="1435735">
                  <a:moveTo>
                    <a:pt x="3343275" y="954125"/>
                  </a:moveTo>
                  <a:lnTo>
                    <a:pt x="3342817" y="953008"/>
                  </a:lnTo>
                  <a:lnTo>
                    <a:pt x="3340951" y="951153"/>
                  </a:lnTo>
                  <a:lnTo>
                    <a:pt x="3339833" y="950683"/>
                  </a:lnTo>
                  <a:lnTo>
                    <a:pt x="3337204" y="950683"/>
                  </a:lnTo>
                  <a:lnTo>
                    <a:pt x="3336074" y="951153"/>
                  </a:lnTo>
                  <a:lnTo>
                    <a:pt x="3334220" y="953008"/>
                  </a:lnTo>
                  <a:lnTo>
                    <a:pt x="3333750" y="954125"/>
                  </a:lnTo>
                  <a:lnTo>
                    <a:pt x="3333750" y="956754"/>
                  </a:lnTo>
                  <a:lnTo>
                    <a:pt x="3334220" y="957884"/>
                  </a:lnTo>
                  <a:lnTo>
                    <a:pt x="3336074" y="959739"/>
                  </a:lnTo>
                  <a:lnTo>
                    <a:pt x="3337204" y="960208"/>
                  </a:lnTo>
                  <a:lnTo>
                    <a:pt x="3339833" y="960208"/>
                  </a:lnTo>
                  <a:lnTo>
                    <a:pt x="3340951" y="959739"/>
                  </a:lnTo>
                  <a:lnTo>
                    <a:pt x="3342817" y="957884"/>
                  </a:lnTo>
                  <a:lnTo>
                    <a:pt x="3343275" y="956754"/>
                  </a:lnTo>
                  <a:lnTo>
                    <a:pt x="3343275" y="954125"/>
                  </a:lnTo>
                  <a:close/>
                </a:path>
                <a:path w="9010650" h="1435735">
                  <a:moveTo>
                    <a:pt x="3343275" y="478790"/>
                  </a:moveTo>
                  <a:lnTo>
                    <a:pt x="3342817" y="477659"/>
                  </a:lnTo>
                  <a:lnTo>
                    <a:pt x="3340951" y="475805"/>
                  </a:lnTo>
                  <a:lnTo>
                    <a:pt x="3339833" y="475335"/>
                  </a:lnTo>
                  <a:lnTo>
                    <a:pt x="3337204" y="475335"/>
                  </a:lnTo>
                  <a:lnTo>
                    <a:pt x="3336074" y="475805"/>
                  </a:lnTo>
                  <a:lnTo>
                    <a:pt x="3334220" y="477659"/>
                  </a:lnTo>
                  <a:lnTo>
                    <a:pt x="3333750" y="478790"/>
                  </a:lnTo>
                  <a:lnTo>
                    <a:pt x="3333750" y="481418"/>
                  </a:lnTo>
                  <a:lnTo>
                    <a:pt x="3334220" y="482536"/>
                  </a:lnTo>
                  <a:lnTo>
                    <a:pt x="3336074" y="484403"/>
                  </a:lnTo>
                  <a:lnTo>
                    <a:pt x="3337204" y="484860"/>
                  </a:lnTo>
                  <a:lnTo>
                    <a:pt x="3339833" y="484860"/>
                  </a:lnTo>
                  <a:lnTo>
                    <a:pt x="3340951" y="484403"/>
                  </a:lnTo>
                  <a:lnTo>
                    <a:pt x="3342817" y="482536"/>
                  </a:lnTo>
                  <a:lnTo>
                    <a:pt x="3343275" y="481418"/>
                  </a:lnTo>
                  <a:lnTo>
                    <a:pt x="3343275" y="478790"/>
                  </a:lnTo>
                  <a:close/>
                </a:path>
                <a:path w="9010650" h="1435735">
                  <a:moveTo>
                    <a:pt x="3343275" y="3441"/>
                  </a:moveTo>
                  <a:lnTo>
                    <a:pt x="3342817" y="2324"/>
                  </a:lnTo>
                  <a:lnTo>
                    <a:pt x="3340951" y="457"/>
                  </a:lnTo>
                  <a:lnTo>
                    <a:pt x="3339833" y="0"/>
                  </a:lnTo>
                  <a:lnTo>
                    <a:pt x="3337204" y="0"/>
                  </a:lnTo>
                  <a:lnTo>
                    <a:pt x="3336074" y="457"/>
                  </a:lnTo>
                  <a:lnTo>
                    <a:pt x="3334220" y="2324"/>
                  </a:lnTo>
                  <a:lnTo>
                    <a:pt x="3333750" y="3441"/>
                  </a:lnTo>
                  <a:lnTo>
                    <a:pt x="3333750" y="6070"/>
                  </a:lnTo>
                  <a:lnTo>
                    <a:pt x="3334220" y="7200"/>
                  </a:lnTo>
                  <a:lnTo>
                    <a:pt x="3336074" y="9055"/>
                  </a:lnTo>
                  <a:lnTo>
                    <a:pt x="3337204" y="9525"/>
                  </a:lnTo>
                  <a:lnTo>
                    <a:pt x="3339833" y="9525"/>
                  </a:lnTo>
                  <a:lnTo>
                    <a:pt x="3340951" y="9055"/>
                  </a:lnTo>
                  <a:lnTo>
                    <a:pt x="3342817" y="7200"/>
                  </a:lnTo>
                  <a:lnTo>
                    <a:pt x="3343275" y="6070"/>
                  </a:lnTo>
                  <a:lnTo>
                    <a:pt x="3343275" y="3441"/>
                  </a:lnTo>
                  <a:close/>
                </a:path>
                <a:path w="9010650" h="1435735">
                  <a:moveTo>
                    <a:pt x="3390900" y="1429473"/>
                  </a:moveTo>
                  <a:lnTo>
                    <a:pt x="3390442" y="1428356"/>
                  </a:lnTo>
                  <a:lnTo>
                    <a:pt x="3388576" y="1426489"/>
                  </a:lnTo>
                  <a:lnTo>
                    <a:pt x="3387458" y="1426019"/>
                  </a:lnTo>
                  <a:lnTo>
                    <a:pt x="3384829" y="1426019"/>
                  </a:lnTo>
                  <a:lnTo>
                    <a:pt x="3383699" y="1426489"/>
                  </a:lnTo>
                  <a:lnTo>
                    <a:pt x="3381845" y="1428356"/>
                  </a:lnTo>
                  <a:lnTo>
                    <a:pt x="3381375" y="1429473"/>
                  </a:lnTo>
                  <a:lnTo>
                    <a:pt x="3381375" y="1432102"/>
                  </a:lnTo>
                  <a:lnTo>
                    <a:pt x="3381845" y="1433220"/>
                  </a:lnTo>
                  <a:lnTo>
                    <a:pt x="3383699" y="1435087"/>
                  </a:lnTo>
                  <a:lnTo>
                    <a:pt x="3384829" y="1435544"/>
                  </a:lnTo>
                  <a:lnTo>
                    <a:pt x="3387458" y="1435544"/>
                  </a:lnTo>
                  <a:lnTo>
                    <a:pt x="3388576" y="1435087"/>
                  </a:lnTo>
                  <a:lnTo>
                    <a:pt x="3390442" y="1433220"/>
                  </a:lnTo>
                  <a:lnTo>
                    <a:pt x="3390900" y="1432102"/>
                  </a:lnTo>
                  <a:lnTo>
                    <a:pt x="3390900" y="1429473"/>
                  </a:lnTo>
                  <a:close/>
                </a:path>
                <a:path w="9010650" h="1435735">
                  <a:moveTo>
                    <a:pt x="3390900" y="954125"/>
                  </a:moveTo>
                  <a:lnTo>
                    <a:pt x="3390442" y="953008"/>
                  </a:lnTo>
                  <a:lnTo>
                    <a:pt x="3388576" y="951153"/>
                  </a:lnTo>
                  <a:lnTo>
                    <a:pt x="3387458" y="950683"/>
                  </a:lnTo>
                  <a:lnTo>
                    <a:pt x="3384829" y="950683"/>
                  </a:lnTo>
                  <a:lnTo>
                    <a:pt x="3383699" y="951153"/>
                  </a:lnTo>
                  <a:lnTo>
                    <a:pt x="3381845" y="953008"/>
                  </a:lnTo>
                  <a:lnTo>
                    <a:pt x="3381375" y="954125"/>
                  </a:lnTo>
                  <a:lnTo>
                    <a:pt x="3381375" y="956754"/>
                  </a:lnTo>
                  <a:lnTo>
                    <a:pt x="3381845" y="957884"/>
                  </a:lnTo>
                  <a:lnTo>
                    <a:pt x="3383699" y="959739"/>
                  </a:lnTo>
                  <a:lnTo>
                    <a:pt x="3384829" y="960208"/>
                  </a:lnTo>
                  <a:lnTo>
                    <a:pt x="3387458" y="960208"/>
                  </a:lnTo>
                  <a:lnTo>
                    <a:pt x="3388576" y="959739"/>
                  </a:lnTo>
                  <a:lnTo>
                    <a:pt x="3390442" y="957884"/>
                  </a:lnTo>
                  <a:lnTo>
                    <a:pt x="3390900" y="956754"/>
                  </a:lnTo>
                  <a:lnTo>
                    <a:pt x="3390900" y="954125"/>
                  </a:lnTo>
                  <a:close/>
                </a:path>
                <a:path w="9010650" h="1435735">
                  <a:moveTo>
                    <a:pt x="3390900" y="478790"/>
                  </a:moveTo>
                  <a:lnTo>
                    <a:pt x="3390442" y="477659"/>
                  </a:lnTo>
                  <a:lnTo>
                    <a:pt x="3388576" y="475805"/>
                  </a:lnTo>
                  <a:lnTo>
                    <a:pt x="3387458" y="475335"/>
                  </a:lnTo>
                  <a:lnTo>
                    <a:pt x="3384829" y="475335"/>
                  </a:lnTo>
                  <a:lnTo>
                    <a:pt x="3383699" y="475805"/>
                  </a:lnTo>
                  <a:lnTo>
                    <a:pt x="3381845" y="477659"/>
                  </a:lnTo>
                  <a:lnTo>
                    <a:pt x="3381375" y="478790"/>
                  </a:lnTo>
                  <a:lnTo>
                    <a:pt x="3381375" y="481418"/>
                  </a:lnTo>
                  <a:lnTo>
                    <a:pt x="3381845" y="482536"/>
                  </a:lnTo>
                  <a:lnTo>
                    <a:pt x="3383699" y="484403"/>
                  </a:lnTo>
                  <a:lnTo>
                    <a:pt x="3384829" y="484860"/>
                  </a:lnTo>
                  <a:lnTo>
                    <a:pt x="3387458" y="484860"/>
                  </a:lnTo>
                  <a:lnTo>
                    <a:pt x="3388576" y="484403"/>
                  </a:lnTo>
                  <a:lnTo>
                    <a:pt x="3390442" y="482536"/>
                  </a:lnTo>
                  <a:lnTo>
                    <a:pt x="3390900" y="481418"/>
                  </a:lnTo>
                  <a:lnTo>
                    <a:pt x="3390900" y="478790"/>
                  </a:lnTo>
                  <a:close/>
                </a:path>
                <a:path w="9010650" h="1435735">
                  <a:moveTo>
                    <a:pt x="3390900" y="3441"/>
                  </a:moveTo>
                  <a:lnTo>
                    <a:pt x="3390442" y="2324"/>
                  </a:lnTo>
                  <a:lnTo>
                    <a:pt x="3388576" y="457"/>
                  </a:lnTo>
                  <a:lnTo>
                    <a:pt x="3387458" y="0"/>
                  </a:lnTo>
                  <a:lnTo>
                    <a:pt x="3384829" y="0"/>
                  </a:lnTo>
                  <a:lnTo>
                    <a:pt x="3383699" y="457"/>
                  </a:lnTo>
                  <a:lnTo>
                    <a:pt x="3381845" y="2324"/>
                  </a:lnTo>
                  <a:lnTo>
                    <a:pt x="3381375" y="3441"/>
                  </a:lnTo>
                  <a:lnTo>
                    <a:pt x="3381375" y="6070"/>
                  </a:lnTo>
                  <a:lnTo>
                    <a:pt x="3381845" y="7200"/>
                  </a:lnTo>
                  <a:lnTo>
                    <a:pt x="3383699" y="9055"/>
                  </a:lnTo>
                  <a:lnTo>
                    <a:pt x="3384829" y="9525"/>
                  </a:lnTo>
                  <a:lnTo>
                    <a:pt x="3387458" y="9525"/>
                  </a:lnTo>
                  <a:lnTo>
                    <a:pt x="3388576" y="9055"/>
                  </a:lnTo>
                  <a:lnTo>
                    <a:pt x="3390442" y="7200"/>
                  </a:lnTo>
                  <a:lnTo>
                    <a:pt x="3390900" y="6070"/>
                  </a:lnTo>
                  <a:lnTo>
                    <a:pt x="3390900" y="3441"/>
                  </a:lnTo>
                  <a:close/>
                </a:path>
                <a:path w="9010650" h="1435735">
                  <a:moveTo>
                    <a:pt x="3438525" y="1429473"/>
                  </a:moveTo>
                  <a:lnTo>
                    <a:pt x="3438067" y="1428356"/>
                  </a:lnTo>
                  <a:lnTo>
                    <a:pt x="3436201" y="1426489"/>
                  </a:lnTo>
                  <a:lnTo>
                    <a:pt x="3435083" y="1426019"/>
                  </a:lnTo>
                  <a:lnTo>
                    <a:pt x="3432454" y="1426019"/>
                  </a:lnTo>
                  <a:lnTo>
                    <a:pt x="3431336" y="1426489"/>
                  </a:lnTo>
                  <a:lnTo>
                    <a:pt x="3429470" y="1428356"/>
                  </a:lnTo>
                  <a:lnTo>
                    <a:pt x="3429000" y="1429473"/>
                  </a:lnTo>
                  <a:lnTo>
                    <a:pt x="3429000" y="1432102"/>
                  </a:lnTo>
                  <a:lnTo>
                    <a:pt x="3429470" y="1433220"/>
                  </a:lnTo>
                  <a:lnTo>
                    <a:pt x="3431336" y="1435087"/>
                  </a:lnTo>
                  <a:lnTo>
                    <a:pt x="3432454" y="1435544"/>
                  </a:lnTo>
                  <a:lnTo>
                    <a:pt x="3435083" y="1435544"/>
                  </a:lnTo>
                  <a:lnTo>
                    <a:pt x="3436201" y="1435087"/>
                  </a:lnTo>
                  <a:lnTo>
                    <a:pt x="3438067" y="1433220"/>
                  </a:lnTo>
                  <a:lnTo>
                    <a:pt x="3438525" y="1432102"/>
                  </a:lnTo>
                  <a:lnTo>
                    <a:pt x="3438525" y="1429473"/>
                  </a:lnTo>
                  <a:close/>
                </a:path>
                <a:path w="9010650" h="1435735">
                  <a:moveTo>
                    <a:pt x="3438525" y="954125"/>
                  </a:moveTo>
                  <a:lnTo>
                    <a:pt x="3438067" y="953008"/>
                  </a:lnTo>
                  <a:lnTo>
                    <a:pt x="3436201" y="951153"/>
                  </a:lnTo>
                  <a:lnTo>
                    <a:pt x="3435083" y="950683"/>
                  </a:lnTo>
                  <a:lnTo>
                    <a:pt x="3432454" y="950683"/>
                  </a:lnTo>
                  <a:lnTo>
                    <a:pt x="3431336" y="951153"/>
                  </a:lnTo>
                  <a:lnTo>
                    <a:pt x="3429470" y="953008"/>
                  </a:lnTo>
                  <a:lnTo>
                    <a:pt x="3429000" y="954125"/>
                  </a:lnTo>
                  <a:lnTo>
                    <a:pt x="3429000" y="956754"/>
                  </a:lnTo>
                  <a:lnTo>
                    <a:pt x="3429470" y="957884"/>
                  </a:lnTo>
                  <a:lnTo>
                    <a:pt x="3431336" y="959739"/>
                  </a:lnTo>
                  <a:lnTo>
                    <a:pt x="3432454" y="960208"/>
                  </a:lnTo>
                  <a:lnTo>
                    <a:pt x="3435083" y="960208"/>
                  </a:lnTo>
                  <a:lnTo>
                    <a:pt x="3436201" y="959739"/>
                  </a:lnTo>
                  <a:lnTo>
                    <a:pt x="3438067" y="957884"/>
                  </a:lnTo>
                  <a:lnTo>
                    <a:pt x="3438525" y="956754"/>
                  </a:lnTo>
                  <a:lnTo>
                    <a:pt x="3438525" y="954125"/>
                  </a:lnTo>
                  <a:close/>
                </a:path>
                <a:path w="9010650" h="1435735">
                  <a:moveTo>
                    <a:pt x="3438525" y="478790"/>
                  </a:moveTo>
                  <a:lnTo>
                    <a:pt x="3438067" y="477659"/>
                  </a:lnTo>
                  <a:lnTo>
                    <a:pt x="3436201" y="475805"/>
                  </a:lnTo>
                  <a:lnTo>
                    <a:pt x="3435083" y="475335"/>
                  </a:lnTo>
                  <a:lnTo>
                    <a:pt x="3432454" y="475335"/>
                  </a:lnTo>
                  <a:lnTo>
                    <a:pt x="3431336" y="475805"/>
                  </a:lnTo>
                  <a:lnTo>
                    <a:pt x="3429470" y="477659"/>
                  </a:lnTo>
                  <a:lnTo>
                    <a:pt x="3429000" y="478790"/>
                  </a:lnTo>
                  <a:lnTo>
                    <a:pt x="3429000" y="481418"/>
                  </a:lnTo>
                  <a:lnTo>
                    <a:pt x="3429470" y="482536"/>
                  </a:lnTo>
                  <a:lnTo>
                    <a:pt x="3431336" y="484403"/>
                  </a:lnTo>
                  <a:lnTo>
                    <a:pt x="3432454" y="484860"/>
                  </a:lnTo>
                  <a:lnTo>
                    <a:pt x="3435083" y="484860"/>
                  </a:lnTo>
                  <a:lnTo>
                    <a:pt x="3436201" y="484403"/>
                  </a:lnTo>
                  <a:lnTo>
                    <a:pt x="3438067" y="482536"/>
                  </a:lnTo>
                  <a:lnTo>
                    <a:pt x="3438525" y="481418"/>
                  </a:lnTo>
                  <a:lnTo>
                    <a:pt x="3438525" y="478790"/>
                  </a:lnTo>
                  <a:close/>
                </a:path>
                <a:path w="9010650" h="1435735">
                  <a:moveTo>
                    <a:pt x="3438525" y="3441"/>
                  </a:moveTo>
                  <a:lnTo>
                    <a:pt x="3438067" y="2324"/>
                  </a:lnTo>
                  <a:lnTo>
                    <a:pt x="3436201" y="457"/>
                  </a:lnTo>
                  <a:lnTo>
                    <a:pt x="3435083" y="0"/>
                  </a:lnTo>
                  <a:lnTo>
                    <a:pt x="3432454" y="0"/>
                  </a:lnTo>
                  <a:lnTo>
                    <a:pt x="3431336" y="457"/>
                  </a:lnTo>
                  <a:lnTo>
                    <a:pt x="3429470" y="2324"/>
                  </a:lnTo>
                  <a:lnTo>
                    <a:pt x="3429000" y="3441"/>
                  </a:lnTo>
                  <a:lnTo>
                    <a:pt x="3429000" y="6070"/>
                  </a:lnTo>
                  <a:lnTo>
                    <a:pt x="3429470" y="7200"/>
                  </a:lnTo>
                  <a:lnTo>
                    <a:pt x="3431336" y="9055"/>
                  </a:lnTo>
                  <a:lnTo>
                    <a:pt x="3432454" y="9525"/>
                  </a:lnTo>
                  <a:lnTo>
                    <a:pt x="3435083" y="9525"/>
                  </a:lnTo>
                  <a:lnTo>
                    <a:pt x="3436201" y="9055"/>
                  </a:lnTo>
                  <a:lnTo>
                    <a:pt x="3438067" y="7200"/>
                  </a:lnTo>
                  <a:lnTo>
                    <a:pt x="3438525" y="6070"/>
                  </a:lnTo>
                  <a:lnTo>
                    <a:pt x="3438525" y="3441"/>
                  </a:lnTo>
                  <a:close/>
                </a:path>
                <a:path w="9010650" h="1435735">
                  <a:moveTo>
                    <a:pt x="3486150" y="1429473"/>
                  </a:moveTo>
                  <a:lnTo>
                    <a:pt x="3485692" y="1428356"/>
                  </a:lnTo>
                  <a:lnTo>
                    <a:pt x="3483826" y="1426489"/>
                  </a:lnTo>
                  <a:lnTo>
                    <a:pt x="3482708" y="1426019"/>
                  </a:lnTo>
                  <a:lnTo>
                    <a:pt x="3480079" y="1426019"/>
                  </a:lnTo>
                  <a:lnTo>
                    <a:pt x="3478961" y="1426489"/>
                  </a:lnTo>
                  <a:lnTo>
                    <a:pt x="3477095" y="1428356"/>
                  </a:lnTo>
                  <a:lnTo>
                    <a:pt x="3476625" y="1429473"/>
                  </a:lnTo>
                  <a:lnTo>
                    <a:pt x="3476625" y="1432102"/>
                  </a:lnTo>
                  <a:lnTo>
                    <a:pt x="3477095" y="1433220"/>
                  </a:lnTo>
                  <a:lnTo>
                    <a:pt x="3478961" y="1435087"/>
                  </a:lnTo>
                  <a:lnTo>
                    <a:pt x="3480079" y="1435544"/>
                  </a:lnTo>
                  <a:lnTo>
                    <a:pt x="3482708" y="1435544"/>
                  </a:lnTo>
                  <a:lnTo>
                    <a:pt x="3483826" y="1435087"/>
                  </a:lnTo>
                  <a:lnTo>
                    <a:pt x="3485692" y="1433220"/>
                  </a:lnTo>
                  <a:lnTo>
                    <a:pt x="3486150" y="1432102"/>
                  </a:lnTo>
                  <a:lnTo>
                    <a:pt x="3486150" y="1429473"/>
                  </a:lnTo>
                  <a:close/>
                </a:path>
                <a:path w="9010650" h="1435735">
                  <a:moveTo>
                    <a:pt x="3486150" y="954125"/>
                  </a:moveTo>
                  <a:lnTo>
                    <a:pt x="3485692" y="953008"/>
                  </a:lnTo>
                  <a:lnTo>
                    <a:pt x="3483826" y="951153"/>
                  </a:lnTo>
                  <a:lnTo>
                    <a:pt x="3482708" y="950683"/>
                  </a:lnTo>
                  <a:lnTo>
                    <a:pt x="3480079" y="950683"/>
                  </a:lnTo>
                  <a:lnTo>
                    <a:pt x="3478961" y="951153"/>
                  </a:lnTo>
                  <a:lnTo>
                    <a:pt x="3477095" y="953008"/>
                  </a:lnTo>
                  <a:lnTo>
                    <a:pt x="3476625" y="954125"/>
                  </a:lnTo>
                  <a:lnTo>
                    <a:pt x="3476625" y="956754"/>
                  </a:lnTo>
                  <a:lnTo>
                    <a:pt x="3477095" y="957884"/>
                  </a:lnTo>
                  <a:lnTo>
                    <a:pt x="3478961" y="959739"/>
                  </a:lnTo>
                  <a:lnTo>
                    <a:pt x="3480079" y="960208"/>
                  </a:lnTo>
                  <a:lnTo>
                    <a:pt x="3482708" y="960208"/>
                  </a:lnTo>
                  <a:lnTo>
                    <a:pt x="3483826" y="959739"/>
                  </a:lnTo>
                  <a:lnTo>
                    <a:pt x="3485692" y="957884"/>
                  </a:lnTo>
                  <a:lnTo>
                    <a:pt x="3486150" y="956754"/>
                  </a:lnTo>
                  <a:lnTo>
                    <a:pt x="3486150" y="954125"/>
                  </a:lnTo>
                  <a:close/>
                </a:path>
                <a:path w="9010650" h="1435735">
                  <a:moveTo>
                    <a:pt x="3486150" y="478790"/>
                  </a:moveTo>
                  <a:lnTo>
                    <a:pt x="3485692" y="477659"/>
                  </a:lnTo>
                  <a:lnTo>
                    <a:pt x="3483826" y="475805"/>
                  </a:lnTo>
                  <a:lnTo>
                    <a:pt x="3482708" y="475335"/>
                  </a:lnTo>
                  <a:lnTo>
                    <a:pt x="3480079" y="475335"/>
                  </a:lnTo>
                  <a:lnTo>
                    <a:pt x="3478961" y="475805"/>
                  </a:lnTo>
                  <a:lnTo>
                    <a:pt x="3477095" y="477659"/>
                  </a:lnTo>
                  <a:lnTo>
                    <a:pt x="3476625" y="478790"/>
                  </a:lnTo>
                  <a:lnTo>
                    <a:pt x="3476625" y="481418"/>
                  </a:lnTo>
                  <a:lnTo>
                    <a:pt x="3477095" y="482536"/>
                  </a:lnTo>
                  <a:lnTo>
                    <a:pt x="3478961" y="484403"/>
                  </a:lnTo>
                  <a:lnTo>
                    <a:pt x="3480079" y="484860"/>
                  </a:lnTo>
                  <a:lnTo>
                    <a:pt x="3482708" y="484860"/>
                  </a:lnTo>
                  <a:lnTo>
                    <a:pt x="3483826" y="484403"/>
                  </a:lnTo>
                  <a:lnTo>
                    <a:pt x="3485692" y="482536"/>
                  </a:lnTo>
                  <a:lnTo>
                    <a:pt x="3486150" y="481418"/>
                  </a:lnTo>
                  <a:lnTo>
                    <a:pt x="3486150" y="478790"/>
                  </a:lnTo>
                  <a:close/>
                </a:path>
                <a:path w="9010650" h="1435735">
                  <a:moveTo>
                    <a:pt x="3486150" y="3441"/>
                  </a:moveTo>
                  <a:lnTo>
                    <a:pt x="3485692" y="2324"/>
                  </a:lnTo>
                  <a:lnTo>
                    <a:pt x="3483826" y="457"/>
                  </a:lnTo>
                  <a:lnTo>
                    <a:pt x="3482708" y="0"/>
                  </a:lnTo>
                  <a:lnTo>
                    <a:pt x="3480079" y="0"/>
                  </a:lnTo>
                  <a:lnTo>
                    <a:pt x="3478961" y="457"/>
                  </a:lnTo>
                  <a:lnTo>
                    <a:pt x="3477095" y="2324"/>
                  </a:lnTo>
                  <a:lnTo>
                    <a:pt x="3476625" y="3441"/>
                  </a:lnTo>
                  <a:lnTo>
                    <a:pt x="3476625" y="6070"/>
                  </a:lnTo>
                  <a:lnTo>
                    <a:pt x="3477095" y="7200"/>
                  </a:lnTo>
                  <a:lnTo>
                    <a:pt x="3478961" y="9055"/>
                  </a:lnTo>
                  <a:lnTo>
                    <a:pt x="3480079" y="9525"/>
                  </a:lnTo>
                  <a:lnTo>
                    <a:pt x="3482708" y="9525"/>
                  </a:lnTo>
                  <a:lnTo>
                    <a:pt x="3483826" y="9055"/>
                  </a:lnTo>
                  <a:lnTo>
                    <a:pt x="3485692" y="7200"/>
                  </a:lnTo>
                  <a:lnTo>
                    <a:pt x="3486150" y="6070"/>
                  </a:lnTo>
                  <a:lnTo>
                    <a:pt x="3486150" y="3441"/>
                  </a:lnTo>
                  <a:close/>
                </a:path>
                <a:path w="9010650" h="1435735">
                  <a:moveTo>
                    <a:pt x="3533775" y="1429473"/>
                  </a:moveTo>
                  <a:lnTo>
                    <a:pt x="3533317" y="1428356"/>
                  </a:lnTo>
                  <a:lnTo>
                    <a:pt x="3531451" y="1426489"/>
                  </a:lnTo>
                  <a:lnTo>
                    <a:pt x="3530333" y="1426019"/>
                  </a:lnTo>
                  <a:lnTo>
                    <a:pt x="3527704" y="1426019"/>
                  </a:lnTo>
                  <a:lnTo>
                    <a:pt x="3526586" y="1426489"/>
                  </a:lnTo>
                  <a:lnTo>
                    <a:pt x="3524720" y="1428356"/>
                  </a:lnTo>
                  <a:lnTo>
                    <a:pt x="3524250" y="1429473"/>
                  </a:lnTo>
                  <a:lnTo>
                    <a:pt x="3524250" y="1432102"/>
                  </a:lnTo>
                  <a:lnTo>
                    <a:pt x="3524720" y="1433220"/>
                  </a:lnTo>
                  <a:lnTo>
                    <a:pt x="3526586" y="1435087"/>
                  </a:lnTo>
                  <a:lnTo>
                    <a:pt x="3527704" y="1435544"/>
                  </a:lnTo>
                  <a:lnTo>
                    <a:pt x="3530333" y="1435544"/>
                  </a:lnTo>
                  <a:lnTo>
                    <a:pt x="3531451" y="1435087"/>
                  </a:lnTo>
                  <a:lnTo>
                    <a:pt x="3533317" y="1433220"/>
                  </a:lnTo>
                  <a:lnTo>
                    <a:pt x="3533775" y="1432102"/>
                  </a:lnTo>
                  <a:lnTo>
                    <a:pt x="3533775" y="1429473"/>
                  </a:lnTo>
                  <a:close/>
                </a:path>
                <a:path w="9010650" h="1435735">
                  <a:moveTo>
                    <a:pt x="3533775" y="954125"/>
                  </a:moveTo>
                  <a:lnTo>
                    <a:pt x="3533317" y="953008"/>
                  </a:lnTo>
                  <a:lnTo>
                    <a:pt x="3531451" y="951153"/>
                  </a:lnTo>
                  <a:lnTo>
                    <a:pt x="3530333" y="950683"/>
                  </a:lnTo>
                  <a:lnTo>
                    <a:pt x="3527704" y="950683"/>
                  </a:lnTo>
                  <a:lnTo>
                    <a:pt x="3526586" y="951153"/>
                  </a:lnTo>
                  <a:lnTo>
                    <a:pt x="3524720" y="953008"/>
                  </a:lnTo>
                  <a:lnTo>
                    <a:pt x="3524250" y="954125"/>
                  </a:lnTo>
                  <a:lnTo>
                    <a:pt x="3524250" y="956754"/>
                  </a:lnTo>
                  <a:lnTo>
                    <a:pt x="3524720" y="957884"/>
                  </a:lnTo>
                  <a:lnTo>
                    <a:pt x="3526586" y="959739"/>
                  </a:lnTo>
                  <a:lnTo>
                    <a:pt x="3527704" y="960208"/>
                  </a:lnTo>
                  <a:lnTo>
                    <a:pt x="3530333" y="960208"/>
                  </a:lnTo>
                  <a:lnTo>
                    <a:pt x="3531451" y="959739"/>
                  </a:lnTo>
                  <a:lnTo>
                    <a:pt x="3533317" y="957884"/>
                  </a:lnTo>
                  <a:lnTo>
                    <a:pt x="3533775" y="956754"/>
                  </a:lnTo>
                  <a:lnTo>
                    <a:pt x="3533775" y="954125"/>
                  </a:lnTo>
                  <a:close/>
                </a:path>
                <a:path w="9010650" h="1435735">
                  <a:moveTo>
                    <a:pt x="3533775" y="478790"/>
                  </a:moveTo>
                  <a:lnTo>
                    <a:pt x="3533317" y="477659"/>
                  </a:lnTo>
                  <a:lnTo>
                    <a:pt x="3531451" y="475805"/>
                  </a:lnTo>
                  <a:lnTo>
                    <a:pt x="3530333" y="475335"/>
                  </a:lnTo>
                  <a:lnTo>
                    <a:pt x="3527704" y="475335"/>
                  </a:lnTo>
                  <a:lnTo>
                    <a:pt x="3526586" y="475805"/>
                  </a:lnTo>
                  <a:lnTo>
                    <a:pt x="3524720" y="477659"/>
                  </a:lnTo>
                  <a:lnTo>
                    <a:pt x="3524250" y="478790"/>
                  </a:lnTo>
                  <a:lnTo>
                    <a:pt x="3524250" y="481418"/>
                  </a:lnTo>
                  <a:lnTo>
                    <a:pt x="3524720" y="482536"/>
                  </a:lnTo>
                  <a:lnTo>
                    <a:pt x="3526586" y="484403"/>
                  </a:lnTo>
                  <a:lnTo>
                    <a:pt x="3527704" y="484860"/>
                  </a:lnTo>
                  <a:lnTo>
                    <a:pt x="3530333" y="484860"/>
                  </a:lnTo>
                  <a:lnTo>
                    <a:pt x="3531451" y="484403"/>
                  </a:lnTo>
                  <a:lnTo>
                    <a:pt x="3533317" y="482536"/>
                  </a:lnTo>
                  <a:lnTo>
                    <a:pt x="3533775" y="481418"/>
                  </a:lnTo>
                  <a:lnTo>
                    <a:pt x="3533775" y="478790"/>
                  </a:lnTo>
                  <a:close/>
                </a:path>
                <a:path w="9010650" h="1435735">
                  <a:moveTo>
                    <a:pt x="3533775" y="3441"/>
                  </a:moveTo>
                  <a:lnTo>
                    <a:pt x="3533317" y="2324"/>
                  </a:lnTo>
                  <a:lnTo>
                    <a:pt x="3531451" y="457"/>
                  </a:lnTo>
                  <a:lnTo>
                    <a:pt x="3530333" y="0"/>
                  </a:lnTo>
                  <a:lnTo>
                    <a:pt x="3527704" y="0"/>
                  </a:lnTo>
                  <a:lnTo>
                    <a:pt x="3526586" y="457"/>
                  </a:lnTo>
                  <a:lnTo>
                    <a:pt x="3524720" y="2324"/>
                  </a:lnTo>
                  <a:lnTo>
                    <a:pt x="3524250" y="3441"/>
                  </a:lnTo>
                  <a:lnTo>
                    <a:pt x="3524250" y="6070"/>
                  </a:lnTo>
                  <a:lnTo>
                    <a:pt x="3524720" y="7200"/>
                  </a:lnTo>
                  <a:lnTo>
                    <a:pt x="3526586" y="9055"/>
                  </a:lnTo>
                  <a:lnTo>
                    <a:pt x="3527704" y="9525"/>
                  </a:lnTo>
                  <a:lnTo>
                    <a:pt x="3530333" y="9525"/>
                  </a:lnTo>
                  <a:lnTo>
                    <a:pt x="3531451" y="9055"/>
                  </a:lnTo>
                  <a:lnTo>
                    <a:pt x="3533317" y="7200"/>
                  </a:lnTo>
                  <a:lnTo>
                    <a:pt x="3533775" y="6070"/>
                  </a:lnTo>
                  <a:lnTo>
                    <a:pt x="3533775" y="3441"/>
                  </a:lnTo>
                  <a:close/>
                </a:path>
                <a:path w="9010650" h="1435735">
                  <a:moveTo>
                    <a:pt x="3581400" y="1429473"/>
                  </a:moveTo>
                  <a:lnTo>
                    <a:pt x="3580942" y="1428356"/>
                  </a:lnTo>
                  <a:lnTo>
                    <a:pt x="3579076" y="1426489"/>
                  </a:lnTo>
                  <a:lnTo>
                    <a:pt x="3577958" y="1426019"/>
                  </a:lnTo>
                  <a:lnTo>
                    <a:pt x="3575329" y="1426019"/>
                  </a:lnTo>
                  <a:lnTo>
                    <a:pt x="3574211" y="1426489"/>
                  </a:lnTo>
                  <a:lnTo>
                    <a:pt x="3572345" y="1428356"/>
                  </a:lnTo>
                  <a:lnTo>
                    <a:pt x="3571875" y="1429473"/>
                  </a:lnTo>
                  <a:lnTo>
                    <a:pt x="3571875" y="1432102"/>
                  </a:lnTo>
                  <a:lnTo>
                    <a:pt x="3572345" y="1433220"/>
                  </a:lnTo>
                  <a:lnTo>
                    <a:pt x="3574211" y="1435087"/>
                  </a:lnTo>
                  <a:lnTo>
                    <a:pt x="3575329" y="1435544"/>
                  </a:lnTo>
                  <a:lnTo>
                    <a:pt x="3577958" y="1435544"/>
                  </a:lnTo>
                  <a:lnTo>
                    <a:pt x="3579076" y="1435087"/>
                  </a:lnTo>
                  <a:lnTo>
                    <a:pt x="3580942" y="1433220"/>
                  </a:lnTo>
                  <a:lnTo>
                    <a:pt x="3581400" y="1432102"/>
                  </a:lnTo>
                  <a:lnTo>
                    <a:pt x="3581400" y="1429473"/>
                  </a:lnTo>
                  <a:close/>
                </a:path>
                <a:path w="9010650" h="1435735">
                  <a:moveTo>
                    <a:pt x="3581400" y="954125"/>
                  </a:moveTo>
                  <a:lnTo>
                    <a:pt x="3580942" y="953008"/>
                  </a:lnTo>
                  <a:lnTo>
                    <a:pt x="3579076" y="951153"/>
                  </a:lnTo>
                  <a:lnTo>
                    <a:pt x="3577958" y="950683"/>
                  </a:lnTo>
                  <a:lnTo>
                    <a:pt x="3575329" y="950683"/>
                  </a:lnTo>
                  <a:lnTo>
                    <a:pt x="3574211" y="951153"/>
                  </a:lnTo>
                  <a:lnTo>
                    <a:pt x="3572345" y="953008"/>
                  </a:lnTo>
                  <a:lnTo>
                    <a:pt x="3571875" y="954125"/>
                  </a:lnTo>
                  <a:lnTo>
                    <a:pt x="3571875" y="956754"/>
                  </a:lnTo>
                  <a:lnTo>
                    <a:pt x="3572345" y="957884"/>
                  </a:lnTo>
                  <a:lnTo>
                    <a:pt x="3574211" y="959739"/>
                  </a:lnTo>
                  <a:lnTo>
                    <a:pt x="3575329" y="960208"/>
                  </a:lnTo>
                  <a:lnTo>
                    <a:pt x="3577958" y="960208"/>
                  </a:lnTo>
                  <a:lnTo>
                    <a:pt x="3579076" y="959739"/>
                  </a:lnTo>
                  <a:lnTo>
                    <a:pt x="3580942" y="957884"/>
                  </a:lnTo>
                  <a:lnTo>
                    <a:pt x="3581400" y="956754"/>
                  </a:lnTo>
                  <a:lnTo>
                    <a:pt x="3581400" y="954125"/>
                  </a:lnTo>
                  <a:close/>
                </a:path>
                <a:path w="9010650" h="1435735">
                  <a:moveTo>
                    <a:pt x="3581400" y="478790"/>
                  </a:moveTo>
                  <a:lnTo>
                    <a:pt x="3580942" y="477659"/>
                  </a:lnTo>
                  <a:lnTo>
                    <a:pt x="3579076" y="475805"/>
                  </a:lnTo>
                  <a:lnTo>
                    <a:pt x="3577958" y="475335"/>
                  </a:lnTo>
                  <a:lnTo>
                    <a:pt x="3575329" y="475335"/>
                  </a:lnTo>
                  <a:lnTo>
                    <a:pt x="3574211" y="475805"/>
                  </a:lnTo>
                  <a:lnTo>
                    <a:pt x="3572345" y="477659"/>
                  </a:lnTo>
                  <a:lnTo>
                    <a:pt x="3571875" y="478790"/>
                  </a:lnTo>
                  <a:lnTo>
                    <a:pt x="3571875" y="481418"/>
                  </a:lnTo>
                  <a:lnTo>
                    <a:pt x="3572345" y="482536"/>
                  </a:lnTo>
                  <a:lnTo>
                    <a:pt x="3574211" y="484403"/>
                  </a:lnTo>
                  <a:lnTo>
                    <a:pt x="3575329" y="484860"/>
                  </a:lnTo>
                  <a:lnTo>
                    <a:pt x="3577958" y="484860"/>
                  </a:lnTo>
                  <a:lnTo>
                    <a:pt x="3579076" y="484403"/>
                  </a:lnTo>
                  <a:lnTo>
                    <a:pt x="3580942" y="482536"/>
                  </a:lnTo>
                  <a:lnTo>
                    <a:pt x="3581400" y="481418"/>
                  </a:lnTo>
                  <a:lnTo>
                    <a:pt x="3581400" y="478790"/>
                  </a:lnTo>
                  <a:close/>
                </a:path>
                <a:path w="9010650" h="1435735">
                  <a:moveTo>
                    <a:pt x="3581400" y="3441"/>
                  </a:moveTo>
                  <a:lnTo>
                    <a:pt x="3580942" y="2324"/>
                  </a:lnTo>
                  <a:lnTo>
                    <a:pt x="3579076" y="457"/>
                  </a:lnTo>
                  <a:lnTo>
                    <a:pt x="3577958" y="0"/>
                  </a:lnTo>
                  <a:lnTo>
                    <a:pt x="3575329" y="0"/>
                  </a:lnTo>
                  <a:lnTo>
                    <a:pt x="3574211" y="457"/>
                  </a:lnTo>
                  <a:lnTo>
                    <a:pt x="3572345" y="2324"/>
                  </a:lnTo>
                  <a:lnTo>
                    <a:pt x="3571875" y="3441"/>
                  </a:lnTo>
                  <a:lnTo>
                    <a:pt x="3571875" y="6070"/>
                  </a:lnTo>
                  <a:lnTo>
                    <a:pt x="3572345" y="7200"/>
                  </a:lnTo>
                  <a:lnTo>
                    <a:pt x="3574211" y="9055"/>
                  </a:lnTo>
                  <a:lnTo>
                    <a:pt x="3575329" y="9525"/>
                  </a:lnTo>
                  <a:lnTo>
                    <a:pt x="3577958" y="9525"/>
                  </a:lnTo>
                  <a:lnTo>
                    <a:pt x="3579076" y="9055"/>
                  </a:lnTo>
                  <a:lnTo>
                    <a:pt x="3580942" y="7200"/>
                  </a:lnTo>
                  <a:lnTo>
                    <a:pt x="3581400" y="6070"/>
                  </a:lnTo>
                  <a:lnTo>
                    <a:pt x="3581400" y="3441"/>
                  </a:lnTo>
                  <a:close/>
                </a:path>
                <a:path w="9010650" h="1435735">
                  <a:moveTo>
                    <a:pt x="3629025" y="1429473"/>
                  </a:moveTo>
                  <a:lnTo>
                    <a:pt x="3628567" y="1428356"/>
                  </a:lnTo>
                  <a:lnTo>
                    <a:pt x="3626701" y="1426489"/>
                  </a:lnTo>
                  <a:lnTo>
                    <a:pt x="3625583" y="1426019"/>
                  </a:lnTo>
                  <a:lnTo>
                    <a:pt x="3622954" y="1426019"/>
                  </a:lnTo>
                  <a:lnTo>
                    <a:pt x="3621836" y="1426489"/>
                  </a:lnTo>
                  <a:lnTo>
                    <a:pt x="3619970" y="1428356"/>
                  </a:lnTo>
                  <a:lnTo>
                    <a:pt x="3619500" y="1429473"/>
                  </a:lnTo>
                  <a:lnTo>
                    <a:pt x="3619500" y="1432102"/>
                  </a:lnTo>
                  <a:lnTo>
                    <a:pt x="3619970" y="1433220"/>
                  </a:lnTo>
                  <a:lnTo>
                    <a:pt x="3621836" y="1435087"/>
                  </a:lnTo>
                  <a:lnTo>
                    <a:pt x="3622954" y="1435544"/>
                  </a:lnTo>
                  <a:lnTo>
                    <a:pt x="3625583" y="1435544"/>
                  </a:lnTo>
                  <a:lnTo>
                    <a:pt x="3626701" y="1435087"/>
                  </a:lnTo>
                  <a:lnTo>
                    <a:pt x="3628567" y="1433220"/>
                  </a:lnTo>
                  <a:lnTo>
                    <a:pt x="3629025" y="1432102"/>
                  </a:lnTo>
                  <a:lnTo>
                    <a:pt x="3629025" y="1429473"/>
                  </a:lnTo>
                  <a:close/>
                </a:path>
                <a:path w="9010650" h="1435735">
                  <a:moveTo>
                    <a:pt x="3629025" y="954125"/>
                  </a:moveTo>
                  <a:lnTo>
                    <a:pt x="3628567" y="953008"/>
                  </a:lnTo>
                  <a:lnTo>
                    <a:pt x="3626701" y="951153"/>
                  </a:lnTo>
                  <a:lnTo>
                    <a:pt x="3625583" y="950683"/>
                  </a:lnTo>
                  <a:lnTo>
                    <a:pt x="3622954" y="950683"/>
                  </a:lnTo>
                  <a:lnTo>
                    <a:pt x="3621836" y="951153"/>
                  </a:lnTo>
                  <a:lnTo>
                    <a:pt x="3619970" y="953008"/>
                  </a:lnTo>
                  <a:lnTo>
                    <a:pt x="3619500" y="954125"/>
                  </a:lnTo>
                  <a:lnTo>
                    <a:pt x="3619500" y="956754"/>
                  </a:lnTo>
                  <a:lnTo>
                    <a:pt x="3619970" y="957884"/>
                  </a:lnTo>
                  <a:lnTo>
                    <a:pt x="3621836" y="959739"/>
                  </a:lnTo>
                  <a:lnTo>
                    <a:pt x="3622954" y="960208"/>
                  </a:lnTo>
                  <a:lnTo>
                    <a:pt x="3625583" y="960208"/>
                  </a:lnTo>
                  <a:lnTo>
                    <a:pt x="3626701" y="959739"/>
                  </a:lnTo>
                  <a:lnTo>
                    <a:pt x="3628567" y="957884"/>
                  </a:lnTo>
                  <a:lnTo>
                    <a:pt x="3629025" y="956754"/>
                  </a:lnTo>
                  <a:lnTo>
                    <a:pt x="3629025" y="954125"/>
                  </a:lnTo>
                  <a:close/>
                </a:path>
                <a:path w="9010650" h="1435735">
                  <a:moveTo>
                    <a:pt x="3629025" y="478790"/>
                  </a:moveTo>
                  <a:lnTo>
                    <a:pt x="3628567" y="477659"/>
                  </a:lnTo>
                  <a:lnTo>
                    <a:pt x="3626701" y="475805"/>
                  </a:lnTo>
                  <a:lnTo>
                    <a:pt x="3625583" y="475335"/>
                  </a:lnTo>
                  <a:lnTo>
                    <a:pt x="3622954" y="475335"/>
                  </a:lnTo>
                  <a:lnTo>
                    <a:pt x="3621836" y="475805"/>
                  </a:lnTo>
                  <a:lnTo>
                    <a:pt x="3619970" y="477659"/>
                  </a:lnTo>
                  <a:lnTo>
                    <a:pt x="3619500" y="478790"/>
                  </a:lnTo>
                  <a:lnTo>
                    <a:pt x="3619500" y="481418"/>
                  </a:lnTo>
                  <a:lnTo>
                    <a:pt x="3619970" y="482536"/>
                  </a:lnTo>
                  <a:lnTo>
                    <a:pt x="3621836" y="484403"/>
                  </a:lnTo>
                  <a:lnTo>
                    <a:pt x="3622954" y="484860"/>
                  </a:lnTo>
                  <a:lnTo>
                    <a:pt x="3625583" y="484860"/>
                  </a:lnTo>
                  <a:lnTo>
                    <a:pt x="3626701" y="484403"/>
                  </a:lnTo>
                  <a:lnTo>
                    <a:pt x="3628567" y="482536"/>
                  </a:lnTo>
                  <a:lnTo>
                    <a:pt x="3629025" y="481418"/>
                  </a:lnTo>
                  <a:lnTo>
                    <a:pt x="3629025" y="478790"/>
                  </a:lnTo>
                  <a:close/>
                </a:path>
                <a:path w="9010650" h="1435735">
                  <a:moveTo>
                    <a:pt x="3629025" y="3441"/>
                  </a:moveTo>
                  <a:lnTo>
                    <a:pt x="3628567" y="2324"/>
                  </a:lnTo>
                  <a:lnTo>
                    <a:pt x="3626701" y="457"/>
                  </a:lnTo>
                  <a:lnTo>
                    <a:pt x="3625583" y="0"/>
                  </a:lnTo>
                  <a:lnTo>
                    <a:pt x="3622954" y="0"/>
                  </a:lnTo>
                  <a:lnTo>
                    <a:pt x="3621836" y="457"/>
                  </a:lnTo>
                  <a:lnTo>
                    <a:pt x="3619970" y="2324"/>
                  </a:lnTo>
                  <a:lnTo>
                    <a:pt x="3619500" y="3441"/>
                  </a:lnTo>
                  <a:lnTo>
                    <a:pt x="3619500" y="6070"/>
                  </a:lnTo>
                  <a:lnTo>
                    <a:pt x="3619970" y="7200"/>
                  </a:lnTo>
                  <a:lnTo>
                    <a:pt x="3621836" y="9055"/>
                  </a:lnTo>
                  <a:lnTo>
                    <a:pt x="3622954" y="9525"/>
                  </a:lnTo>
                  <a:lnTo>
                    <a:pt x="3625583" y="9525"/>
                  </a:lnTo>
                  <a:lnTo>
                    <a:pt x="3626701" y="9055"/>
                  </a:lnTo>
                  <a:lnTo>
                    <a:pt x="3628567" y="7200"/>
                  </a:lnTo>
                  <a:lnTo>
                    <a:pt x="3629025" y="6070"/>
                  </a:lnTo>
                  <a:lnTo>
                    <a:pt x="3629025" y="3441"/>
                  </a:lnTo>
                  <a:close/>
                </a:path>
                <a:path w="9010650" h="1435735">
                  <a:moveTo>
                    <a:pt x="3676650" y="1429473"/>
                  </a:moveTo>
                  <a:lnTo>
                    <a:pt x="3676192" y="1428356"/>
                  </a:lnTo>
                  <a:lnTo>
                    <a:pt x="3674326" y="1426489"/>
                  </a:lnTo>
                  <a:lnTo>
                    <a:pt x="3673208" y="1426019"/>
                  </a:lnTo>
                  <a:lnTo>
                    <a:pt x="3670579" y="1426019"/>
                  </a:lnTo>
                  <a:lnTo>
                    <a:pt x="3669461" y="1426489"/>
                  </a:lnTo>
                  <a:lnTo>
                    <a:pt x="3667595" y="1428356"/>
                  </a:lnTo>
                  <a:lnTo>
                    <a:pt x="3667125" y="1429473"/>
                  </a:lnTo>
                  <a:lnTo>
                    <a:pt x="3667125" y="1432102"/>
                  </a:lnTo>
                  <a:lnTo>
                    <a:pt x="3667595" y="1433220"/>
                  </a:lnTo>
                  <a:lnTo>
                    <a:pt x="3669461" y="1435087"/>
                  </a:lnTo>
                  <a:lnTo>
                    <a:pt x="3670579" y="1435544"/>
                  </a:lnTo>
                  <a:lnTo>
                    <a:pt x="3673208" y="1435544"/>
                  </a:lnTo>
                  <a:lnTo>
                    <a:pt x="3674326" y="1435087"/>
                  </a:lnTo>
                  <a:lnTo>
                    <a:pt x="3676192" y="1433220"/>
                  </a:lnTo>
                  <a:lnTo>
                    <a:pt x="3676650" y="1432102"/>
                  </a:lnTo>
                  <a:lnTo>
                    <a:pt x="3676650" y="1429473"/>
                  </a:lnTo>
                  <a:close/>
                </a:path>
                <a:path w="9010650" h="1435735">
                  <a:moveTo>
                    <a:pt x="3676650" y="954125"/>
                  </a:moveTo>
                  <a:lnTo>
                    <a:pt x="3676192" y="953008"/>
                  </a:lnTo>
                  <a:lnTo>
                    <a:pt x="3674326" y="951153"/>
                  </a:lnTo>
                  <a:lnTo>
                    <a:pt x="3673208" y="950683"/>
                  </a:lnTo>
                  <a:lnTo>
                    <a:pt x="3670579" y="950683"/>
                  </a:lnTo>
                  <a:lnTo>
                    <a:pt x="3669461" y="951153"/>
                  </a:lnTo>
                  <a:lnTo>
                    <a:pt x="3667595" y="953008"/>
                  </a:lnTo>
                  <a:lnTo>
                    <a:pt x="3667125" y="954125"/>
                  </a:lnTo>
                  <a:lnTo>
                    <a:pt x="3667125" y="956754"/>
                  </a:lnTo>
                  <a:lnTo>
                    <a:pt x="3667595" y="957884"/>
                  </a:lnTo>
                  <a:lnTo>
                    <a:pt x="3669461" y="959739"/>
                  </a:lnTo>
                  <a:lnTo>
                    <a:pt x="3670579" y="960208"/>
                  </a:lnTo>
                  <a:lnTo>
                    <a:pt x="3673208" y="960208"/>
                  </a:lnTo>
                  <a:lnTo>
                    <a:pt x="3674326" y="959739"/>
                  </a:lnTo>
                  <a:lnTo>
                    <a:pt x="3676192" y="957884"/>
                  </a:lnTo>
                  <a:lnTo>
                    <a:pt x="3676650" y="956754"/>
                  </a:lnTo>
                  <a:lnTo>
                    <a:pt x="3676650" y="954125"/>
                  </a:lnTo>
                  <a:close/>
                </a:path>
                <a:path w="9010650" h="1435735">
                  <a:moveTo>
                    <a:pt x="3676650" y="478790"/>
                  </a:moveTo>
                  <a:lnTo>
                    <a:pt x="3676192" y="477659"/>
                  </a:lnTo>
                  <a:lnTo>
                    <a:pt x="3674326" y="475805"/>
                  </a:lnTo>
                  <a:lnTo>
                    <a:pt x="3673208" y="475335"/>
                  </a:lnTo>
                  <a:lnTo>
                    <a:pt x="3670579" y="475335"/>
                  </a:lnTo>
                  <a:lnTo>
                    <a:pt x="3669461" y="475805"/>
                  </a:lnTo>
                  <a:lnTo>
                    <a:pt x="3667595" y="477659"/>
                  </a:lnTo>
                  <a:lnTo>
                    <a:pt x="3667125" y="478790"/>
                  </a:lnTo>
                  <a:lnTo>
                    <a:pt x="3667125" y="481418"/>
                  </a:lnTo>
                  <a:lnTo>
                    <a:pt x="3667595" y="482536"/>
                  </a:lnTo>
                  <a:lnTo>
                    <a:pt x="3669461" y="484403"/>
                  </a:lnTo>
                  <a:lnTo>
                    <a:pt x="3670579" y="484860"/>
                  </a:lnTo>
                  <a:lnTo>
                    <a:pt x="3673208" y="484860"/>
                  </a:lnTo>
                  <a:lnTo>
                    <a:pt x="3674326" y="484403"/>
                  </a:lnTo>
                  <a:lnTo>
                    <a:pt x="3676192" y="482536"/>
                  </a:lnTo>
                  <a:lnTo>
                    <a:pt x="3676650" y="481418"/>
                  </a:lnTo>
                  <a:lnTo>
                    <a:pt x="3676650" y="478790"/>
                  </a:lnTo>
                  <a:close/>
                </a:path>
                <a:path w="9010650" h="1435735">
                  <a:moveTo>
                    <a:pt x="3676650" y="3441"/>
                  </a:moveTo>
                  <a:lnTo>
                    <a:pt x="3676192" y="2324"/>
                  </a:lnTo>
                  <a:lnTo>
                    <a:pt x="3674326" y="457"/>
                  </a:lnTo>
                  <a:lnTo>
                    <a:pt x="3673208" y="0"/>
                  </a:lnTo>
                  <a:lnTo>
                    <a:pt x="3670579" y="0"/>
                  </a:lnTo>
                  <a:lnTo>
                    <a:pt x="3669461" y="457"/>
                  </a:lnTo>
                  <a:lnTo>
                    <a:pt x="3667595" y="2324"/>
                  </a:lnTo>
                  <a:lnTo>
                    <a:pt x="3667125" y="3441"/>
                  </a:lnTo>
                  <a:lnTo>
                    <a:pt x="3667125" y="6070"/>
                  </a:lnTo>
                  <a:lnTo>
                    <a:pt x="3667595" y="7200"/>
                  </a:lnTo>
                  <a:lnTo>
                    <a:pt x="3669461" y="9055"/>
                  </a:lnTo>
                  <a:lnTo>
                    <a:pt x="3670579" y="9525"/>
                  </a:lnTo>
                  <a:lnTo>
                    <a:pt x="3673208" y="9525"/>
                  </a:lnTo>
                  <a:lnTo>
                    <a:pt x="3674326" y="9055"/>
                  </a:lnTo>
                  <a:lnTo>
                    <a:pt x="3676192" y="7200"/>
                  </a:lnTo>
                  <a:lnTo>
                    <a:pt x="3676650" y="6070"/>
                  </a:lnTo>
                  <a:lnTo>
                    <a:pt x="3676650" y="3441"/>
                  </a:lnTo>
                  <a:close/>
                </a:path>
                <a:path w="9010650" h="1435735">
                  <a:moveTo>
                    <a:pt x="3724275" y="1429473"/>
                  </a:moveTo>
                  <a:lnTo>
                    <a:pt x="3723817" y="1428356"/>
                  </a:lnTo>
                  <a:lnTo>
                    <a:pt x="3721951" y="1426489"/>
                  </a:lnTo>
                  <a:lnTo>
                    <a:pt x="3720833" y="1426019"/>
                  </a:lnTo>
                  <a:lnTo>
                    <a:pt x="3718204" y="1426019"/>
                  </a:lnTo>
                  <a:lnTo>
                    <a:pt x="3717086" y="1426489"/>
                  </a:lnTo>
                  <a:lnTo>
                    <a:pt x="3715220" y="1428356"/>
                  </a:lnTo>
                  <a:lnTo>
                    <a:pt x="3714750" y="1429473"/>
                  </a:lnTo>
                  <a:lnTo>
                    <a:pt x="3714750" y="1432102"/>
                  </a:lnTo>
                  <a:lnTo>
                    <a:pt x="3715220" y="1433220"/>
                  </a:lnTo>
                  <a:lnTo>
                    <a:pt x="3717086" y="1435087"/>
                  </a:lnTo>
                  <a:lnTo>
                    <a:pt x="3718204" y="1435544"/>
                  </a:lnTo>
                  <a:lnTo>
                    <a:pt x="3720833" y="1435544"/>
                  </a:lnTo>
                  <a:lnTo>
                    <a:pt x="3721951" y="1435087"/>
                  </a:lnTo>
                  <a:lnTo>
                    <a:pt x="3723817" y="1433220"/>
                  </a:lnTo>
                  <a:lnTo>
                    <a:pt x="3724275" y="1432102"/>
                  </a:lnTo>
                  <a:lnTo>
                    <a:pt x="3724275" y="1429473"/>
                  </a:lnTo>
                  <a:close/>
                </a:path>
                <a:path w="9010650" h="1435735">
                  <a:moveTo>
                    <a:pt x="3724275" y="954125"/>
                  </a:moveTo>
                  <a:lnTo>
                    <a:pt x="3723817" y="953008"/>
                  </a:lnTo>
                  <a:lnTo>
                    <a:pt x="3721951" y="951153"/>
                  </a:lnTo>
                  <a:lnTo>
                    <a:pt x="3720833" y="950683"/>
                  </a:lnTo>
                  <a:lnTo>
                    <a:pt x="3718204" y="950683"/>
                  </a:lnTo>
                  <a:lnTo>
                    <a:pt x="3717086" y="951153"/>
                  </a:lnTo>
                  <a:lnTo>
                    <a:pt x="3715220" y="953008"/>
                  </a:lnTo>
                  <a:lnTo>
                    <a:pt x="3714750" y="954125"/>
                  </a:lnTo>
                  <a:lnTo>
                    <a:pt x="3714750" y="956754"/>
                  </a:lnTo>
                  <a:lnTo>
                    <a:pt x="3715220" y="957884"/>
                  </a:lnTo>
                  <a:lnTo>
                    <a:pt x="3717086" y="959739"/>
                  </a:lnTo>
                  <a:lnTo>
                    <a:pt x="3718204" y="960208"/>
                  </a:lnTo>
                  <a:lnTo>
                    <a:pt x="3720833" y="960208"/>
                  </a:lnTo>
                  <a:lnTo>
                    <a:pt x="3721951" y="959739"/>
                  </a:lnTo>
                  <a:lnTo>
                    <a:pt x="3723817" y="957884"/>
                  </a:lnTo>
                  <a:lnTo>
                    <a:pt x="3724275" y="956754"/>
                  </a:lnTo>
                  <a:lnTo>
                    <a:pt x="3724275" y="954125"/>
                  </a:lnTo>
                  <a:close/>
                </a:path>
                <a:path w="9010650" h="1435735">
                  <a:moveTo>
                    <a:pt x="3724275" y="478790"/>
                  </a:moveTo>
                  <a:lnTo>
                    <a:pt x="3723817" y="477659"/>
                  </a:lnTo>
                  <a:lnTo>
                    <a:pt x="3721951" y="475805"/>
                  </a:lnTo>
                  <a:lnTo>
                    <a:pt x="3720833" y="475335"/>
                  </a:lnTo>
                  <a:lnTo>
                    <a:pt x="3718204" y="475335"/>
                  </a:lnTo>
                  <a:lnTo>
                    <a:pt x="3717086" y="475805"/>
                  </a:lnTo>
                  <a:lnTo>
                    <a:pt x="3715220" y="477659"/>
                  </a:lnTo>
                  <a:lnTo>
                    <a:pt x="3714750" y="478790"/>
                  </a:lnTo>
                  <a:lnTo>
                    <a:pt x="3714750" y="481418"/>
                  </a:lnTo>
                  <a:lnTo>
                    <a:pt x="3715220" y="482536"/>
                  </a:lnTo>
                  <a:lnTo>
                    <a:pt x="3717086" y="484403"/>
                  </a:lnTo>
                  <a:lnTo>
                    <a:pt x="3718204" y="484860"/>
                  </a:lnTo>
                  <a:lnTo>
                    <a:pt x="3720833" y="484860"/>
                  </a:lnTo>
                  <a:lnTo>
                    <a:pt x="3721951" y="484403"/>
                  </a:lnTo>
                  <a:lnTo>
                    <a:pt x="3723817" y="482536"/>
                  </a:lnTo>
                  <a:lnTo>
                    <a:pt x="3724275" y="481418"/>
                  </a:lnTo>
                  <a:lnTo>
                    <a:pt x="3724275" y="478790"/>
                  </a:lnTo>
                  <a:close/>
                </a:path>
                <a:path w="9010650" h="1435735">
                  <a:moveTo>
                    <a:pt x="3724275" y="3441"/>
                  </a:moveTo>
                  <a:lnTo>
                    <a:pt x="3723817" y="2324"/>
                  </a:lnTo>
                  <a:lnTo>
                    <a:pt x="3721951" y="457"/>
                  </a:lnTo>
                  <a:lnTo>
                    <a:pt x="3720833" y="0"/>
                  </a:lnTo>
                  <a:lnTo>
                    <a:pt x="3718204" y="0"/>
                  </a:lnTo>
                  <a:lnTo>
                    <a:pt x="3717086" y="457"/>
                  </a:lnTo>
                  <a:lnTo>
                    <a:pt x="3715220" y="2324"/>
                  </a:lnTo>
                  <a:lnTo>
                    <a:pt x="3714750" y="3441"/>
                  </a:lnTo>
                  <a:lnTo>
                    <a:pt x="3714750" y="6070"/>
                  </a:lnTo>
                  <a:lnTo>
                    <a:pt x="3715220" y="7200"/>
                  </a:lnTo>
                  <a:lnTo>
                    <a:pt x="3717086" y="9055"/>
                  </a:lnTo>
                  <a:lnTo>
                    <a:pt x="3718204" y="9525"/>
                  </a:lnTo>
                  <a:lnTo>
                    <a:pt x="3720833" y="9525"/>
                  </a:lnTo>
                  <a:lnTo>
                    <a:pt x="3721951" y="9055"/>
                  </a:lnTo>
                  <a:lnTo>
                    <a:pt x="3723817" y="7200"/>
                  </a:lnTo>
                  <a:lnTo>
                    <a:pt x="3724275" y="6070"/>
                  </a:lnTo>
                  <a:lnTo>
                    <a:pt x="3724275" y="3441"/>
                  </a:lnTo>
                  <a:close/>
                </a:path>
                <a:path w="9010650" h="1435735">
                  <a:moveTo>
                    <a:pt x="3771900" y="1429473"/>
                  </a:moveTo>
                  <a:lnTo>
                    <a:pt x="3771442" y="1428356"/>
                  </a:lnTo>
                  <a:lnTo>
                    <a:pt x="3769576" y="1426489"/>
                  </a:lnTo>
                  <a:lnTo>
                    <a:pt x="3768458" y="1426019"/>
                  </a:lnTo>
                  <a:lnTo>
                    <a:pt x="3765829" y="1426019"/>
                  </a:lnTo>
                  <a:lnTo>
                    <a:pt x="3764711" y="1426489"/>
                  </a:lnTo>
                  <a:lnTo>
                    <a:pt x="3762845" y="1428356"/>
                  </a:lnTo>
                  <a:lnTo>
                    <a:pt x="3762375" y="1429473"/>
                  </a:lnTo>
                  <a:lnTo>
                    <a:pt x="3762375" y="1432102"/>
                  </a:lnTo>
                  <a:lnTo>
                    <a:pt x="3762845" y="1433220"/>
                  </a:lnTo>
                  <a:lnTo>
                    <a:pt x="3764711" y="1435087"/>
                  </a:lnTo>
                  <a:lnTo>
                    <a:pt x="3765829" y="1435544"/>
                  </a:lnTo>
                  <a:lnTo>
                    <a:pt x="3768458" y="1435544"/>
                  </a:lnTo>
                  <a:lnTo>
                    <a:pt x="3769576" y="1435087"/>
                  </a:lnTo>
                  <a:lnTo>
                    <a:pt x="3771442" y="1433220"/>
                  </a:lnTo>
                  <a:lnTo>
                    <a:pt x="3771900" y="1432102"/>
                  </a:lnTo>
                  <a:lnTo>
                    <a:pt x="3771900" y="1429473"/>
                  </a:lnTo>
                  <a:close/>
                </a:path>
                <a:path w="9010650" h="1435735">
                  <a:moveTo>
                    <a:pt x="3771900" y="954125"/>
                  </a:moveTo>
                  <a:lnTo>
                    <a:pt x="3771442" y="953008"/>
                  </a:lnTo>
                  <a:lnTo>
                    <a:pt x="3769576" y="951153"/>
                  </a:lnTo>
                  <a:lnTo>
                    <a:pt x="3768458" y="950683"/>
                  </a:lnTo>
                  <a:lnTo>
                    <a:pt x="3765829" y="950683"/>
                  </a:lnTo>
                  <a:lnTo>
                    <a:pt x="3764711" y="951153"/>
                  </a:lnTo>
                  <a:lnTo>
                    <a:pt x="3762845" y="953008"/>
                  </a:lnTo>
                  <a:lnTo>
                    <a:pt x="3762375" y="954125"/>
                  </a:lnTo>
                  <a:lnTo>
                    <a:pt x="3762375" y="956754"/>
                  </a:lnTo>
                  <a:lnTo>
                    <a:pt x="3762845" y="957884"/>
                  </a:lnTo>
                  <a:lnTo>
                    <a:pt x="3764711" y="959739"/>
                  </a:lnTo>
                  <a:lnTo>
                    <a:pt x="3765829" y="960208"/>
                  </a:lnTo>
                  <a:lnTo>
                    <a:pt x="3768458" y="960208"/>
                  </a:lnTo>
                  <a:lnTo>
                    <a:pt x="3769576" y="959739"/>
                  </a:lnTo>
                  <a:lnTo>
                    <a:pt x="3771442" y="957884"/>
                  </a:lnTo>
                  <a:lnTo>
                    <a:pt x="3771900" y="956754"/>
                  </a:lnTo>
                  <a:lnTo>
                    <a:pt x="3771900" y="954125"/>
                  </a:lnTo>
                  <a:close/>
                </a:path>
                <a:path w="9010650" h="1435735">
                  <a:moveTo>
                    <a:pt x="3771900" y="478790"/>
                  </a:moveTo>
                  <a:lnTo>
                    <a:pt x="3771442" y="477659"/>
                  </a:lnTo>
                  <a:lnTo>
                    <a:pt x="3769576" y="475805"/>
                  </a:lnTo>
                  <a:lnTo>
                    <a:pt x="3768458" y="475335"/>
                  </a:lnTo>
                  <a:lnTo>
                    <a:pt x="3765829" y="475335"/>
                  </a:lnTo>
                  <a:lnTo>
                    <a:pt x="3764711" y="475805"/>
                  </a:lnTo>
                  <a:lnTo>
                    <a:pt x="3762845" y="477659"/>
                  </a:lnTo>
                  <a:lnTo>
                    <a:pt x="3762375" y="478790"/>
                  </a:lnTo>
                  <a:lnTo>
                    <a:pt x="3762375" y="481418"/>
                  </a:lnTo>
                  <a:lnTo>
                    <a:pt x="3762845" y="482536"/>
                  </a:lnTo>
                  <a:lnTo>
                    <a:pt x="3764711" y="484403"/>
                  </a:lnTo>
                  <a:lnTo>
                    <a:pt x="3765829" y="484860"/>
                  </a:lnTo>
                  <a:lnTo>
                    <a:pt x="3768458" y="484860"/>
                  </a:lnTo>
                  <a:lnTo>
                    <a:pt x="3769576" y="484403"/>
                  </a:lnTo>
                  <a:lnTo>
                    <a:pt x="3771442" y="482536"/>
                  </a:lnTo>
                  <a:lnTo>
                    <a:pt x="3771900" y="481418"/>
                  </a:lnTo>
                  <a:lnTo>
                    <a:pt x="3771900" y="478790"/>
                  </a:lnTo>
                  <a:close/>
                </a:path>
                <a:path w="9010650" h="1435735">
                  <a:moveTo>
                    <a:pt x="3771900" y="3441"/>
                  </a:moveTo>
                  <a:lnTo>
                    <a:pt x="3771442" y="2324"/>
                  </a:lnTo>
                  <a:lnTo>
                    <a:pt x="3769576" y="457"/>
                  </a:lnTo>
                  <a:lnTo>
                    <a:pt x="3768458" y="0"/>
                  </a:lnTo>
                  <a:lnTo>
                    <a:pt x="3765829" y="0"/>
                  </a:lnTo>
                  <a:lnTo>
                    <a:pt x="3764711" y="457"/>
                  </a:lnTo>
                  <a:lnTo>
                    <a:pt x="3762845" y="2324"/>
                  </a:lnTo>
                  <a:lnTo>
                    <a:pt x="3762375" y="3441"/>
                  </a:lnTo>
                  <a:lnTo>
                    <a:pt x="3762375" y="6070"/>
                  </a:lnTo>
                  <a:lnTo>
                    <a:pt x="3762845" y="7200"/>
                  </a:lnTo>
                  <a:lnTo>
                    <a:pt x="3764711" y="9055"/>
                  </a:lnTo>
                  <a:lnTo>
                    <a:pt x="3765829" y="9525"/>
                  </a:lnTo>
                  <a:lnTo>
                    <a:pt x="3768458" y="9525"/>
                  </a:lnTo>
                  <a:lnTo>
                    <a:pt x="3769576" y="9055"/>
                  </a:lnTo>
                  <a:lnTo>
                    <a:pt x="3771442" y="7200"/>
                  </a:lnTo>
                  <a:lnTo>
                    <a:pt x="3771900" y="6070"/>
                  </a:lnTo>
                  <a:lnTo>
                    <a:pt x="3771900" y="3441"/>
                  </a:lnTo>
                  <a:close/>
                </a:path>
                <a:path w="9010650" h="1435735">
                  <a:moveTo>
                    <a:pt x="3819525" y="1429473"/>
                  </a:moveTo>
                  <a:lnTo>
                    <a:pt x="3819067" y="1428356"/>
                  </a:lnTo>
                  <a:lnTo>
                    <a:pt x="3817201" y="1426489"/>
                  </a:lnTo>
                  <a:lnTo>
                    <a:pt x="3816083" y="1426019"/>
                  </a:lnTo>
                  <a:lnTo>
                    <a:pt x="3813454" y="1426019"/>
                  </a:lnTo>
                  <a:lnTo>
                    <a:pt x="3812336" y="1426489"/>
                  </a:lnTo>
                  <a:lnTo>
                    <a:pt x="3810470" y="1428356"/>
                  </a:lnTo>
                  <a:lnTo>
                    <a:pt x="3810000" y="1429473"/>
                  </a:lnTo>
                  <a:lnTo>
                    <a:pt x="3810000" y="1432102"/>
                  </a:lnTo>
                  <a:lnTo>
                    <a:pt x="3810470" y="1433220"/>
                  </a:lnTo>
                  <a:lnTo>
                    <a:pt x="3812336" y="1435087"/>
                  </a:lnTo>
                  <a:lnTo>
                    <a:pt x="3813454" y="1435544"/>
                  </a:lnTo>
                  <a:lnTo>
                    <a:pt x="3816083" y="1435544"/>
                  </a:lnTo>
                  <a:lnTo>
                    <a:pt x="3817201" y="1435087"/>
                  </a:lnTo>
                  <a:lnTo>
                    <a:pt x="3819067" y="1433220"/>
                  </a:lnTo>
                  <a:lnTo>
                    <a:pt x="3819525" y="1432102"/>
                  </a:lnTo>
                  <a:lnTo>
                    <a:pt x="3819525" y="1429473"/>
                  </a:lnTo>
                  <a:close/>
                </a:path>
                <a:path w="9010650" h="1435735">
                  <a:moveTo>
                    <a:pt x="3819525" y="954125"/>
                  </a:moveTo>
                  <a:lnTo>
                    <a:pt x="3819067" y="953008"/>
                  </a:lnTo>
                  <a:lnTo>
                    <a:pt x="3817201" y="951153"/>
                  </a:lnTo>
                  <a:lnTo>
                    <a:pt x="3816083" y="950683"/>
                  </a:lnTo>
                  <a:lnTo>
                    <a:pt x="3813454" y="950683"/>
                  </a:lnTo>
                  <a:lnTo>
                    <a:pt x="3812336" y="951153"/>
                  </a:lnTo>
                  <a:lnTo>
                    <a:pt x="3810470" y="953008"/>
                  </a:lnTo>
                  <a:lnTo>
                    <a:pt x="3810000" y="954125"/>
                  </a:lnTo>
                  <a:lnTo>
                    <a:pt x="3810000" y="956754"/>
                  </a:lnTo>
                  <a:lnTo>
                    <a:pt x="3810470" y="957884"/>
                  </a:lnTo>
                  <a:lnTo>
                    <a:pt x="3812336" y="959739"/>
                  </a:lnTo>
                  <a:lnTo>
                    <a:pt x="3813454" y="960208"/>
                  </a:lnTo>
                  <a:lnTo>
                    <a:pt x="3816083" y="960208"/>
                  </a:lnTo>
                  <a:lnTo>
                    <a:pt x="3817201" y="959739"/>
                  </a:lnTo>
                  <a:lnTo>
                    <a:pt x="3819067" y="957884"/>
                  </a:lnTo>
                  <a:lnTo>
                    <a:pt x="3819525" y="956754"/>
                  </a:lnTo>
                  <a:lnTo>
                    <a:pt x="3819525" y="954125"/>
                  </a:lnTo>
                  <a:close/>
                </a:path>
                <a:path w="9010650" h="1435735">
                  <a:moveTo>
                    <a:pt x="3819525" y="478790"/>
                  </a:moveTo>
                  <a:lnTo>
                    <a:pt x="3819067" y="477659"/>
                  </a:lnTo>
                  <a:lnTo>
                    <a:pt x="3817201" y="475805"/>
                  </a:lnTo>
                  <a:lnTo>
                    <a:pt x="3816083" y="475335"/>
                  </a:lnTo>
                  <a:lnTo>
                    <a:pt x="3813454" y="475335"/>
                  </a:lnTo>
                  <a:lnTo>
                    <a:pt x="3812336" y="475805"/>
                  </a:lnTo>
                  <a:lnTo>
                    <a:pt x="3810470" y="477659"/>
                  </a:lnTo>
                  <a:lnTo>
                    <a:pt x="3810000" y="478790"/>
                  </a:lnTo>
                  <a:lnTo>
                    <a:pt x="3810000" y="481418"/>
                  </a:lnTo>
                  <a:lnTo>
                    <a:pt x="3810470" y="482536"/>
                  </a:lnTo>
                  <a:lnTo>
                    <a:pt x="3812336" y="484403"/>
                  </a:lnTo>
                  <a:lnTo>
                    <a:pt x="3813454" y="484860"/>
                  </a:lnTo>
                  <a:lnTo>
                    <a:pt x="3816083" y="484860"/>
                  </a:lnTo>
                  <a:lnTo>
                    <a:pt x="3817201" y="484403"/>
                  </a:lnTo>
                  <a:lnTo>
                    <a:pt x="3819067" y="482536"/>
                  </a:lnTo>
                  <a:lnTo>
                    <a:pt x="3819525" y="481418"/>
                  </a:lnTo>
                  <a:lnTo>
                    <a:pt x="3819525" y="478790"/>
                  </a:lnTo>
                  <a:close/>
                </a:path>
                <a:path w="9010650" h="1435735">
                  <a:moveTo>
                    <a:pt x="3819525" y="3441"/>
                  </a:moveTo>
                  <a:lnTo>
                    <a:pt x="3819067" y="2324"/>
                  </a:lnTo>
                  <a:lnTo>
                    <a:pt x="3817201" y="457"/>
                  </a:lnTo>
                  <a:lnTo>
                    <a:pt x="3816083" y="0"/>
                  </a:lnTo>
                  <a:lnTo>
                    <a:pt x="3813454" y="0"/>
                  </a:lnTo>
                  <a:lnTo>
                    <a:pt x="3812336" y="457"/>
                  </a:lnTo>
                  <a:lnTo>
                    <a:pt x="3810470" y="2324"/>
                  </a:lnTo>
                  <a:lnTo>
                    <a:pt x="3810000" y="3441"/>
                  </a:lnTo>
                  <a:lnTo>
                    <a:pt x="3810000" y="6070"/>
                  </a:lnTo>
                  <a:lnTo>
                    <a:pt x="3810470" y="7200"/>
                  </a:lnTo>
                  <a:lnTo>
                    <a:pt x="3812336" y="9055"/>
                  </a:lnTo>
                  <a:lnTo>
                    <a:pt x="3813454" y="9525"/>
                  </a:lnTo>
                  <a:lnTo>
                    <a:pt x="3816083" y="9525"/>
                  </a:lnTo>
                  <a:lnTo>
                    <a:pt x="3817201" y="9055"/>
                  </a:lnTo>
                  <a:lnTo>
                    <a:pt x="3819067" y="7200"/>
                  </a:lnTo>
                  <a:lnTo>
                    <a:pt x="3819525" y="6070"/>
                  </a:lnTo>
                  <a:lnTo>
                    <a:pt x="3819525" y="3441"/>
                  </a:lnTo>
                  <a:close/>
                </a:path>
                <a:path w="9010650" h="1435735">
                  <a:moveTo>
                    <a:pt x="3867150" y="1429473"/>
                  </a:moveTo>
                  <a:lnTo>
                    <a:pt x="3866692" y="1428356"/>
                  </a:lnTo>
                  <a:lnTo>
                    <a:pt x="3864826" y="1426489"/>
                  </a:lnTo>
                  <a:lnTo>
                    <a:pt x="3863708" y="1426019"/>
                  </a:lnTo>
                  <a:lnTo>
                    <a:pt x="3861079" y="1426019"/>
                  </a:lnTo>
                  <a:lnTo>
                    <a:pt x="3859949" y="1426489"/>
                  </a:lnTo>
                  <a:lnTo>
                    <a:pt x="3858095" y="1428356"/>
                  </a:lnTo>
                  <a:lnTo>
                    <a:pt x="3857625" y="1429473"/>
                  </a:lnTo>
                  <a:lnTo>
                    <a:pt x="3857625" y="1432102"/>
                  </a:lnTo>
                  <a:lnTo>
                    <a:pt x="3858095" y="1433220"/>
                  </a:lnTo>
                  <a:lnTo>
                    <a:pt x="3859949" y="1435087"/>
                  </a:lnTo>
                  <a:lnTo>
                    <a:pt x="3861079" y="1435544"/>
                  </a:lnTo>
                  <a:lnTo>
                    <a:pt x="3863708" y="1435544"/>
                  </a:lnTo>
                  <a:lnTo>
                    <a:pt x="3864826" y="1435087"/>
                  </a:lnTo>
                  <a:lnTo>
                    <a:pt x="3866692" y="1433220"/>
                  </a:lnTo>
                  <a:lnTo>
                    <a:pt x="3867150" y="1432102"/>
                  </a:lnTo>
                  <a:lnTo>
                    <a:pt x="3867150" y="1429473"/>
                  </a:lnTo>
                  <a:close/>
                </a:path>
                <a:path w="9010650" h="1435735">
                  <a:moveTo>
                    <a:pt x="3867150" y="954125"/>
                  </a:moveTo>
                  <a:lnTo>
                    <a:pt x="3866692" y="953008"/>
                  </a:lnTo>
                  <a:lnTo>
                    <a:pt x="3864826" y="951153"/>
                  </a:lnTo>
                  <a:lnTo>
                    <a:pt x="3863708" y="950683"/>
                  </a:lnTo>
                  <a:lnTo>
                    <a:pt x="3861079" y="950683"/>
                  </a:lnTo>
                  <a:lnTo>
                    <a:pt x="3859949" y="951153"/>
                  </a:lnTo>
                  <a:lnTo>
                    <a:pt x="3858095" y="953008"/>
                  </a:lnTo>
                  <a:lnTo>
                    <a:pt x="3857625" y="954125"/>
                  </a:lnTo>
                  <a:lnTo>
                    <a:pt x="3857625" y="956754"/>
                  </a:lnTo>
                  <a:lnTo>
                    <a:pt x="3858095" y="957884"/>
                  </a:lnTo>
                  <a:lnTo>
                    <a:pt x="3859949" y="959739"/>
                  </a:lnTo>
                  <a:lnTo>
                    <a:pt x="3861079" y="960208"/>
                  </a:lnTo>
                  <a:lnTo>
                    <a:pt x="3863708" y="960208"/>
                  </a:lnTo>
                  <a:lnTo>
                    <a:pt x="3864826" y="959739"/>
                  </a:lnTo>
                  <a:lnTo>
                    <a:pt x="3866692" y="957884"/>
                  </a:lnTo>
                  <a:lnTo>
                    <a:pt x="3867150" y="956754"/>
                  </a:lnTo>
                  <a:lnTo>
                    <a:pt x="3867150" y="954125"/>
                  </a:lnTo>
                  <a:close/>
                </a:path>
                <a:path w="9010650" h="1435735">
                  <a:moveTo>
                    <a:pt x="3867150" y="478790"/>
                  </a:moveTo>
                  <a:lnTo>
                    <a:pt x="3866692" y="477659"/>
                  </a:lnTo>
                  <a:lnTo>
                    <a:pt x="3864826" y="475805"/>
                  </a:lnTo>
                  <a:lnTo>
                    <a:pt x="3863708" y="475335"/>
                  </a:lnTo>
                  <a:lnTo>
                    <a:pt x="3861079" y="475335"/>
                  </a:lnTo>
                  <a:lnTo>
                    <a:pt x="3859949" y="475805"/>
                  </a:lnTo>
                  <a:lnTo>
                    <a:pt x="3858095" y="477659"/>
                  </a:lnTo>
                  <a:lnTo>
                    <a:pt x="3857625" y="478790"/>
                  </a:lnTo>
                  <a:lnTo>
                    <a:pt x="3857625" y="481418"/>
                  </a:lnTo>
                  <a:lnTo>
                    <a:pt x="3858095" y="482536"/>
                  </a:lnTo>
                  <a:lnTo>
                    <a:pt x="3859949" y="484403"/>
                  </a:lnTo>
                  <a:lnTo>
                    <a:pt x="3861079" y="484860"/>
                  </a:lnTo>
                  <a:lnTo>
                    <a:pt x="3863708" y="484860"/>
                  </a:lnTo>
                  <a:lnTo>
                    <a:pt x="3864826" y="484403"/>
                  </a:lnTo>
                  <a:lnTo>
                    <a:pt x="3866692" y="482536"/>
                  </a:lnTo>
                  <a:lnTo>
                    <a:pt x="3867150" y="481418"/>
                  </a:lnTo>
                  <a:lnTo>
                    <a:pt x="3867150" y="478790"/>
                  </a:lnTo>
                  <a:close/>
                </a:path>
                <a:path w="9010650" h="1435735">
                  <a:moveTo>
                    <a:pt x="3867150" y="3441"/>
                  </a:moveTo>
                  <a:lnTo>
                    <a:pt x="3866692" y="2324"/>
                  </a:lnTo>
                  <a:lnTo>
                    <a:pt x="3864826" y="457"/>
                  </a:lnTo>
                  <a:lnTo>
                    <a:pt x="3863708" y="0"/>
                  </a:lnTo>
                  <a:lnTo>
                    <a:pt x="3861079" y="0"/>
                  </a:lnTo>
                  <a:lnTo>
                    <a:pt x="3859949" y="457"/>
                  </a:lnTo>
                  <a:lnTo>
                    <a:pt x="3858095" y="2324"/>
                  </a:lnTo>
                  <a:lnTo>
                    <a:pt x="3857625" y="3441"/>
                  </a:lnTo>
                  <a:lnTo>
                    <a:pt x="3857625" y="6070"/>
                  </a:lnTo>
                  <a:lnTo>
                    <a:pt x="3858095" y="7200"/>
                  </a:lnTo>
                  <a:lnTo>
                    <a:pt x="3859949" y="9055"/>
                  </a:lnTo>
                  <a:lnTo>
                    <a:pt x="3861079" y="9525"/>
                  </a:lnTo>
                  <a:lnTo>
                    <a:pt x="3863708" y="9525"/>
                  </a:lnTo>
                  <a:lnTo>
                    <a:pt x="3864826" y="9055"/>
                  </a:lnTo>
                  <a:lnTo>
                    <a:pt x="3866692" y="7200"/>
                  </a:lnTo>
                  <a:lnTo>
                    <a:pt x="3867150" y="6070"/>
                  </a:lnTo>
                  <a:lnTo>
                    <a:pt x="3867150" y="3441"/>
                  </a:lnTo>
                  <a:close/>
                </a:path>
                <a:path w="9010650" h="1435735">
                  <a:moveTo>
                    <a:pt x="3914775" y="1429473"/>
                  </a:moveTo>
                  <a:lnTo>
                    <a:pt x="3914317" y="1428356"/>
                  </a:lnTo>
                  <a:lnTo>
                    <a:pt x="3912451" y="1426489"/>
                  </a:lnTo>
                  <a:lnTo>
                    <a:pt x="3911333" y="1426019"/>
                  </a:lnTo>
                  <a:lnTo>
                    <a:pt x="3908704" y="1426019"/>
                  </a:lnTo>
                  <a:lnTo>
                    <a:pt x="3907574" y="1426489"/>
                  </a:lnTo>
                  <a:lnTo>
                    <a:pt x="3905720" y="1428356"/>
                  </a:lnTo>
                  <a:lnTo>
                    <a:pt x="3905250" y="1429473"/>
                  </a:lnTo>
                  <a:lnTo>
                    <a:pt x="3905250" y="1432102"/>
                  </a:lnTo>
                  <a:lnTo>
                    <a:pt x="3905720" y="1433220"/>
                  </a:lnTo>
                  <a:lnTo>
                    <a:pt x="3907574" y="1435087"/>
                  </a:lnTo>
                  <a:lnTo>
                    <a:pt x="3908704" y="1435544"/>
                  </a:lnTo>
                  <a:lnTo>
                    <a:pt x="3911333" y="1435544"/>
                  </a:lnTo>
                  <a:lnTo>
                    <a:pt x="3912451" y="1435087"/>
                  </a:lnTo>
                  <a:lnTo>
                    <a:pt x="3914317" y="1433220"/>
                  </a:lnTo>
                  <a:lnTo>
                    <a:pt x="3914775" y="1432102"/>
                  </a:lnTo>
                  <a:lnTo>
                    <a:pt x="3914775" y="1429473"/>
                  </a:lnTo>
                  <a:close/>
                </a:path>
                <a:path w="9010650" h="1435735">
                  <a:moveTo>
                    <a:pt x="3914775" y="954125"/>
                  </a:moveTo>
                  <a:lnTo>
                    <a:pt x="3914317" y="953008"/>
                  </a:lnTo>
                  <a:lnTo>
                    <a:pt x="3912451" y="951153"/>
                  </a:lnTo>
                  <a:lnTo>
                    <a:pt x="3911333" y="950683"/>
                  </a:lnTo>
                  <a:lnTo>
                    <a:pt x="3908704" y="950683"/>
                  </a:lnTo>
                  <a:lnTo>
                    <a:pt x="3907574" y="951153"/>
                  </a:lnTo>
                  <a:lnTo>
                    <a:pt x="3905720" y="953008"/>
                  </a:lnTo>
                  <a:lnTo>
                    <a:pt x="3905250" y="954125"/>
                  </a:lnTo>
                  <a:lnTo>
                    <a:pt x="3905250" y="956754"/>
                  </a:lnTo>
                  <a:lnTo>
                    <a:pt x="3905720" y="957884"/>
                  </a:lnTo>
                  <a:lnTo>
                    <a:pt x="3907574" y="959739"/>
                  </a:lnTo>
                  <a:lnTo>
                    <a:pt x="3908704" y="960208"/>
                  </a:lnTo>
                  <a:lnTo>
                    <a:pt x="3911333" y="960208"/>
                  </a:lnTo>
                  <a:lnTo>
                    <a:pt x="3912451" y="959739"/>
                  </a:lnTo>
                  <a:lnTo>
                    <a:pt x="3914317" y="957884"/>
                  </a:lnTo>
                  <a:lnTo>
                    <a:pt x="3914775" y="956754"/>
                  </a:lnTo>
                  <a:lnTo>
                    <a:pt x="3914775" y="954125"/>
                  </a:lnTo>
                  <a:close/>
                </a:path>
                <a:path w="9010650" h="1435735">
                  <a:moveTo>
                    <a:pt x="3914775" y="478790"/>
                  </a:moveTo>
                  <a:lnTo>
                    <a:pt x="3914317" y="477659"/>
                  </a:lnTo>
                  <a:lnTo>
                    <a:pt x="3912451" y="475805"/>
                  </a:lnTo>
                  <a:lnTo>
                    <a:pt x="3911333" y="475335"/>
                  </a:lnTo>
                  <a:lnTo>
                    <a:pt x="3908704" y="475335"/>
                  </a:lnTo>
                  <a:lnTo>
                    <a:pt x="3907574" y="475805"/>
                  </a:lnTo>
                  <a:lnTo>
                    <a:pt x="3905720" y="477659"/>
                  </a:lnTo>
                  <a:lnTo>
                    <a:pt x="3905250" y="478790"/>
                  </a:lnTo>
                  <a:lnTo>
                    <a:pt x="3905250" y="481418"/>
                  </a:lnTo>
                  <a:lnTo>
                    <a:pt x="3905720" y="482536"/>
                  </a:lnTo>
                  <a:lnTo>
                    <a:pt x="3907574" y="484403"/>
                  </a:lnTo>
                  <a:lnTo>
                    <a:pt x="3908704" y="484860"/>
                  </a:lnTo>
                  <a:lnTo>
                    <a:pt x="3911333" y="484860"/>
                  </a:lnTo>
                  <a:lnTo>
                    <a:pt x="3912451" y="484403"/>
                  </a:lnTo>
                  <a:lnTo>
                    <a:pt x="3914317" y="482536"/>
                  </a:lnTo>
                  <a:lnTo>
                    <a:pt x="3914775" y="481418"/>
                  </a:lnTo>
                  <a:lnTo>
                    <a:pt x="3914775" y="478790"/>
                  </a:lnTo>
                  <a:close/>
                </a:path>
                <a:path w="9010650" h="1435735">
                  <a:moveTo>
                    <a:pt x="3914775" y="3441"/>
                  </a:moveTo>
                  <a:lnTo>
                    <a:pt x="3914317" y="2324"/>
                  </a:lnTo>
                  <a:lnTo>
                    <a:pt x="3912451" y="457"/>
                  </a:lnTo>
                  <a:lnTo>
                    <a:pt x="3911333" y="0"/>
                  </a:lnTo>
                  <a:lnTo>
                    <a:pt x="3908704" y="0"/>
                  </a:lnTo>
                  <a:lnTo>
                    <a:pt x="3907574" y="457"/>
                  </a:lnTo>
                  <a:lnTo>
                    <a:pt x="3905720" y="2324"/>
                  </a:lnTo>
                  <a:lnTo>
                    <a:pt x="3905250" y="3441"/>
                  </a:lnTo>
                  <a:lnTo>
                    <a:pt x="3905250" y="6070"/>
                  </a:lnTo>
                  <a:lnTo>
                    <a:pt x="3905720" y="7200"/>
                  </a:lnTo>
                  <a:lnTo>
                    <a:pt x="3907574" y="9055"/>
                  </a:lnTo>
                  <a:lnTo>
                    <a:pt x="3908704" y="9525"/>
                  </a:lnTo>
                  <a:lnTo>
                    <a:pt x="3911333" y="9525"/>
                  </a:lnTo>
                  <a:lnTo>
                    <a:pt x="3912451" y="9055"/>
                  </a:lnTo>
                  <a:lnTo>
                    <a:pt x="3914317" y="7200"/>
                  </a:lnTo>
                  <a:lnTo>
                    <a:pt x="3914775" y="6070"/>
                  </a:lnTo>
                  <a:lnTo>
                    <a:pt x="3914775" y="3441"/>
                  </a:lnTo>
                  <a:close/>
                </a:path>
                <a:path w="9010650" h="1435735">
                  <a:moveTo>
                    <a:pt x="3962400" y="1429473"/>
                  </a:moveTo>
                  <a:lnTo>
                    <a:pt x="3961942" y="1428356"/>
                  </a:lnTo>
                  <a:lnTo>
                    <a:pt x="3960076" y="1426489"/>
                  </a:lnTo>
                  <a:lnTo>
                    <a:pt x="3958958" y="1426019"/>
                  </a:lnTo>
                  <a:lnTo>
                    <a:pt x="3956329" y="1426019"/>
                  </a:lnTo>
                  <a:lnTo>
                    <a:pt x="3955211" y="1426489"/>
                  </a:lnTo>
                  <a:lnTo>
                    <a:pt x="3953345" y="1428356"/>
                  </a:lnTo>
                  <a:lnTo>
                    <a:pt x="3952875" y="1429473"/>
                  </a:lnTo>
                  <a:lnTo>
                    <a:pt x="3952875" y="1432102"/>
                  </a:lnTo>
                  <a:lnTo>
                    <a:pt x="3953345" y="1433220"/>
                  </a:lnTo>
                  <a:lnTo>
                    <a:pt x="3955211" y="1435087"/>
                  </a:lnTo>
                  <a:lnTo>
                    <a:pt x="3956329" y="1435544"/>
                  </a:lnTo>
                  <a:lnTo>
                    <a:pt x="3958958" y="1435544"/>
                  </a:lnTo>
                  <a:lnTo>
                    <a:pt x="3960076" y="1435087"/>
                  </a:lnTo>
                  <a:lnTo>
                    <a:pt x="3961942" y="1433220"/>
                  </a:lnTo>
                  <a:lnTo>
                    <a:pt x="3962400" y="1432102"/>
                  </a:lnTo>
                  <a:lnTo>
                    <a:pt x="3962400" y="1429473"/>
                  </a:lnTo>
                  <a:close/>
                </a:path>
                <a:path w="9010650" h="1435735">
                  <a:moveTo>
                    <a:pt x="3962400" y="954125"/>
                  </a:moveTo>
                  <a:lnTo>
                    <a:pt x="3961942" y="953008"/>
                  </a:lnTo>
                  <a:lnTo>
                    <a:pt x="3960076" y="951153"/>
                  </a:lnTo>
                  <a:lnTo>
                    <a:pt x="3958958" y="950683"/>
                  </a:lnTo>
                  <a:lnTo>
                    <a:pt x="3956329" y="950683"/>
                  </a:lnTo>
                  <a:lnTo>
                    <a:pt x="3955211" y="951153"/>
                  </a:lnTo>
                  <a:lnTo>
                    <a:pt x="3953345" y="953008"/>
                  </a:lnTo>
                  <a:lnTo>
                    <a:pt x="3952875" y="954125"/>
                  </a:lnTo>
                  <a:lnTo>
                    <a:pt x="3952875" y="956754"/>
                  </a:lnTo>
                  <a:lnTo>
                    <a:pt x="3953345" y="957884"/>
                  </a:lnTo>
                  <a:lnTo>
                    <a:pt x="3955211" y="959739"/>
                  </a:lnTo>
                  <a:lnTo>
                    <a:pt x="3956329" y="960208"/>
                  </a:lnTo>
                  <a:lnTo>
                    <a:pt x="3958958" y="960208"/>
                  </a:lnTo>
                  <a:lnTo>
                    <a:pt x="3960076" y="959739"/>
                  </a:lnTo>
                  <a:lnTo>
                    <a:pt x="3961942" y="957884"/>
                  </a:lnTo>
                  <a:lnTo>
                    <a:pt x="3962400" y="956754"/>
                  </a:lnTo>
                  <a:lnTo>
                    <a:pt x="3962400" y="954125"/>
                  </a:lnTo>
                  <a:close/>
                </a:path>
                <a:path w="9010650" h="1435735">
                  <a:moveTo>
                    <a:pt x="3962400" y="478790"/>
                  </a:moveTo>
                  <a:lnTo>
                    <a:pt x="3961942" y="477659"/>
                  </a:lnTo>
                  <a:lnTo>
                    <a:pt x="3960076" y="475805"/>
                  </a:lnTo>
                  <a:lnTo>
                    <a:pt x="3958958" y="475335"/>
                  </a:lnTo>
                  <a:lnTo>
                    <a:pt x="3956329" y="475335"/>
                  </a:lnTo>
                  <a:lnTo>
                    <a:pt x="3955211" y="475805"/>
                  </a:lnTo>
                  <a:lnTo>
                    <a:pt x="3953345" y="477659"/>
                  </a:lnTo>
                  <a:lnTo>
                    <a:pt x="3952875" y="478790"/>
                  </a:lnTo>
                  <a:lnTo>
                    <a:pt x="3952875" y="481418"/>
                  </a:lnTo>
                  <a:lnTo>
                    <a:pt x="3953345" y="482536"/>
                  </a:lnTo>
                  <a:lnTo>
                    <a:pt x="3955211" y="484403"/>
                  </a:lnTo>
                  <a:lnTo>
                    <a:pt x="3956329" y="484860"/>
                  </a:lnTo>
                  <a:lnTo>
                    <a:pt x="3958958" y="484860"/>
                  </a:lnTo>
                  <a:lnTo>
                    <a:pt x="3960076" y="484403"/>
                  </a:lnTo>
                  <a:lnTo>
                    <a:pt x="3961942" y="482536"/>
                  </a:lnTo>
                  <a:lnTo>
                    <a:pt x="3962400" y="481418"/>
                  </a:lnTo>
                  <a:lnTo>
                    <a:pt x="3962400" y="478790"/>
                  </a:lnTo>
                  <a:close/>
                </a:path>
                <a:path w="9010650" h="1435735">
                  <a:moveTo>
                    <a:pt x="3962400" y="3441"/>
                  </a:moveTo>
                  <a:lnTo>
                    <a:pt x="3961942" y="2324"/>
                  </a:lnTo>
                  <a:lnTo>
                    <a:pt x="3960076" y="457"/>
                  </a:lnTo>
                  <a:lnTo>
                    <a:pt x="3958958" y="0"/>
                  </a:lnTo>
                  <a:lnTo>
                    <a:pt x="3956329" y="0"/>
                  </a:lnTo>
                  <a:lnTo>
                    <a:pt x="3955211" y="457"/>
                  </a:lnTo>
                  <a:lnTo>
                    <a:pt x="3953345" y="2324"/>
                  </a:lnTo>
                  <a:lnTo>
                    <a:pt x="3952875" y="3441"/>
                  </a:lnTo>
                  <a:lnTo>
                    <a:pt x="3952875" y="6070"/>
                  </a:lnTo>
                  <a:lnTo>
                    <a:pt x="3953345" y="7200"/>
                  </a:lnTo>
                  <a:lnTo>
                    <a:pt x="3955211" y="9055"/>
                  </a:lnTo>
                  <a:lnTo>
                    <a:pt x="3956329" y="9525"/>
                  </a:lnTo>
                  <a:lnTo>
                    <a:pt x="3958958" y="9525"/>
                  </a:lnTo>
                  <a:lnTo>
                    <a:pt x="3960076" y="9055"/>
                  </a:lnTo>
                  <a:lnTo>
                    <a:pt x="3961942" y="7200"/>
                  </a:lnTo>
                  <a:lnTo>
                    <a:pt x="3962400" y="6070"/>
                  </a:lnTo>
                  <a:lnTo>
                    <a:pt x="3962400" y="3441"/>
                  </a:lnTo>
                  <a:close/>
                </a:path>
                <a:path w="9010650" h="1435735">
                  <a:moveTo>
                    <a:pt x="4010025" y="1429473"/>
                  </a:moveTo>
                  <a:lnTo>
                    <a:pt x="4009567" y="1428356"/>
                  </a:lnTo>
                  <a:lnTo>
                    <a:pt x="4007701" y="1426489"/>
                  </a:lnTo>
                  <a:lnTo>
                    <a:pt x="4006583" y="1426019"/>
                  </a:lnTo>
                  <a:lnTo>
                    <a:pt x="4003954" y="1426019"/>
                  </a:lnTo>
                  <a:lnTo>
                    <a:pt x="4002836" y="1426489"/>
                  </a:lnTo>
                  <a:lnTo>
                    <a:pt x="4000970" y="1428356"/>
                  </a:lnTo>
                  <a:lnTo>
                    <a:pt x="4000500" y="1429473"/>
                  </a:lnTo>
                  <a:lnTo>
                    <a:pt x="4000500" y="1432102"/>
                  </a:lnTo>
                  <a:lnTo>
                    <a:pt x="4000970" y="1433220"/>
                  </a:lnTo>
                  <a:lnTo>
                    <a:pt x="4002836" y="1435087"/>
                  </a:lnTo>
                  <a:lnTo>
                    <a:pt x="4003954" y="1435544"/>
                  </a:lnTo>
                  <a:lnTo>
                    <a:pt x="4006583" y="1435544"/>
                  </a:lnTo>
                  <a:lnTo>
                    <a:pt x="4007701" y="1435087"/>
                  </a:lnTo>
                  <a:lnTo>
                    <a:pt x="4009567" y="1433220"/>
                  </a:lnTo>
                  <a:lnTo>
                    <a:pt x="4010025" y="1432102"/>
                  </a:lnTo>
                  <a:lnTo>
                    <a:pt x="4010025" y="1429473"/>
                  </a:lnTo>
                  <a:close/>
                </a:path>
                <a:path w="9010650" h="1435735">
                  <a:moveTo>
                    <a:pt x="4010025" y="954125"/>
                  </a:moveTo>
                  <a:lnTo>
                    <a:pt x="4009567" y="953008"/>
                  </a:lnTo>
                  <a:lnTo>
                    <a:pt x="4007701" y="951153"/>
                  </a:lnTo>
                  <a:lnTo>
                    <a:pt x="4006583" y="950683"/>
                  </a:lnTo>
                  <a:lnTo>
                    <a:pt x="4003954" y="950683"/>
                  </a:lnTo>
                  <a:lnTo>
                    <a:pt x="4002836" y="951153"/>
                  </a:lnTo>
                  <a:lnTo>
                    <a:pt x="4000970" y="953008"/>
                  </a:lnTo>
                  <a:lnTo>
                    <a:pt x="4000500" y="954125"/>
                  </a:lnTo>
                  <a:lnTo>
                    <a:pt x="4000500" y="956754"/>
                  </a:lnTo>
                  <a:lnTo>
                    <a:pt x="4000970" y="957884"/>
                  </a:lnTo>
                  <a:lnTo>
                    <a:pt x="4002836" y="959739"/>
                  </a:lnTo>
                  <a:lnTo>
                    <a:pt x="4003954" y="960208"/>
                  </a:lnTo>
                  <a:lnTo>
                    <a:pt x="4006583" y="960208"/>
                  </a:lnTo>
                  <a:lnTo>
                    <a:pt x="4007701" y="959739"/>
                  </a:lnTo>
                  <a:lnTo>
                    <a:pt x="4009567" y="957884"/>
                  </a:lnTo>
                  <a:lnTo>
                    <a:pt x="4010025" y="956754"/>
                  </a:lnTo>
                  <a:lnTo>
                    <a:pt x="4010025" y="954125"/>
                  </a:lnTo>
                  <a:close/>
                </a:path>
                <a:path w="9010650" h="1435735">
                  <a:moveTo>
                    <a:pt x="4010025" y="478790"/>
                  </a:moveTo>
                  <a:lnTo>
                    <a:pt x="4009567" y="477659"/>
                  </a:lnTo>
                  <a:lnTo>
                    <a:pt x="4007701" y="475805"/>
                  </a:lnTo>
                  <a:lnTo>
                    <a:pt x="4006583" y="475335"/>
                  </a:lnTo>
                  <a:lnTo>
                    <a:pt x="4003954" y="475335"/>
                  </a:lnTo>
                  <a:lnTo>
                    <a:pt x="4002836" y="475805"/>
                  </a:lnTo>
                  <a:lnTo>
                    <a:pt x="4000970" y="477659"/>
                  </a:lnTo>
                  <a:lnTo>
                    <a:pt x="4000500" y="478790"/>
                  </a:lnTo>
                  <a:lnTo>
                    <a:pt x="4000500" y="481418"/>
                  </a:lnTo>
                  <a:lnTo>
                    <a:pt x="4000970" y="482536"/>
                  </a:lnTo>
                  <a:lnTo>
                    <a:pt x="4002836" y="484403"/>
                  </a:lnTo>
                  <a:lnTo>
                    <a:pt x="4003954" y="484860"/>
                  </a:lnTo>
                  <a:lnTo>
                    <a:pt x="4006583" y="484860"/>
                  </a:lnTo>
                  <a:lnTo>
                    <a:pt x="4007701" y="484403"/>
                  </a:lnTo>
                  <a:lnTo>
                    <a:pt x="4009567" y="482536"/>
                  </a:lnTo>
                  <a:lnTo>
                    <a:pt x="4010025" y="481418"/>
                  </a:lnTo>
                  <a:lnTo>
                    <a:pt x="4010025" y="478790"/>
                  </a:lnTo>
                  <a:close/>
                </a:path>
                <a:path w="9010650" h="1435735">
                  <a:moveTo>
                    <a:pt x="4010025" y="3441"/>
                  </a:moveTo>
                  <a:lnTo>
                    <a:pt x="4009567" y="2324"/>
                  </a:lnTo>
                  <a:lnTo>
                    <a:pt x="4007701" y="457"/>
                  </a:lnTo>
                  <a:lnTo>
                    <a:pt x="4006583" y="0"/>
                  </a:lnTo>
                  <a:lnTo>
                    <a:pt x="4003954" y="0"/>
                  </a:lnTo>
                  <a:lnTo>
                    <a:pt x="4002836" y="457"/>
                  </a:lnTo>
                  <a:lnTo>
                    <a:pt x="4000970" y="2324"/>
                  </a:lnTo>
                  <a:lnTo>
                    <a:pt x="4000500" y="3441"/>
                  </a:lnTo>
                  <a:lnTo>
                    <a:pt x="4000500" y="6070"/>
                  </a:lnTo>
                  <a:lnTo>
                    <a:pt x="4000970" y="7200"/>
                  </a:lnTo>
                  <a:lnTo>
                    <a:pt x="4002836" y="9055"/>
                  </a:lnTo>
                  <a:lnTo>
                    <a:pt x="4003954" y="9525"/>
                  </a:lnTo>
                  <a:lnTo>
                    <a:pt x="4006583" y="9525"/>
                  </a:lnTo>
                  <a:lnTo>
                    <a:pt x="4007701" y="9055"/>
                  </a:lnTo>
                  <a:lnTo>
                    <a:pt x="4009567" y="7200"/>
                  </a:lnTo>
                  <a:lnTo>
                    <a:pt x="4010025" y="6070"/>
                  </a:lnTo>
                  <a:lnTo>
                    <a:pt x="4010025" y="3441"/>
                  </a:lnTo>
                  <a:close/>
                </a:path>
                <a:path w="9010650" h="1435735">
                  <a:moveTo>
                    <a:pt x="4057650" y="1429473"/>
                  </a:moveTo>
                  <a:lnTo>
                    <a:pt x="4057192" y="1428356"/>
                  </a:lnTo>
                  <a:lnTo>
                    <a:pt x="4055326" y="1426489"/>
                  </a:lnTo>
                  <a:lnTo>
                    <a:pt x="4054208" y="1426019"/>
                  </a:lnTo>
                  <a:lnTo>
                    <a:pt x="4051579" y="1426019"/>
                  </a:lnTo>
                  <a:lnTo>
                    <a:pt x="4050461" y="1426489"/>
                  </a:lnTo>
                  <a:lnTo>
                    <a:pt x="4048595" y="1428356"/>
                  </a:lnTo>
                  <a:lnTo>
                    <a:pt x="4048125" y="1429473"/>
                  </a:lnTo>
                  <a:lnTo>
                    <a:pt x="4048125" y="1432102"/>
                  </a:lnTo>
                  <a:lnTo>
                    <a:pt x="4048595" y="1433220"/>
                  </a:lnTo>
                  <a:lnTo>
                    <a:pt x="4050461" y="1435087"/>
                  </a:lnTo>
                  <a:lnTo>
                    <a:pt x="4051579" y="1435544"/>
                  </a:lnTo>
                  <a:lnTo>
                    <a:pt x="4054208" y="1435544"/>
                  </a:lnTo>
                  <a:lnTo>
                    <a:pt x="4055326" y="1435087"/>
                  </a:lnTo>
                  <a:lnTo>
                    <a:pt x="4057192" y="1433220"/>
                  </a:lnTo>
                  <a:lnTo>
                    <a:pt x="4057650" y="1432102"/>
                  </a:lnTo>
                  <a:lnTo>
                    <a:pt x="4057650" y="1429473"/>
                  </a:lnTo>
                  <a:close/>
                </a:path>
                <a:path w="9010650" h="1435735">
                  <a:moveTo>
                    <a:pt x="4057650" y="954125"/>
                  </a:moveTo>
                  <a:lnTo>
                    <a:pt x="4057192" y="953008"/>
                  </a:lnTo>
                  <a:lnTo>
                    <a:pt x="4055326" y="951153"/>
                  </a:lnTo>
                  <a:lnTo>
                    <a:pt x="4054208" y="950683"/>
                  </a:lnTo>
                  <a:lnTo>
                    <a:pt x="4051579" y="950683"/>
                  </a:lnTo>
                  <a:lnTo>
                    <a:pt x="4050461" y="951153"/>
                  </a:lnTo>
                  <a:lnTo>
                    <a:pt x="4048595" y="953008"/>
                  </a:lnTo>
                  <a:lnTo>
                    <a:pt x="4048125" y="954125"/>
                  </a:lnTo>
                  <a:lnTo>
                    <a:pt x="4048125" y="956754"/>
                  </a:lnTo>
                  <a:lnTo>
                    <a:pt x="4048595" y="957884"/>
                  </a:lnTo>
                  <a:lnTo>
                    <a:pt x="4050461" y="959739"/>
                  </a:lnTo>
                  <a:lnTo>
                    <a:pt x="4051579" y="960208"/>
                  </a:lnTo>
                  <a:lnTo>
                    <a:pt x="4054208" y="960208"/>
                  </a:lnTo>
                  <a:lnTo>
                    <a:pt x="4055326" y="959739"/>
                  </a:lnTo>
                  <a:lnTo>
                    <a:pt x="4057192" y="957884"/>
                  </a:lnTo>
                  <a:lnTo>
                    <a:pt x="4057650" y="956754"/>
                  </a:lnTo>
                  <a:lnTo>
                    <a:pt x="4057650" y="954125"/>
                  </a:lnTo>
                  <a:close/>
                </a:path>
                <a:path w="9010650" h="1435735">
                  <a:moveTo>
                    <a:pt x="4057650" y="478790"/>
                  </a:moveTo>
                  <a:lnTo>
                    <a:pt x="4057192" y="477659"/>
                  </a:lnTo>
                  <a:lnTo>
                    <a:pt x="4055326" y="475805"/>
                  </a:lnTo>
                  <a:lnTo>
                    <a:pt x="4054208" y="475335"/>
                  </a:lnTo>
                  <a:lnTo>
                    <a:pt x="4051579" y="475335"/>
                  </a:lnTo>
                  <a:lnTo>
                    <a:pt x="4050461" y="475805"/>
                  </a:lnTo>
                  <a:lnTo>
                    <a:pt x="4048595" y="477659"/>
                  </a:lnTo>
                  <a:lnTo>
                    <a:pt x="4048125" y="478790"/>
                  </a:lnTo>
                  <a:lnTo>
                    <a:pt x="4048125" y="481418"/>
                  </a:lnTo>
                  <a:lnTo>
                    <a:pt x="4048595" y="482536"/>
                  </a:lnTo>
                  <a:lnTo>
                    <a:pt x="4050461" y="484403"/>
                  </a:lnTo>
                  <a:lnTo>
                    <a:pt x="4051579" y="484860"/>
                  </a:lnTo>
                  <a:lnTo>
                    <a:pt x="4054208" y="484860"/>
                  </a:lnTo>
                  <a:lnTo>
                    <a:pt x="4055326" y="484403"/>
                  </a:lnTo>
                  <a:lnTo>
                    <a:pt x="4057192" y="482536"/>
                  </a:lnTo>
                  <a:lnTo>
                    <a:pt x="4057650" y="481418"/>
                  </a:lnTo>
                  <a:lnTo>
                    <a:pt x="4057650" y="478790"/>
                  </a:lnTo>
                  <a:close/>
                </a:path>
                <a:path w="9010650" h="1435735">
                  <a:moveTo>
                    <a:pt x="4057650" y="3441"/>
                  </a:moveTo>
                  <a:lnTo>
                    <a:pt x="4057192" y="2324"/>
                  </a:lnTo>
                  <a:lnTo>
                    <a:pt x="4055326" y="457"/>
                  </a:lnTo>
                  <a:lnTo>
                    <a:pt x="4054208" y="0"/>
                  </a:lnTo>
                  <a:lnTo>
                    <a:pt x="4051579" y="0"/>
                  </a:lnTo>
                  <a:lnTo>
                    <a:pt x="4050461" y="457"/>
                  </a:lnTo>
                  <a:lnTo>
                    <a:pt x="4048595" y="2324"/>
                  </a:lnTo>
                  <a:lnTo>
                    <a:pt x="4048125" y="3441"/>
                  </a:lnTo>
                  <a:lnTo>
                    <a:pt x="4048125" y="6070"/>
                  </a:lnTo>
                  <a:lnTo>
                    <a:pt x="4048595" y="7200"/>
                  </a:lnTo>
                  <a:lnTo>
                    <a:pt x="4050461" y="9055"/>
                  </a:lnTo>
                  <a:lnTo>
                    <a:pt x="4051579" y="9525"/>
                  </a:lnTo>
                  <a:lnTo>
                    <a:pt x="4054208" y="9525"/>
                  </a:lnTo>
                  <a:lnTo>
                    <a:pt x="4055326" y="9055"/>
                  </a:lnTo>
                  <a:lnTo>
                    <a:pt x="4057192" y="7200"/>
                  </a:lnTo>
                  <a:lnTo>
                    <a:pt x="4057650" y="6070"/>
                  </a:lnTo>
                  <a:lnTo>
                    <a:pt x="4057650" y="3441"/>
                  </a:lnTo>
                  <a:close/>
                </a:path>
                <a:path w="9010650" h="1435735">
                  <a:moveTo>
                    <a:pt x="4105275" y="1429473"/>
                  </a:moveTo>
                  <a:lnTo>
                    <a:pt x="4104817" y="1428356"/>
                  </a:lnTo>
                  <a:lnTo>
                    <a:pt x="4102951" y="1426489"/>
                  </a:lnTo>
                  <a:lnTo>
                    <a:pt x="4101833" y="1426019"/>
                  </a:lnTo>
                  <a:lnTo>
                    <a:pt x="4099204" y="1426019"/>
                  </a:lnTo>
                  <a:lnTo>
                    <a:pt x="4098086" y="1426489"/>
                  </a:lnTo>
                  <a:lnTo>
                    <a:pt x="4096220" y="1428356"/>
                  </a:lnTo>
                  <a:lnTo>
                    <a:pt x="4095750" y="1429473"/>
                  </a:lnTo>
                  <a:lnTo>
                    <a:pt x="4095750" y="1432102"/>
                  </a:lnTo>
                  <a:lnTo>
                    <a:pt x="4096220" y="1433220"/>
                  </a:lnTo>
                  <a:lnTo>
                    <a:pt x="4098086" y="1435087"/>
                  </a:lnTo>
                  <a:lnTo>
                    <a:pt x="4099204" y="1435544"/>
                  </a:lnTo>
                  <a:lnTo>
                    <a:pt x="4101833" y="1435544"/>
                  </a:lnTo>
                  <a:lnTo>
                    <a:pt x="4102951" y="1435087"/>
                  </a:lnTo>
                  <a:lnTo>
                    <a:pt x="4104817" y="1433220"/>
                  </a:lnTo>
                  <a:lnTo>
                    <a:pt x="4105275" y="1432102"/>
                  </a:lnTo>
                  <a:lnTo>
                    <a:pt x="4105275" y="1429473"/>
                  </a:lnTo>
                  <a:close/>
                </a:path>
                <a:path w="9010650" h="1435735">
                  <a:moveTo>
                    <a:pt x="4105275" y="954125"/>
                  </a:moveTo>
                  <a:lnTo>
                    <a:pt x="4104817" y="953008"/>
                  </a:lnTo>
                  <a:lnTo>
                    <a:pt x="4102951" y="951153"/>
                  </a:lnTo>
                  <a:lnTo>
                    <a:pt x="4101833" y="950683"/>
                  </a:lnTo>
                  <a:lnTo>
                    <a:pt x="4099204" y="950683"/>
                  </a:lnTo>
                  <a:lnTo>
                    <a:pt x="4098086" y="951153"/>
                  </a:lnTo>
                  <a:lnTo>
                    <a:pt x="4096220" y="953008"/>
                  </a:lnTo>
                  <a:lnTo>
                    <a:pt x="4095750" y="954125"/>
                  </a:lnTo>
                  <a:lnTo>
                    <a:pt x="4095750" y="956754"/>
                  </a:lnTo>
                  <a:lnTo>
                    <a:pt x="4096220" y="957884"/>
                  </a:lnTo>
                  <a:lnTo>
                    <a:pt x="4098086" y="959739"/>
                  </a:lnTo>
                  <a:lnTo>
                    <a:pt x="4099204" y="960208"/>
                  </a:lnTo>
                  <a:lnTo>
                    <a:pt x="4101833" y="960208"/>
                  </a:lnTo>
                  <a:lnTo>
                    <a:pt x="4102951" y="959739"/>
                  </a:lnTo>
                  <a:lnTo>
                    <a:pt x="4104817" y="957884"/>
                  </a:lnTo>
                  <a:lnTo>
                    <a:pt x="4105275" y="956754"/>
                  </a:lnTo>
                  <a:lnTo>
                    <a:pt x="4105275" y="954125"/>
                  </a:lnTo>
                  <a:close/>
                </a:path>
                <a:path w="9010650" h="1435735">
                  <a:moveTo>
                    <a:pt x="4105275" y="478790"/>
                  </a:moveTo>
                  <a:lnTo>
                    <a:pt x="4104817" y="477659"/>
                  </a:lnTo>
                  <a:lnTo>
                    <a:pt x="4102951" y="475805"/>
                  </a:lnTo>
                  <a:lnTo>
                    <a:pt x="4101833" y="475335"/>
                  </a:lnTo>
                  <a:lnTo>
                    <a:pt x="4099204" y="475335"/>
                  </a:lnTo>
                  <a:lnTo>
                    <a:pt x="4098086" y="475805"/>
                  </a:lnTo>
                  <a:lnTo>
                    <a:pt x="4096220" y="477659"/>
                  </a:lnTo>
                  <a:lnTo>
                    <a:pt x="4095750" y="478790"/>
                  </a:lnTo>
                  <a:lnTo>
                    <a:pt x="4095750" y="481418"/>
                  </a:lnTo>
                  <a:lnTo>
                    <a:pt x="4096220" y="482536"/>
                  </a:lnTo>
                  <a:lnTo>
                    <a:pt x="4098086" y="484403"/>
                  </a:lnTo>
                  <a:lnTo>
                    <a:pt x="4099204" y="484860"/>
                  </a:lnTo>
                  <a:lnTo>
                    <a:pt x="4101833" y="484860"/>
                  </a:lnTo>
                  <a:lnTo>
                    <a:pt x="4102951" y="484403"/>
                  </a:lnTo>
                  <a:lnTo>
                    <a:pt x="4104817" y="482536"/>
                  </a:lnTo>
                  <a:lnTo>
                    <a:pt x="4105275" y="481418"/>
                  </a:lnTo>
                  <a:lnTo>
                    <a:pt x="4105275" y="478790"/>
                  </a:lnTo>
                  <a:close/>
                </a:path>
                <a:path w="9010650" h="1435735">
                  <a:moveTo>
                    <a:pt x="4105275" y="3441"/>
                  </a:moveTo>
                  <a:lnTo>
                    <a:pt x="4104817" y="2324"/>
                  </a:lnTo>
                  <a:lnTo>
                    <a:pt x="4102951" y="457"/>
                  </a:lnTo>
                  <a:lnTo>
                    <a:pt x="4101833" y="0"/>
                  </a:lnTo>
                  <a:lnTo>
                    <a:pt x="4099204" y="0"/>
                  </a:lnTo>
                  <a:lnTo>
                    <a:pt x="4098086" y="457"/>
                  </a:lnTo>
                  <a:lnTo>
                    <a:pt x="4096220" y="2324"/>
                  </a:lnTo>
                  <a:lnTo>
                    <a:pt x="4095750" y="3441"/>
                  </a:lnTo>
                  <a:lnTo>
                    <a:pt x="4095750" y="6070"/>
                  </a:lnTo>
                  <a:lnTo>
                    <a:pt x="4096220" y="7200"/>
                  </a:lnTo>
                  <a:lnTo>
                    <a:pt x="4098086" y="9055"/>
                  </a:lnTo>
                  <a:lnTo>
                    <a:pt x="4099204" y="9525"/>
                  </a:lnTo>
                  <a:lnTo>
                    <a:pt x="4101833" y="9525"/>
                  </a:lnTo>
                  <a:lnTo>
                    <a:pt x="4102951" y="9055"/>
                  </a:lnTo>
                  <a:lnTo>
                    <a:pt x="4104817" y="7200"/>
                  </a:lnTo>
                  <a:lnTo>
                    <a:pt x="4105275" y="6070"/>
                  </a:lnTo>
                  <a:lnTo>
                    <a:pt x="4105275" y="3441"/>
                  </a:lnTo>
                  <a:close/>
                </a:path>
                <a:path w="9010650" h="1435735">
                  <a:moveTo>
                    <a:pt x="4152900" y="1429473"/>
                  </a:moveTo>
                  <a:lnTo>
                    <a:pt x="4152442" y="1428356"/>
                  </a:lnTo>
                  <a:lnTo>
                    <a:pt x="4150576" y="1426489"/>
                  </a:lnTo>
                  <a:lnTo>
                    <a:pt x="4149458" y="1426019"/>
                  </a:lnTo>
                  <a:lnTo>
                    <a:pt x="4146829" y="1426019"/>
                  </a:lnTo>
                  <a:lnTo>
                    <a:pt x="4145711" y="1426489"/>
                  </a:lnTo>
                  <a:lnTo>
                    <a:pt x="4143845" y="1428356"/>
                  </a:lnTo>
                  <a:lnTo>
                    <a:pt x="4143375" y="1429473"/>
                  </a:lnTo>
                  <a:lnTo>
                    <a:pt x="4143375" y="1432102"/>
                  </a:lnTo>
                  <a:lnTo>
                    <a:pt x="4143845" y="1433220"/>
                  </a:lnTo>
                  <a:lnTo>
                    <a:pt x="4145711" y="1435087"/>
                  </a:lnTo>
                  <a:lnTo>
                    <a:pt x="4146829" y="1435544"/>
                  </a:lnTo>
                  <a:lnTo>
                    <a:pt x="4149458" y="1435544"/>
                  </a:lnTo>
                  <a:lnTo>
                    <a:pt x="4150576" y="1435087"/>
                  </a:lnTo>
                  <a:lnTo>
                    <a:pt x="4152442" y="1433220"/>
                  </a:lnTo>
                  <a:lnTo>
                    <a:pt x="4152900" y="1432102"/>
                  </a:lnTo>
                  <a:lnTo>
                    <a:pt x="4152900" y="1429473"/>
                  </a:lnTo>
                  <a:close/>
                </a:path>
                <a:path w="9010650" h="1435735">
                  <a:moveTo>
                    <a:pt x="4152900" y="954125"/>
                  </a:moveTo>
                  <a:lnTo>
                    <a:pt x="4152442" y="953008"/>
                  </a:lnTo>
                  <a:lnTo>
                    <a:pt x="4150576" y="951153"/>
                  </a:lnTo>
                  <a:lnTo>
                    <a:pt x="4149458" y="950683"/>
                  </a:lnTo>
                  <a:lnTo>
                    <a:pt x="4146829" y="950683"/>
                  </a:lnTo>
                  <a:lnTo>
                    <a:pt x="4145711" y="951153"/>
                  </a:lnTo>
                  <a:lnTo>
                    <a:pt x="4143845" y="953008"/>
                  </a:lnTo>
                  <a:lnTo>
                    <a:pt x="4143375" y="954125"/>
                  </a:lnTo>
                  <a:lnTo>
                    <a:pt x="4143375" y="956754"/>
                  </a:lnTo>
                  <a:lnTo>
                    <a:pt x="4143845" y="957884"/>
                  </a:lnTo>
                  <a:lnTo>
                    <a:pt x="4145711" y="959739"/>
                  </a:lnTo>
                  <a:lnTo>
                    <a:pt x="4146829" y="960208"/>
                  </a:lnTo>
                  <a:lnTo>
                    <a:pt x="4149458" y="960208"/>
                  </a:lnTo>
                  <a:lnTo>
                    <a:pt x="4150576" y="959739"/>
                  </a:lnTo>
                  <a:lnTo>
                    <a:pt x="4152442" y="957884"/>
                  </a:lnTo>
                  <a:lnTo>
                    <a:pt x="4152900" y="956754"/>
                  </a:lnTo>
                  <a:lnTo>
                    <a:pt x="4152900" y="954125"/>
                  </a:lnTo>
                  <a:close/>
                </a:path>
                <a:path w="9010650" h="1435735">
                  <a:moveTo>
                    <a:pt x="4152900" y="478790"/>
                  </a:moveTo>
                  <a:lnTo>
                    <a:pt x="4152442" y="477659"/>
                  </a:lnTo>
                  <a:lnTo>
                    <a:pt x="4150576" y="475805"/>
                  </a:lnTo>
                  <a:lnTo>
                    <a:pt x="4149458" y="475335"/>
                  </a:lnTo>
                  <a:lnTo>
                    <a:pt x="4146829" y="475335"/>
                  </a:lnTo>
                  <a:lnTo>
                    <a:pt x="4145711" y="475805"/>
                  </a:lnTo>
                  <a:lnTo>
                    <a:pt x="4143845" y="477659"/>
                  </a:lnTo>
                  <a:lnTo>
                    <a:pt x="4143375" y="478790"/>
                  </a:lnTo>
                  <a:lnTo>
                    <a:pt x="4143375" y="481418"/>
                  </a:lnTo>
                  <a:lnTo>
                    <a:pt x="4143845" y="482536"/>
                  </a:lnTo>
                  <a:lnTo>
                    <a:pt x="4145711" y="484403"/>
                  </a:lnTo>
                  <a:lnTo>
                    <a:pt x="4146829" y="484860"/>
                  </a:lnTo>
                  <a:lnTo>
                    <a:pt x="4149458" y="484860"/>
                  </a:lnTo>
                  <a:lnTo>
                    <a:pt x="4150576" y="484403"/>
                  </a:lnTo>
                  <a:lnTo>
                    <a:pt x="4152442" y="482536"/>
                  </a:lnTo>
                  <a:lnTo>
                    <a:pt x="4152900" y="481418"/>
                  </a:lnTo>
                  <a:lnTo>
                    <a:pt x="4152900" y="478790"/>
                  </a:lnTo>
                  <a:close/>
                </a:path>
                <a:path w="9010650" h="1435735">
                  <a:moveTo>
                    <a:pt x="4152900" y="3441"/>
                  </a:moveTo>
                  <a:lnTo>
                    <a:pt x="4152442" y="2324"/>
                  </a:lnTo>
                  <a:lnTo>
                    <a:pt x="4150576" y="457"/>
                  </a:lnTo>
                  <a:lnTo>
                    <a:pt x="4149458" y="0"/>
                  </a:lnTo>
                  <a:lnTo>
                    <a:pt x="4146829" y="0"/>
                  </a:lnTo>
                  <a:lnTo>
                    <a:pt x="4145711" y="457"/>
                  </a:lnTo>
                  <a:lnTo>
                    <a:pt x="4143845" y="2324"/>
                  </a:lnTo>
                  <a:lnTo>
                    <a:pt x="4143375" y="3441"/>
                  </a:lnTo>
                  <a:lnTo>
                    <a:pt x="4143375" y="6070"/>
                  </a:lnTo>
                  <a:lnTo>
                    <a:pt x="4143845" y="7200"/>
                  </a:lnTo>
                  <a:lnTo>
                    <a:pt x="4145711" y="9055"/>
                  </a:lnTo>
                  <a:lnTo>
                    <a:pt x="4146829" y="9525"/>
                  </a:lnTo>
                  <a:lnTo>
                    <a:pt x="4149458" y="9525"/>
                  </a:lnTo>
                  <a:lnTo>
                    <a:pt x="4150576" y="9055"/>
                  </a:lnTo>
                  <a:lnTo>
                    <a:pt x="4152442" y="7200"/>
                  </a:lnTo>
                  <a:lnTo>
                    <a:pt x="4152900" y="6070"/>
                  </a:lnTo>
                  <a:lnTo>
                    <a:pt x="4152900" y="3441"/>
                  </a:lnTo>
                  <a:close/>
                </a:path>
                <a:path w="9010650" h="1435735">
                  <a:moveTo>
                    <a:pt x="4200525" y="1429473"/>
                  </a:moveTo>
                  <a:lnTo>
                    <a:pt x="4200067" y="1428356"/>
                  </a:lnTo>
                  <a:lnTo>
                    <a:pt x="4198201" y="1426489"/>
                  </a:lnTo>
                  <a:lnTo>
                    <a:pt x="4197083" y="1426019"/>
                  </a:lnTo>
                  <a:lnTo>
                    <a:pt x="4194454" y="1426019"/>
                  </a:lnTo>
                  <a:lnTo>
                    <a:pt x="4193336" y="1426489"/>
                  </a:lnTo>
                  <a:lnTo>
                    <a:pt x="4191470" y="1428356"/>
                  </a:lnTo>
                  <a:lnTo>
                    <a:pt x="4191000" y="1429473"/>
                  </a:lnTo>
                  <a:lnTo>
                    <a:pt x="4191000" y="1432102"/>
                  </a:lnTo>
                  <a:lnTo>
                    <a:pt x="4191470" y="1433220"/>
                  </a:lnTo>
                  <a:lnTo>
                    <a:pt x="4193336" y="1435087"/>
                  </a:lnTo>
                  <a:lnTo>
                    <a:pt x="4194454" y="1435544"/>
                  </a:lnTo>
                  <a:lnTo>
                    <a:pt x="4197083" y="1435544"/>
                  </a:lnTo>
                  <a:lnTo>
                    <a:pt x="4198201" y="1435087"/>
                  </a:lnTo>
                  <a:lnTo>
                    <a:pt x="4200067" y="1433220"/>
                  </a:lnTo>
                  <a:lnTo>
                    <a:pt x="4200525" y="1432102"/>
                  </a:lnTo>
                  <a:lnTo>
                    <a:pt x="4200525" y="1429473"/>
                  </a:lnTo>
                  <a:close/>
                </a:path>
                <a:path w="9010650" h="1435735">
                  <a:moveTo>
                    <a:pt x="4200525" y="954125"/>
                  </a:moveTo>
                  <a:lnTo>
                    <a:pt x="4200067" y="953008"/>
                  </a:lnTo>
                  <a:lnTo>
                    <a:pt x="4198201" y="951153"/>
                  </a:lnTo>
                  <a:lnTo>
                    <a:pt x="4197083" y="950683"/>
                  </a:lnTo>
                  <a:lnTo>
                    <a:pt x="4194454" y="950683"/>
                  </a:lnTo>
                  <a:lnTo>
                    <a:pt x="4193336" y="951153"/>
                  </a:lnTo>
                  <a:lnTo>
                    <a:pt x="4191470" y="953008"/>
                  </a:lnTo>
                  <a:lnTo>
                    <a:pt x="4191000" y="954125"/>
                  </a:lnTo>
                  <a:lnTo>
                    <a:pt x="4191000" y="956754"/>
                  </a:lnTo>
                  <a:lnTo>
                    <a:pt x="4191470" y="957884"/>
                  </a:lnTo>
                  <a:lnTo>
                    <a:pt x="4193336" y="959739"/>
                  </a:lnTo>
                  <a:lnTo>
                    <a:pt x="4194454" y="960208"/>
                  </a:lnTo>
                  <a:lnTo>
                    <a:pt x="4197083" y="960208"/>
                  </a:lnTo>
                  <a:lnTo>
                    <a:pt x="4198201" y="959739"/>
                  </a:lnTo>
                  <a:lnTo>
                    <a:pt x="4200067" y="957884"/>
                  </a:lnTo>
                  <a:lnTo>
                    <a:pt x="4200525" y="956754"/>
                  </a:lnTo>
                  <a:lnTo>
                    <a:pt x="4200525" y="954125"/>
                  </a:lnTo>
                  <a:close/>
                </a:path>
                <a:path w="9010650" h="1435735">
                  <a:moveTo>
                    <a:pt x="4200525" y="478790"/>
                  </a:moveTo>
                  <a:lnTo>
                    <a:pt x="4200067" y="477659"/>
                  </a:lnTo>
                  <a:lnTo>
                    <a:pt x="4198201" y="475805"/>
                  </a:lnTo>
                  <a:lnTo>
                    <a:pt x="4197083" y="475335"/>
                  </a:lnTo>
                  <a:lnTo>
                    <a:pt x="4194454" y="475335"/>
                  </a:lnTo>
                  <a:lnTo>
                    <a:pt x="4193336" y="475805"/>
                  </a:lnTo>
                  <a:lnTo>
                    <a:pt x="4191470" y="477659"/>
                  </a:lnTo>
                  <a:lnTo>
                    <a:pt x="4191000" y="478790"/>
                  </a:lnTo>
                  <a:lnTo>
                    <a:pt x="4191000" y="481418"/>
                  </a:lnTo>
                  <a:lnTo>
                    <a:pt x="4191470" y="482536"/>
                  </a:lnTo>
                  <a:lnTo>
                    <a:pt x="4193336" y="484403"/>
                  </a:lnTo>
                  <a:lnTo>
                    <a:pt x="4194454" y="484860"/>
                  </a:lnTo>
                  <a:lnTo>
                    <a:pt x="4197083" y="484860"/>
                  </a:lnTo>
                  <a:lnTo>
                    <a:pt x="4198201" y="484403"/>
                  </a:lnTo>
                  <a:lnTo>
                    <a:pt x="4200067" y="482536"/>
                  </a:lnTo>
                  <a:lnTo>
                    <a:pt x="4200525" y="481418"/>
                  </a:lnTo>
                  <a:lnTo>
                    <a:pt x="4200525" y="478790"/>
                  </a:lnTo>
                  <a:close/>
                </a:path>
                <a:path w="9010650" h="1435735">
                  <a:moveTo>
                    <a:pt x="4200525" y="3441"/>
                  </a:moveTo>
                  <a:lnTo>
                    <a:pt x="4200067" y="2324"/>
                  </a:lnTo>
                  <a:lnTo>
                    <a:pt x="4198201" y="457"/>
                  </a:lnTo>
                  <a:lnTo>
                    <a:pt x="4197083" y="0"/>
                  </a:lnTo>
                  <a:lnTo>
                    <a:pt x="4194454" y="0"/>
                  </a:lnTo>
                  <a:lnTo>
                    <a:pt x="4193336" y="457"/>
                  </a:lnTo>
                  <a:lnTo>
                    <a:pt x="4191470" y="2324"/>
                  </a:lnTo>
                  <a:lnTo>
                    <a:pt x="4191000" y="3441"/>
                  </a:lnTo>
                  <a:lnTo>
                    <a:pt x="4191000" y="6070"/>
                  </a:lnTo>
                  <a:lnTo>
                    <a:pt x="4191470" y="7200"/>
                  </a:lnTo>
                  <a:lnTo>
                    <a:pt x="4193336" y="9055"/>
                  </a:lnTo>
                  <a:lnTo>
                    <a:pt x="4194454" y="9525"/>
                  </a:lnTo>
                  <a:lnTo>
                    <a:pt x="4197083" y="9525"/>
                  </a:lnTo>
                  <a:lnTo>
                    <a:pt x="4198201" y="9055"/>
                  </a:lnTo>
                  <a:lnTo>
                    <a:pt x="4200067" y="7200"/>
                  </a:lnTo>
                  <a:lnTo>
                    <a:pt x="4200525" y="6070"/>
                  </a:lnTo>
                  <a:lnTo>
                    <a:pt x="4200525" y="3441"/>
                  </a:lnTo>
                  <a:close/>
                </a:path>
                <a:path w="9010650" h="1435735">
                  <a:moveTo>
                    <a:pt x="4248150" y="1429473"/>
                  </a:moveTo>
                  <a:lnTo>
                    <a:pt x="4247693" y="1428356"/>
                  </a:lnTo>
                  <a:lnTo>
                    <a:pt x="4245826" y="1426489"/>
                  </a:lnTo>
                  <a:lnTo>
                    <a:pt x="4244708" y="1426019"/>
                  </a:lnTo>
                  <a:lnTo>
                    <a:pt x="4242079" y="1426019"/>
                  </a:lnTo>
                  <a:lnTo>
                    <a:pt x="4240962" y="1426489"/>
                  </a:lnTo>
                  <a:lnTo>
                    <a:pt x="4239095" y="1428356"/>
                  </a:lnTo>
                  <a:lnTo>
                    <a:pt x="4238625" y="1429473"/>
                  </a:lnTo>
                  <a:lnTo>
                    <a:pt x="4238625" y="1432102"/>
                  </a:lnTo>
                  <a:lnTo>
                    <a:pt x="4239095" y="1433220"/>
                  </a:lnTo>
                  <a:lnTo>
                    <a:pt x="4240962" y="1435087"/>
                  </a:lnTo>
                  <a:lnTo>
                    <a:pt x="4242079" y="1435544"/>
                  </a:lnTo>
                  <a:lnTo>
                    <a:pt x="4244708" y="1435544"/>
                  </a:lnTo>
                  <a:lnTo>
                    <a:pt x="4245826" y="1435087"/>
                  </a:lnTo>
                  <a:lnTo>
                    <a:pt x="4247693" y="1433220"/>
                  </a:lnTo>
                  <a:lnTo>
                    <a:pt x="4248150" y="1432102"/>
                  </a:lnTo>
                  <a:lnTo>
                    <a:pt x="4248150" y="1429473"/>
                  </a:lnTo>
                  <a:close/>
                </a:path>
                <a:path w="9010650" h="1435735">
                  <a:moveTo>
                    <a:pt x="4248150" y="954125"/>
                  </a:moveTo>
                  <a:lnTo>
                    <a:pt x="4247693" y="953008"/>
                  </a:lnTo>
                  <a:lnTo>
                    <a:pt x="4245826" y="951153"/>
                  </a:lnTo>
                  <a:lnTo>
                    <a:pt x="4244708" y="950683"/>
                  </a:lnTo>
                  <a:lnTo>
                    <a:pt x="4242079" y="950683"/>
                  </a:lnTo>
                  <a:lnTo>
                    <a:pt x="4240962" y="951153"/>
                  </a:lnTo>
                  <a:lnTo>
                    <a:pt x="4239095" y="953008"/>
                  </a:lnTo>
                  <a:lnTo>
                    <a:pt x="4238625" y="954125"/>
                  </a:lnTo>
                  <a:lnTo>
                    <a:pt x="4238625" y="956754"/>
                  </a:lnTo>
                  <a:lnTo>
                    <a:pt x="4239095" y="957884"/>
                  </a:lnTo>
                  <a:lnTo>
                    <a:pt x="4240962" y="959739"/>
                  </a:lnTo>
                  <a:lnTo>
                    <a:pt x="4242079" y="960208"/>
                  </a:lnTo>
                  <a:lnTo>
                    <a:pt x="4244708" y="960208"/>
                  </a:lnTo>
                  <a:lnTo>
                    <a:pt x="4245826" y="959739"/>
                  </a:lnTo>
                  <a:lnTo>
                    <a:pt x="4247693" y="957884"/>
                  </a:lnTo>
                  <a:lnTo>
                    <a:pt x="4248150" y="956754"/>
                  </a:lnTo>
                  <a:lnTo>
                    <a:pt x="4248150" y="954125"/>
                  </a:lnTo>
                  <a:close/>
                </a:path>
                <a:path w="9010650" h="1435735">
                  <a:moveTo>
                    <a:pt x="4248150" y="478790"/>
                  </a:moveTo>
                  <a:lnTo>
                    <a:pt x="4247693" y="477659"/>
                  </a:lnTo>
                  <a:lnTo>
                    <a:pt x="4245826" y="475805"/>
                  </a:lnTo>
                  <a:lnTo>
                    <a:pt x="4244708" y="475335"/>
                  </a:lnTo>
                  <a:lnTo>
                    <a:pt x="4242079" y="475335"/>
                  </a:lnTo>
                  <a:lnTo>
                    <a:pt x="4240962" y="475805"/>
                  </a:lnTo>
                  <a:lnTo>
                    <a:pt x="4239095" y="477659"/>
                  </a:lnTo>
                  <a:lnTo>
                    <a:pt x="4238625" y="478790"/>
                  </a:lnTo>
                  <a:lnTo>
                    <a:pt x="4238625" y="481418"/>
                  </a:lnTo>
                  <a:lnTo>
                    <a:pt x="4239095" y="482536"/>
                  </a:lnTo>
                  <a:lnTo>
                    <a:pt x="4240962" y="484403"/>
                  </a:lnTo>
                  <a:lnTo>
                    <a:pt x="4242079" y="484860"/>
                  </a:lnTo>
                  <a:lnTo>
                    <a:pt x="4244708" y="484860"/>
                  </a:lnTo>
                  <a:lnTo>
                    <a:pt x="4245826" y="484403"/>
                  </a:lnTo>
                  <a:lnTo>
                    <a:pt x="4247693" y="482536"/>
                  </a:lnTo>
                  <a:lnTo>
                    <a:pt x="4248150" y="481418"/>
                  </a:lnTo>
                  <a:lnTo>
                    <a:pt x="4248150" y="478790"/>
                  </a:lnTo>
                  <a:close/>
                </a:path>
                <a:path w="9010650" h="1435735">
                  <a:moveTo>
                    <a:pt x="4248150" y="3441"/>
                  </a:moveTo>
                  <a:lnTo>
                    <a:pt x="4247693" y="2324"/>
                  </a:lnTo>
                  <a:lnTo>
                    <a:pt x="4245826" y="457"/>
                  </a:lnTo>
                  <a:lnTo>
                    <a:pt x="4244708" y="0"/>
                  </a:lnTo>
                  <a:lnTo>
                    <a:pt x="4242079" y="0"/>
                  </a:lnTo>
                  <a:lnTo>
                    <a:pt x="4240962" y="457"/>
                  </a:lnTo>
                  <a:lnTo>
                    <a:pt x="4239095" y="2324"/>
                  </a:lnTo>
                  <a:lnTo>
                    <a:pt x="4238625" y="3441"/>
                  </a:lnTo>
                  <a:lnTo>
                    <a:pt x="4238625" y="6070"/>
                  </a:lnTo>
                  <a:lnTo>
                    <a:pt x="4239095" y="7200"/>
                  </a:lnTo>
                  <a:lnTo>
                    <a:pt x="4240962" y="9055"/>
                  </a:lnTo>
                  <a:lnTo>
                    <a:pt x="4242079" y="9525"/>
                  </a:lnTo>
                  <a:lnTo>
                    <a:pt x="4244708" y="9525"/>
                  </a:lnTo>
                  <a:lnTo>
                    <a:pt x="4245826" y="9055"/>
                  </a:lnTo>
                  <a:lnTo>
                    <a:pt x="4247693" y="7200"/>
                  </a:lnTo>
                  <a:lnTo>
                    <a:pt x="4248150" y="6070"/>
                  </a:lnTo>
                  <a:lnTo>
                    <a:pt x="4248150" y="3441"/>
                  </a:lnTo>
                  <a:close/>
                </a:path>
                <a:path w="9010650" h="1435735">
                  <a:moveTo>
                    <a:pt x="4295775" y="1429473"/>
                  </a:moveTo>
                  <a:lnTo>
                    <a:pt x="4295318" y="1428356"/>
                  </a:lnTo>
                  <a:lnTo>
                    <a:pt x="4293451" y="1426489"/>
                  </a:lnTo>
                  <a:lnTo>
                    <a:pt x="4292333" y="1426019"/>
                  </a:lnTo>
                  <a:lnTo>
                    <a:pt x="4289704" y="1426019"/>
                  </a:lnTo>
                  <a:lnTo>
                    <a:pt x="4288587" y="1426489"/>
                  </a:lnTo>
                  <a:lnTo>
                    <a:pt x="4286720" y="1428356"/>
                  </a:lnTo>
                  <a:lnTo>
                    <a:pt x="4286250" y="1429473"/>
                  </a:lnTo>
                  <a:lnTo>
                    <a:pt x="4286250" y="1432102"/>
                  </a:lnTo>
                  <a:lnTo>
                    <a:pt x="4286720" y="1433220"/>
                  </a:lnTo>
                  <a:lnTo>
                    <a:pt x="4288587" y="1435087"/>
                  </a:lnTo>
                  <a:lnTo>
                    <a:pt x="4289704" y="1435544"/>
                  </a:lnTo>
                  <a:lnTo>
                    <a:pt x="4292333" y="1435544"/>
                  </a:lnTo>
                  <a:lnTo>
                    <a:pt x="4293451" y="1435087"/>
                  </a:lnTo>
                  <a:lnTo>
                    <a:pt x="4295318" y="1433220"/>
                  </a:lnTo>
                  <a:lnTo>
                    <a:pt x="4295775" y="1432102"/>
                  </a:lnTo>
                  <a:lnTo>
                    <a:pt x="4295775" y="1429473"/>
                  </a:lnTo>
                  <a:close/>
                </a:path>
                <a:path w="9010650" h="1435735">
                  <a:moveTo>
                    <a:pt x="4295775" y="954125"/>
                  </a:moveTo>
                  <a:lnTo>
                    <a:pt x="4295318" y="953008"/>
                  </a:lnTo>
                  <a:lnTo>
                    <a:pt x="4293451" y="951153"/>
                  </a:lnTo>
                  <a:lnTo>
                    <a:pt x="4292333" y="950683"/>
                  </a:lnTo>
                  <a:lnTo>
                    <a:pt x="4289704" y="950683"/>
                  </a:lnTo>
                  <a:lnTo>
                    <a:pt x="4288587" y="951153"/>
                  </a:lnTo>
                  <a:lnTo>
                    <a:pt x="4286720" y="953008"/>
                  </a:lnTo>
                  <a:lnTo>
                    <a:pt x="4286250" y="954125"/>
                  </a:lnTo>
                  <a:lnTo>
                    <a:pt x="4286250" y="956754"/>
                  </a:lnTo>
                  <a:lnTo>
                    <a:pt x="4286720" y="957884"/>
                  </a:lnTo>
                  <a:lnTo>
                    <a:pt x="4288587" y="959739"/>
                  </a:lnTo>
                  <a:lnTo>
                    <a:pt x="4289704" y="960208"/>
                  </a:lnTo>
                  <a:lnTo>
                    <a:pt x="4292333" y="960208"/>
                  </a:lnTo>
                  <a:lnTo>
                    <a:pt x="4293451" y="959739"/>
                  </a:lnTo>
                  <a:lnTo>
                    <a:pt x="4295318" y="957884"/>
                  </a:lnTo>
                  <a:lnTo>
                    <a:pt x="4295775" y="956754"/>
                  </a:lnTo>
                  <a:lnTo>
                    <a:pt x="4295775" y="954125"/>
                  </a:lnTo>
                  <a:close/>
                </a:path>
                <a:path w="9010650" h="1435735">
                  <a:moveTo>
                    <a:pt x="4295775" y="478790"/>
                  </a:moveTo>
                  <a:lnTo>
                    <a:pt x="4295318" y="477659"/>
                  </a:lnTo>
                  <a:lnTo>
                    <a:pt x="4293451" y="475805"/>
                  </a:lnTo>
                  <a:lnTo>
                    <a:pt x="4292333" y="475335"/>
                  </a:lnTo>
                  <a:lnTo>
                    <a:pt x="4289704" y="475335"/>
                  </a:lnTo>
                  <a:lnTo>
                    <a:pt x="4288587" y="475805"/>
                  </a:lnTo>
                  <a:lnTo>
                    <a:pt x="4286720" y="477659"/>
                  </a:lnTo>
                  <a:lnTo>
                    <a:pt x="4286250" y="478790"/>
                  </a:lnTo>
                  <a:lnTo>
                    <a:pt x="4286250" y="481418"/>
                  </a:lnTo>
                  <a:lnTo>
                    <a:pt x="4286720" y="482536"/>
                  </a:lnTo>
                  <a:lnTo>
                    <a:pt x="4288587" y="484403"/>
                  </a:lnTo>
                  <a:lnTo>
                    <a:pt x="4289704" y="484860"/>
                  </a:lnTo>
                  <a:lnTo>
                    <a:pt x="4292333" y="484860"/>
                  </a:lnTo>
                  <a:lnTo>
                    <a:pt x="4293451" y="484403"/>
                  </a:lnTo>
                  <a:lnTo>
                    <a:pt x="4295318" y="482536"/>
                  </a:lnTo>
                  <a:lnTo>
                    <a:pt x="4295775" y="481418"/>
                  </a:lnTo>
                  <a:lnTo>
                    <a:pt x="4295775" y="478790"/>
                  </a:lnTo>
                  <a:close/>
                </a:path>
                <a:path w="9010650" h="1435735">
                  <a:moveTo>
                    <a:pt x="4295775" y="3441"/>
                  </a:moveTo>
                  <a:lnTo>
                    <a:pt x="4295318" y="2324"/>
                  </a:lnTo>
                  <a:lnTo>
                    <a:pt x="4293451" y="457"/>
                  </a:lnTo>
                  <a:lnTo>
                    <a:pt x="4292333" y="0"/>
                  </a:lnTo>
                  <a:lnTo>
                    <a:pt x="4289704" y="0"/>
                  </a:lnTo>
                  <a:lnTo>
                    <a:pt x="4288587" y="457"/>
                  </a:lnTo>
                  <a:lnTo>
                    <a:pt x="4286720" y="2324"/>
                  </a:lnTo>
                  <a:lnTo>
                    <a:pt x="4286250" y="3441"/>
                  </a:lnTo>
                  <a:lnTo>
                    <a:pt x="4286250" y="6070"/>
                  </a:lnTo>
                  <a:lnTo>
                    <a:pt x="4286720" y="7200"/>
                  </a:lnTo>
                  <a:lnTo>
                    <a:pt x="4288587" y="9055"/>
                  </a:lnTo>
                  <a:lnTo>
                    <a:pt x="4289704" y="9525"/>
                  </a:lnTo>
                  <a:lnTo>
                    <a:pt x="4292333" y="9525"/>
                  </a:lnTo>
                  <a:lnTo>
                    <a:pt x="4293451" y="9055"/>
                  </a:lnTo>
                  <a:lnTo>
                    <a:pt x="4295318" y="7200"/>
                  </a:lnTo>
                  <a:lnTo>
                    <a:pt x="4295775" y="6070"/>
                  </a:lnTo>
                  <a:lnTo>
                    <a:pt x="4295775" y="3441"/>
                  </a:lnTo>
                  <a:close/>
                </a:path>
                <a:path w="9010650" h="1435735">
                  <a:moveTo>
                    <a:pt x="4343400" y="1429473"/>
                  </a:moveTo>
                  <a:lnTo>
                    <a:pt x="4342943" y="1428356"/>
                  </a:lnTo>
                  <a:lnTo>
                    <a:pt x="4341076" y="1426489"/>
                  </a:lnTo>
                  <a:lnTo>
                    <a:pt x="4339958" y="1426019"/>
                  </a:lnTo>
                  <a:lnTo>
                    <a:pt x="4337329" y="1426019"/>
                  </a:lnTo>
                  <a:lnTo>
                    <a:pt x="4336199" y="1426489"/>
                  </a:lnTo>
                  <a:lnTo>
                    <a:pt x="4334345" y="1428356"/>
                  </a:lnTo>
                  <a:lnTo>
                    <a:pt x="4333875" y="1429473"/>
                  </a:lnTo>
                  <a:lnTo>
                    <a:pt x="4333875" y="1432102"/>
                  </a:lnTo>
                  <a:lnTo>
                    <a:pt x="4334345" y="1433220"/>
                  </a:lnTo>
                  <a:lnTo>
                    <a:pt x="4336199" y="1435087"/>
                  </a:lnTo>
                  <a:lnTo>
                    <a:pt x="4337329" y="1435544"/>
                  </a:lnTo>
                  <a:lnTo>
                    <a:pt x="4339958" y="1435544"/>
                  </a:lnTo>
                  <a:lnTo>
                    <a:pt x="4341076" y="1435087"/>
                  </a:lnTo>
                  <a:lnTo>
                    <a:pt x="4342943" y="1433220"/>
                  </a:lnTo>
                  <a:lnTo>
                    <a:pt x="4343400" y="1432102"/>
                  </a:lnTo>
                  <a:lnTo>
                    <a:pt x="4343400" y="1429473"/>
                  </a:lnTo>
                  <a:close/>
                </a:path>
                <a:path w="9010650" h="1435735">
                  <a:moveTo>
                    <a:pt x="4343400" y="954125"/>
                  </a:moveTo>
                  <a:lnTo>
                    <a:pt x="4342943" y="953008"/>
                  </a:lnTo>
                  <a:lnTo>
                    <a:pt x="4341076" y="951153"/>
                  </a:lnTo>
                  <a:lnTo>
                    <a:pt x="4339958" y="950683"/>
                  </a:lnTo>
                  <a:lnTo>
                    <a:pt x="4337329" y="950683"/>
                  </a:lnTo>
                  <a:lnTo>
                    <a:pt x="4336199" y="951153"/>
                  </a:lnTo>
                  <a:lnTo>
                    <a:pt x="4334345" y="953008"/>
                  </a:lnTo>
                  <a:lnTo>
                    <a:pt x="4333875" y="954125"/>
                  </a:lnTo>
                  <a:lnTo>
                    <a:pt x="4333875" y="956754"/>
                  </a:lnTo>
                  <a:lnTo>
                    <a:pt x="4334345" y="957884"/>
                  </a:lnTo>
                  <a:lnTo>
                    <a:pt x="4336199" y="959739"/>
                  </a:lnTo>
                  <a:lnTo>
                    <a:pt x="4337329" y="960208"/>
                  </a:lnTo>
                  <a:lnTo>
                    <a:pt x="4339958" y="960208"/>
                  </a:lnTo>
                  <a:lnTo>
                    <a:pt x="4341076" y="959739"/>
                  </a:lnTo>
                  <a:lnTo>
                    <a:pt x="4342943" y="957884"/>
                  </a:lnTo>
                  <a:lnTo>
                    <a:pt x="4343400" y="956754"/>
                  </a:lnTo>
                  <a:lnTo>
                    <a:pt x="4343400" y="954125"/>
                  </a:lnTo>
                  <a:close/>
                </a:path>
                <a:path w="9010650" h="1435735">
                  <a:moveTo>
                    <a:pt x="4343400" y="478790"/>
                  </a:moveTo>
                  <a:lnTo>
                    <a:pt x="4342943" y="477659"/>
                  </a:lnTo>
                  <a:lnTo>
                    <a:pt x="4341076" y="475805"/>
                  </a:lnTo>
                  <a:lnTo>
                    <a:pt x="4339958" y="475335"/>
                  </a:lnTo>
                  <a:lnTo>
                    <a:pt x="4337329" y="475335"/>
                  </a:lnTo>
                  <a:lnTo>
                    <a:pt x="4336199" y="475805"/>
                  </a:lnTo>
                  <a:lnTo>
                    <a:pt x="4334345" y="477659"/>
                  </a:lnTo>
                  <a:lnTo>
                    <a:pt x="4333875" y="478790"/>
                  </a:lnTo>
                  <a:lnTo>
                    <a:pt x="4333875" y="481418"/>
                  </a:lnTo>
                  <a:lnTo>
                    <a:pt x="4334345" y="482536"/>
                  </a:lnTo>
                  <a:lnTo>
                    <a:pt x="4336199" y="484403"/>
                  </a:lnTo>
                  <a:lnTo>
                    <a:pt x="4337329" y="484860"/>
                  </a:lnTo>
                  <a:lnTo>
                    <a:pt x="4339958" y="484860"/>
                  </a:lnTo>
                  <a:lnTo>
                    <a:pt x="4341076" y="484403"/>
                  </a:lnTo>
                  <a:lnTo>
                    <a:pt x="4342943" y="482536"/>
                  </a:lnTo>
                  <a:lnTo>
                    <a:pt x="4343400" y="481418"/>
                  </a:lnTo>
                  <a:lnTo>
                    <a:pt x="4343400" y="478790"/>
                  </a:lnTo>
                  <a:close/>
                </a:path>
                <a:path w="9010650" h="1435735">
                  <a:moveTo>
                    <a:pt x="4343400" y="3441"/>
                  </a:moveTo>
                  <a:lnTo>
                    <a:pt x="4342943" y="2324"/>
                  </a:lnTo>
                  <a:lnTo>
                    <a:pt x="4341076" y="457"/>
                  </a:lnTo>
                  <a:lnTo>
                    <a:pt x="4339958" y="0"/>
                  </a:lnTo>
                  <a:lnTo>
                    <a:pt x="4337329" y="0"/>
                  </a:lnTo>
                  <a:lnTo>
                    <a:pt x="4336199" y="457"/>
                  </a:lnTo>
                  <a:lnTo>
                    <a:pt x="4334345" y="2324"/>
                  </a:lnTo>
                  <a:lnTo>
                    <a:pt x="4333875" y="3441"/>
                  </a:lnTo>
                  <a:lnTo>
                    <a:pt x="4333875" y="6070"/>
                  </a:lnTo>
                  <a:lnTo>
                    <a:pt x="4334345" y="7200"/>
                  </a:lnTo>
                  <a:lnTo>
                    <a:pt x="4336199" y="9055"/>
                  </a:lnTo>
                  <a:lnTo>
                    <a:pt x="4337329" y="9525"/>
                  </a:lnTo>
                  <a:lnTo>
                    <a:pt x="4339958" y="9525"/>
                  </a:lnTo>
                  <a:lnTo>
                    <a:pt x="4341076" y="9055"/>
                  </a:lnTo>
                  <a:lnTo>
                    <a:pt x="4342943" y="7200"/>
                  </a:lnTo>
                  <a:lnTo>
                    <a:pt x="4343400" y="6070"/>
                  </a:lnTo>
                  <a:lnTo>
                    <a:pt x="4343400" y="3441"/>
                  </a:lnTo>
                  <a:close/>
                </a:path>
                <a:path w="9010650" h="1435735">
                  <a:moveTo>
                    <a:pt x="4391025" y="1429473"/>
                  </a:moveTo>
                  <a:lnTo>
                    <a:pt x="4390568" y="1428356"/>
                  </a:lnTo>
                  <a:lnTo>
                    <a:pt x="4388701" y="1426489"/>
                  </a:lnTo>
                  <a:lnTo>
                    <a:pt x="4387583" y="1426019"/>
                  </a:lnTo>
                  <a:lnTo>
                    <a:pt x="4384954" y="1426019"/>
                  </a:lnTo>
                  <a:lnTo>
                    <a:pt x="4383824" y="1426489"/>
                  </a:lnTo>
                  <a:lnTo>
                    <a:pt x="4381970" y="1428356"/>
                  </a:lnTo>
                  <a:lnTo>
                    <a:pt x="4381500" y="1429473"/>
                  </a:lnTo>
                  <a:lnTo>
                    <a:pt x="4381500" y="1432102"/>
                  </a:lnTo>
                  <a:lnTo>
                    <a:pt x="4381970" y="1433220"/>
                  </a:lnTo>
                  <a:lnTo>
                    <a:pt x="4383824" y="1435087"/>
                  </a:lnTo>
                  <a:lnTo>
                    <a:pt x="4384954" y="1435544"/>
                  </a:lnTo>
                  <a:lnTo>
                    <a:pt x="4387583" y="1435544"/>
                  </a:lnTo>
                  <a:lnTo>
                    <a:pt x="4388701" y="1435087"/>
                  </a:lnTo>
                  <a:lnTo>
                    <a:pt x="4390568" y="1433220"/>
                  </a:lnTo>
                  <a:lnTo>
                    <a:pt x="4391025" y="1432102"/>
                  </a:lnTo>
                  <a:lnTo>
                    <a:pt x="4391025" y="1429473"/>
                  </a:lnTo>
                  <a:close/>
                </a:path>
                <a:path w="9010650" h="1435735">
                  <a:moveTo>
                    <a:pt x="4391025" y="954125"/>
                  </a:moveTo>
                  <a:lnTo>
                    <a:pt x="4390568" y="953008"/>
                  </a:lnTo>
                  <a:lnTo>
                    <a:pt x="4388701" y="951153"/>
                  </a:lnTo>
                  <a:lnTo>
                    <a:pt x="4387583" y="950683"/>
                  </a:lnTo>
                  <a:lnTo>
                    <a:pt x="4384954" y="950683"/>
                  </a:lnTo>
                  <a:lnTo>
                    <a:pt x="4383824" y="951153"/>
                  </a:lnTo>
                  <a:lnTo>
                    <a:pt x="4381970" y="953008"/>
                  </a:lnTo>
                  <a:lnTo>
                    <a:pt x="4381500" y="954125"/>
                  </a:lnTo>
                  <a:lnTo>
                    <a:pt x="4381500" y="956754"/>
                  </a:lnTo>
                  <a:lnTo>
                    <a:pt x="4381970" y="957884"/>
                  </a:lnTo>
                  <a:lnTo>
                    <a:pt x="4383824" y="959739"/>
                  </a:lnTo>
                  <a:lnTo>
                    <a:pt x="4384954" y="960208"/>
                  </a:lnTo>
                  <a:lnTo>
                    <a:pt x="4387583" y="960208"/>
                  </a:lnTo>
                  <a:lnTo>
                    <a:pt x="4388701" y="959739"/>
                  </a:lnTo>
                  <a:lnTo>
                    <a:pt x="4390568" y="957884"/>
                  </a:lnTo>
                  <a:lnTo>
                    <a:pt x="4391025" y="956754"/>
                  </a:lnTo>
                  <a:lnTo>
                    <a:pt x="4391025" y="954125"/>
                  </a:lnTo>
                  <a:close/>
                </a:path>
                <a:path w="9010650" h="1435735">
                  <a:moveTo>
                    <a:pt x="4391025" y="478790"/>
                  </a:moveTo>
                  <a:lnTo>
                    <a:pt x="4390568" y="477659"/>
                  </a:lnTo>
                  <a:lnTo>
                    <a:pt x="4388701" y="475805"/>
                  </a:lnTo>
                  <a:lnTo>
                    <a:pt x="4387583" y="475335"/>
                  </a:lnTo>
                  <a:lnTo>
                    <a:pt x="4384954" y="475335"/>
                  </a:lnTo>
                  <a:lnTo>
                    <a:pt x="4383824" y="475805"/>
                  </a:lnTo>
                  <a:lnTo>
                    <a:pt x="4381970" y="477659"/>
                  </a:lnTo>
                  <a:lnTo>
                    <a:pt x="4381500" y="478790"/>
                  </a:lnTo>
                  <a:lnTo>
                    <a:pt x="4381500" y="481418"/>
                  </a:lnTo>
                  <a:lnTo>
                    <a:pt x="4381970" y="482536"/>
                  </a:lnTo>
                  <a:lnTo>
                    <a:pt x="4383824" y="484403"/>
                  </a:lnTo>
                  <a:lnTo>
                    <a:pt x="4384954" y="484860"/>
                  </a:lnTo>
                  <a:lnTo>
                    <a:pt x="4387583" y="484860"/>
                  </a:lnTo>
                  <a:lnTo>
                    <a:pt x="4388701" y="484403"/>
                  </a:lnTo>
                  <a:lnTo>
                    <a:pt x="4390568" y="482536"/>
                  </a:lnTo>
                  <a:lnTo>
                    <a:pt x="4391025" y="481418"/>
                  </a:lnTo>
                  <a:lnTo>
                    <a:pt x="4391025" y="478790"/>
                  </a:lnTo>
                  <a:close/>
                </a:path>
                <a:path w="9010650" h="1435735">
                  <a:moveTo>
                    <a:pt x="4391025" y="3441"/>
                  </a:moveTo>
                  <a:lnTo>
                    <a:pt x="4390568" y="2324"/>
                  </a:lnTo>
                  <a:lnTo>
                    <a:pt x="4388701" y="457"/>
                  </a:lnTo>
                  <a:lnTo>
                    <a:pt x="4387583" y="0"/>
                  </a:lnTo>
                  <a:lnTo>
                    <a:pt x="4384954" y="0"/>
                  </a:lnTo>
                  <a:lnTo>
                    <a:pt x="4383824" y="457"/>
                  </a:lnTo>
                  <a:lnTo>
                    <a:pt x="4381970" y="2324"/>
                  </a:lnTo>
                  <a:lnTo>
                    <a:pt x="4381500" y="3441"/>
                  </a:lnTo>
                  <a:lnTo>
                    <a:pt x="4381500" y="6070"/>
                  </a:lnTo>
                  <a:lnTo>
                    <a:pt x="4381970" y="7200"/>
                  </a:lnTo>
                  <a:lnTo>
                    <a:pt x="4383824" y="9055"/>
                  </a:lnTo>
                  <a:lnTo>
                    <a:pt x="4384954" y="9525"/>
                  </a:lnTo>
                  <a:lnTo>
                    <a:pt x="4387583" y="9525"/>
                  </a:lnTo>
                  <a:lnTo>
                    <a:pt x="4388701" y="9055"/>
                  </a:lnTo>
                  <a:lnTo>
                    <a:pt x="4390568" y="7200"/>
                  </a:lnTo>
                  <a:lnTo>
                    <a:pt x="4391025" y="6070"/>
                  </a:lnTo>
                  <a:lnTo>
                    <a:pt x="4391025" y="3441"/>
                  </a:lnTo>
                  <a:close/>
                </a:path>
                <a:path w="9010650" h="1435735">
                  <a:moveTo>
                    <a:pt x="4438650" y="1429473"/>
                  </a:moveTo>
                  <a:lnTo>
                    <a:pt x="4438193" y="1428356"/>
                  </a:lnTo>
                  <a:lnTo>
                    <a:pt x="4436326" y="1426489"/>
                  </a:lnTo>
                  <a:lnTo>
                    <a:pt x="4435208" y="1426019"/>
                  </a:lnTo>
                  <a:lnTo>
                    <a:pt x="4432579" y="1426019"/>
                  </a:lnTo>
                  <a:lnTo>
                    <a:pt x="4431449" y="1426489"/>
                  </a:lnTo>
                  <a:lnTo>
                    <a:pt x="4429595" y="1428356"/>
                  </a:lnTo>
                  <a:lnTo>
                    <a:pt x="4429125" y="1429473"/>
                  </a:lnTo>
                  <a:lnTo>
                    <a:pt x="4429125" y="1432102"/>
                  </a:lnTo>
                  <a:lnTo>
                    <a:pt x="4429595" y="1433220"/>
                  </a:lnTo>
                  <a:lnTo>
                    <a:pt x="4431449" y="1435087"/>
                  </a:lnTo>
                  <a:lnTo>
                    <a:pt x="4432579" y="1435544"/>
                  </a:lnTo>
                  <a:lnTo>
                    <a:pt x="4435208" y="1435544"/>
                  </a:lnTo>
                  <a:lnTo>
                    <a:pt x="4436326" y="1435087"/>
                  </a:lnTo>
                  <a:lnTo>
                    <a:pt x="4438193" y="1433220"/>
                  </a:lnTo>
                  <a:lnTo>
                    <a:pt x="4438650" y="1432102"/>
                  </a:lnTo>
                  <a:lnTo>
                    <a:pt x="4438650" y="1429473"/>
                  </a:lnTo>
                  <a:close/>
                </a:path>
                <a:path w="9010650" h="1435735">
                  <a:moveTo>
                    <a:pt x="4438650" y="954125"/>
                  </a:moveTo>
                  <a:lnTo>
                    <a:pt x="4438193" y="953008"/>
                  </a:lnTo>
                  <a:lnTo>
                    <a:pt x="4436326" y="951153"/>
                  </a:lnTo>
                  <a:lnTo>
                    <a:pt x="4435208" y="950683"/>
                  </a:lnTo>
                  <a:lnTo>
                    <a:pt x="4432579" y="950683"/>
                  </a:lnTo>
                  <a:lnTo>
                    <a:pt x="4431449" y="951153"/>
                  </a:lnTo>
                  <a:lnTo>
                    <a:pt x="4429595" y="953008"/>
                  </a:lnTo>
                  <a:lnTo>
                    <a:pt x="4429125" y="954125"/>
                  </a:lnTo>
                  <a:lnTo>
                    <a:pt x="4429125" y="956754"/>
                  </a:lnTo>
                  <a:lnTo>
                    <a:pt x="4429595" y="957884"/>
                  </a:lnTo>
                  <a:lnTo>
                    <a:pt x="4431449" y="959739"/>
                  </a:lnTo>
                  <a:lnTo>
                    <a:pt x="4432579" y="960208"/>
                  </a:lnTo>
                  <a:lnTo>
                    <a:pt x="4435208" y="960208"/>
                  </a:lnTo>
                  <a:lnTo>
                    <a:pt x="4436326" y="959739"/>
                  </a:lnTo>
                  <a:lnTo>
                    <a:pt x="4438193" y="957884"/>
                  </a:lnTo>
                  <a:lnTo>
                    <a:pt x="4438650" y="956754"/>
                  </a:lnTo>
                  <a:lnTo>
                    <a:pt x="4438650" y="954125"/>
                  </a:lnTo>
                  <a:close/>
                </a:path>
                <a:path w="9010650" h="1435735">
                  <a:moveTo>
                    <a:pt x="4438650" y="478790"/>
                  </a:moveTo>
                  <a:lnTo>
                    <a:pt x="4438193" y="477659"/>
                  </a:lnTo>
                  <a:lnTo>
                    <a:pt x="4436326" y="475805"/>
                  </a:lnTo>
                  <a:lnTo>
                    <a:pt x="4435208" y="475335"/>
                  </a:lnTo>
                  <a:lnTo>
                    <a:pt x="4432579" y="475335"/>
                  </a:lnTo>
                  <a:lnTo>
                    <a:pt x="4431449" y="475805"/>
                  </a:lnTo>
                  <a:lnTo>
                    <a:pt x="4429595" y="477659"/>
                  </a:lnTo>
                  <a:lnTo>
                    <a:pt x="4429125" y="478790"/>
                  </a:lnTo>
                  <a:lnTo>
                    <a:pt x="4429125" y="481418"/>
                  </a:lnTo>
                  <a:lnTo>
                    <a:pt x="4429595" y="482536"/>
                  </a:lnTo>
                  <a:lnTo>
                    <a:pt x="4431449" y="484403"/>
                  </a:lnTo>
                  <a:lnTo>
                    <a:pt x="4432579" y="484860"/>
                  </a:lnTo>
                  <a:lnTo>
                    <a:pt x="4435208" y="484860"/>
                  </a:lnTo>
                  <a:lnTo>
                    <a:pt x="4436326" y="484403"/>
                  </a:lnTo>
                  <a:lnTo>
                    <a:pt x="4438193" y="482536"/>
                  </a:lnTo>
                  <a:lnTo>
                    <a:pt x="4438650" y="481418"/>
                  </a:lnTo>
                  <a:lnTo>
                    <a:pt x="4438650" y="478790"/>
                  </a:lnTo>
                  <a:close/>
                </a:path>
                <a:path w="9010650" h="1435735">
                  <a:moveTo>
                    <a:pt x="4438650" y="3441"/>
                  </a:moveTo>
                  <a:lnTo>
                    <a:pt x="4438193" y="2324"/>
                  </a:lnTo>
                  <a:lnTo>
                    <a:pt x="4436326" y="457"/>
                  </a:lnTo>
                  <a:lnTo>
                    <a:pt x="4435208" y="0"/>
                  </a:lnTo>
                  <a:lnTo>
                    <a:pt x="4432579" y="0"/>
                  </a:lnTo>
                  <a:lnTo>
                    <a:pt x="4431449" y="457"/>
                  </a:lnTo>
                  <a:lnTo>
                    <a:pt x="4429595" y="2324"/>
                  </a:lnTo>
                  <a:lnTo>
                    <a:pt x="4429125" y="3441"/>
                  </a:lnTo>
                  <a:lnTo>
                    <a:pt x="4429125" y="6070"/>
                  </a:lnTo>
                  <a:lnTo>
                    <a:pt x="4429595" y="7200"/>
                  </a:lnTo>
                  <a:lnTo>
                    <a:pt x="4431449" y="9055"/>
                  </a:lnTo>
                  <a:lnTo>
                    <a:pt x="4432579" y="9525"/>
                  </a:lnTo>
                  <a:lnTo>
                    <a:pt x="4435208" y="9525"/>
                  </a:lnTo>
                  <a:lnTo>
                    <a:pt x="4436326" y="9055"/>
                  </a:lnTo>
                  <a:lnTo>
                    <a:pt x="4438193" y="7200"/>
                  </a:lnTo>
                  <a:lnTo>
                    <a:pt x="4438650" y="6070"/>
                  </a:lnTo>
                  <a:lnTo>
                    <a:pt x="4438650" y="3441"/>
                  </a:lnTo>
                  <a:close/>
                </a:path>
                <a:path w="9010650" h="1435735">
                  <a:moveTo>
                    <a:pt x="4486275" y="1429473"/>
                  </a:moveTo>
                  <a:lnTo>
                    <a:pt x="4485818" y="1428356"/>
                  </a:lnTo>
                  <a:lnTo>
                    <a:pt x="4483951" y="1426489"/>
                  </a:lnTo>
                  <a:lnTo>
                    <a:pt x="4482833" y="1426019"/>
                  </a:lnTo>
                  <a:lnTo>
                    <a:pt x="4480204" y="1426019"/>
                  </a:lnTo>
                  <a:lnTo>
                    <a:pt x="4479087" y="1426489"/>
                  </a:lnTo>
                  <a:lnTo>
                    <a:pt x="4477220" y="1428356"/>
                  </a:lnTo>
                  <a:lnTo>
                    <a:pt x="4476750" y="1429473"/>
                  </a:lnTo>
                  <a:lnTo>
                    <a:pt x="4476750" y="1432102"/>
                  </a:lnTo>
                  <a:lnTo>
                    <a:pt x="4477220" y="1433220"/>
                  </a:lnTo>
                  <a:lnTo>
                    <a:pt x="4479087" y="1435087"/>
                  </a:lnTo>
                  <a:lnTo>
                    <a:pt x="4480204" y="1435544"/>
                  </a:lnTo>
                  <a:lnTo>
                    <a:pt x="4482833" y="1435544"/>
                  </a:lnTo>
                  <a:lnTo>
                    <a:pt x="4483951" y="1435087"/>
                  </a:lnTo>
                  <a:lnTo>
                    <a:pt x="4485818" y="1433220"/>
                  </a:lnTo>
                  <a:lnTo>
                    <a:pt x="4486275" y="1432102"/>
                  </a:lnTo>
                  <a:lnTo>
                    <a:pt x="4486275" y="1429473"/>
                  </a:lnTo>
                  <a:close/>
                </a:path>
                <a:path w="9010650" h="1435735">
                  <a:moveTo>
                    <a:pt x="4486275" y="954125"/>
                  </a:moveTo>
                  <a:lnTo>
                    <a:pt x="4485818" y="953008"/>
                  </a:lnTo>
                  <a:lnTo>
                    <a:pt x="4483951" y="951153"/>
                  </a:lnTo>
                  <a:lnTo>
                    <a:pt x="4482833" y="950683"/>
                  </a:lnTo>
                  <a:lnTo>
                    <a:pt x="4480204" y="950683"/>
                  </a:lnTo>
                  <a:lnTo>
                    <a:pt x="4479087" y="951153"/>
                  </a:lnTo>
                  <a:lnTo>
                    <a:pt x="4477220" y="953008"/>
                  </a:lnTo>
                  <a:lnTo>
                    <a:pt x="4476750" y="954125"/>
                  </a:lnTo>
                  <a:lnTo>
                    <a:pt x="4476750" y="956754"/>
                  </a:lnTo>
                  <a:lnTo>
                    <a:pt x="4477220" y="957884"/>
                  </a:lnTo>
                  <a:lnTo>
                    <a:pt x="4479087" y="959739"/>
                  </a:lnTo>
                  <a:lnTo>
                    <a:pt x="4480204" y="960208"/>
                  </a:lnTo>
                  <a:lnTo>
                    <a:pt x="4482833" y="960208"/>
                  </a:lnTo>
                  <a:lnTo>
                    <a:pt x="4483951" y="959739"/>
                  </a:lnTo>
                  <a:lnTo>
                    <a:pt x="4485818" y="957884"/>
                  </a:lnTo>
                  <a:lnTo>
                    <a:pt x="4486275" y="956754"/>
                  </a:lnTo>
                  <a:lnTo>
                    <a:pt x="4486275" y="954125"/>
                  </a:lnTo>
                  <a:close/>
                </a:path>
                <a:path w="9010650" h="1435735">
                  <a:moveTo>
                    <a:pt x="4486275" y="478790"/>
                  </a:moveTo>
                  <a:lnTo>
                    <a:pt x="4485818" y="477659"/>
                  </a:lnTo>
                  <a:lnTo>
                    <a:pt x="4483951" y="475805"/>
                  </a:lnTo>
                  <a:lnTo>
                    <a:pt x="4482833" y="475335"/>
                  </a:lnTo>
                  <a:lnTo>
                    <a:pt x="4480204" y="475335"/>
                  </a:lnTo>
                  <a:lnTo>
                    <a:pt x="4479087" y="475805"/>
                  </a:lnTo>
                  <a:lnTo>
                    <a:pt x="4477220" y="477659"/>
                  </a:lnTo>
                  <a:lnTo>
                    <a:pt x="4476750" y="478790"/>
                  </a:lnTo>
                  <a:lnTo>
                    <a:pt x="4476750" y="481418"/>
                  </a:lnTo>
                  <a:lnTo>
                    <a:pt x="4477220" y="482536"/>
                  </a:lnTo>
                  <a:lnTo>
                    <a:pt x="4479087" y="484403"/>
                  </a:lnTo>
                  <a:lnTo>
                    <a:pt x="4480204" y="484860"/>
                  </a:lnTo>
                  <a:lnTo>
                    <a:pt x="4482833" y="484860"/>
                  </a:lnTo>
                  <a:lnTo>
                    <a:pt x="4483951" y="484403"/>
                  </a:lnTo>
                  <a:lnTo>
                    <a:pt x="4485818" y="482536"/>
                  </a:lnTo>
                  <a:lnTo>
                    <a:pt x="4486275" y="481418"/>
                  </a:lnTo>
                  <a:lnTo>
                    <a:pt x="4486275" y="478790"/>
                  </a:lnTo>
                  <a:close/>
                </a:path>
                <a:path w="9010650" h="1435735">
                  <a:moveTo>
                    <a:pt x="4486275" y="3441"/>
                  </a:moveTo>
                  <a:lnTo>
                    <a:pt x="4485818" y="2324"/>
                  </a:lnTo>
                  <a:lnTo>
                    <a:pt x="4483951" y="457"/>
                  </a:lnTo>
                  <a:lnTo>
                    <a:pt x="4482833" y="0"/>
                  </a:lnTo>
                  <a:lnTo>
                    <a:pt x="4480204" y="0"/>
                  </a:lnTo>
                  <a:lnTo>
                    <a:pt x="4479087" y="457"/>
                  </a:lnTo>
                  <a:lnTo>
                    <a:pt x="4477220" y="2324"/>
                  </a:lnTo>
                  <a:lnTo>
                    <a:pt x="4476750" y="3441"/>
                  </a:lnTo>
                  <a:lnTo>
                    <a:pt x="4476750" y="6070"/>
                  </a:lnTo>
                  <a:lnTo>
                    <a:pt x="4477220" y="7200"/>
                  </a:lnTo>
                  <a:lnTo>
                    <a:pt x="4479087" y="9055"/>
                  </a:lnTo>
                  <a:lnTo>
                    <a:pt x="4480204" y="9525"/>
                  </a:lnTo>
                  <a:lnTo>
                    <a:pt x="4482833" y="9525"/>
                  </a:lnTo>
                  <a:lnTo>
                    <a:pt x="4483951" y="9055"/>
                  </a:lnTo>
                  <a:lnTo>
                    <a:pt x="4485818" y="7200"/>
                  </a:lnTo>
                  <a:lnTo>
                    <a:pt x="4486275" y="6070"/>
                  </a:lnTo>
                  <a:lnTo>
                    <a:pt x="4486275" y="3441"/>
                  </a:lnTo>
                  <a:close/>
                </a:path>
                <a:path w="9010650" h="1435735">
                  <a:moveTo>
                    <a:pt x="4533900" y="1429473"/>
                  </a:moveTo>
                  <a:lnTo>
                    <a:pt x="4533443" y="1428356"/>
                  </a:lnTo>
                  <a:lnTo>
                    <a:pt x="4531576" y="1426489"/>
                  </a:lnTo>
                  <a:lnTo>
                    <a:pt x="4530458" y="1426019"/>
                  </a:lnTo>
                  <a:lnTo>
                    <a:pt x="4527829" y="1426019"/>
                  </a:lnTo>
                  <a:lnTo>
                    <a:pt x="4526712" y="1426489"/>
                  </a:lnTo>
                  <a:lnTo>
                    <a:pt x="4524845" y="1428356"/>
                  </a:lnTo>
                  <a:lnTo>
                    <a:pt x="4524375" y="1429473"/>
                  </a:lnTo>
                  <a:lnTo>
                    <a:pt x="4524375" y="1432102"/>
                  </a:lnTo>
                  <a:lnTo>
                    <a:pt x="4524845" y="1433220"/>
                  </a:lnTo>
                  <a:lnTo>
                    <a:pt x="4526712" y="1435087"/>
                  </a:lnTo>
                  <a:lnTo>
                    <a:pt x="4527829" y="1435544"/>
                  </a:lnTo>
                  <a:lnTo>
                    <a:pt x="4530458" y="1435544"/>
                  </a:lnTo>
                  <a:lnTo>
                    <a:pt x="4531576" y="1435087"/>
                  </a:lnTo>
                  <a:lnTo>
                    <a:pt x="4533443" y="1433220"/>
                  </a:lnTo>
                  <a:lnTo>
                    <a:pt x="4533900" y="1432102"/>
                  </a:lnTo>
                  <a:lnTo>
                    <a:pt x="4533900" y="1429473"/>
                  </a:lnTo>
                  <a:close/>
                </a:path>
                <a:path w="9010650" h="1435735">
                  <a:moveTo>
                    <a:pt x="4533900" y="954125"/>
                  </a:moveTo>
                  <a:lnTo>
                    <a:pt x="4533443" y="953008"/>
                  </a:lnTo>
                  <a:lnTo>
                    <a:pt x="4531576" y="951153"/>
                  </a:lnTo>
                  <a:lnTo>
                    <a:pt x="4530458" y="950683"/>
                  </a:lnTo>
                  <a:lnTo>
                    <a:pt x="4527829" y="950683"/>
                  </a:lnTo>
                  <a:lnTo>
                    <a:pt x="4526712" y="951153"/>
                  </a:lnTo>
                  <a:lnTo>
                    <a:pt x="4524845" y="953008"/>
                  </a:lnTo>
                  <a:lnTo>
                    <a:pt x="4524375" y="954125"/>
                  </a:lnTo>
                  <a:lnTo>
                    <a:pt x="4524375" y="956754"/>
                  </a:lnTo>
                  <a:lnTo>
                    <a:pt x="4524845" y="957884"/>
                  </a:lnTo>
                  <a:lnTo>
                    <a:pt x="4526712" y="959739"/>
                  </a:lnTo>
                  <a:lnTo>
                    <a:pt x="4527829" y="960208"/>
                  </a:lnTo>
                  <a:lnTo>
                    <a:pt x="4530458" y="960208"/>
                  </a:lnTo>
                  <a:lnTo>
                    <a:pt x="4531576" y="959739"/>
                  </a:lnTo>
                  <a:lnTo>
                    <a:pt x="4533443" y="957884"/>
                  </a:lnTo>
                  <a:lnTo>
                    <a:pt x="4533900" y="956754"/>
                  </a:lnTo>
                  <a:lnTo>
                    <a:pt x="4533900" y="954125"/>
                  </a:lnTo>
                  <a:close/>
                </a:path>
                <a:path w="9010650" h="1435735">
                  <a:moveTo>
                    <a:pt x="4533900" y="478790"/>
                  </a:moveTo>
                  <a:lnTo>
                    <a:pt x="4533443" y="477659"/>
                  </a:lnTo>
                  <a:lnTo>
                    <a:pt x="4531576" y="475805"/>
                  </a:lnTo>
                  <a:lnTo>
                    <a:pt x="4530458" y="475335"/>
                  </a:lnTo>
                  <a:lnTo>
                    <a:pt x="4527829" y="475335"/>
                  </a:lnTo>
                  <a:lnTo>
                    <a:pt x="4526712" y="475805"/>
                  </a:lnTo>
                  <a:lnTo>
                    <a:pt x="4524845" y="477659"/>
                  </a:lnTo>
                  <a:lnTo>
                    <a:pt x="4524375" y="478790"/>
                  </a:lnTo>
                  <a:lnTo>
                    <a:pt x="4524375" y="481418"/>
                  </a:lnTo>
                  <a:lnTo>
                    <a:pt x="4524845" y="482536"/>
                  </a:lnTo>
                  <a:lnTo>
                    <a:pt x="4526712" y="484403"/>
                  </a:lnTo>
                  <a:lnTo>
                    <a:pt x="4527829" y="484860"/>
                  </a:lnTo>
                  <a:lnTo>
                    <a:pt x="4530458" y="484860"/>
                  </a:lnTo>
                  <a:lnTo>
                    <a:pt x="4531576" y="484403"/>
                  </a:lnTo>
                  <a:lnTo>
                    <a:pt x="4533443" y="482536"/>
                  </a:lnTo>
                  <a:lnTo>
                    <a:pt x="4533900" y="481418"/>
                  </a:lnTo>
                  <a:lnTo>
                    <a:pt x="4533900" y="478790"/>
                  </a:lnTo>
                  <a:close/>
                </a:path>
                <a:path w="9010650" h="1435735">
                  <a:moveTo>
                    <a:pt x="4533900" y="3441"/>
                  </a:moveTo>
                  <a:lnTo>
                    <a:pt x="4533443" y="2324"/>
                  </a:lnTo>
                  <a:lnTo>
                    <a:pt x="4531576" y="457"/>
                  </a:lnTo>
                  <a:lnTo>
                    <a:pt x="4530458" y="0"/>
                  </a:lnTo>
                  <a:lnTo>
                    <a:pt x="4527829" y="0"/>
                  </a:lnTo>
                  <a:lnTo>
                    <a:pt x="4526712" y="457"/>
                  </a:lnTo>
                  <a:lnTo>
                    <a:pt x="4524845" y="2324"/>
                  </a:lnTo>
                  <a:lnTo>
                    <a:pt x="4524375" y="3441"/>
                  </a:lnTo>
                  <a:lnTo>
                    <a:pt x="4524375" y="6070"/>
                  </a:lnTo>
                  <a:lnTo>
                    <a:pt x="4524845" y="7200"/>
                  </a:lnTo>
                  <a:lnTo>
                    <a:pt x="4526712" y="9055"/>
                  </a:lnTo>
                  <a:lnTo>
                    <a:pt x="4527829" y="9525"/>
                  </a:lnTo>
                  <a:lnTo>
                    <a:pt x="4530458" y="9525"/>
                  </a:lnTo>
                  <a:lnTo>
                    <a:pt x="4531576" y="9055"/>
                  </a:lnTo>
                  <a:lnTo>
                    <a:pt x="4533443" y="7200"/>
                  </a:lnTo>
                  <a:lnTo>
                    <a:pt x="4533900" y="6070"/>
                  </a:lnTo>
                  <a:lnTo>
                    <a:pt x="4533900" y="3441"/>
                  </a:lnTo>
                  <a:close/>
                </a:path>
                <a:path w="9010650" h="1435735">
                  <a:moveTo>
                    <a:pt x="4581525" y="1429473"/>
                  </a:moveTo>
                  <a:lnTo>
                    <a:pt x="4581068" y="1428356"/>
                  </a:lnTo>
                  <a:lnTo>
                    <a:pt x="4579201" y="1426489"/>
                  </a:lnTo>
                  <a:lnTo>
                    <a:pt x="4578083" y="1426019"/>
                  </a:lnTo>
                  <a:lnTo>
                    <a:pt x="4575454" y="1426019"/>
                  </a:lnTo>
                  <a:lnTo>
                    <a:pt x="4574324" y="1426489"/>
                  </a:lnTo>
                  <a:lnTo>
                    <a:pt x="4572470" y="1428356"/>
                  </a:lnTo>
                  <a:lnTo>
                    <a:pt x="4572000" y="1429473"/>
                  </a:lnTo>
                  <a:lnTo>
                    <a:pt x="4572000" y="1432102"/>
                  </a:lnTo>
                  <a:lnTo>
                    <a:pt x="4572470" y="1433220"/>
                  </a:lnTo>
                  <a:lnTo>
                    <a:pt x="4574324" y="1435087"/>
                  </a:lnTo>
                  <a:lnTo>
                    <a:pt x="4575454" y="1435544"/>
                  </a:lnTo>
                  <a:lnTo>
                    <a:pt x="4578083" y="1435544"/>
                  </a:lnTo>
                  <a:lnTo>
                    <a:pt x="4579201" y="1435087"/>
                  </a:lnTo>
                  <a:lnTo>
                    <a:pt x="4581068" y="1433220"/>
                  </a:lnTo>
                  <a:lnTo>
                    <a:pt x="4581525" y="1432102"/>
                  </a:lnTo>
                  <a:lnTo>
                    <a:pt x="4581525" y="1429473"/>
                  </a:lnTo>
                  <a:close/>
                </a:path>
                <a:path w="9010650" h="1435735">
                  <a:moveTo>
                    <a:pt x="4581525" y="954125"/>
                  </a:moveTo>
                  <a:lnTo>
                    <a:pt x="4581068" y="953008"/>
                  </a:lnTo>
                  <a:lnTo>
                    <a:pt x="4579201" y="951153"/>
                  </a:lnTo>
                  <a:lnTo>
                    <a:pt x="4578083" y="950683"/>
                  </a:lnTo>
                  <a:lnTo>
                    <a:pt x="4575454" y="950683"/>
                  </a:lnTo>
                  <a:lnTo>
                    <a:pt x="4574324" y="951153"/>
                  </a:lnTo>
                  <a:lnTo>
                    <a:pt x="4572470" y="953008"/>
                  </a:lnTo>
                  <a:lnTo>
                    <a:pt x="4572000" y="954125"/>
                  </a:lnTo>
                  <a:lnTo>
                    <a:pt x="4572000" y="956754"/>
                  </a:lnTo>
                  <a:lnTo>
                    <a:pt x="4572470" y="957884"/>
                  </a:lnTo>
                  <a:lnTo>
                    <a:pt x="4574324" y="959739"/>
                  </a:lnTo>
                  <a:lnTo>
                    <a:pt x="4575454" y="960208"/>
                  </a:lnTo>
                  <a:lnTo>
                    <a:pt x="4578083" y="960208"/>
                  </a:lnTo>
                  <a:lnTo>
                    <a:pt x="4579201" y="959739"/>
                  </a:lnTo>
                  <a:lnTo>
                    <a:pt x="4581068" y="957884"/>
                  </a:lnTo>
                  <a:lnTo>
                    <a:pt x="4581525" y="956754"/>
                  </a:lnTo>
                  <a:lnTo>
                    <a:pt x="4581525" y="954125"/>
                  </a:lnTo>
                  <a:close/>
                </a:path>
                <a:path w="9010650" h="1435735">
                  <a:moveTo>
                    <a:pt x="4581525" y="478790"/>
                  </a:moveTo>
                  <a:lnTo>
                    <a:pt x="4581068" y="477659"/>
                  </a:lnTo>
                  <a:lnTo>
                    <a:pt x="4579201" y="475805"/>
                  </a:lnTo>
                  <a:lnTo>
                    <a:pt x="4578083" y="475335"/>
                  </a:lnTo>
                  <a:lnTo>
                    <a:pt x="4575454" y="475335"/>
                  </a:lnTo>
                  <a:lnTo>
                    <a:pt x="4574324" y="475805"/>
                  </a:lnTo>
                  <a:lnTo>
                    <a:pt x="4572470" y="477659"/>
                  </a:lnTo>
                  <a:lnTo>
                    <a:pt x="4572000" y="478790"/>
                  </a:lnTo>
                  <a:lnTo>
                    <a:pt x="4572000" y="481418"/>
                  </a:lnTo>
                  <a:lnTo>
                    <a:pt x="4572470" y="482536"/>
                  </a:lnTo>
                  <a:lnTo>
                    <a:pt x="4574324" y="484403"/>
                  </a:lnTo>
                  <a:lnTo>
                    <a:pt x="4575454" y="484860"/>
                  </a:lnTo>
                  <a:lnTo>
                    <a:pt x="4578083" y="484860"/>
                  </a:lnTo>
                  <a:lnTo>
                    <a:pt x="4579201" y="484403"/>
                  </a:lnTo>
                  <a:lnTo>
                    <a:pt x="4581068" y="482536"/>
                  </a:lnTo>
                  <a:lnTo>
                    <a:pt x="4581525" y="481418"/>
                  </a:lnTo>
                  <a:lnTo>
                    <a:pt x="4581525" y="478790"/>
                  </a:lnTo>
                  <a:close/>
                </a:path>
                <a:path w="9010650" h="1435735">
                  <a:moveTo>
                    <a:pt x="4581525" y="3441"/>
                  </a:moveTo>
                  <a:lnTo>
                    <a:pt x="4581068" y="2324"/>
                  </a:lnTo>
                  <a:lnTo>
                    <a:pt x="4579201" y="457"/>
                  </a:lnTo>
                  <a:lnTo>
                    <a:pt x="4578083" y="0"/>
                  </a:lnTo>
                  <a:lnTo>
                    <a:pt x="4575454" y="0"/>
                  </a:lnTo>
                  <a:lnTo>
                    <a:pt x="4574324" y="457"/>
                  </a:lnTo>
                  <a:lnTo>
                    <a:pt x="4572470" y="2324"/>
                  </a:lnTo>
                  <a:lnTo>
                    <a:pt x="4572000" y="3441"/>
                  </a:lnTo>
                  <a:lnTo>
                    <a:pt x="4572000" y="6070"/>
                  </a:lnTo>
                  <a:lnTo>
                    <a:pt x="4572470" y="7200"/>
                  </a:lnTo>
                  <a:lnTo>
                    <a:pt x="4574324" y="9055"/>
                  </a:lnTo>
                  <a:lnTo>
                    <a:pt x="4575454" y="9525"/>
                  </a:lnTo>
                  <a:lnTo>
                    <a:pt x="4578083" y="9525"/>
                  </a:lnTo>
                  <a:lnTo>
                    <a:pt x="4579201" y="9055"/>
                  </a:lnTo>
                  <a:lnTo>
                    <a:pt x="4581068" y="7200"/>
                  </a:lnTo>
                  <a:lnTo>
                    <a:pt x="4581525" y="6070"/>
                  </a:lnTo>
                  <a:lnTo>
                    <a:pt x="4581525" y="3441"/>
                  </a:lnTo>
                  <a:close/>
                </a:path>
                <a:path w="9010650" h="1435735">
                  <a:moveTo>
                    <a:pt x="4629150" y="1429473"/>
                  </a:moveTo>
                  <a:lnTo>
                    <a:pt x="4628693" y="1428356"/>
                  </a:lnTo>
                  <a:lnTo>
                    <a:pt x="4626826" y="1426489"/>
                  </a:lnTo>
                  <a:lnTo>
                    <a:pt x="4625708" y="1426019"/>
                  </a:lnTo>
                  <a:lnTo>
                    <a:pt x="4623079" y="1426019"/>
                  </a:lnTo>
                  <a:lnTo>
                    <a:pt x="4621962" y="1426489"/>
                  </a:lnTo>
                  <a:lnTo>
                    <a:pt x="4620095" y="1428356"/>
                  </a:lnTo>
                  <a:lnTo>
                    <a:pt x="4619625" y="1429473"/>
                  </a:lnTo>
                  <a:lnTo>
                    <a:pt x="4619625" y="1432102"/>
                  </a:lnTo>
                  <a:lnTo>
                    <a:pt x="4620095" y="1433220"/>
                  </a:lnTo>
                  <a:lnTo>
                    <a:pt x="4621962" y="1435087"/>
                  </a:lnTo>
                  <a:lnTo>
                    <a:pt x="4623079" y="1435544"/>
                  </a:lnTo>
                  <a:lnTo>
                    <a:pt x="4625708" y="1435544"/>
                  </a:lnTo>
                  <a:lnTo>
                    <a:pt x="4626826" y="1435087"/>
                  </a:lnTo>
                  <a:lnTo>
                    <a:pt x="4628693" y="1433220"/>
                  </a:lnTo>
                  <a:lnTo>
                    <a:pt x="4629150" y="1432102"/>
                  </a:lnTo>
                  <a:lnTo>
                    <a:pt x="4629150" y="1429473"/>
                  </a:lnTo>
                  <a:close/>
                </a:path>
                <a:path w="9010650" h="1435735">
                  <a:moveTo>
                    <a:pt x="4629150" y="954125"/>
                  </a:moveTo>
                  <a:lnTo>
                    <a:pt x="4628693" y="953008"/>
                  </a:lnTo>
                  <a:lnTo>
                    <a:pt x="4626826" y="951153"/>
                  </a:lnTo>
                  <a:lnTo>
                    <a:pt x="4625708" y="950683"/>
                  </a:lnTo>
                  <a:lnTo>
                    <a:pt x="4623079" y="950683"/>
                  </a:lnTo>
                  <a:lnTo>
                    <a:pt x="4621962" y="951153"/>
                  </a:lnTo>
                  <a:lnTo>
                    <a:pt x="4620095" y="953008"/>
                  </a:lnTo>
                  <a:lnTo>
                    <a:pt x="4619625" y="954125"/>
                  </a:lnTo>
                  <a:lnTo>
                    <a:pt x="4619625" y="956754"/>
                  </a:lnTo>
                  <a:lnTo>
                    <a:pt x="4620095" y="957884"/>
                  </a:lnTo>
                  <a:lnTo>
                    <a:pt x="4621962" y="959739"/>
                  </a:lnTo>
                  <a:lnTo>
                    <a:pt x="4623079" y="960208"/>
                  </a:lnTo>
                  <a:lnTo>
                    <a:pt x="4625708" y="960208"/>
                  </a:lnTo>
                  <a:lnTo>
                    <a:pt x="4626826" y="959739"/>
                  </a:lnTo>
                  <a:lnTo>
                    <a:pt x="4628693" y="957884"/>
                  </a:lnTo>
                  <a:lnTo>
                    <a:pt x="4629150" y="956754"/>
                  </a:lnTo>
                  <a:lnTo>
                    <a:pt x="4629150" y="954125"/>
                  </a:lnTo>
                  <a:close/>
                </a:path>
                <a:path w="9010650" h="1435735">
                  <a:moveTo>
                    <a:pt x="4629150" y="478790"/>
                  </a:moveTo>
                  <a:lnTo>
                    <a:pt x="4628693" y="477659"/>
                  </a:lnTo>
                  <a:lnTo>
                    <a:pt x="4626826" y="475805"/>
                  </a:lnTo>
                  <a:lnTo>
                    <a:pt x="4625708" y="475335"/>
                  </a:lnTo>
                  <a:lnTo>
                    <a:pt x="4623079" y="475335"/>
                  </a:lnTo>
                  <a:lnTo>
                    <a:pt x="4621962" y="475805"/>
                  </a:lnTo>
                  <a:lnTo>
                    <a:pt x="4620095" y="477659"/>
                  </a:lnTo>
                  <a:lnTo>
                    <a:pt x="4619625" y="478790"/>
                  </a:lnTo>
                  <a:lnTo>
                    <a:pt x="4619625" y="481418"/>
                  </a:lnTo>
                  <a:lnTo>
                    <a:pt x="4620095" y="482536"/>
                  </a:lnTo>
                  <a:lnTo>
                    <a:pt x="4621962" y="484403"/>
                  </a:lnTo>
                  <a:lnTo>
                    <a:pt x="4623079" y="484860"/>
                  </a:lnTo>
                  <a:lnTo>
                    <a:pt x="4625708" y="484860"/>
                  </a:lnTo>
                  <a:lnTo>
                    <a:pt x="4626826" y="484403"/>
                  </a:lnTo>
                  <a:lnTo>
                    <a:pt x="4628693" y="482536"/>
                  </a:lnTo>
                  <a:lnTo>
                    <a:pt x="4629150" y="481418"/>
                  </a:lnTo>
                  <a:lnTo>
                    <a:pt x="4629150" y="478790"/>
                  </a:lnTo>
                  <a:close/>
                </a:path>
                <a:path w="9010650" h="1435735">
                  <a:moveTo>
                    <a:pt x="4629150" y="3441"/>
                  </a:moveTo>
                  <a:lnTo>
                    <a:pt x="4628693" y="2324"/>
                  </a:lnTo>
                  <a:lnTo>
                    <a:pt x="4626826" y="457"/>
                  </a:lnTo>
                  <a:lnTo>
                    <a:pt x="4625708" y="0"/>
                  </a:lnTo>
                  <a:lnTo>
                    <a:pt x="4623079" y="0"/>
                  </a:lnTo>
                  <a:lnTo>
                    <a:pt x="4621962" y="457"/>
                  </a:lnTo>
                  <a:lnTo>
                    <a:pt x="4620095" y="2324"/>
                  </a:lnTo>
                  <a:lnTo>
                    <a:pt x="4619625" y="3441"/>
                  </a:lnTo>
                  <a:lnTo>
                    <a:pt x="4619625" y="6070"/>
                  </a:lnTo>
                  <a:lnTo>
                    <a:pt x="4620095" y="7200"/>
                  </a:lnTo>
                  <a:lnTo>
                    <a:pt x="4621962" y="9055"/>
                  </a:lnTo>
                  <a:lnTo>
                    <a:pt x="4623079" y="9525"/>
                  </a:lnTo>
                  <a:lnTo>
                    <a:pt x="4625708" y="9525"/>
                  </a:lnTo>
                  <a:lnTo>
                    <a:pt x="4626826" y="9055"/>
                  </a:lnTo>
                  <a:lnTo>
                    <a:pt x="4628693" y="7200"/>
                  </a:lnTo>
                  <a:lnTo>
                    <a:pt x="4629150" y="6070"/>
                  </a:lnTo>
                  <a:lnTo>
                    <a:pt x="4629150" y="3441"/>
                  </a:lnTo>
                  <a:close/>
                </a:path>
                <a:path w="9010650" h="1435735">
                  <a:moveTo>
                    <a:pt x="4676775" y="1429473"/>
                  </a:moveTo>
                  <a:lnTo>
                    <a:pt x="4676318" y="1428356"/>
                  </a:lnTo>
                  <a:lnTo>
                    <a:pt x="4674451" y="1426489"/>
                  </a:lnTo>
                  <a:lnTo>
                    <a:pt x="4673333" y="1426019"/>
                  </a:lnTo>
                  <a:lnTo>
                    <a:pt x="4670704" y="1426019"/>
                  </a:lnTo>
                  <a:lnTo>
                    <a:pt x="4669574" y="1426489"/>
                  </a:lnTo>
                  <a:lnTo>
                    <a:pt x="4667720" y="1428356"/>
                  </a:lnTo>
                  <a:lnTo>
                    <a:pt x="4667250" y="1429473"/>
                  </a:lnTo>
                  <a:lnTo>
                    <a:pt x="4667250" y="1432102"/>
                  </a:lnTo>
                  <a:lnTo>
                    <a:pt x="4667720" y="1433220"/>
                  </a:lnTo>
                  <a:lnTo>
                    <a:pt x="4669574" y="1435087"/>
                  </a:lnTo>
                  <a:lnTo>
                    <a:pt x="4670704" y="1435544"/>
                  </a:lnTo>
                  <a:lnTo>
                    <a:pt x="4673333" y="1435544"/>
                  </a:lnTo>
                  <a:lnTo>
                    <a:pt x="4674451" y="1435087"/>
                  </a:lnTo>
                  <a:lnTo>
                    <a:pt x="4676318" y="1433220"/>
                  </a:lnTo>
                  <a:lnTo>
                    <a:pt x="4676775" y="1432102"/>
                  </a:lnTo>
                  <a:lnTo>
                    <a:pt x="4676775" y="1429473"/>
                  </a:lnTo>
                  <a:close/>
                </a:path>
                <a:path w="9010650" h="1435735">
                  <a:moveTo>
                    <a:pt x="4676775" y="954125"/>
                  </a:moveTo>
                  <a:lnTo>
                    <a:pt x="4676318" y="953008"/>
                  </a:lnTo>
                  <a:lnTo>
                    <a:pt x="4674451" y="951153"/>
                  </a:lnTo>
                  <a:lnTo>
                    <a:pt x="4673333" y="950683"/>
                  </a:lnTo>
                  <a:lnTo>
                    <a:pt x="4670704" y="950683"/>
                  </a:lnTo>
                  <a:lnTo>
                    <a:pt x="4669574" y="951153"/>
                  </a:lnTo>
                  <a:lnTo>
                    <a:pt x="4667720" y="953008"/>
                  </a:lnTo>
                  <a:lnTo>
                    <a:pt x="4667250" y="954125"/>
                  </a:lnTo>
                  <a:lnTo>
                    <a:pt x="4667250" y="956754"/>
                  </a:lnTo>
                  <a:lnTo>
                    <a:pt x="4667720" y="957884"/>
                  </a:lnTo>
                  <a:lnTo>
                    <a:pt x="4669574" y="959739"/>
                  </a:lnTo>
                  <a:lnTo>
                    <a:pt x="4670704" y="960208"/>
                  </a:lnTo>
                  <a:lnTo>
                    <a:pt x="4673333" y="960208"/>
                  </a:lnTo>
                  <a:lnTo>
                    <a:pt x="4674451" y="959739"/>
                  </a:lnTo>
                  <a:lnTo>
                    <a:pt x="4676318" y="957884"/>
                  </a:lnTo>
                  <a:lnTo>
                    <a:pt x="4676775" y="956754"/>
                  </a:lnTo>
                  <a:lnTo>
                    <a:pt x="4676775" y="954125"/>
                  </a:lnTo>
                  <a:close/>
                </a:path>
                <a:path w="9010650" h="1435735">
                  <a:moveTo>
                    <a:pt x="4676775" y="478790"/>
                  </a:moveTo>
                  <a:lnTo>
                    <a:pt x="4676318" y="477659"/>
                  </a:lnTo>
                  <a:lnTo>
                    <a:pt x="4674451" y="475805"/>
                  </a:lnTo>
                  <a:lnTo>
                    <a:pt x="4673333" y="475335"/>
                  </a:lnTo>
                  <a:lnTo>
                    <a:pt x="4670704" y="475335"/>
                  </a:lnTo>
                  <a:lnTo>
                    <a:pt x="4669574" y="475805"/>
                  </a:lnTo>
                  <a:lnTo>
                    <a:pt x="4667720" y="477659"/>
                  </a:lnTo>
                  <a:lnTo>
                    <a:pt x="4667250" y="478790"/>
                  </a:lnTo>
                  <a:lnTo>
                    <a:pt x="4667250" y="481418"/>
                  </a:lnTo>
                  <a:lnTo>
                    <a:pt x="4667720" y="482536"/>
                  </a:lnTo>
                  <a:lnTo>
                    <a:pt x="4669574" y="484403"/>
                  </a:lnTo>
                  <a:lnTo>
                    <a:pt x="4670704" y="484860"/>
                  </a:lnTo>
                  <a:lnTo>
                    <a:pt x="4673333" y="484860"/>
                  </a:lnTo>
                  <a:lnTo>
                    <a:pt x="4674451" y="484403"/>
                  </a:lnTo>
                  <a:lnTo>
                    <a:pt x="4676318" y="482536"/>
                  </a:lnTo>
                  <a:lnTo>
                    <a:pt x="4676775" y="481418"/>
                  </a:lnTo>
                  <a:lnTo>
                    <a:pt x="4676775" y="478790"/>
                  </a:lnTo>
                  <a:close/>
                </a:path>
                <a:path w="9010650" h="1435735">
                  <a:moveTo>
                    <a:pt x="4676775" y="3441"/>
                  </a:moveTo>
                  <a:lnTo>
                    <a:pt x="4676318" y="2324"/>
                  </a:lnTo>
                  <a:lnTo>
                    <a:pt x="4674451" y="457"/>
                  </a:lnTo>
                  <a:lnTo>
                    <a:pt x="4673333" y="0"/>
                  </a:lnTo>
                  <a:lnTo>
                    <a:pt x="4670704" y="0"/>
                  </a:lnTo>
                  <a:lnTo>
                    <a:pt x="4669574" y="457"/>
                  </a:lnTo>
                  <a:lnTo>
                    <a:pt x="4667720" y="2324"/>
                  </a:lnTo>
                  <a:lnTo>
                    <a:pt x="4667250" y="3441"/>
                  </a:lnTo>
                  <a:lnTo>
                    <a:pt x="4667250" y="6070"/>
                  </a:lnTo>
                  <a:lnTo>
                    <a:pt x="4667720" y="7200"/>
                  </a:lnTo>
                  <a:lnTo>
                    <a:pt x="4669574" y="9055"/>
                  </a:lnTo>
                  <a:lnTo>
                    <a:pt x="4670704" y="9525"/>
                  </a:lnTo>
                  <a:lnTo>
                    <a:pt x="4673333" y="9525"/>
                  </a:lnTo>
                  <a:lnTo>
                    <a:pt x="4674451" y="9055"/>
                  </a:lnTo>
                  <a:lnTo>
                    <a:pt x="4676318" y="7200"/>
                  </a:lnTo>
                  <a:lnTo>
                    <a:pt x="4676775" y="6070"/>
                  </a:lnTo>
                  <a:lnTo>
                    <a:pt x="4676775" y="3441"/>
                  </a:lnTo>
                  <a:close/>
                </a:path>
                <a:path w="9010650" h="1435735">
                  <a:moveTo>
                    <a:pt x="4724400" y="1429473"/>
                  </a:moveTo>
                  <a:lnTo>
                    <a:pt x="4723943" y="1428356"/>
                  </a:lnTo>
                  <a:lnTo>
                    <a:pt x="4722076" y="1426489"/>
                  </a:lnTo>
                  <a:lnTo>
                    <a:pt x="4720958" y="1426019"/>
                  </a:lnTo>
                  <a:lnTo>
                    <a:pt x="4718329" y="1426019"/>
                  </a:lnTo>
                  <a:lnTo>
                    <a:pt x="4717212" y="1426489"/>
                  </a:lnTo>
                  <a:lnTo>
                    <a:pt x="4715345" y="1428356"/>
                  </a:lnTo>
                  <a:lnTo>
                    <a:pt x="4714875" y="1429473"/>
                  </a:lnTo>
                  <a:lnTo>
                    <a:pt x="4714875" y="1432102"/>
                  </a:lnTo>
                  <a:lnTo>
                    <a:pt x="4715345" y="1433220"/>
                  </a:lnTo>
                  <a:lnTo>
                    <a:pt x="4717212" y="1435087"/>
                  </a:lnTo>
                  <a:lnTo>
                    <a:pt x="4718329" y="1435544"/>
                  </a:lnTo>
                  <a:lnTo>
                    <a:pt x="4720958" y="1435544"/>
                  </a:lnTo>
                  <a:lnTo>
                    <a:pt x="4722076" y="1435087"/>
                  </a:lnTo>
                  <a:lnTo>
                    <a:pt x="4723943" y="1433220"/>
                  </a:lnTo>
                  <a:lnTo>
                    <a:pt x="4724400" y="1432102"/>
                  </a:lnTo>
                  <a:lnTo>
                    <a:pt x="4724400" y="1429473"/>
                  </a:lnTo>
                  <a:close/>
                </a:path>
                <a:path w="9010650" h="1435735">
                  <a:moveTo>
                    <a:pt x="4724400" y="954125"/>
                  </a:moveTo>
                  <a:lnTo>
                    <a:pt x="4723943" y="953008"/>
                  </a:lnTo>
                  <a:lnTo>
                    <a:pt x="4722076" y="951153"/>
                  </a:lnTo>
                  <a:lnTo>
                    <a:pt x="4720958" y="950683"/>
                  </a:lnTo>
                  <a:lnTo>
                    <a:pt x="4718329" y="950683"/>
                  </a:lnTo>
                  <a:lnTo>
                    <a:pt x="4717212" y="951153"/>
                  </a:lnTo>
                  <a:lnTo>
                    <a:pt x="4715345" y="953008"/>
                  </a:lnTo>
                  <a:lnTo>
                    <a:pt x="4714875" y="954125"/>
                  </a:lnTo>
                  <a:lnTo>
                    <a:pt x="4714875" y="956754"/>
                  </a:lnTo>
                  <a:lnTo>
                    <a:pt x="4715345" y="957884"/>
                  </a:lnTo>
                  <a:lnTo>
                    <a:pt x="4717212" y="959739"/>
                  </a:lnTo>
                  <a:lnTo>
                    <a:pt x="4718329" y="960208"/>
                  </a:lnTo>
                  <a:lnTo>
                    <a:pt x="4720958" y="960208"/>
                  </a:lnTo>
                  <a:lnTo>
                    <a:pt x="4722076" y="959739"/>
                  </a:lnTo>
                  <a:lnTo>
                    <a:pt x="4723943" y="957884"/>
                  </a:lnTo>
                  <a:lnTo>
                    <a:pt x="4724400" y="956754"/>
                  </a:lnTo>
                  <a:lnTo>
                    <a:pt x="4724400" y="954125"/>
                  </a:lnTo>
                  <a:close/>
                </a:path>
                <a:path w="9010650" h="1435735">
                  <a:moveTo>
                    <a:pt x="4724400" y="478790"/>
                  </a:moveTo>
                  <a:lnTo>
                    <a:pt x="4723943" y="477659"/>
                  </a:lnTo>
                  <a:lnTo>
                    <a:pt x="4722076" y="475805"/>
                  </a:lnTo>
                  <a:lnTo>
                    <a:pt x="4720958" y="475335"/>
                  </a:lnTo>
                  <a:lnTo>
                    <a:pt x="4718329" y="475335"/>
                  </a:lnTo>
                  <a:lnTo>
                    <a:pt x="4717212" y="475805"/>
                  </a:lnTo>
                  <a:lnTo>
                    <a:pt x="4715345" y="477659"/>
                  </a:lnTo>
                  <a:lnTo>
                    <a:pt x="4714875" y="478790"/>
                  </a:lnTo>
                  <a:lnTo>
                    <a:pt x="4714875" y="481418"/>
                  </a:lnTo>
                  <a:lnTo>
                    <a:pt x="4715345" y="482536"/>
                  </a:lnTo>
                  <a:lnTo>
                    <a:pt x="4717212" y="484403"/>
                  </a:lnTo>
                  <a:lnTo>
                    <a:pt x="4718329" y="484860"/>
                  </a:lnTo>
                  <a:lnTo>
                    <a:pt x="4720958" y="484860"/>
                  </a:lnTo>
                  <a:lnTo>
                    <a:pt x="4722076" y="484403"/>
                  </a:lnTo>
                  <a:lnTo>
                    <a:pt x="4723943" y="482536"/>
                  </a:lnTo>
                  <a:lnTo>
                    <a:pt x="4724400" y="481418"/>
                  </a:lnTo>
                  <a:lnTo>
                    <a:pt x="4724400" y="478790"/>
                  </a:lnTo>
                  <a:close/>
                </a:path>
                <a:path w="9010650" h="1435735">
                  <a:moveTo>
                    <a:pt x="4724400" y="3441"/>
                  </a:moveTo>
                  <a:lnTo>
                    <a:pt x="4723943" y="2324"/>
                  </a:lnTo>
                  <a:lnTo>
                    <a:pt x="4722076" y="457"/>
                  </a:lnTo>
                  <a:lnTo>
                    <a:pt x="4720958" y="0"/>
                  </a:lnTo>
                  <a:lnTo>
                    <a:pt x="4718329" y="0"/>
                  </a:lnTo>
                  <a:lnTo>
                    <a:pt x="4717212" y="457"/>
                  </a:lnTo>
                  <a:lnTo>
                    <a:pt x="4715345" y="2324"/>
                  </a:lnTo>
                  <a:lnTo>
                    <a:pt x="4714875" y="3441"/>
                  </a:lnTo>
                  <a:lnTo>
                    <a:pt x="4714875" y="6070"/>
                  </a:lnTo>
                  <a:lnTo>
                    <a:pt x="4715345" y="7200"/>
                  </a:lnTo>
                  <a:lnTo>
                    <a:pt x="4717212" y="9055"/>
                  </a:lnTo>
                  <a:lnTo>
                    <a:pt x="4718329" y="9525"/>
                  </a:lnTo>
                  <a:lnTo>
                    <a:pt x="4720958" y="9525"/>
                  </a:lnTo>
                  <a:lnTo>
                    <a:pt x="4722076" y="9055"/>
                  </a:lnTo>
                  <a:lnTo>
                    <a:pt x="4723943" y="7200"/>
                  </a:lnTo>
                  <a:lnTo>
                    <a:pt x="4724400" y="6070"/>
                  </a:lnTo>
                  <a:lnTo>
                    <a:pt x="4724400" y="3441"/>
                  </a:lnTo>
                  <a:close/>
                </a:path>
                <a:path w="9010650" h="1435735">
                  <a:moveTo>
                    <a:pt x="4772025" y="1429473"/>
                  </a:moveTo>
                  <a:lnTo>
                    <a:pt x="4771568" y="1428356"/>
                  </a:lnTo>
                  <a:lnTo>
                    <a:pt x="4769701" y="1426489"/>
                  </a:lnTo>
                  <a:lnTo>
                    <a:pt x="4768583" y="1426019"/>
                  </a:lnTo>
                  <a:lnTo>
                    <a:pt x="4765954" y="1426019"/>
                  </a:lnTo>
                  <a:lnTo>
                    <a:pt x="4764824" y="1426489"/>
                  </a:lnTo>
                  <a:lnTo>
                    <a:pt x="4762970" y="1428356"/>
                  </a:lnTo>
                  <a:lnTo>
                    <a:pt x="4762500" y="1429473"/>
                  </a:lnTo>
                  <a:lnTo>
                    <a:pt x="4762500" y="1432102"/>
                  </a:lnTo>
                  <a:lnTo>
                    <a:pt x="4762970" y="1433220"/>
                  </a:lnTo>
                  <a:lnTo>
                    <a:pt x="4764824" y="1435087"/>
                  </a:lnTo>
                  <a:lnTo>
                    <a:pt x="4765954" y="1435544"/>
                  </a:lnTo>
                  <a:lnTo>
                    <a:pt x="4768583" y="1435544"/>
                  </a:lnTo>
                  <a:lnTo>
                    <a:pt x="4769701" y="1435087"/>
                  </a:lnTo>
                  <a:lnTo>
                    <a:pt x="4771568" y="1433220"/>
                  </a:lnTo>
                  <a:lnTo>
                    <a:pt x="4772025" y="1432102"/>
                  </a:lnTo>
                  <a:lnTo>
                    <a:pt x="4772025" y="1429473"/>
                  </a:lnTo>
                  <a:close/>
                </a:path>
                <a:path w="9010650" h="1435735">
                  <a:moveTo>
                    <a:pt x="4772025" y="954125"/>
                  </a:moveTo>
                  <a:lnTo>
                    <a:pt x="4771568" y="953008"/>
                  </a:lnTo>
                  <a:lnTo>
                    <a:pt x="4769701" y="951153"/>
                  </a:lnTo>
                  <a:lnTo>
                    <a:pt x="4768583" y="950683"/>
                  </a:lnTo>
                  <a:lnTo>
                    <a:pt x="4765954" y="950683"/>
                  </a:lnTo>
                  <a:lnTo>
                    <a:pt x="4764824" y="951153"/>
                  </a:lnTo>
                  <a:lnTo>
                    <a:pt x="4762970" y="953008"/>
                  </a:lnTo>
                  <a:lnTo>
                    <a:pt x="4762500" y="954125"/>
                  </a:lnTo>
                  <a:lnTo>
                    <a:pt x="4762500" y="956754"/>
                  </a:lnTo>
                  <a:lnTo>
                    <a:pt x="4762970" y="957884"/>
                  </a:lnTo>
                  <a:lnTo>
                    <a:pt x="4764824" y="959739"/>
                  </a:lnTo>
                  <a:lnTo>
                    <a:pt x="4765954" y="960208"/>
                  </a:lnTo>
                  <a:lnTo>
                    <a:pt x="4768583" y="960208"/>
                  </a:lnTo>
                  <a:lnTo>
                    <a:pt x="4769701" y="959739"/>
                  </a:lnTo>
                  <a:lnTo>
                    <a:pt x="4771568" y="957884"/>
                  </a:lnTo>
                  <a:lnTo>
                    <a:pt x="4772025" y="956754"/>
                  </a:lnTo>
                  <a:lnTo>
                    <a:pt x="4772025" y="954125"/>
                  </a:lnTo>
                  <a:close/>
                </a:path>
                <a:path w="9010650" h="1435735">
                  <a:moveTo>
                    <a:pt x="4772025" y="478790"/>
                  </a:moveTo>
                  <a:lnTo>
                    <a:pt x="4771568" y="477659"/>
                  </a:lnTo>
                  <a:lnTo>
                    <a:pt x="4769701" y="475805"/>
                  </a:lnTo>
                  <a:lnTo>
                    <a:pt x="4768583" y="475335"/>
                  </a:lnTo>
                  <a:lnTo>
                    <a:pt x="4765954" y="475335"/>
                  </a:lnTo>
                  <a:lnTo>
                    <a:pt x="4764824" y="475805"/>
                  </a:lnTo>
                  <a:lnTo>
                    <a:pt x="4762970" y="477659"/>
                  </a:lnTo>
                  <a:lnTo>
                    <a:pt x="4762500" y="478790"/>
                  </a:lnTo>
                  <a:lnTo>
                    <a:pt x="4762500" y="481418"/>
                  </a:lnTo>
                  <a:lnTo>
                    <a:pt x="4762970" y="482536"/>
                  </a:lnTo>
                  <a:lnTo>
                    <a:pt x="4764824" y="484403"/>
                  </a:lnTo>
                  <a:lnTo>
                    <a:pt x="4765954" y="484860"/>
                  </a:lnTo>
                  <a:lnTo>
                    <a:pt x="4768583" y="484860"/>
                  </a:lnTo>
                  <a:lnTo>
                    <a:pt x="4769701" y="484403"/>
                  </a:lnTo>
                  <a:lnTo>
                    <a:pt x="4771568" y="482536"/>
                  </a:lnTo>
                  <a:lnTo>
                    <a:pt x="4772025" y="481418"/>
                  </a:lnTo>
                  <a:lnTo>
                    <a:pt x="4772025" y="478790"/>
                  </a:lnTo>
                  <a:close/>
                </a:path>
                <a:path w="9010650" h="1435735">
                  <a:moveTo>
                    <a:pt x="4772025" y="3441"/>
                  </a:moveTo>
                  <a:lnTo>
                    <a:pt x="4771568" y="2324"/>
                  </a:lnTo>
                  <a:lnTo>
                    <a:pt x="4769701" y="457"/>
                  </a:lnTo>
                  <a:lnTo>
                    <a:pt x="4768583" y="0"/>
                  </a:lnTo>
                  <a:lnTo>
                    <a:pt x="4765954" y="0"/>
                  </a:lnTo>
                  <a:lnTo>
                    <a:pt x="4764824" y="457"/>
                  </a:lnTo>
                  <a:lnTo>
                    <a:pt x="4762970" y="2324"/>
                  </a:lnTo>
                  <a:lnTo>
                    <a:pt x="4762500" y="3441"/>
                  </a:lnTo>
                  <a:lnTo>
                    <a:pt x="4762500" y="6070"/>
                  </a:lnTo>
                  <a:lnTo>
                    <a:pt x="4762970" y="7200"/>
                  </a:lnTo>
                  <a:lnTo>
                    <a:pt x="4764824" y="9055"/>
                  </a:lnTo>
                  <a:lnTo>
                    <a:pt x="4765954" y="9525"/>
                  </a:lnTo>
                  <a:lnTo>
                    <a:pt x="4768583" y="9525"/>
                  </a:lnTo>
                  <a:lnTo>
                    <a:pt x="4769701" y="9055"/>
                  </a:lnTo>
                  <a:lnTo>
                    <a:pt x="4771568" y="7200"/>
                  </a:lnTo>
                  <a:lnTo>
                    <a:pt x="4772025" y="6070"/>
                  </a:lnTo>
                  <a:lnTo>
                    <a:pt x="4772025" y="3441"/>
                  </a:lnTo>
                  <a:close/>
                </a:path>
                <a:path w="9010650" h="1435735">
                  <a:moveTo>
                    <a:pt x="4819650" y="1429473"/>
                  </a:moveTo>
                  <a:lnTo>
                    <a:pt x="4819193" y="1428356"/>
                  </a:lnTo>
                  <a:lnTo>
                    <a:pt x="4817326" y="1426489"/>
                  </a:lnTo>
                  <a:lnTo>
                    <a:pt x="4816208" y="1426019"/>
                  </a:lnTo>
                  <a:lnTo>
                    <a:pt x="4813579" y="1426019"/>
                  </a:lnTo>
                  <a:lnTo>
                    <a:pt x="4812449" y="1426489"/>
                  </a:lnTo>
                  <a:lnTo>
                    <a:pt x="4810595" y="1428356"/>
                  </a:lnTo>
                  <a:lnTo>
                    <a:pt x="4810125" y="1429473"/>
                  </a:lnTo>
                  <a:lnTo>
                    <a:pt x="4810125" y="1432102"/>
                  </a:lnTo>
                  <a:lnTo>
                    <a:pt x="4810595" y="1433220"/>
                  </a:lnTo>
                  <a:lnTo>
                    <a:pt x="4812449" y="1435087"/>
                  </a:lnTo>
                  <a:lnTo>
                    <a:pt x="4813579" y="1435544"/>
                  </a:lnTo>
                  <a:lnTo>
                    <a:pt x="4816208" y="1435544"/>
                  </a:lnTo>
                  <a:lnTo>
                    <a:pt x="4817326" y="1435087"/>
                  </a:lnTo>
                  <a:lnTo>
                    <a:pt x="4819193" y="1433220"/>
                  </a:lnTo>
                  <a:lnTo>
                    <a:pt x="4819650" y="1432102"/>
                  </a:lnTo>
                  <a:lnTo>
                    <a:pt x="4819650" y="1429473"/>
                  </a:lnTo>
                  <a:close/>
                </a:path>
                <a:path w="9010650" h="1435735">
                  <a:moveTo>
                    <a:pt x="4819650" y="954125"/>
                  </a:moveTo>
                  <a:lnTo>
                    <a:pt x="4819193" y="953008"/>
                  </a:lnTo>
                  <a:lnTo>
                    <a:pt x="4817326" y="951153"/>
                  </a:lnTo>
                  <a:lnTo>
                    <a:pt x="4816208" y="950683"/>
                  </a:lnTo>
                  <a:lnTo>
                    <a:pt x="4813579" y="950683"/>
                  </a:lnTo>
                  <a:lnTo>
                    <a:pt x="4812449" y="951153"/>
                  </a:lnTo>
                  <a:lnTo>
                    <a:pt x="4810595" y="953008"/>
                  </a:lnTo>
                  <a:lnTo>
                    <a:pt x="4810125" y="954125"/>
                  </a:lnTo>
                  <a:lnTo>
                    <a:pt x="4810125" y="956754"/>
                  </a:lnTo>
                  <a:lnTo>
                    <a:pt x="4810595" y="957884"/>
                  </a:lnTo>
                  <a:lnTo>
                    <a:pt x="4812449" y="959739"/>
                  </a:lnTo>
                  <a:lnTo>
                    <a:pt x="4813579" y="960208"/>
                  </a:lnTo>
                  <a:lnTo>
                    <a:pt x="4816208" y="960208"/>
                  </a:lnTo>
                  <a:lnTo>
                    <a:pt x="4817326" y="959739"/>
                  </a:lnTo>
                  <a:lnTo>
                    <a:pt x="4819193" y="957884"/>
                  </a:lnTo>
                  <a:lnTo>
                    <a:pt x="4819650" y="956754"/>
                  </a:lnTo>
                  <a:lnTo>
                    <a:pt x="4819650" y="954125"/>
                  </a:lnTo>
                  <a:close/>
                </a:path>
                <a:path w="9010650" h="1435735">
                  <a:moveTo>
                    <a:pt x="4819650" y="478790"/>
                  </a:moveTo>
                  <a:lnTo>
                    <a:pt x="4819193" y="477659"/>
                  </a:lnTo>
                  <a:lnTo>
                    <a:pt x="4817326" y="475805"/>
                  </a:lnTo>
                  <a:lnTo>
                    <a:pt x="4816208" y="475335"/>
                  </a:lnTo>
                  <a:lnTo>
                    <a:pt x="4813579" y="475335"/>
                  </a:lnTo>
                  <a:lnTo>
                    <a:pt x="4812449" y="475805"/>
                  </a:lnTo>
                  <a:lnTo>
                    <a:pt x="4810595" y="477659"/>
                  </a:lnTo>
                  <a:lnTo>
                    <a:pt x="4810125" y="478790"/>
                  </a:lnTo>
                  <a:lnTo>
                    <a:pt x="4810125" y="481418"/>
                  </a:lnTo>
                  <a:lnTo>
                    <a:pt x="4810595" y="482536"/>
                  </a:lnTo>
                  <a:lnTo>
                    <a:pt x="4812449" y="484403"/>
                  </a:lnTo>
                  <a:lnTo>
                    <a:pt x="4813579" y="484860"/>
                  </a:lnTo>
                  <a:lnTo>
                    <a:pt x="4816208" y="484860"/>
                  </a:lnTo>
                  <a:lnTo>
                    <a:pt x="4817326" y="484403"/>
                  </a:lnTo>
                  <a:lnTo>
                    <a:pt x="4819193" y="482536"/>
                  </a:lnTo>
                  <a:lnTo>
                    <a:pt x="4819650" y="481418"/>
                  </a:lnTo>
                  <a:lnTo>
                    <a:pt x="4819650" y="478790"/>
                  </a:lnTo>
                  <a:close/>
                </a:path>
                <a:path w="9010650" h="1435735">
                  <a:moveTo>
                    <a:pt x="4819650" y="3441"/>
                  </a:moveTo>
                  <a:lnTo>
                    <a:pt x="4819193" y="2324"/>
                  </a:lnTo>
                  <a:lnTo>
                    <a:pt x="4817326" y="457"/>
                  </a:lnTo>
                  <a:lnTo>
                    <a:pt x="4816208" y="0"/>
                  </a:lnTo>
                  <a:lnTo>
                    <a:pt x="4813579" y="0"/>
                  </a:lnTo>
                  <a:lnTo>
                    <a:pt x="4812449" y="457"/>
                  </a:lnTo>
                  <a:lnTo>
                    <a:pt x="4810595" y="2324"/>
                  </a:lnTo>
                  <a:lnTo>
                    <a:pt x="4810125" y="3441"/>
                  </a:lnTo>
                  <a:lnTo>
                    <a:pt x="4810125" y="6070"/>
                  </a:lnTo>
                  <a:lnTo>
                    <a:pt x="4810595" y="7200"/>
                  </a:lnTo>
                  <a:lnTo>
                    <a:pt x="4812449" y="9055"/>
                  </a:lnTo>
                  <a:lnTo>
                    <a:pt x="4813579" y="9525"/>
                  </a:lnTo>
                  <a:lnTo>
                    <a:pt x="4816208" y="9525"/>
                  </a:lnTo>
                  <a:lnTo>
                    <a:pt x="4817326" y="9055"/>
                  </a:lnTo>
                  <a:lnTo>
                    <a:pt x="4819193" y="7200"/>
                  </a:lnTo>
                  <a:lnTo>
                    <a:pt x="4819650" y="6070"/>
                  </a:lnTo>
                  <a:lnTo>
                    <a:pt x="4819650" y="3441"/>
                  </a:lnTo>
                  <a:close/>
                </a:path>
                <a:path w="9010650" h="1435735">
                  <a:moveTo>
                    <a:pt x="4867275" y="1429473"/>
                  </a:moveTo>
                  <a:lnTo>
                    <a:pt x="4866818" y="1428356"/>
                  </a:lnTo>
                  <a:lnTo>
                    <a:pt x="4864951" y="1426489"/>
                  </a:lnTo>
                  <a:lnTo>
                    <a:pt x="4863833" y="1426019"/>
                  </a:lnTo>
                  <a:lnTo>
                    <a:pt x="4861204" y="1426019"/>
                  </a:lnTo>
                  <a:lnTo>
                    <a:pt x="4860074" y="1426489"/>
                  </a:lnTo>
                  <a:lnTo>
                    <a:pt x="4858220" y="1428356"/>
                  </a:lnTo>
                  <a:lnTo>
                    <a:pt x="4857750" y="1429473"/>
                  </a:lnTo>
                  <a:lnTo>
                    <a:pt x="4857750" y="1432102"/>
                  </a:lnTo>
                  <a:lnTo>
                    <a:pt x="4858220" y="1433220"/>
                  </a:lnTo>
                  <a:lnTo>
                    <a:pt x="4860074" y="1435087"/>
                  </a:lnTo>
                  <a:lnTo>
                    <a:pt x="4861204" y="1435544"/>
                  </a:lnTo>
                  <a:lnTo>
                    <a:pt x="4863833" y="1435544"/>
                  </a:lnTo>
                  <a:lnTo>
                    <a:pt x="4864951" y="1435087"/>
                  </a:lnTo>
                  <a:lnTo>
                    <a:pt x="4866818" y="1433220"/>
                  </a:lnTo>
                  <a:lnTo>
                    <a:pt x="4867275" y="1432102"/>
                  </a:lnTo>
                  <a:lnTo>
                    <a:pt x="4867275" y="1429473"/>
                  </a:lnTo>
                  <a:close/>
                </a:path>
                <a:path w="9010650" h="1435735">
                  <a:moveTo>
                    <a:pt x="4867275" y="954125"/>
                  </a:moveTo>
                  <a:lnTo>
                    <a:pt x="4866818" y="953008"/>
                  </a:lnTo>
                  <a:lnTo>
                    <a:pt x="4864951" y="951153"/>
                  </a:lnTo>
                  <a:lnTo>
                    <a:pt x="4863833" y="950683"/>
                  </a:lnTo>
                  <a:lnTo>
                    <a:pt x="4861204" y="950683"/>
                  </a:lnTo>
                  <a:lnTo>
                    <a:pt x="4860074" y="951153"/>
                  </a:lnTo>
                  <a:lnTo>
                    <a:pt x="4858220" y="953008"/>
                  </a:lnTo>
                  <a:lnTo>
                    <a:pt x="4857750" y="954125"/>
                  </a:lnTo>
                  <a:lnTo>
                    <a:pt x="4857750" y="956754"/>
                  </a:lnTo>
                  <a:lnTo>
                    <a:pt x="4858220" y="957884"/>
                  </a:lnTo>
                  <a:lnTo>
                    <a:pt x="4860074" y="959739"/>
                  </a:lnTo>
                  <a:lnTo>
                    <a:pt x="4861204" y="960208"/>
                  </a:lnTo>
                  <a:lnTo>
                    <a:pt x="4863833" y="960208"/>
                  </a:lnTo>
                  <a:lnTo>
                    <a:pt x="4864951" y="959739"/>
                  </a:lnTo>
                  <a:lnTo>
                    <a:pt x="4866818" y="957884"/>
                  </a:lnTo>
                  <a:lnTo>
                    <a:pt x="4867275" y="956754"/>
                  </a:lnTo>
                  <a:lnTo>
                    <a:pt x="4867275" y="954125"/>
                  </a:lnTo>
                  <a:close/>
                </a:path>
                <a:path w="9010650" h="1435735">
                  <a:moveTo>
                    <a:pt x="4867275" y="478790"/>
                  </a:moveTo>
                  <a:lnTo>
                    <a:pt x="4866818" y="477659"/>
                  </a:lnTo>
                  <a:lnTo>
                    <a:pt x="4864951" y="475805"/>
                  </a:lnTo>
                  <a:lnTo>
                    <a:pt x="4863833" y="475335"/>
                  </a:lnTo>
                  <a:lnTo>
                    <a:pt x="4861204" y="475335"/>
                  </a:lnTo>
                  <a:lnTo>
                    <a:pt x="4860074" y="475805"/>
                  </a:lnTo>
                  <a:lnTo>
                    <a:pt x="4858220" y="477659"/>
                  </a:lnTo>
                  <a:lnTo>
                    <a:pt x="4857750" y="478790"/>
                  </a:lnTo>
                  <a:lnTo>
                    <a:pt x="4857750" y="481418"/>
                  </a:lnTo>
                  <a:lnTo>
                    <a:pt x="4858220" y="482536"/>
                  </a:lnTo>
                  <a:lnTo>
                    <a:pt x="4860074" y="484403"/>
                  </a:lnTo>
                  <a:lnTo>
                    <a:pt x="4861204" y="484860"/>
                  </a:lnTo>
                  <a:lnTo>
                    <a:pt x="4863833" y="484860"/>
                  </a:lnTo>
                  <a:lnTo>
                    <a:pt x="4864951" y="484403"/>
                  </a:lnTo>
                  <a:lnTo>
                    <a:pt x="4866818" y="482536"/>
                  </a:lnTo>
                  <a:lnTo>
                    <a:pt x="4867275" y="481418"/>
                  </a:lnTo>
                  <a:lnTo>
                    <a:pt x="4867275" y="478790"/>
                  </a:lnTo>
                  <a:close/>
                </a:path>
                <a:path w="9010650" h="1435735">
                  <a:moveTo>
                    <a:pt x="4867275" y="3441"/>
                  </a:moveTo>
                  <a:lnTo>
                    <a:pt x="4866818" y="2324"/>
                  </a:lnTo>
                  <a:lnTo>
                    <a:pt x="4864951" y="457"/>
                  </a:lnTo>
                  <a:lnTo>
                    <a:pt x="4863833" y="0"/>
                  </a:lnTo>
                  <a:lnTo>
                    <a:pt x="4861204" y="0"/>
                  </a:lnTo>
                  <a:lnTo>
                    <a:pt x="4860074" y="457"/>
                  </a:lnTo>
                  <a:lnTo>
                    <a:pt x="4858220" y="2324"/>
                  </a:lnTo>
                  <a:lnTo>
                    <a:pt x="4857750" y="3441"/>
                  </a:lnTo>
                  <a:lnTo>
                    <a:pt x="4857750" y="6070"/>
                  </a:lnTo>
                  <a:lnTo>
                    <a:pt x="4858220" y="7200"/>
                  </a:lnTo>
                  <a:lnTo>
                    <a:pt x="4860074" y="9055"/>
                  </a:lnTo>
                  <a:lnTo>
                    <a:pt x="4861204" y="9525"/>
                  </a:lnTo>
                  <a:lnTo>
                    <a:pt x="4863833" y="9525"/>
                  </a:lnTo>
                  <a:lnTo>
                    <a:pt x="4864951" y="9055"/>
                  </a:lnTo>
                  <a:lnTo>
                    <a:pt x="4866818" y="7200"/>
                  </a:lnTo>
                  <a:lnTo>
                    <a:pt x="4867275" y="6070"/>
                  </a:lnTo>
                  <a:lnTo>
                    <a:pt x="4867275" y="3441"/>
                  </a:lnTo>
                  <a:close/>
                </a:path>
                <a:path w="9010650" h="1435735">
                  <a:moveTo>
                    <a:pt x="4914900" y="1429473"/>
                  </a:moveTo>
                  <a:lnTo>
                    <a:pt x="4914443" y="1428356"/>
                  </a:lnTo>
                  <a:lnTo>
                    <a:pt x="4912576" y="1426489"/>
                  </a:lnTo>
                  <a:lnTo>
                    <a:pt x="4911458" y="1426019"/>
                  </a:lnTo>
                  <a:lnTo>
                    <a:pt x="4908829" y="1426019"/>
                  </a:lnTo>
                  <a:lnTo>
                    <a:pt x="4907699" y="1426489"/>
                  </a:lnTo>
                  <a:lnTo>
                    <a:pt x="4905845" y="1428356"/>
                  </a:lnTo>
                  <a:lnTo>
                    <a:pt x="4905375" y="1429473"/>
                  </a:lnTo>
                  <a:lnTo>
                    <a:pt x="4905375" y="1432102"/>
                  </a:lnTo>
                  <a:lnTo>
                    <a:pt x="4905845" y="1433220"/>
                  </a:lnTo>
                  <a:lnTo>
                    <a:pt x="4907699" y="1435087"/>
                  </a:lnTo>
                  <a:lnTo>
                    <a:pt x="4908829" y="1435544"/>
                  </a:lnTo>
                  <a:lnTo>
                    <a:pt x="4911458" y="1435544"/>
                  </a:lnTo>
                  <a:lnTo>
                    <a:pt x="4912576" y="1435087"/>
                  </a:lnTo>
                  <a:lnTo>
                    <a:pt x="4914443" y="1433220"/>
                  </a:lnTo>
                  <a:lnTo>
                    <a:pt x="4914900" y="1432102"/>
                  </a:lnTo>
                  <a:lnTo>
                    <a:pt x="4914900" y="1429473"/>
                  </a:lnTo>
                  <a:close/>
                </a:path>
                <a:path w="9010650" h="1435735">
                  <a:moveTo>
                    <a:pt x="4914900" y="954125"/>
                  </a:moveTo>
                  <a:lnTo>
                    <a:pt x="4914443" y="953008"/>
                  </a:lnTo>
                  <a:lnTo>
                    <a:pt x="4912576" y="951153"/>
                  </a:lnTo>
                  <a:lnTo>
                    <a:pt x="4911458" y="950683"/>
                  </a:lnTo>
                  <a:lnTo>
                    <a:pt x="4908829" y="950683"/>
                  </a:lnTo>
                  <a:lnTo>
                    <a:pt x="4907699" y="951153"/>
                  </a:lnTo>
                  <a:lnTo>
                    <a:pt x="4905845" y="953008"/>
                  </a:lnTo>
                  <a:lnTo>
                    <a:pt x="4905375" y="954125"/>
                  </a:lnTo>
                  <a:lnTo>
                    <a:pt x="4905375" y="956754"/>
                  </a:lnTo>
                  <a:lnTo>
                    <a:pt x="4905845" y="957884"/>
                  </a:lnTo>
                  <a:lnTo>
                    <a:pt x="4907699" y="959739"/>
                  </a:lnTo>
                  <a:lnTo>
                    <a:pt x="4908829" y="960208"/>
                  </a:lnTo>
                  <a:lnTo>
                    <a:pt x="4911458" y="960208"/>
                  </a:lnTo>
                  <a:lnTo>
                    <a:pt x="4912576" y="959739"/>
                  </a:lnTo>
                  <a:lnTo>
                    <a:pt x="4914443" y="957884"/>
                  </a:lnTo>
                  <a:lnTo>
                    <a:pt x="4914900" y="956754"/>
                  </a:lnTo>
                  <a:lnTo>
                    <a:pt x="4914900" y="954125"/>
                  </a:lnTo>
                  <a:close/>
                </a:path>
                <a:path w="9010650" h="1435735">
                  <a:moveTo>
                    <a:pt x="4914900" y="478790"/>
                  </a:moveTo>
                  <a:lnTo>
                    <a:pt x="4914443" y="477659"/>
                  </a:lnTo>
                  <a:lnTo>
                    <a:pt x="4912576" y="475805"/>
                  </a:lnTo>
                  <a:lnTo>
                    <a:pt x="4911458" y="475335"/>
                  </a:lnTo>
                  <a:lnTo>
                    <a:pt x="4908829" y="475335"/>
                  </a:lnTo>
                  <a:lnTo>
                    <a:pt x="4907699" y="475805"/>
                  </a:lnTo>
                  <a:lnTo>
                    <a:pt x="4905845" y="477659"/>
                  </a:lnTo>
                  <a:lnTo>
                    <a:pt x="4905375" y="478790"/>
                  </a:lnTo>
                  <a:lnTo>
                    <a:pt x="4905375" y="481418"/>
                  </a:lnTo>
                  <a:lnTo>
                    <a:pt x="4905845" y="482536"/>
                  </a:lnTo>
                  <a:lnTo>
                    <a:pt x="4907699" y="484403"/>
                  </a:lnTo>
                  <a:lnTo>
                    <a:pt x="4908829" y="484860"/>
                  </a:lnTo>
                  <a:lnTo>
                    <a:pt x="4911458" y="484860"/>
                  </a:lnTo>
                  <a:lnTo>
                    <a:pt x="4912576" y="484403"/>
                  </a:lnTo>
                  <a:lnTo>
                    <a:pt x="4914443" y="482536"/>
                  </a:lnTo>
                  <a:lnTo>
                    <a:pt x="4914900" y="481418"/>
                  </a:lnTo>
                  <a:lnTo>
                    <a:pt x="4914900" y="478790"/>
                  </a:lnTo>
                  <a:close/>
                </a:path>
                <a:path w="9010650" h="1435735">
                  <a:moveTo>
                    <a:pt x="4914900" y="3441"/>
                  </a:moveTo>
                  <a:lnTo>
                    <a:pt x="4914443" y="2324"/>
                  </a:lnTo>
                  <a:lnTo>
                    <a:pt x="4912576" y="457"/>
                  </a:lnTo>
                  <a:lnTo>
                    <a:pt x="4911458" y="0"/>
                  </a:lnTo>
                  <a:lnTo>
                    <a:pt x="4908829" y="0"/>
                  </a:lnTo>
                  <a:lnTo>
                    <a:pt x="4907699" y="457"/>
                  </a:lnTo>
                  <a:lnTo>
                    <a:pt x="4905845" y="2324"/>
                  </a:lnTo>
                  <a:lnTo>
                    <a:pt x="4905375" y="3441"/>
                  </a:lnTo>
                  <a:lnTo>
                    <a:pt x="4905375" y="6070"/>
                  </a:lnTo>
                  <a:lnTo>
                    <a:pt x="4905845" y="7200"/>
                  </a:lnTo>
                  <a:lnTo>
                    <a:pt x="4907699" y="9055"/>
                  </a:lnTo>
                  <a:lnTo>
                    <a:pt x="4908829" y="9525"/>
                  </a:lnTo>
                  <a:lnTo>
                    <a:pt x="4911458" y="9525"/>
                  </a:lnTo>
                  <a:lnTo>
                    <a:pt x="4912576" y="9055"/>
                  </a:lnTo>
                  <a:lnTo>
                    <a:pt x="4914443" y="7200"/>
                  </a:lnTo>
                  <a:lnTo>
                    <a:pt x="4914900" y="6070"/>
                  </a:lnTo>
                  <a:lnTo>
                    <a:pt x="4914900" y="3441"/>
                  </a:lnTo>
                  <a:close/>
                </a:path>
                <a:path w="9010650" h="1435735">
                  <a:moveTo>
                    <a:pt x="4962525" y="1429473"/>
                  </a:moveTo>
                  <a:lnTo>
                    <a:pt x="4962068" y="1428356"/>
                  </a:lnTo>
                  <a:lnTo>
                    <a:pt x="4960201" y="1426489"/>
                  </a:lnTo>
                  <a:lnTo>
                    <a:pt x="4959083" y="1426019"/>
                  </a:lnTo>
                  <a:lnTo>
                    <a:pt x="4956454" y="1426019"/>
                  </a:lnTo>
                  <a:lnTo>
                    <a:pt x="4955324" y="1426489"/>
                  </a:lnTo>
                  <a:lnTo>
                    <a:pt x="4953470" y="1428356"/>
                  </a:lnTo>
                  <a:lnTo>
                    <a:pt x="4953000" y="1429473"/>
                  </a:lnTo>
                  <a:lnTo>
                    <a:pt x="4953000" y="1432102"/>
                  </a:lnTo>
                  <a:lnTo>
                    <a:pt x="4953470" y="1433220"/>
                  </a:lnTo>
                  <a:lnTo>
                    <a:pt x="4955324" y="1435087"/>
                  </a:lnTo>
                  <a:lnTo>
                    <a:pt x="4956454" y="1435544"/>
                  </a:lnTo>
                  <a:lnTo>
                    <a:pt x="4959083" y="1435544"/>
                  </a:lnTo>
                  <a:lnTo>
                    <a:pt x="4960201" y="1435087"/>
                  </a:lnTo>
                  <a:lnTo>
                    <a:pt x="4962068" y="1433220"/>
                  </a:lnTo>
                  <a:lnTo>
                    <a:pt x="4962525" y="1432102"/>
                  </a:lnTo>
                  <a:lnTo>
                    <a:pt x="4962525" y="1429473"/>
                  </a:lnTo>
                  <a:close/>
                </a:path>
                <a:path w="9010650" h="1435735">
                  <a:moveTo>
                    <a:pt x="4962525" y="954125"/>
                  </a:moveTo>
                  <a:lnTo>
                    <a:pt x="4962068" y="953008"/>
                  </a:lnTo>
                  <a:lnTo>
                    <a:pt x="4960201" y="951153"/>
                  </a:lnTo>
                  <a:lnTo>
                    <a:pt x="4959083" y="950683"/>
                  </a:lnTo>
                  <a:lnTo>
                    <a:pt x="4956454" y="950683"/>
                  </a:lnTo>
                  <a:lnTo>
                    <a:pt x="4955324" y="951153"/>
                  </a:lnTo>
                  <a:lnTo>
                    <a:pt x="4953470" y="953008"/>
                  </a:lnTo>
                  <a:lnTo>
                    <a:pt x="4953000" y="954125"/>
                  </a:lnTo>
                  <a:lnTo>
                    <a:pt x="4953000" y="956754"/>
                  </a:lnTo>
                  <a:lnTo>
                    <a:pt x="4953470" y="957884"/>
                  </a:lnTo>
                  <a:lnTo>
                    <a:pt x="4955324" y="959739"/>
                  </a:lnTo>
                  <a:lnTo>
                    <a:pt x="4956454" y="960208"/>
                  </a:lnTo>
                  <a:lnTo>
                    <a:pt x="4959083" y="960208"/>
                  </a:lnTo>
                  <a:lnTo>
                    <a:pt x="4960201" y="959739"/>
                  </a:lnTo>
                  <a:lnTo>
                    <a:pt x="4962068" y="957884"/>
                  </a:lnTo>
                  <a:lnTo>
                    <a:pt x="4962525" y="956754"/>
                  </a:lnTo>
                  <a:lnTo>
                    <a:pt x="4962525" y="954125"/>
                  </a:lnTo>
                  <a:close/>
                </a:path>
                <a:path w="9010650" h="1435735">
                  <a:moveTo>
                    <a:pt x="4962525" y="478790"/>
                  </a:moveTo>
                  <a:lnTo>
                    <a:pt x="4962068" y="477659"/>
                  </a:lnTo>
                  <a:lnTo>
                    <a:pt x="4960201" y="475805"/>
                  </a:lnTo>
                  <a:lnTo>
                    <a:pt x="4959083" y="475335"/>
                  </a:lnTo>
                  <a:lnTo>
                    <a:pt x="4956454" y="475335"/>
                  </a:lnTo>
                  <a:lnTo>
                    <a:pt x="4955324" y="475805"/>
                  </a:lnTo>
                  <a:lnTo>
                    <a:pt x="4953470" y="477659"/>
                  </a:lnTo>
                  <a:lnTo>
                    <a:pt x="4953000" y="478790"/>
                  </a:lnTo>
                  <a:lnTo>
                    <a:pt x="4953000" y="481418"/>
                  </a:lnTo>
                  <a:lnTo>
                    <a:pt x="4953470" y="482536"/>
                  </a:lnTo>
                  <a:lnTo>
                    <a:pt x="4955324" y="484403"/>
                  </a:lnTo>
                  <a:lnTo>
                    <a:pt x="4956454" y="484860"/>
                  </a:lnTo>
                  <a:lnTo>
                    <a:pt x="4959083" y="484860"/>
                  </a:lnTo>
                  <a:lnTo>
                    <a:pt x="4960201" y="484403"/>
                  </a:lnTo>
                  <a:lnTo>
                    <a:pt x="4962068" y="482536"/>
                  </a:lnTo>
                  <a:lnTo>
                    <a:pt x="4962525" y="481418"/>
                  </a:lnTo>
                  <a:lnTo>
                    <a:pt x="4962525" y="478790"/>
                  </a:lnTo>
                  <a:close/>
                </a:path>
                <a:path w="9010650" h="1435735">
                  <a:moveTo>
                    <a:pt x="4962525" y="3441"/>
                  </a:moveTo>
                  <a:lnTo>
                    <a:pt x="4962068" y="2324"/>
                  </a:lnTo>
                  <a:lnTo>
                    <a:pt x="4960201" y="457"/>
                  </a:lnTo>
                  <a:lnTo>
                    <a:pt x="4959083" y="0"/>
                  </a:lnTo>
                  <a:lnTo>
                    <a:pt x="4956454" y="0"/>
                  </a:lnTo>
                  <a:lnTo>
                    <a:pt x="4955324" y="457"/>
                  </a:lnTo>
                  <a:lnTo>
                    <a:pt x="4953470" y="2324"/>
                  </a:lnTo>
                  <a:lnTo>
                    <a:pt x="4953000" y="3441"/>
                  </a:lnTo>
                  <a:lnTo>
                    <a:pt x="4953000" y="6070"/>
                  </a:lnTo>
                  <a:lnTo>
                    <a:pt x="4953470" y="7200"/>
                  </a:lnTo>
                  <a:lnTo>
                    <a:pt x="4955324" y="9055"/>
                  </a:lnTo>
                  <a:lnTo>
                    <a:pt x="4956454" y="9525"/>
                  </a:lnTo>
                  <a:lnTo>
                    <a:pt x="4959083" y="9525"/>
                  </a:lnTo>
                  <a:lnTo>
                    <a:pt x="4960201" y="9055"/>
                  </a:lnTo>
                  <a:lnTo>
                    <a:pt x="4962068" y="7200"/>
                  </a:lnTo>
                  <a:lnTo>
                    <a:pt x="4962525" y="6070"/>
                  </a:lnTo>
                  <a:lnTo>
                    <a:pt x="4962525" y="3441"/>
                  </a:lnTo>
                  <a:close/>
                </a:path>
                <a:path w="9010650" h="1435735">
                  <a:moveTo>
                    <a:pt x="5010150" y="1429473"/>
                  </a:moveTo>
                  <a:lnTo>
                    <a:pt x="5009693" y="1428356"/>
                  </a:lnTo>
                  <a:lnTo>
                    <a:pt x="5007826" y="1426489"/>
                  </a:lnTo>
                  <a:lnTo>
                    <a:pt x="5006708" y="1426019"/>
                  </a:lnTo>
                  <a:lnTo>
                    <a:pt x="5004079" y="1426019"/>
                  </a:lnTo>
                  <a:lnTo>
                    <a:pt x="5002949" y="1426489"/>
                  </a:lnTo>
                  <a:lnTo>
                    <a:pt x="5001095" y="1428356"/>
                  </a:lnTo>
                  <a:lnTo>
                    <a:pt x="5000625" y="1429473"/>
                  </a:lnTo>
                  <a:lnTo>
                    <a:pt x="5000625" y="1432102"/>
                  </a:lnTo>
                  <a:lnTo>
                    <a:pt x="5001095" y="1433220"/>
                  </a:lnTo>
                  <a:lnTo>
                    <a:pt x="5002949" y="1435087"/>
                  </a:lnTo>
                  <a:lnTo>
                    <a:pt x="5004079" y="1435544"/>
                  </a:lnTo>
                  <a:lnTo>
                    <a:pt x="5006708" y="1435544"/>
                  </a:lnTo>
                  <a:lnTo>
                    <a:pt x="5007826" y="1435087"/>
                  </a:lnTo>
                  <a:lnTo>
                    <a:pt x="5009693" y="1433220"/>
                  </a:lnTo>
                  <a:lnTo>
                    <a:pt x="5010150" y="1432102"/>
                  </a:lnTo>
                  <a:lnTo>
                    <a:pt x="5010150" y="1429473"/>
                  </a:lnTo>
                  <a:close/>
                </a:path>
                <a:path w="9010650" h="1435735">
                  <a:moveTo>
                    <a:pt x="5010150" y="954125"/>
                  </a:moveTo>
                  <a:lnTo>
                    <a:pt x="5009693" y="953008"/>
                  </a:lnTo>
                  <a:lnTo>
                    <a:pt x="5007826" y="951153"/>
                  </a:lnTo>
                  <a:lnTo>
                    <a:pt x="5006708" y="950683"/>
                  </a:lnTo>
                  <a:lnTo>
                    <a:pt x="5004079" y="950683"/>
                  </a:lnTo>
                  <a:lnTo>
                    <a:pt x="5002949" y="951153"/>
                  </a:lnTo>
                  <a:lnTo>
                    <a:pt x="5001095" y="953008"/>
                  </a:lnTo>
                  <a:lnTo>
                    <a:pt x="5000625" y="954125"/>
                  </a:lnTo>
                  <a:lnTo>
                    <a:pt x="5000625" y="956754"/>
                  </a:lnTo>
                  <a:lnTo>
                    <a:pt x="5001095" y="957884"/>
                  </a:lnTo>
                  <a:lnTo>
                    <a:pt x="5002949" y="959739"/>
                  </a:lnTo>
                  <a:lnTo>
                    <a:pt x="5004079" y="960208"/>
                  </a:lnTo>
                  <a:lnTo>
                    <a:pt x="5006708" y="960208"/>
                  </a:lnTo>
                  <a:lnTo>
                    <a:pt x="5007826" y="959739"/>
                  </a:lnTo>
                  <a:lnTo>
                    <a:pt x="5009693" y="957884"/>
                  </a:lnTo>
                  <a:lnTo>
                    <a:pt x="5010150" y="956754"/>
                  </a:lnTo>
                  <a:lnTo>
                    <a:pt x="5010150" y="954125"/>
                  </a:lnTo>
                  <a:close/>
                </a:path>
                <a:path w="9010650" h="1435735">
                  <a:moveTo>
                    <a:pt x="5010150" y="478790"/>
                  </a:moveTo>
                  <a:lnTo>
                    <a:pt x="5009693" y="477659"/>
                  </a:lnTo>
                  <a:lnTo>
                    <a:pt x="5007826" y="475805"/>
                  </a:lnTo>
                  <a:lnTo>
                    <a:pt x="5006708" y="475335"/>
                  </a:lnTo>
                  <a:lnTo>
                    <a:pt x="5004079" y="475335"/>
                  </a:lnTo>
                  <a:lnTo>
                    <a:pt x="5002949" y="475805"/>
                  </a:lnTo>
                  <a:lnTo>
                    <a:pt x="5001095" y="477659"/>
                  </a:lnTo>
                  <a:lnTo>
                    <a:pt x="5000625" y="478790"/>
                  </a:lnTo>
                  <a:lnTo>
                    <a:pt x="5000625" y="481418"/>
                  </a:lnTo>
                  <a:lnTo>
                    <a:pt x="5001095" y="482536"/>
                  </a:lnTo>
                  <a:lnTo>
                    <a:pt x="5002949" y="484403"/>
                  </a:lnTo>
                  <a:lnTo>
                    <a:pt x="5004079" y="484860"/>
                  </a:lnTo>
                  <a:lnTo>
                    <a:pt x="5006708" y="484860"/>
                  </a:lnTo>
                  <a:lnTo>
                    <a:pt x="5007826" y="484403"/>
                  </a:lnTo>
                  <a:lnTo>
                    <a:pt x="5009693" y="482536"/>
                  </a:lnTo>
                  <a:lnTo>
                    <a:pt x="5010150" y="481418"/>
                  </a:lnTo>
                  <a:lnTo>
                    <a:pt x="5010150" y="478790"/>
                  </a:lnTo>
                  <a:close/>
                </a:path>
                <a:path w="9010650" h="1435735">
                  <a:moveTo>
                    <a:pt x="5010150" y="3441"/>
                  </a:moveTo>
                  <a:lnTo>
                    <a:pt x="5009693" y="2324"/>
                  </a:lnTo>
                  <a:lnTo>
                    <a:pt x="5007826" y="457"/>
                  </a:lnTo>
                  <a:lnTo>
                    <a:pt x="5006708" y="0"/>
                  </a:lnTo>
                  <a:lnTo>
                    <a:pt x="5004079" y="0"/>
                  </a:lnTo>
                  <a:lnTo>
                    <a:pt x="5002949" y="457"/>
                  </a:lnTo>
                  <a:lnTo>
                    <a:pt x="5001095" y="2324"/>
                  </a:lnTo>
                  <a:lnTo>
                    <a:pt x="5000625" y="3441"/>
                  </a:lnTo>
                  <a:lnTo>
                    <a:pt x="5000625" y="6070"/>
                  </a:lnTo>
                  <a:lnTo>
                    <a:pt x="5001095" y="7200"/>
                  </a:lnTo>
                  <a:lnTo>
                    <a:pt x="5002949" y="9055"/>
                  </a:lnTo>
                  <a:lnTo>
                    <a:pt x="5004079" y="9525"/>
                  </a:lnTo>
                  <a:lnTo>
                    <a:pt x="5006708" y="9525"/>
                  </a:lnTo>
                  <a:lnTo>
                    <a:pt x="5007826" y="9055"/>
                  </a:lnTo>
                  <a:lnTo>
                    <a:pt x="5009693" y="7200"/>
                  </a:lnTo>
                  <a:lnTo>
                    <a:pt x="5010150" y="6070"/>
                  </a:lnTo>
                  <a:lnTo>
                    <a:pt x="5010150" y="3441"/>
                  </a:lnTo>
                  <a:close/>
                </a:path>
                <a:path w="9010650" h="1435735">
                  <a:moveTo>
                    <a:pt x="5057775" y="1429473"/>
                  </a:moveTo>
                  <a:lnTo>
                    <a:pt x="5057318" y="1428356"/>
                  </a:lnTo>
                  <a:lnTo>
                    <a:pt x="5055451" y="1426489"/>
                  </a:lnTo>
                  <a:lnTo>
                    <a:pt x="5054333" y="1426019"/>
                  </a:lnTo>
                  <a:lnTo>
                    <a:pt x="5051704" y="1426019"/>
                  </a:lnTo>
                  <a:lnTo>
                    <a:pt x="5050574" y="1426489"/>
                  </a:lnTo>
                  <a:lnTo>
                    <a:pt x="5048720" y="1428356"/>
                  </a:lnTo>
                  <a:lnTo>
                    <a:pt x="5048250" y="1429473"/>
                  </a:lnTo>
                  <a:lnTo>
                    <a:pt x="5048250" y="1432102"/>
                  </a:lnTo>
                  <a:lnTo>
                    <a:pt x="5048720" y="1433220"/>
                  </a:lnTo>
                  <a:lnTo>
                    <a:pt x="5050574" y="1435087"/>
                  </a:lnTo>
                  <a:lnTo>
                    <a:pt x="5051704" y="1435544"/>
                  </a:lnTo>
                  <a:lnTo>
                    <a:pt x="5054333" y="1435544"/>
                  </a:lnTo>
                  <a:lnTo>
                    <a:pt x="5055451" y="1435087"/>
                  </a:lnTo>
                  <a:lnTo>
                    <a:pt x="5057318" y="1433220"/>
                  </a:lnTo>
                  <a:lnTo>
                    <a:pt x="5057775" y="1432102"/>
                  </a:lnTo>
                  <a:lnTo>
                    <a:pt x="5057775" y="1429473"/>
                  </a:lnTo>
                  <a:close/>
                </a:path>
                <a:path w="9010650" h="1435735">
                  <a:moveTo>
                    <a:pt x="5057775" y="954125"/>
                  </a:moveTo>
                  <a:lnTo>
                    <a:pt x="5057318" y="953008"/>
                  </a:lnTo>
                  <a:lnTo>
                    <a:pt x="5055451" y="951153"/>
                  </a:lnTo>
                  <a:lnTo>
                    <a:pt x="5054333" y="950683"/>
                  </a:lnTo>
                  <a:lnTo>
                    <a:pt x="5051704" y="950683"/>
                  </a:lnTo>
                  <a:lnTo>
                    <a:pt x="5050574" y="951153"/>
                  </a:lnTo>
                  <a:lnTo>
                    <a:pt x="5048720" y="953008"/>
                  </a:lnTo>
                  <a:lnTo>
                    <a:pt x="5048250" y="954125"/>
                  </a:lnTo>
                  <a:lnTo>
                    <a:pt x="5048250" y="956754"/>
                  </a:lnTo>
                  <a:lnTo>
                    <a:pt x="5048720" y="957884"/>
                  </a:lnTo>
                  <a:lnTo>
                    <a:pt x="5050574" y="959739"/>
                  </a:lnTo>
                  <a:lnTo>
                    <a:pt x="5051704" y="960208"/>
                  </a:lnTo>
                  <a:lnTo>
                    <a:pt x="5054333" y="960208"/>
                  </a:lnTo>
                  <a:lnTo>
                    <a:pt x="5055451" y="959739"/>
                  </a:lnTo>
                  <a:lnTo>
                    <a:pt x="5057318" y="957884"/>
                  </a:lnTo>
                  <a:lnTo>
                    <a:pt x="5057775" y="956754"/>
                  </a:lnTo>
                  <a:lnTo>
                    <a:pt x="5057775" y="954125"/>
                  </a:lnTo>
                  <a:close/>
                </a:path>
                <a:path w="9010650" h="1435735">
                  <a:moveTo>
                    <a:pt x="5057775" y="478790"/>
                  </a:moveTo>
                  <a:lnTo>
                    <a:pt x="5057318" y="477659"/>
                  </a:lnTo>
                  <a:lnTo>
                    <a:pt x="5055451" y="475805"/>
                  </a:lnTo>
                  <a:lnTo>
                    <a:pt x="5054333" y="475335"/>
                  </a:lnTo>
                  <a:lnTo>
                    <a:pt x="5051704" y="475335"/>
                  </a:lnTo>
                  <a:lnTo>
                    <a:pt x="5050574" y="475805"/>
                  </a:lnTo>
                  <a:lnTo>
                    <a:pt x="5048720" y="477659"/>
                  </a:lnTo>
                  <a:lnTo>
                    <a:pt x="5048250" y="478790"/>
                  </a:lnTo>
                  <a:lnTo>
                    <a:pt x="5048250" y="481418"/>
                  </a:lnTo>
                  <a:lnTo>
                    <a:pt x="5048720" y="482536"/>
                  </a:lnTo>
                  <a:lnTo>
                    <a:pt x="5050574" y="484403"/>
                  </a:lnTo>
                  <a:lnTo>
                    <a:pt x="5051704" y="484860"/>
                  </a:lnTo>
                  <a:lnTo>
                    <a:pt x="5054333" y="484860"/>
                  </a:lnTo>
                  <a:lnTo>
                    <a:pt x="5055451" y="484403"/>
                  </a:lnTo>
                  <a:lnTo>
                    <a:pt x="5057318" y="482536"/>
                  </a:lnTo>
                  <a:lnTo>
                    <a:pt x="5057775" y="481418"/>
                  </a:lnTo>
                  <a:lnTo>
                    <a:pt x="5057775" y="478790"/>
                  </a:lnTo>
                  <a:close/>
                </a:path>
                <a:path w="9010650" h="1435735">
                  <a:moveTo>
                    <a:pt x="5057775" y="3441"/>
                  </a:moveTo>
                  <a:lnTo>
                    <a:pt x="5057318" y="2324"/>
                  </a:lnTo>
                  <a:lnTo>
                    <a:pt x="5055451" y="457"/>
                  </a:lnTo>
                  <a:lnTo>
                    <a:pt x="5054333" y="0"/>
                  </a:lnTo>
                  <a:lnTo>
                    <a:pt x="5051704" y="0"/>
                  </a:lnTo>
                  <a:lnTo>
                    <a:pt x="5050574" y="457"/>
                  </a:lnTo>
                  <a:lnTo>
                    <a:pt x="5048720" y="2324"/>
                  </a:lnTo>
                  <a:lnTo>
                    <a:pt x="5048250" y="3441"/>
                  </a:lnTo>
                  <a:lnTo>
                    <a:pt x="5048250" y="6070"/>
                  </a:lnTo>
                  <a:lnTo>
                    <a:pt x="5048720" y="7200"/>
                  </a:lnTo>
                  <a:lnTo>
                    <a:pt x="5050574" y="9055"/>
                  </a:lnTo>
                  <a:lnTo>
                    <a:pt x="5051704" y="9525"/>
                  </a:lnTo>
                  <a:lnTo>
                    <a:pt x="5054333" y="9525"/>
                  </a:lnTo>
                  <a:lnTo>
                    <a:pt x="5055451" y="9055"/>
                  </a:lnTo>
                  <a:lnTo>
                    <a:pt x="5057318" y="7200"/>
                  </a:lnTo>
                  <a:lnTo>
                    <a:pt x="5057775" y="6070"/>
                  </a:lnTo>
                  <a:lnTo>
                    <a:pt x="5057775" y="3441"/>
                  </a:lnTo>
                  <a:close/>
                </a:path>
                <a:path w="9010650" h="1435735">
                  <a:moveTo>
                    <a:pt x="5105400" y="1429473"/>
                  </a:moveTo>
                  <a:lnTo>
                    <a:pt x="5104943" y="1428356"/>
                  </a:lnTo>
                  <a:lnTo>
                    <a:pt x="5103076" y="1426489"/>
                  </a:lnTo>
                  <a:lnTo>
                    <a:pt x="5101958" y="1426019"/>
                  </a:lnTo>
                  <a:lnTo>
                    <a:pt x="5099329" y="1426019"/>
                  </a:lnTo>
                  <a:lnTo>
                    <a:pt x="5098212" y="1426489"/>
                  </a:lnTo>
                  <a:lnTo>
                    <a:pt x="5096345" y="1428356"/>
                  </a:lnTo>
                  <a:lnTo>
                    <a:pt x="5095875" y="1429473"/>
                  </a:lnTo>
                  <a:lnTo>
                    <a:pt x="5095875" y="1432102"/>
                  </a:lnTo>
                  <a:lnTo>
                    <a:pt x="5096345" y="1433220"/>
                  </a:lnTo>
                  <a:lnTo>
                    <a:pt x="5098212" y="1435087"/>
                  </a:lnTo>
                  <a:lnTo>
                    <a:pt x="5099329" y="1435544"/>
                  </a:lnTo>
                  <a:lnTo>
                    <a:pt x="5101958" y="1435544"/>
                  </a:lnTo>
                  <a:lnTo>
                    <a:pt x="5103076" y="1435087"/>
                  </a:lnTo>
                  <a:lnTo>
                    <a:pt x="5104943" y="1433220"/>
                  </a:lnTo>
                  <a:lnTo>
                    <a:pt x="5105400" y="1432102"/>
                  </a:lnTo>
                  <a:lnTo>
                    <a:pt x="5105400" y="1429473"/>
                  </a:lnTo>
                  <a:close/>
                </a:path>
                <a:path w="9010650" h="1435735">
                  <a:moveTo>
                    <a:pt x="5105400" y="954125"/>
                  </a:moveTo>
                  <a:lnTo>
                    <a:pt x="5104943" y="953008"/>
                  </a:lnTo>
                  <a:lnTo>
                    <a:pt x="5103076" y="951153"/>
                  </a:lnTo>
                  <a:lnTo>
                    <a:pt x="5101958" y="950683"/>
                  </a:lnTo>
                  <a:lnTo>
                    <a:pt x="5099329" y="950683"/>
                  </a:lnTo>
                  <a:lnTo>
                    <a:pt x="5098212" y="951153"/>
                  </a:lnTo>
                  <a:lnTo>
                    <a:pt x="5096345" y="953008"/>
                  </a:lnTo>
                  <a:lnTo>
                    <a:pt x="5095875" y="954125"/>
                  </a:lnTo>
                  <a:lnTo>
                    <a:pt x="5095875" y="956754"/>
                  </a:lnTo>
                  <a:lnTo>
                    <a:pt x="5096345" y="957884"/>
                  </a:lnTo>
                  <a:lnTo>
                    <a:pt x="5098212" y="959739"/>
                  </a:lnTo>
                  <a:lnTo>
                    <a:pt x="5099329" y="960208"/>
                  </a:lnTo>
                  <a:lnTo>
                    <a:pt x="5101958" y="960208"/>
                  </a:lnTo>
                  <a:lnTo>
                    <a:pt x="5103076" y="959739"/>
                  </a:lnTo>
                  <a:lnTo>
                    <a:pt x="5104943" y="957884"/>
                  </a:lnTo>
                  <a:lnTo>
                    <a:pt x="5105400" y="956754"/>
                  </a:lnTo>
                  <a:lnTo>
                    <a:pt x="5105400" y="954125"/>
                  </a:lnTo>
                  <a:close/>
                </a:path>
                <a:path w="9010650" h="1435735">
                  <a:moveTo>
                    <a:pt x="5105400" y="478790"/>
                  </a:moveTo>
                  <a:lnTo>
                    <a:pt x="5104943" y="477659"/>
                  </a:lnTo>
                  <a:lnTo>
                    <a:pt x="5103076" y="475805"/>
                  </a:lnTo>
                  <a:lnTo>
                    <a:pt x="5101958" y="475335"/>
                  </a:lnTo>
                  <a:lnTo>
                    <a:pt x="5099329" y="475335"/>
                  </a:lnTo>
                  <a:lnTo>
                    <a:pt x="5098212" y="475805"/>
                  </a:lnTo>
                  <a:lnTo>
                    <a:pt x="5096345" y="477659"/>
                  </a:lnTo>
                  <a:lnTo>
                    <a:pt x="5095875" y="478790"/>
                  </a:lnTo>
                  <a:lnTo>
                    <a:pt x="5095875" y="481418"/>
                  </a:lnTo>
                  <a:lnTo>
                    <a:pt x="5096345" y="482536"/>
                  </a:lnTo>
                  <a:lnTo>
                    <a:pt x="5098212" y="484403"/>
                  </a:lnTo>
                  <a:lnTo>
                    <a:pt x="5099329" y="484860"/>
                  </a:lnTo>
                  <a:lnTo>
                    <a:pt x="5101958" y="484860"/>
                  </a:lnTo>
                  <a:lnTo>
                    <a:pt x="5103076" y="484403"/>
                  </a:lnTo>
                  <a:lnTo>
                    <a:pt x="5104943" y="482536"/>
                  </a:lnTo>
                  <a:lnTo>
                    <a:pt x="5105400" y="481418"/>
                  </a:lnTo>
                  <a:lnTo>
                    <a:pt x="5105400" y="478790"/>
                  </a:lnTo>
                  <a:close/>
                </a:path>
                <a:path w="9010650" h="1435735">
                  <a:moveTo>
                    <a:pt x="5105400" y="3441"/>
                  </a:moveTo>
                  <a:lnTo>
                    <a:pt x="5104943" y="2324"/>
                  </a:lnTo>
                  <a:lnTo>
                    <a:pt x="5103076" y="457"/>
                  </a:lnTo>
                  <a:lnTo>
                    <a:pt x="5101958" y="0"/>
                  </a:lnTo>
                  <a:lnTo>
                    <a:pt x="5099329" y="0"/>
                  </a:lnTo>
                  <a:lnTo>
                    <a:pt x="5098212" y="457"/>
                  </a:lnTo>
                  <a:lnTo>
                    <a:pt x="5096345" y="2324"/>
                  </a:lnTo>
                  <a:lnTo>
                    <a:pt x="5095875" y="3441"/>
                  </a:lnTo>
                  <a:lnTo>
                    <a:pt x="5095875" y="6070"/>
                  </a:lnTo>
                  <a:lnTo>
                    <a:pt x="5096345" y="7200"/>
                  </a:lnTo>
                  <a:lnTo>
                    <a:pt x="5098212" y="9055"/>
                  </a:lnTo>
                  <a:lnTo>
                    <a:pt x="5099329" y="9525"/>
                  </a:lnTo>
                  <a:lnTo>
                    <a:pt x="5101958" y="9525"/>
                  </a:lnTo>
                  <a:lnTo>
                    <a:pt x="5103076" y="9055"/>
                  </a:lnTo>
                  <a:lnTo>
                    <a:pt x="5104943" y="7200"/>
                  </a:lnTo>
                  <a:lnTo>
                    <a:pt x="5105400" y="6070"/>
                  </a:lnTo>
                  <a:lnTo>
                    <a:pt x="5105400" y="3441"/>
                  </a:lnTo>
                  <a:close/>
                </a:path>
                <a:path w="9010650" h="1435735">
                  <a:moveTo>
                    <a:pt x="5153025" y="1429473"/>
                  </a:moveTo>
                  <a:lnTo>
                    <a:pt x="5152568" y="1428356"/>
                  </a:lnTo>
                  <a:lnTo>
                    <a:pt x="5150701" y="1426489"/>
                  </a:lnTo>
                  <a:lnTo>
                    <a:pt x="5149583" y="1426019"/>
                  </a:lnTo>
                  <a:lnTo>
                    <a:pt x="5146954" y="1426019"/>
                  </a:lnTo>
                  <a:lnTo>
                    <a:pt x="5145824" y="1426489"/>
                  </a:lnTo>
                  <a:lnTo>
                    <a:pt x="5143970" y="1428356"/>
                  </a:lnTo>
                  <a:lnTo>
                    <a:pt x="5143500" y="1429473"/>
                  </a:lnTo>
                  <a:lnTo>
                    <a:pt x="5143500" y="1432102"/>
                  </a:lnTo>
                  <a:lnTo>
                    <a:pt x="5143970" y="1433220"/>
                  </a:lnTo>
                  <a:lnTo>
                    <a:pt x="5145824" y="1435087"/>
                  </a:lnTo>
                  <a:lnTo>
                    <a:pt x="5146954" y="1435544"/>
                  </a:lnTo>
                  <a:lnTo>
                    <a:pt x="5149583" y="1435544"/>
                  </a:lnTo>
                  <a:lnTo>
                    <a:pt x="5150701" y="1435087"/>
                  </a:lnTo>
                  <a:lnTo>
                    <a:pt x="5152568" y="1433220"/>
                  </a:lnTo>
                  <a:lnTo>
                    <a:pt x="5153025" y="1432102"/>
                  </a:lnTo>
                  <a:lnTo>
                    <a:pt x="5153025" y="1429473"/>
                  </a:lnTo>
                  <a:close/>
                </a:path>
                <a:path w="9010650" h="1435735">
                  <a:moveTo>
                    <a:pt x="5153025" y="954125"/>
                  </a:moveTo>
                  <a:lnTo>
                    <a:pt x="5152568" y="953008"/>
                  </a:lnTo>
                  <a:lnTo>
                    <a:pt x="5150701" y="951153"/>
                  </a:lnTo>
                  <a:lnTo>
                    <a:pt x="5149583" y="950683"/>
                  </a:lnTo>
                  <a:lnTo>
                    <a:pt x="5146954" y="950683"/>
                  </a:lnTo>
                  <a:lnTo>
                    <a:pt x="5145824" y="951153"/>
                  </a:lnTo>
                  <a:lnTo>
                    <a:pt x="5143970" y="953008"/>
                  </a:lnTo>
                  <a:lnTo>
                    <a:pt x="5143500" y="954125"/>
                  </a:lnTo>
                  <a:lnTo>
                    <a:pt x="5143500" y="956754"/>
                  </a:lnTo>
                  <a:lnTo>
                    <a:pt x="5143970" y="957884"/>
                  </a:lnTo>
                  <a:lnTo>
                    <a:pt x="5145824" y="959739"/>
                  </a:lnTo>
                  <a:lnTo>
                    <a:pt x="5146954" y="960208"/>
                  </a:lnTo>
                  <a:lnTo>
                    <a:pt x="5149583" y="960208"/>
                  </a:lnTo>
                  <a:lnTo>
                    <a:pt x="5150701" y="959739"/>
                  </a:lnTo>
                  <a:lnTo>
                    <a:pt x="5152568" y="957884"/>
                  </a:lnTo>
                  <a:lnTo>
                    <a:pt x="5153025" y="956754"/>
                  </a:lnTo>
                  <a:lnTo>
                    <a:pt x="5153025" y="954125"/>
                  </a:lnTo>
                  <a:close/>
                </a:path>
                <a:path w="9010650" h="1435735">
                  <a:moveTo>
                    <a:pt x="5153025" y="478790"/>
                  </a:moveTo>
                  <a:lnTo>
                    <a:pt x="5152568" y="477659"/>
                  </a:lnTo>
                  <a:lnTo>
                    <a:pt x="5150701" y="475805"/>
                  </a:lnTo>
                  <a:lnTo>
                    <a:pt x="5149583" y="475335"/>
                  </a:lnTo>
                  <a:lnTo>
                    <a:pt x="5146954" y="475335"/>
                  </a:lnTo>
                  <a:lnTo>
                    <a:pt x="5145824" y="475805"/>
                  </a:lnTo>
                  <a:lnTo>
                    <a:pt x="5143970" y="477659"/>
                  </a:lnTo>
                  <a:lnTo>
                    <a:pt x="5143500" y="478790"/>
                  </a:lnTo>
                  <a:lnTo>
                    <a:pt x="5143500" y="481418"/>
                  </a:lnTo>
                  <a:lnTo>
                    <a:pt x="5143970" y="482536"/>
                  </a:lnTo>
                  <a:lnTo>
                    <a:pt x="5145824" y="484403"/>
                  </a:lnTo>
                  <a:lnTo>
                    <a:pt x="5146954" y="484860"/>
                  </a:lnTo>
                  <a:lnTo>
                    <a:pt x="5149583" y="484860"/>
                  </a:lnTo>
                  <a:lnTo>
                    <a:pt x="5150701" y="484403"/>
                  </a:lnTo>
                  <a:lnTo>
                    <a:pt x="5152568" y="482536"/>
                  </a:lnTo>
                  <a:lnTo>
                    <a:pt x="5153025" y="481418"/>
                  </a:lnTo>
                  <a:lnTo>
                    <a:pt x="5153025" y="478790"/>
                  </a:lnTo>
                  <a:close/>
                </a:path>
                <a:path w="9010650" h="1435735">
                  <a:moveTo>
                    <a:pt x="5153025" y="3441"/>
                  </a:moveTo>
                  <a:lnTo>
                    <a:pt x="5152568" y="2324"/>
                  </a:lnTo>
                  <a:lnTo>
                    <a:pt x="5150701" y="457"/>
                  </a:lnTo>
                  <a:lnTo>
                    <a:pt x="5149583" y="0"/>
                  </a:lnTo>
                  <a:lnTo>
                    <a:pt x="5146954" y="0"/>
                  </a:lnTo>
                  <a:lnTo>
                    <a:pt x="5145824" y="457"/>
                  </a:lnTo>
                  <a:lnTo>
                    <a:pt x="5143970" y="2324"/>
                  </a:lnTo>
                  <a:lnTo>
                    <a:pt x="5143500" y="3441"/>
                  </a:lnTo>
                  <a:lnTo>
                    <a:pt x="5143500" y="6070"/>
                  </a:lnTo>
                  <a:lnTo>
                    <a:pt x="5143970" y="7200"/>
                  </a:lnTo>
                  <a:lnTo>
                    <a:pt x="5145824" y="9055"/>
                  </a:lnTo>
                  <a:lnTo>
                    <a:pt x="5146954" y="9525"/>
                  </a:lnTo>
                  <a:lnTo>
                    <a:pt x="5149583" y="9525"/>
                  </a:lnTo>
                  <a:lnTo>
                    <a:pt x="5150701" y="9055"/>
                  </a:lnTo>
                  <a:lnTo>
                    <a:pt x="5152568" y="7200"/>
                  </a:lnTo>
                  <a:lnTo>
                    <a:pt x="5153025" y="6070"/>
                  </a:lnTo>
                  <a:lnTo>
                    <a:pt x="5153025" y="3441"/>
                  </a:lnTo>
                  <a:close/>
                </a:path>
                <a:path w="9010650" h="1435735">
                  <a:moveTo>
                    <a:pt x="5200650" y="1429473"/>
                  </a:moveTo>
                  <a:lnTo>
                    <a:pt x="5200193" y="1428356"/>
                  </a:lnTo>
                  <a:lnTo>
                    <a:pt x="5198326" y="1426489"/>
                  </a:lnTo>
                  <a:lnTo>
                    <a:pt x="5197208" y="1426019"/>
                  </a:lnTo>
                  <a:lnTo>
                    <a:pt x="5194579" y="1426019"/>
                  </a:lnTo>
                  <a:lnTo>
                    <a:pt x="5193449" y="1426489"/>
                  </a:lnTo>
                  <a:lnTo>
                    <a:pt x="5191595" y="1428356"/>
                  </a:lnTo>
                  <a:lnTo>
                    <a:pt x="5191125" y="1429473"/>
                  </a:lnTo>
                  <a:lnTo>
                    <a:pt x="5191125" y="1432102"/>
                  </a:lnTo>
                  <a:lnTo>
                    <a:pt x="5191595" y="1433220"/>
                  </a:lnTo>
                  <a:lnTo>
                    <a:pt x="5193449" y="1435087"/>
                  </a:lnTo>
                  <a:lnTo>
                    <a:pt x="5194579" y="1435544"/>
                  </a:lnTo>
                  <a:lnTo>
                    <a:pt x="5197208" y="1435544"/>
                  </a:lnTo>
                  <a:lnTo>
                    <a:pt x="5198326" y="1435087"/>
                  </a:lnTo>
                  <a:lnTo>
                    <a:pt x="5200193" y="1433220"/>
                  </a:lnTo>
                  <a:lnTo>
                    <a:pt x="5200650" y="1432102"/>
                  </a:lnTo>
                  <a:lnTo>
                    <a:pt x="5200650" y="1429473"/>
                  </a:lnTo>
                  <a:close/>
                </a:path>
                <a:path w="9010650" h="1435735">
                  <a:moveTo>
                    <a:pt x="5200650" y="954125"/>
                  </a:moveTo>
                  <a:lnTo>
                    <a:pt x="5200193" y="953008"/>
                  </a:lnTo>
                  <a:lnTo>
                    <a:pt x="5198326" y="951153"/>
                  </a:lnTo>
                  <a:lnTo>
                    <a:pt x="5197208" y="950683"/>
                  </a:lnTo>
                  <a:lnTo>
                    <a:pt x="5194579" y="950683"/>
                  </a:lnTo>
                  <a:lnTo>
                    <a:pt x="5193449" y="951153"/>
                  </a:lnTo>
                  <a:lnTo>
                    <a:pt x="5191595" y="953008"/>
                  </a:lnTo>
                  <a:lnTo>
                    <a:pt x="5191125" y="954125"/>
                  </a:lnTo>
                  <a:lnTo>
                    <a:pt x="5191125" y="956754"/>
                  </a:lnTo>
                  <a:lnTo>
                    <a:pt x="5191595" y="957884"/>
                  </a:lnTo>
                  <a:lnTo>
                    <a:pt x="5193449" y="959739"/>
                  </a:lnTo>
                  <a:lnTo>
                    <a:pt x="5194579" y="960208"/>
                  </a:lnTo>
                  <a:lnTo>
                    <a:pt x="5197208" y="960208"/>
                  </a:lnTo>
                  <a:lnTo>
                    <a:pt x="5198326" y="959739"/>
                  </a:lnTo>
                  <a:lnTo>
                    <a:pt x="5200193" y="957884"/>
                  </a:lnTo>
                  <a:lnTo>
                    <a:pt x="5200650" y="956754"/>
                  </a:lnTo>
                  <a:lnTo>
                    <a:pt x="5200650" y="954125"/>
                  </a:lnTo>
                  <a:close/>
                </a:path>
                <a:path w="9010650" h="1435735">
                  <a:moveTo>
                    <a:pt x="5200650" y="478790"/>
                  </a:moveTo>
                  <a:lnTo>
                    <a:pt x="5200193" y="477659"/>
                  </a:lnTo>
                  <a:lnTo>
                    <a:pt x="5198326" y="475805"/>
                  </a:lnTo>
                  <a:lnTo>
                    <a:pt x="5197208" y="475335"/>
                  </a:lnTo>
                  <a:lnTo>
                    <a:pt x="5194579" y="475335"/>
                  </a:lnTo>
                  <a:lnTo>
                    <a:pt x="5193449" y="475805"/>
                  </a:lnTo>
                  <a:lnTo>
                    <a:pt x="5191595" y="477659"/>
                  </a:lnTo>
                  <a:lnTo>
                    <a:pt x="5191125" y="478790"/>
                  </a:lnTo>
                  <a:lnTo>
                    <a:pt x="5191125" y="481418"/>
                  </a:lnTo>
                  <a:lnTo>
                    <a:pt x="5191595" y="482536"/>
                  </a:lnTo>
                  <a:lnTo>
                    <a:pt x="5193449" y="484403"/>
                  </a:lnTo>
                  <a:lnTo>
                    <a:pt x="5194579" y="484860"/>
                  </a:lnTo>
                  <a:lnTo>
                    <a:pt x="5197208" y="484860"/>
                  </a:lnTo>
                  <a:lnTo>
                    <a:pt x="5198326" y="484403"/>
                  </a:lnTo>
                  <a:lnTo>
                    <a:pt x="5200193" y="482536"/>
                  </a:lnTo>
                  <a:lnTo>
                    <a:pt x="5200650" y="481418"/>
                  </a:lnTo>
                  <a:lnTo>
                    <a:pt x="5200650" y="478790"/>
                  </a:lnTo>
                  <a:close/>
                </a:path>
                <a:path w="9010650" h="1435735">
                  <a:moveTo>
                    <a:pt x="5200650" y="3441"/>
                  </a:moveTo>
                  <a:lnTo>
                    <a:pt x="5200193" y="2324"/>
                  </a:lnTo>
                  <a:lnTo>
                    <a:pt x="5198326" y="457"/>
                  </a:lnTo>
                  <a:lnTo>
                    <a:pt x="5197208" y="0"/>
                  </a:lnTo>
                  <a:lnTo>
                    <a:pt x="5194579" y="0"/>
                  </a:lnTo>
                  <a:lnTo>
                    <a:pt x="5193449" y="457"/>
                  </a:lnTo>
                  <a:lnTo>
                    <a:pt x="5191595" y="2324"/>
                  </a:lnTo>
                  <a:lnTo>
                    <a:pt x="5191125" y="3441"/>
                  </a:lnTo>
                  <a:lnTo>
                    <a:pt x="5191125" y="6070"/>
                  </a:lnTo>
                  <a:lnTo>
                    <a:pt x="5191595" y="7200"/>
                  </a:lnTo>
                  <a:lnTo>
                    <a:pt x="5193449" y="9055"/>
                  </a:lnTo>
                  <a:lnTo>
                    <a:pt x="5194579" y="9525"/>
                  </a:lnTo>
                  <a:lnTo>
                    <a:pt x="5197208" y="9525"/>
                  </a:lnTo>
                  <a:lnTo>
                    <a:pt x="5198326" y="9055"/>
                  </a:lnTo>
                  <a:lnTo>
                    <a:pt x="5200193" y="7200"/>
                  </a:lnTo>
                  <a:lnTo>
                    <a:pt x="5200650" y="6070"/>
                  </a:lnTo>
                  <a:lnTo>
                    <a:pt x="5200650" y="3441"/>
                  </a:lnTo>
                  <a:close/>
                </a:path>
                <a:path w="9010650" h="1435735">
                  <a:moveTo>
                    <a:pt x="5248275" y="1429473"/>
                  </a:moveTo>
                  <a:lnTo>
                    <a:pt x="5247818" y="1428356"/>
                  </a:lnTo>
                  <a:lnTo>
                    <a:pt x="5245951" y="1426489"/>
                  </a:lnTo>
                  <a:lnTo>
                    <a:pt x="5244833" y="1426019"/>
                  </a:lnTo>
                  <a:lnTo>
                    <a:pt x="5242204" y="1426019"/>
                  </a:lnTo>
                  <a:lnTo>
                    <a:pt x="5241074" y="1426489"/>
                  </a:lnTo>
                  <a:lnTo>
                    <a:pt x="5239220" y="1428356"/>
                  </a:lnTo>
                  <a:lnTo>
                    <a:pt x="5238750" y="1429473"/>
                  </a:lnTo>
                  <a:lnTo>
                    <a:pt x="5238750" y="1432102"/>
                  </a:lnTo>
                  <a:lnTo>
                    <a:pt x="5239220" y="1433220"/>
                  </a:lnTo>
                  <a:lnTo>
                    <a:pt x="5241074" y="1435087"/>
                  </a:lnTo>
                  <a:lnTo>
                    <a:pt x="5242204" y="1435544"/>
                  </a:lnTo>
                  <a:lnTo>
                    <a:pt x="5244833" y="1435544"/>
                  </a:lnTo>
                  <a:lnTo>
                    <a:pt x="5245951" y="1435087"/>
                  </a:lnTo>
                  <a:lnTo>
                    <a:pt x="5247818" y="1433220"/>
                  </a:lnTo>
                  <a:lnTo>
                    <a:pt x="5248275" y="1432102"/>
                  </a:lnTo>
                  <a:lnTo>
                    <a:pt x="5248275" y="1429473"/>
                  </a:lnTo>
                  <a:close/>
                </a:path>
                <a:path w="9010650" h="1435735">
                  <a:moveTo>
                    <a:pt x="5248275" y="954125"/>
                  </a:moveTo>
                  <a:lnTo>
                    <a:pt x="5247818" y="953008"/>
                  </a:lnTo>
                  <a:lnTo>
                    <a:pt x="5245951" y="951153"/>
                  </a:lnTo>
                  <a:lnTo>
                    <a:pt x="5244833" y="950683"/>
                  </a:lnTo>
                  <a:lnTo>
                    <a:pt x="5242204" y="950683"/>
                  </a:lnTo>
                  <a:lnTo>
                    <a:pt x="5241074" y="951153"/>
                  </a:lnTo>
                  <a:lnTo>
                    <a:pt x="5239220" y="953008"/>
                  </a:lnTo>
                  <a:lnTo>
                    <a:pt x="5238750" y="954125"/>
                  </a:lnTo>
                  <a:lnTo>
                    <a:pt x="5238750" y="956754"/>
                  </a:lnTo>
                  <a:lnTo>
                    <a:pt x="5239220" y="957884"/>
                  </a:lnTo>
                  <a:lnTo>
                    <a:pt x="5241074" y="959739"/>
                  </a:lnTo>
                  <a:lnTo>
                    <a:pt x="5242204" y="960208"/>
                  </a:lnTo>
                  <a:lnTo>
                    <a:pt x="5244833" y="960208"/>
                  </a:lnTo>
                  <a:lnTo>
                    <a:pt x="5245951" y="959739"/>
                  </a:lnTo>
                  <a:lnTo>
                    <a:pt x="5247818" y="957884"/>
                  </a:lnTo>
                  <a:lnTo>
                    <a:pt x="5248275" y="956754"/>
                  </a:lnTo>
                  <a:lnTo>
                    <a:pt x="5248275" y="954125"/>
                  </a:lnTo>
                  <a:close/>
                </a:path>
                <a:path w="9010650" h="1435735">
                  <a:moveTo>
                    <a:pt x="5248275" y="478790"/>
                  </a:moveTo>
                  <a:lnTo>
                    <a:pt x="5247818" y="477659"/>
                  </a:lnTo>
                  <a:lnTo>
                    <a:pt x="5245951" y="475805"/>
                  </a:lnTo>
                  <a:lnTo>
                    <a:pt x="5244833" y="475335"/>
                  </a:lnTo>
                  <a:lnTo>
                    <a:pt x="5242204" y="475335"/>
                  </a:lnTo>
                  <a:lnTo>
                    <a:pt x="5241074" y="475805"/>
                  </a:lnTo>
                  <a:lnTo>
                    <a:pt x="5239220" y="477659"/>
                  </a:lnTo>
                  <a:lnTo>
                    <a:pt x="5238750" y="478790"/>
                  </a:lnTo>
                  <a:lnTo>
                    <a:pt x="5238750" y="481418"/>
                  </a:lnTo>
                  <a:lnTo>
                    <a:pt x="5239220" y="482536"/>
                  </a:lnTo>
                  <a:lnTo>
                    <a:pt x="5241074" y="484403"/>
                  </a:lnTo>
                  <a:lnTo>
                    <a:pt x="5242204" y="484860"/>
                  </a:lnTo>
                  <a:lnTo>
                    <a:pt x="5244833" y="484860"/>
                  </a:lnTo>
                  <a:lnTo>
                    <a:pt x="5245951" y="484403"/>
                  </a:lnTo>
                  <a:lnTo>
                    <a:pt x="5247818" y="482536"/>
                  </a:lnTo>
                  <a:lnTo>
                    <a:pt x="5248275" y="481418"/>
                  </a:lnTo>
                  <a:lnTo>
                    <a:pt x="5248275" y="478790"/>
                  </a:lnTo>
                  <a:close/>
                </a:path>
                <a:path w="9010650" h="1435735">
                  <a:moveTo>
                    <a:pt x="5248275" y="3441"/>
                  </a:moveTo>
                  <a:lnTo>
                    <a:pt x="5247818" y="2324"/>
                  </a:lnTo>
                  <a:lnTo>
                    <a:pt x="5245951" y="457"/>
                  </a:lnTo>
                  <a:lnTo>
                    <a:pt x="5244833" y="0"/>
                  </a:lnTo>
                  <a:lnTo>
                    <a:pt x="5242204" y="0"/>
                  </a:lnTo>
                  <a:lnTo>
                    <a:pt x="5241074" y="457"/>
                  </a:lnTo>
                  <a:lnTo>
                    <a:pt x="5239220" y="2324"/>
                  </a:lnTo>
                  <a:lnTo>
                    <a:pt x="5238750" y="3441"/>
                  </a:lnTo>
                  <a:lnTo>
                    <a:pt x="5238750" y="6070"/>
                  </a:lnTo>
                  <a:lnTo>
                    <a:pt x="5239220" y="7200"/>
                  </a:lnTo>
                  <a:lnTo>
                    <a:pt x="5241074" y="9055"/>
                  </a:lnTo>
                  <a:lnTo>
                    <a:pt x="5242204" y="9525"/>
                  </a:lnTo>
                  <a:lnTo>
                    <a:pt x="5244833" y="9525"/>
                  </a:lnTo>
                  <a:lnTo>
                    <a:pt x="5245951" y="9055"/>
                  </a:lnTo>
                  <a:lnTo>
                    <a:pt x="5247818" y="7200"/>
                  </a:lnTo>
                  <a:lnTo>
                    <a:pt x="5248275" y="6070"/>
                  </a:lnTo>
                  <a:lnTo>
                    <a:pt x="5248275" y="3441"/>
                  </a:lnTo>
                  <a:close/>
                </a:path>
                <a:path w="9010650" h="1435735">
                  <a:moveTo>
                    <a:pt x="5295900" y="1429473"/>
                  </a:moveTo>
                  <a:lnTo>
                    <a:pt x="5295443" y="1428356"/>
                  </a:lnTo>
                  <a:lnTo>
                    <a:pt x="5293576" y="1426489"/>
                  </a:lnTo>
                  <a:lnTo>
                    <a:pt x="5292458" y="1426019"/>
                  </a:lnTo>
                  <a:lnTo>
                    <a:pt x="5289829" y="1426019"/>
                  </a:lnTo>
                  <a:lnTo>
                    <a:pt x="5288699" y="1426489"/>
                  </a:lnTo>
                  <a:lnTo>
                    <a:pt x="5286845" y="1428356"/>
                  </a:lnTo>
                  <a:lnTo>
                    <a:pt x="5286375" y="1429473"/>
                  </a:lnTo>
                  <a:lnTo>
                    <a:pt x="5286375" y="1432102"/>
                  </a:lnTo>
                  <a:lnTo>
                    <a:pt x="5286845" y="1433220"/>
                  </a:lnTo>
                  <a:lnTo>
                    <a:pt x="5288699" y="1435087"/>
                  </a:lnTo>
                  <a:lnTo>
                    <a:pt x="5289829" y="1435544"/>
                  </a:lnTo>
                  <a:lnTo>
                    <a:pt x="5292458" y="1435544"/>
                  </a:lnTo>
                  <a:lnTo>
                    <a:pt x="5293576" y="1435087"/>
                  </a:lnTo>
                  <a:lnTo>
                    <a:pt x="5295443" y="1433220"/>
                  </a:lnTo>
                  <a:lnTo>
                    <a:pt x="5295900" y="1432102"/>
                  </a:lnTo>
                  <a:lnTo>
                    <a:pt x="5295900" y="1429473"/>
                  </a:lnTo>
                  <a:close/>
                </a:path>
                <a:path w="9010650" h="1435735">
                  <a:moveTo>
                    <a:pt x="5295900" y="954125"/>
                  </a:moveTo>
                  <a:lnTo>
                    <a:pt x="5295443" y="953008"/>
                  </a:lnTo>
                  <a:lnTo>
                    <a:pt x="5293576" y="951153"/>
                  </a:lnTo>
                  <a:lnTo>
                    <a:pt x="5292458" y="950683"/>
                  </a:lnTo>
                  <a:lnTo>
                    <a:pt x="5289829" y="950683"/>
                  </a:lnTo>
                  <a:lnTo>
                    <a:pt x="5288699" y="951153"/>
                  </a:lnTo>
                  <a:lnTo>
                    <a:pt x="5286845" y="953008"/>
                  </a:lnTo>
                  <a:lnTo>
                    <a:pt x="5286375" y="954125"/>
                  </a:lnTo>
                  <a:lnTo>
                    <a:pt x="5286375" y="956754"/>
                  </a:lnTo>
                  <a:lnTo>
                    <a:pt x="5286845" y="957884"/>
                  </a:lnTo>
                  <a:lnTo>
                    <a:pt x="5288699" y="959739"/>
                  </a:lnTo>
                  <a:lnTo>
                    <a:pt x="5289829" y="960208"/>
                  </a:lnTo>
                  <a:lnTo>
                    <a:pt x="5292458" y="960208"/>
                  </a:lnTo>
                  <a:lnTo>
                    <a:pt x="5293576" y="959739"/>
                  </a:lnTo>
                  <a:lnTo>
                    <a:pt x="5295443" y="957884"/>
                  </a:lnTo>
                  <a:lnTo>
                    <a:pt x="5295900" y="956754"/>
                  </a:lnTo>
                  <a:lnTo>
                    <a:pt x="5295900" y="954125"/>
                  </a:lnTo>
                  <a:close/>
                </a:path>
                <a:path w="9010650" h="1435735">
                  <a:moveTo>
                    <a:pt x="5295900" y="478790"/>
                  </a:moveTo>
                  <a:lnTo>
                    <a:pt x="5295443" y="477659"/>
                  </a:lnTo>
                  <a:lnTo>
                    <a:pt x="5293576" y="475805"/>
                  </a:lnTo>
                  <a:lnTo>
                    <a:pt x="5292458" y="475335"/>
                  </a:lnTo>
                  <a:lnTo>
                    <a:pt x="5289829" y="475335"/>
                  </a:lnTo>
                  <a:lnTo>
                    <a:pt x="5288699" y="475805"/>
                  </a:lnTo>
                  <a:lnTo>
                    <a:pt x="5286845" y="477659"/>
                  </a:lnTo>
                  <a:lnTo>
                    <a:pt x="5286375" y="478790"/>
                  </a:lnTo>
                  <a:lnTo>
                    <a:pt x="5286375" y="481418"/>
                  </a:lnTo>
                  <a:lnTo>
                    <a:pt x="5286845" y="482536"/>
                  </a:lnTo>
                  <a:lnTo>
                    <a:pt x="5288699" y="484403"/>
                  </a:lnTo>
                  <a:lnTo>
                    <a:pt x="5289829" y="484860"/>
                  </a:lnTo>
                  <a:lnTo>
                    <a:pt x="5292458" y="484860"/>
                  </a:lnTo>
                  <a:lnTo>
                    <a:pt x="5293576" y="484403"/>
                  </a:lnTo>
                  <a:lnTo>
                    <a:pt x="5295443" y="482536"/>
                  </a:lnTo>
                  <a:lnTo>
                    <a:pt x="5295900" y="481418"/>
                  </a:lnTo>
                  <a:lnTo>
                    <a:pt x="5295900" y="478790"/>
                  </a:lnTo>
                  <a:close/>
                </a:path>
                <a:path w="9010650" h="1435735">
                  <a:moveTo>
                    <a:pt x="5295900" y="3441"/>
                  </a:moveTo>
                  <a:lnTo>
                    <a:pt x="5295443" y="2324"/>
                  </a:lnTo>
                  <a:lnTo>
                    <a:pt x="5293576" y="457"/>
                  </a:lnTo>
                  <a:lnTo>
                    <a:pt x="5292458" y="0"/>
                  </a:lnTo>
                  <a:lnTo>
                    <a:pt x="5289829" y="0"/>
                  </a:lnTo>
                  <a:lnTo>
                    <a:pt x="5288699" y="457"/>
                  </a:lnTo>
                  <a:lnTo>
                    <a:pt x="5286845" y="2324"/>
                  </a:lnTo>
                  <a:lnTo>
                    <a:pt x="5286375" y="3441"/>
                  </a:lnTo>
                  <a:lnTo>
                    <a:pt x="5286375" y="6070"/>
                  </a:lnTo>
                  <a:lnTo>
                    <a:pt x="5286845" y="7200"/>
                  </a:lnTo>
                  <a:lnTo>
                    <a:pt x="5288699" y="9055"/>
                  </a:lnTo>
                  <a:lnTo>
                    <a:pt x="5289829" y="9525"/>
                  </a:lnTo>
                  <a:lnTo>
                    <a:pt x="5292458" y="9525"/>
                  </a:lnTo>
                  <a:lnTo>
                    <a:pt x="5293576" y="9055"/>
                  </a:lnTo>
                  <a:lnTo>
                    <a:pt x="5295443" y="7200"/>
                  </a:lnTo>
                  <a:lnTo>
                    <a:pt x="5295900" y="6070"/>
                  </a:lnTo>
                  <a:lnTo>
                    <a:pt x="5295900" y="3441"/>
                  </a:lnTo>
                  <a:close/>
                </a:path>
                <a:path w="9010650" h="1435735">
                  <a:moveTo>
                    <a:pt x="5343525" y="1429473"/>
                  </a:moveTo>
                  <a:lnTo>
                    <a:pt x="5343068" y="1428356"/>
                  </a:lnTo>
                  <a:lnTo>
                    <a:pt x="5341201" y="1426489"/>
                  </a:lnTo>
                  <a:lnTo>
                    <a:pt x="5340083" y="1426019"/>
                  </a:lnTo>
                  <a:lnTo>
                    <a:pt x="5337454" y="1426019"/>
                  </a:lnTo>
                  <a:lnTo>
                    <a:pt x="5336324" y="1426489"/>
                  </a:lnTo>
                  <a:lnTo>
                    <a:pt x="5334470" y="1428356"/>
                  </a:lnTo>
                  <a:lnTo>
                    <a:pt x="5334000" y="1429473"/>
                  </a:lnTo>
                  <a:lnTo>
                    <a:pt x="5334000" y="1432102"/>
                  </a:lnTo>
                  <a:lnTo>
                    <a:pt x="5334470" y="1433220"/>
                  </a:lnTo>
                  <a:lnTo>
                    <a:pt x="5336324" y="1435087"/>
                  </a:lnTo>
                  <a:lnTo>
                    <a:pt x="5337454" y="1435544"/>
                  </a:lnTo>
                  <a:lnTo>
                    <a:pt x="5340083" y="1435544"/>
                  </a:lnTo>
                  <a:lnTo>
                    <a:pt x="5341201" y="1435087"/>
                  </a:lnTo>
                  <a:lnTo>
                    <a:pt x="5343068" y="1433220"/>
                  </a:lnTo>
                  <a:lnTo>
                    <a:pt x="5343525" y="1432102"/>
                  </a:lnTo>
                  <a:lnTo>
                    <a:pt x="5343525" y="1429473"/>
                  </a:lnTo>
                  <a:close/>
                </a:path>
                <a:path w="9010650" h="1435735">
                  <a:moveTo>
                    <a:pt x="5343525" y="954125"/>
                  </a:moveTo>
                  <a:lnTo>
                    <a:pt x="5343068" y="953008"/>
                  </a:lnTo>
                  <a:lnTo>
                    <a:pt x="5341201" y="951153"/>
                  </a:lnTo>
                  <a:lnTo>
                    <a:pt x="5340083" y="950683"/>
                  </a:lnTo>
                  <a:lnTo>
                    <a:pt x="5337454" y="950683"/>
                  </a:lnTo>
                  <a:lnTo>
                    <a:pt x="5336324" y="951153"/>
                  </a:lnTo>
                  <a:lnTo>
                    <a:pt x="5334470" y="953008"/>
                  </a:lnTo>
                  <a:lnTo>
                    <a:pt x="5334000" y="954125"/>
                  </a:lnTo>
                  <a:lnTo>
                    <a:pt x="5334000" y="956754"/>
                  </a:lnTo>
                  <a:lnTo>
                    <a:pt x="5334470" y="957884"/>
                  </a:lnTo>
                  <a:lnTo>
                    <a:pt x="5336324" y="959739"/>
                  </a:lnTo>
                  <a:lnTo>
                    <a:pt x="5337454" y="960208"/>
                  </a:lnTo>
                  <a:lnTo>
                    <a:pt x="5340083" y="960208"/>
                  </a:lnTo>
                  <a:lnTo>
                    <a:pt x="5341201" y="959739"/>
                  </a:lnTo>
                  <a:lnTo>
                    <a:pt x="5343068" y="957884"/>
                  </a:lnTo>
                  <a:lnTo>
                    <a:pt x="5343525" y="956754"/>
                  </a:lnTo>
                  <a:lnTo>
                    <a:pt x="5343525" y="954125"/>
                  </a:lnTo>
                  <a:close/>
                </a:path>
                <a:path w="9010650" h="1435735">
                  <a:moveTo>
                    <a:pt x="5343525" y="478790"/>
                  </a:moveTo>
                  <a:lnTo>
                    <a:pt x="5343068" y="477659"/>
                  </a:lnTo>
                  <a:lnTo>
                    <a:pt x="5341201" y="475805"/>
                  </a:lnTo>
                  <a:lnTo>
                    <a:pt x="5340083" y="475335"/>
                  </a:lnTo>
                  <a:lnTo>
                    <a:pt x="5337454" y="475335"/>
                  </a:lnTo>
                  <a:lnTo>
                    <a:pt x="5336324" y="475805"/>
                  </a:lnTo>
                  <a:lnTo>
                    <a:pt x="5334470" y="477659"/>
                  </a:lnTo>
                  <a:lnTo>
                    <a:pt x="5334000" y="478790"/>
                  </a:lnTo>
                  <a:lnTo>
                    <a:pt x="5334000" y="481418"/>
                  </a:lnTo>
                  <a:lnTo>
                    <a:pt x="5334470" y="482536"/>
                  </a:lnTo>
                  <a:lnTo>
                    <a:pt x="5336324" y="484403"/>
                  </a:lnTo>
                  <a:lnTo>
                    <a:pt x="5337454" y="484860"/>
                  </a:lnTo>
                  <a:lnTo>
                    <a:pt x="5340083" y="484860"/>
                  </a:lnTo>
                  <a:lnTo>
                    <a:pt x="5341201" y="484403"/>
                  </a:lnTo>
                  <a:lnTo>
                    <a:pt x="5343068" y="482536"/>
                  </a:lnTo>
                  <a:lnTo>
                    <a:pt x="5343525" y="481418"/>
                  </a:lnTo>
                  <a:lnTo>
                    <a:pt x="5343525" y="478790"/>
                  </a:lnTo>
                  <a:close/>
                </a:path>
                <a:path w="9010650" h="1435735">
                  <a:moveTo>
                    <a:pt x="5343525" y="3441"/>
                  </a:moveTo>
                  <a:lnTo>
                    <a:pt x="5343068" y="2324"/>
                  </a:lnTo>
                  <a:lnTo>
                    <a:pt x="5341201" y="457"/>
                  </a:lnTo>
                  <a:lnTo>
                    <a:pt x="5340083" y="0"/>
                  </a:lnTo>
                  <a:lnTo>
                    <a:pt x="5337454" y="0"/>
                  </a:lnTo>
                  <a:lnTo>
                    <a:pt x="5336324" y="457"/>
                  </a:lnTo>
                  <a:lnTo>
                    <a:pt x="5334470" y="2324"/>
                  </a:lnTo>
                  <a:lnTo>
                    <a:pt x="5334000" y="3441"/>
                  </a:lnTo>
                  <a:lnTo>
                    <a:pt x="5334000" y="6070"/>
                  </a:lnTo>
                  <a:lnTo>
                    <a:pt x="5334470" y="7200"/>
                  </a:lnTo>
                  <a:lnTo>
                    <a:pt x="5336324" y="9055"/>
                  </a:lnTo>
                  <a:lnTo>
                    <a:pt x="5337454" y="9525"/>
                  </a:lnTo>
                  <a:lnTo>
                    <a:pt x="5340083" y="9525"/>
                  </a:lnTo>
                  <a:lnTo>
                    <a:pt x="5341201" y="9055"/>
                  </a:lnTo>
                  <a:lnTo>
                    <a:pt x="5343068" y="7200"/>
                  </a:lnTo>
                  <a:lnTo>
                    <a:pt x="5343525" y="6070"/>
                  </a:lnTo>
                  <a:lnTo>
                    <a:pt x="5343525" y="3441"/>
                  </a:lnTo>
                  <a:close/>
                </a:path>
                <a:path w="9010650" h="1435735">
                  <a:moveTo>
                    <a:pt x="5391150" y="1429473"/>
                  </a:moveTo>
                  <a:lnTo>
                    <a:pt x="5390693" y="1428356"/>
                  </a:lnTo>
                  <a:lnTo>
                    <a:pt x="5388826" y="1426489"/>
                  </a:lnTo>
                  <a:lnTo>
                    <a:pt x="5387708" y="1426019"/>
                  </a:lnTo>
                  <a:lnTo>
                    <a:pt x="5385079" y="1426019"/>
                  </a:lnTo>
                  <a:lnTo>
                    <a:pt x="5383949" y="1426489"/>
                  </a:lnTo>
                  <a:lnTo>
                    <a:pt x="5382095" y="1428356"/>
                  </a:lnTo>
                  <a:lnTo>
                    <a:pt x="5381625" y="1429473"/>
                  </a:lnTo>
                  <a:lnTo>
                    <a:pt x="5381625" y="1432102"/>
                  </a:lnTo>
                  <a:lnTo>
                    <a:pt x="5382095" y="1433220"/>
                  </a:lnTo>
                  <a:lnTo>
                    <a:pt x="5383949" y="1435087"/>
                  </a:lnTo>
                  <a:lnTo>
                    <a:pt x="5385079" y="1435544"/>
                  </a:lnTo>
                  <a:lnTo>
                    <a:pt x="5387708" y="1435544"/>
                  </a:lnTo>
                  <a:lnTo>
                    <a:pt x="5388826" y="1435087"/>
                  </a:lnTo>
                  <a:lnTo>
                    <a:pt x="5390693" y="1433220"/>
                  </a:lnTo>
                  <a:lnTo>
                    <a:pt x="5391150" y="1432102"/>
                  </a:lnTo>
                  <a:lnTo>
                    <a:pt x="5391150" y="1429473"/>
                  </a:lnTo>
                  <a:close/>
                </a:path>
                <a:path w="9010650" h="1435735">
                  <a:moveTo>
                    <a:pt x="5391150" y="954125"/>
                  </a:moveTo>
                  <a:lnTo>
                    <a:pt x="5390693" y="953008"/>
                  </a:lnTo>
                  <a:lnTo>
                    <a:pt x="5388826" y="951153"/>
                  </a:lnTo>
                  <a:lnTo>
                    <a:pt x="5387708" y="950683"/>
                  </a:lnTo>
                  <a:lnTo>
                    <a:pt x="5385079" y="950683"/>
                  </a:lnTo>
                  <a:lnTo>
                    <a:pt x="5383949" y="951153"/>
                  </a:lnTo>
                  <a:lnTo>
                    <a:pt x="5382095" y="953008"/>
                  </a:lnTo>
                  <a:lnTo>
                    <a:pt x="5381625" y="954125"/>
                  </a:lnTo>
                  <a:lnTo>
                    <a:pt x="5381625" y="956754"/>
                  </a:lnTo>
                  <a:lnTo>
                    <a:pt x="5382095" y="957884"/>
                  </a:lnTo>
                  <a:lnTo>
                    <a:pt x="5383949" y="959739"/>
                  </a:lnTo>
                  <a:lnTo>
                    <a:pt x="5385079" y="960208"/>
                  </a:lnTo>
                  <a:lnTo>
                    <a:pt x="5387708" y="960208"/>
                  </a:lnTo>
                  <a:lnTo>
                    <a:pt x="5388826" y="959739"/>
                  </a:lnTo>
                  <a:lnTo>
                    <a:pt x="5390693" y="957884"/>
                  </a:lnTo>
                  <a:lnTo>
                    <a:pt x="5391150" y="956754"/>
                  </a:lnTo>
                  <a:lnTo>
                    <a:pt x="5391150" y="954125"/>
                  </a:lnTo>
                  <a:close/>
                </a:path>
                <a:path w="9010650" h="1435735">
                  <a:moveTo>
                    <a:pt x="5391150" y="478790"/>
                  </a:moveTo>
                  <a:lnTo>
                    <a:pt x="5390693" y="477659"/>
                  </a:lnTo>
                  <a:lnTo>
                    <a:pt x="5388826" y="475805"/>
                  </a:lnTo>
                  <a:lnTo>
                    <a:pt x="5387708" y="475335"/>
                  </a:lnTo>
                  <a:lnTo>
                    <a:pt x="5385079" y="475335"/>
                  </a:lnTo>
                  <a:lnTo>
                    <a:pt x="5383949" y="475805"/>
                  </a:lnTo>
                  <a:lnTo>
                    <a:pt x="5382095" y="477659"/>
                  </a:lnTo>
                  <a:lnTo>
                    <a:pt x="5381625" y="478790"/>
                  </a:lnTo>
                  <a:lnTo>
                    <a:pt x="5381625" y="481418"/>
                  </a:lnTo>
                  <a:lnTo>
                    <a:pt x="5382095" y="482536"/>
                  </a:lnTo>
                  <a:lnTo>
                    <a:pt x="5383949" y="484403"/>
                  </a:lnTo>
                  <a:lnTo>
                    <a:pt x="5385079" y="484860"/>
                  </a:lnTo>
                  <a:lnTo>
                    <a:pt x="5387708" y="484860"/>
                  </a:lnTo>
                  <a:lnTo>
                    <a:pt x="5388826" y="484403"/>
                  </a:lnTo>
                  <a:lnTo>
                    <a:pt x="5390693" y="482536"/>
                  </a:lnTo>
                  <a:lnTo>
                    <a:pt x="5391150" y="481418"/>
                  </a:lnTo>
                  <a:lnTo>
                    <a:pt x="5391150" y="478790"/>
                  </a:lnTo>
                  <a:close/>
                </a:path>
                <a:path w="9010650" h="1435735">
                  <a:moveTo>
                    <a:pt x="5391150" y="3441"/>
                  </a:moveTo>
                  <a:lnTo>
                    <a:pt x="5390693" y="2324"/>
                  </a:lnTo>
                  <a:lnTo>
                    <a:pt x="5388826" y="457"/>
                  </a:lnTo>
                  <a:lnTo>
                    <a:pt x="5387708" y="0"/>
                  </a:lnTo>
                  <a:lnTo>
                    <a:pt x="5385079" y="0"/>
                  </a:lnTo>
                  <a:lnTo>
                    <a:pt x="5383949" y="457"/>
                  </a:lnTo>
                  <a:lnTo>
                    <a:pt x="5382095" y="2324"/>
                  </a:lnTo>
                  <a:lnTo>
                    <a:pt x="5381625" y="3441"/>
                  </a:lnTo>
                  <a:lnTo>
                    <a:pt x="5381625" y="6070"/>
                  </a:lnTo>
                  <a:lnTo>
                    <a:pt x="5382095" y="7200"/>
                  </a:lnTo>
                  <a:lnTo>
                    <a:pt x="5383949" y="9055"/>
                  </a:lnTo>
                  <a:lnTo>
                    <a:pt x="5385079" y="9525"/>
                  </a:lnTo>
                  <a:lnTo>
                    <a:pt x="5387708" y="9525"/>
                  </a:lnTo>
                  <a:lnTo>
                    <a:pt x="5388826" y="9055"/>
                  </a:lnTo>
                  <a:lnTo>
                    <a:pt x="5390693" y="7200"/>
                  </a:lnTo>
                  <a:lnTo>
                    <a:pt x="5391150" y="6070"/>
                  </a:lnTo>
                  <a:lnTo>
                    <a:pt x="5391150" y="3441"/>
                  </a:lnTo>
                  <a:close/>
                </a:path>
                <a:path w="9010650" h="1435735">
                  <a:moveTo>
                    <a:pt x="5438775" y="1429473"/>
                  </a:moveTo>
                  <a:lnTo>
                    <a:pt x="5438318" y="1428356"/>
                  </a:lnTo>
                  <a:lnTo>
                    <a:pt x="5436451" y="1426489"/>
                  </a:lnTo>
                  <a:lnTo>
                    <a:pt x="5435333" y="1426019"/>
                  </a:lnTo>
                  <a:lnTo>
                    <a:pt x="5432704" y="1426019"/>
                  </a:lnTo>
                  <a:lnTo>
                    <a:pt x="5431574" y="1426489"/>
                  </a:lnTo>
                  <a:lnTo>
                    <a:pt x="5429720" y="1428356"/>
                  </a:lnTo>
                  <a:lnTo>
                    <a:pt x="5429250" y="1429473"/>
                  </a:lnTo>
                  <a:lnTo>
                    <a:pt x="5429250" y="1432102"/>
                  </a:lnTo>
                  <a:lnTo>
                    <a:pt x="5429720" y="1433220"/>
                  </a:lnTo>
                  <a:lnTo>
                    <a:pt x="5431574" y="1435087"/>
                  </a:lnTo>
                  <a:lnTo>
                    <a:pt x="5432704" y="1435544"/>
                  </a:lnTo>
                  <a:lnTo>
                    <a:pt x="5435333" y="1435544"/>
                  </a:lnTo>
                  <a:lnTo>
                    <a:pt x="5436451" y="1435087"/>
                  </a:lnTo>
                  <a:lnTo>
                    <a:pt x="5438318" y="1433220"/>
                  </a:lnTo>
                  <a:lnTo>
                    <a:pt x="5438775" y="1432102"/>
                  </a:lnTo>
                  <a:lnTo>
                    <a:pt x="5438775" y="1429473"/>
                  </a:lnTo>
                  <a:close/>
                </a:path>
                <a:path w="9010650" h="1435735">
                  <a:moveTo>
                    <a:pt x="5438775" y="954125"/>
                  </a:moveTo>
                  <a:lnTo>
                    <a:pt x="5438318" y="953008"/>
                  </a:lnTo>
                  <a:lnTo>
                    <a:pt x="5436451" y="951153"/>
                  </a:lnTo>
                  <a:lnTo>
                    <a:pt x="5435333" y="950683"/>
                  </a:lnTo>
                  <a:lnTo>
                    <a:pt x="5432704" y="950683"/>
                  </a:lnTo>
                  <a:lnTo>
                    <a:pt x="5431574" y="951153"/>
                  </a:lnTo>
                  <a:lnTo>
                    <a:pt x="5429720" y="953008"/>
                  </a:lnTo>
                  <a:lnTo>
                    <a:pt x="5429250" y="954125"/>
                  </a:lnTo>
                  <a:lnTo>
                    <a:pt x="5429250" y="956754"/>
                  </a:lnTo>
                  <a:lnTo>
                    <a:pt x="5429720" y="957884"/>
                  </a:lnTo>
                  <a:lnTo>
                    <a:pt x="5431574" y="959739"/>
                  </a:lnTo>
                  <a:lnTo>
                    <a:pt x="5432704" y="960208"/>
                  </a:lnTo>
                  <a:lnTo>
                    <a:pt x="5435333" y="960208"/>
                  </a:lnTo>
                  <a:lnTo>
                    <a:pt x="5436451" y="959739"/>
                  </a:lnTo>
                  <a:lnTo>
                    <a:pt x="5438318" y="957884"/>
                  </a:lnTo>
                  <a:lnTo>
                    <a:pt x="5438775" y="956754"/>
                  </a:lnTo>
                  <a:lnTo>
                    <a:pt x="5438775" y="954125"/>
                  </a:lnTo>
                  <a:close/>
                </a:path>
                <a:path w="9010650" h="1435735">
                  <a:moveTo>
                    <a:pt x="5438775" y="478790"/>
                  </a:moveTo>
                  <a:lnTo>
                    <a:pt x="5438318" y="477659"/>
                  </a:lnTo>
                  <a:lnTo>
                    <a:pt x="5436451" y="475805"/>
                  </a:lnTo>
                  <a:lnTo>
                    <a:pt x="5435333" y="475335"/>
                  </a:lnTo>
                  <a:lnTo>
                    <a:pt x="5432704" y="475335"/>
                  </a:lnTo>
                  <a:lnTo>
                    <a:pt x="5431574" y="475805"/>
                  </a:lnTo>
                  <a:lnTo>
                    <a:pt x="5429720" y="477659"/>
                  </a:lnTo>
                  <a:lnTo>
                    <a:pt x="5429250" y="478790"/>
                  </a:lnTo>
                  <a:lnTo>
                    <a:pt x="5429250" y="481418"/>
                  </a:lnTo>
                  <a:lnTo>
                    <a:pt x="5429720" y="482536"/>
                  </a:lnTo>
                  <a:lnTo>
                    <a:pt x="5431574" y="484403"/>
                  </a:lnTo>
                  <a:lnTo>
                    <a:pt x="5432704" y="484860"/>
                  </a:lnTo>
                  <a:lnTo>
                    <a:pt x="5435333" y="484860"/>
                  </a:lnTo>
                  <a:lnTo>
                    <a:pt x="5436451" y="484403"/>
                  </a:lnTo>
                  <a:lnTo>
                    <a:pt x="5438318" y="482536"/>
                  </a:lnTo>
                  <a:lnTo>
                    <a:pt x="5438775" y="481418"/>
                  </a:lnTo>
                  <a:lnTo>
                    <a:pt x="5438775" y="478790"/>
                  </a:lnTo>
                  <a:close/>
                </a:path>
                <a:path w="9010650" h="1435735">
                  <a:moveTo>
                    <a:pt x="5438775" y="3441"/>
                  </a:moveTo>
                  <a:lnTo>
                    <a:pt x="5438318" y="2324"/>
                  </a:lnTo>
                  <a:lnTo>
                    <a:pt x="5436451" y="457"/>
                  </a:lnTo>
                  <a:lnTo>
                    <a:pt x="5435333" y="0"/>
                  </a:lnTo>
                  <a:lnTo>
                    <a:pt x="5432704" y="0"/>
                  </a:lnTo>
                  <a:lnTo>
                    <a:pt x="5431574" y="457"/>
                  </a:lnTo>
                  <a:lnTo>
                    <a:pt x="5429720" y="2324"/>
                  </a:lnTo>
                  <a:lnTo>
                    <a:pt x="5429250" y="3441"/>
                  </a:lnTo>
                  <a:lnTo>
                    <a:pt x="5429250" y="6070"/>
                  </a:lnTo>
                  <a:lnTo>
                    <a:pt x="5429720" y="7200"/>
                  </a:lnTo>
                  <a:lnTo>
                    <a:pt x="5431574" y="9055"/>
                  </a:lnTo>
                  <a:lnTo>
                    <a:pt x="5432704" y="9525"/>
                  </a:lnTo>
                  <a:lnTo>
                    <a:pt x="5435333" y="9525"/>
                  </a:lnTo>
                  <a:lnTo>
                    <a:pt x="5436451" y="9055"/>
                  </a:lnTo>
                  <a:lnTo>
                    <a:pt x="5438318" y="7200"/>
                  </a:lnTo>
                  <a:lnTo>
                    <a:pt x="5438775" y="6070"/>
                  </a:lnTo>
                  <a:lnTo>
                    <a:pt x="5438775" y="3441"/>
                  </a:lnTo>
                  <a:close/>
                </a:path>
                <a:path w="9010650" h="1435735">
                  <a:moveTo>
                    <a:pt x="5486400" y="1429473"/>
                  </a:moveTo>
                  <a:lnTo>
                    <a:pt x="5485943" y="1428356"/>
                  </a:lnTo>
                  <a:lnTo>
                    <a:pt x="5484076" y="1426489"/>
                  </a:lnTo>
                  <a:lnTo>
                    <a:pt x="5482958" y="1426019"/>
                  </a:lnTo>
                  <a:lnTo>
                    <a:pt x="5480329" y="1426019"/>
                  </a:lnTo>
                  <a:lnTo>
                    <a:pt x="5479199" y="1426489"/>
                  </a:lnTo>
                  <a:lnTo>
                    <a:pt x="5477345" y="1428356"/>
                  </a:lnTo>
                  <a:lnTo>
                    <a:pt x="5476875" y="1429473"/>
                  </a:lnTo>
                  <a:lnTo>
                    <a:pt x="5476875" y="1432102"/>
                  </a:lnTo>
                  <a:lnTo>
                    <a:pt x="5477345" y="1433220"/>
                  </a:lnTo>
                  <a:lnTo>
                    <a:pt x="5479199" y="1435087"/>
                  </a:lnTo>
                  <a:lnTo>
                    <a:pt x="5480329" y="1435544"/>
                  </a:lnTo>
                  <a:lnTo>
                    <a:pt x="5482958" y="1435544"/>
                  </a:lnTo>
                  <a:lnTo>
                    <a:pt x="5484076" y="1435087"/>
                  </a:lnTo>
                  <a:lnTo>
                    <a:pt x="5485943" y="1433220"/>
                  </a:lnTo>
                  <a:lnTo>
                    <a:pt x="5486400" y="1432102"/>
                  </a:lnTo>
                  <a:lnTo>
                    <a:pt x="5486400" y="1429473"/>
                  </a:lnTo>
                  <a:close/>
                </a:path>
                <a:path w="9010650" h="1435735">
                  <a:moveTo>
                    <a:pt x="5486400" y="954125"/>
                  </a:moveTo>
                  <a:lnTo>
                    <a:pt x="5485943" y="953008"/>
                  </a:lnTo>
                  <a:lnTo>
                    <a:pt x="5484076" y="951153"/>
                  </a:lnTo>
                  <a:lnTo>
                    <a:pt x="5482958" y="950683"/>
                  </a:lnTo>
                  <a:lnTo>
                    <a:pt x="5480329" y="950683"/>
                  </a:lnTo>
                  <a:lnTo>
                    <a:pt x="5479199" y="951153"/>
                  </a:lnTo>
                  <a:lnTo>
                    <a:pt x="5477345" y="953008"/>
                  </a:lnTo>
                  <a:lnTo>
                    <a:pt x="5476875" y="954125"/>
                  </a:lnTo>
                  <a:lnTo>
                    <a:pt x="5476875" y="956754"/>
                  </a:lnTo>
                  <a:lnTo>
                    <a:pt x="5477345" y="957884"/>
                  </a:lnTo>
                  <a:lnTo>
                    <a:pt x="5479199" y="959739"/>
                  </a:lnTo>
                  <a:lnTo>
                    <a:pt x="5480329" y="960208"/>
                  </a:lnTo>
                  <a:lnTo>
                    <a:pt x="5482958" y="960208"/>
                  </a:lnTo>
                  <a:lnTo>
                    <a:pt x="5484076" y="959739"/>
                  </a:lnTo>
                  <a:lnTo>
                    <a:pt x="5485943" y="957884"/>
                  </a:lnTo>
                  <a:lnTo>
                    <a:pt x="5486400" y="956754"/>
                  </a:lnTo>
                  <a:lnTo>
                    <a:pt x="5486400" y="954125"/>
                  </a:lnTo>
                  <a:close/>
                </a:path>
                <a:path w="9010650" h="1435735">
                  <a:moveTo>
                    <a:pt x="5486400" y="478790"/>
                  </a:moveTo>
                  <a:lnTo>
                    <a:pt x="5485943" y="477659"/>
                  </a:lnTo>
                  <a:lnTo>
                    <a:pt x="5484076" y="475805"/>
                  </a:lnTo>
                  <a:lnTo>
                    <a:pt x="5482958" y="475335"/>
                  </a:lnTo>
                  <a:lnTo>
                    <a:pt x="5480329" y="475335"/>
                  </a:lnTo>
                  <a:lnTo>
                    <a:pt x="5479199" y="475805"/>
                  </a:lnTo>
                  <a:lnTo>
                    <a:pt x="5477345" y="477659"/>
                  </a:lnTo>
                  <a:lnTo>
                    <a:pt x="5476875" y="478790"/>
                  </a:lnTo>
                  <a:lnTo>
                    <a:pt x="5476875" y="481418"/>
                  </a:lnTo>
                  <a:lnTo>
                    <a:pt x="5477345" y="482536"/>
                  </a:lnTo>
                  <a:lnTo>
                    <a:pt x="5479199" y="484403"/>
                  </a:lnTo>
                  <a:lnTo>
                    <a:pt x="5480329" y="484860"/>
                  </a:lnTo>
                  <a:lnTo>
                    <a:pt x="5482958" y="484860"/>
                  </a:lnTo>
                  <a:lnTo>
                    <a:pt x="5484076" y="484403"/>
                  </a:lnTo>
                  <a:lnTo>
                    <a:pt x="5485943" y="482536"/>
                  </a:lnTo>
                  <a:lnTo>
                    <a:pt x="5486400" y="481418"/>
                  </a:lnTo>
                  <a:lnTo>
                    <a:pt x="5486400" y="478790"/>
                  </a:lnTo>
                  <a:close/>
                </a:path>
                <a:path w="9010650" h="1435735">
                  <a:moveTo>
                    <a:pt x="5486400" y="3441"/>
                  </a:moveTo>
                  <a:lnTo>
                    <a:pt x="5485943" y="2324"/>
                  </a:lnTo>
                  <a:lnTo>
                    <a:pt x="5484076" y="457"/>
                  </a:lnTo>
                  <a:lnTo>
                    <a:pt x="5482958" y="0"/>
                  </a:lnTo>
                  <a:lnTo>
                    <a:pt x="5480329" y="0"/>
                  </a:lnTo>
                  <a:lnTo>
                    <a:pt x="5479199" y="457"/>
                  </a:lnTo>
                  <a:lnTo>
                    <a:pt x="5477345" y="2324"/>
                  </a:lnTo>
                  <a:lnTo>
                    <a:pt x="5476875" y="3441"/>
                  </a:lnTo>
                  <a:lnTo>
                    <a:pt x="5476875" y="6070"/>
                  </a:lnTo>
                  <a:lnTo>
                    <a:pt x="5477345" y="7200"/>
                  </a:lnTo>
                  <a:lnTo>
                    <a:pt x="5479199" y="9055"/>
                  </a:lnTo>
                  <a:lnTo>
                    <a:pt x="5480329" y="9525"/>
                  </a:lnTo>
                  <a:lnTo>
                    <a:pt x="5482958" y="9525"/>
                  </a:lnTo>
                  <a:lnTo>
                    <a:pt x="5484076" y="9055"/>
                  </a:lnTo>
                  <a:lnTo>
                    <a:pt x="5485943" y="7200"/>
                  </a:lnTo>
                  <a:lnTo>
                    <a:pt x="5486400" y="6070"/>
                  </a:lnTo>
                  <a:lnTo>
                    <a:pt x="5486400" y="3441"/>
                  </a:lnTo>
                  <a:close/>
                </a:path>
                <a:path w="9010650" h="1435735">
                  <a:moveTo>
                    <a:pt x="5534025" y="1429473"/>
                  </a:moveTo>
                  <a:lnTo>
                    <a:pt x="5533568" y="1428356"/>
                  </a:lnTo>
                  <a:lnTo>
                    <a:pt x="5531701" y="1426489"/>
                  </a:lnTo>
                  <a:lnTo>
                    <a:pt x="5530583" y="1426019"/>
                  </a:lnTo>
                  <a:lnTo>
                    <a:pt x="5527954" y="1426019"/>
                  </a:lnTo>
                  <a:lnTo>
                    <a:pt x="5526824" y="1426489"/>
                  </a:lnTo>
                  <a:lnTo>
                    <a:pt x="5524970" y="1428356"/>
                  </a:lnTo>
                  <a:lnTo>
                    <a:pt x="5524500" y="1429473"/>
                  </a:lnTo>
                  <a:lnTo>
                    <a:pt x="5524500" y="1432102"/>
                  </a:lnTo>
                  <a:lnTo>
                    <a:pt x="5524970" y="1433220"/>
                  </a:lnTo>
                  <a:lnTo>
                    <a:pt x="5526824" y="1435087"/>
                  </a:lnTo>
                  <a:lnTo>
                    <a:pt x="5527954" y="1435544"/>
                  </a:lnTo>
                  <a:lnTo>
                    <a:pt x="5530583" y="1435544"/>
                  </a:lnTo>
                  <a:lnTo>
                    <a:pt x="5531701" y="1435087"/>
                  </a:lnTo>
                  <a:lnTo>
                    <a:pt x="5533568" y="1433220"/>
                  </a:lnTo>
                  <a:lnTo>
                    <a:pt x="5534025" y="1432102"/>
                  </a:lnTo>
                  <a:lnTo>
                    <a:pt x="5534025" y="1429473"/>
                  </a:lnTo>
                  <a:close/>
                </a:path>
                <a:path w="9010650" h="1435735">
                  <a:moveTo>
                    <a:pt x="5534025" y="954125"/>
                  </a:moveTo>
                  <a:lnTo>
                    <a:pt x="5533568" y="953008"/>
                  </a:lnTo>
                  <a:lnTo>
                    <a:pt x="5531701" y="951153"/>
                  </a:lnTo>
                  <a:lnTo>
                    <a:pt x="5530583" y="950683"/>
                  </a:lnTo>
                  <a:lnTo>
                    <a:pt x="5527954" y="950683"/>
                  </a:lnTo>
                  <a:lnTo>
                    <a:pt x="5526824" y="951153"/>
                  </a:lnTo>
                  <a:lnTo>
                    <a:pt x="5524970" y="953008"/>
                  </a:lnTo>
                  <a:lnTo>
                    <a:pt x="5524500" y="954125"/>
                  </a:lnTo>
                  <a:lnTo>
                    <a:pt x="5524500" y="956754"/>
                  </a:lnTo>
                  <a:lnTo>
                    <a:pt x="5524970" y="957884"/>
                  </a:lnTo>
                  <a:lnTo>
                    <a:pt x="5526824" y="959739"/>
                  </a:lnTo>
                  <a:lnTo>
                    <a:pt x="5527954" y="960208"/>
                  </a:lnTo>
                  <a:lnTo>
                    <a:pt x="5530583" y="960208"/>
                  </a:lnTo>
                  <a:lnTo>
                    <a:pt x="5531701" y="959739"/>
                  </a:lnTo>
                  <a:lnTo>
                    <a:pt x="5533568" y="957884"/>
                  </a:lnTo>
                  <a:lnTo>
                    <a:pt x="5534025" y="956754"/>
                  </a:lnTo>
                  <a:lnTo>
                    <a:pt x="5534025" y="954125"/>
                  </a:lnTo>
                  <a:close/>
                </a:path>
                <a:path w="9010650" h="1435735">
                  <a:moveTo>
                    <a:pt x="5534025" y="478790"/>
                  </a:moveTo>
                  <a:lnTo>
                    <a:pt x="5533568" y="477659"/>
                  </a:lnTo>
                  <a:lnTo>
                    <a:pt x="5531701" y="475805"/>
                  </a:lnTo>
                  <a:lnTo>
                    <a:pt x="5530583" y="475335"/>
                  </a:lnTo>
                  <a:lnTo>
                    <a:pt x="5527954" y="475335"/>
                  </a:lnTo>
                  <a:lnTo>
                    <a:pt x="5526824" y="475805"/>
                  </a:lnTo>
                  <a:lnTo>
                    <a:pt x="5524970" y="477659"/>
                  </a:lnTo>
                  <a:lnTo>
                    <a:pt x="5524500" y="478790"/>
                  </a:lnTo>
                  <a:lnTo>
                    <a:pt x="5524500" y="481418"/>
                  </a:lnTo>
                  <a:lnTo>
                    <a:pt x="5524970" y="482536"/>
                  </a:lnTo>
                  <a:lnTo>
                    <a:pt x="5526824" y="484403"/>
                  </a:lnTo>
                  <a:lnTo>
                    <a:pt x="5527954" y="484860"/>
                  </a:lnTo>
                  <a:lnTo>
                    <a:pt x="5530583" y="484860"/>
                  </a:lnTo>
                  <a:lnTo>
                    <a:pt x="5531701" y="484403"/>
                  </a:lnTo>
                  <a:lnTo>
                    <a:pt x="5533568" y="482536"/>
                  </a:lnTo>
                  <a:lnTo>
                    <a:pt x="5534025" y="481418"/>
                  </a:lnTo>
                  <a:lnTo>
                    <a:pt x="5534025" y="478790"/>
                  </a:lnTo>
                  <a:close/>
                </a:path>
                <a:path w="9010650" h="1435735">
                  <a:moveTo>
                    <a:pt x="5534025" y="3441"/>
                  </a:moveTo>
                  <a:lnTo>
                    <a:pt x="5533568" y="2324"/>
                  </a:lnTo>
                  <a:lnTo>
                    <a:pt x="5531701" y="457"/>
                  </a:lnTo>
                  <a:lnTo>
                    <a:pt x="5530583" y="0"/>
                  </a:lnTo>
                  <a:lnTo>
                    <a:pt x="5527954" y="0"/>
                  </a:lnTo>
                  <a:lnTo>
                    <a:pt x="5526824" y="457"/>
                  </a:lnTo>
                  <a:lnTo>
                    <a:pt x="5524970" y="2324"/>
                  </a:lnTo>
                  <a:lnTo>
                    <a:pt x="5524500" y="3441"/>
                  </a:lnTo>
                  <a:lnTo>
                    <a:pt x="5524500" y="6070"/>
                  </a:lnTo>
                  <a:lnTo>
                    <a:pt x="5524970" y="7200"/>
                  </a:lnTo>
                  <a:lnTo>
                    <a:pt x="5526824" y="9055"/>
                  </a:lnTo>
                  <a:lnTo>
                    <a:pt x="5527954" y="9525"/>
                  </a:lnTo>
                  <a:lnTo>
                    <a:pt x="5530583" y="9525"/>
                  </a:lnTo>
                  <a:lnTo>
                    <a:pt x="5531701" y="9055"/>
                  </a:lnTo>
                  <a:lnTo>
                    <a:pt x="5533568" y="7200"/>
                  </a:lnTo>
                  <a:lnTo>
                    <a:pt x="5534025" y="6070"/>
                  </a:lnTo>
                  <a:lnTo>
                    <a:pt x="5534025" y="3441"/>
                  </a:lnTo>
                  <a:close/>
                </a:path>
                <a:path w="9010650" h="1435735">
                  <a:moveTo>
                    <a:pt x="5581650" y="1429473"/>
                  </a:moveTo>
                  <a:lnTo>
                    <a:pt x="5581193" y="1428356"/>
                  </a:lnTo>
                  <a:lnTo>
                    <a:pt x="5579326" y="1426489"/>
                  </a:lnTo>
                  <a:lnTo>
                    <a:pt x="5578208" y="1426019"/>
                  </a:lnTo>
                  <a:lnTo>
                    <a:pt x="5575579" y="1426019"/>
                  </a:lnTo>
                  <a:lnTo>
                    <a:pt x="5574449" y="1426489"/>
                  </a:lnTo>
                  <a:lnTo>
                    <a:pt x="5572595" y="1428356"/>
                  </a:lnTo>
                  <a:lnTo>
                    <a:pt x="5572125" y="1429473"/>
                  </a:lnTo>
                  <a:lnTo>
                    <a:pt x="5572125" y="1432102"/>
                  </a:lnTo>
                  <a:lnTo>
                    <a:pt x="5572595" y="1433220"/>
                  </a:lnTo>
                  <a:lnTo>
                    <a:pt x="5574449" y="1435087"/>
                  </a:lnTo>
                  <a:lnTo>
                    <a:pt x="5575579" y="1435544"/>
                  </a:lnTo>
                  <a:lnTo>
                    <a:pt x="5578208" y="1435544"/>
                  </a:lnTo>
                  <a:lnTo>
                    <a:pt x="5579326" y="1435087"/>
                  </a:lnTo>
                  <a:lnTo>
                    <a:pt x="5581193" y="1433220"/>
                  </a:lnTo>
                  <a:lnTo>
                    <a:pt x="5581650" y="1432102"/>
                  </a:lnTo>
                  <a:lnTo>
                    <a:pt x="5581650" y="1429473"/>
                  </a:lnTo>
                  <a:close/>
                </a:path>
                <a:path w="9010650" h="1435735">
                  <a:moveTo>
                    <a:pt x="5581650" y="954125"/>
                  </a:moveTo>
                  <a:lnTo>
                    <a:pt x="5581193" y="953008"/>
                  </a:lnTo>
                  <a:lnTo>
                    <a:pt x="5579326" y="951153"/>
                  </a:lnTo>
                  <a:lnTo>
                    <a:pt x="5578208" y="950683"/>
                  </a:lnTo>
                  <a:lnTo>
                    <a:pt x="5575579" y="950683"/>
                  </a:lnTo>
                  <a:lnTo>
                    <a:pt x="5574449" y="951153"/>
                  </a:lnTo>
                  <a:lnTo>
                    <a:pt x="5572595" y="953008"/>
                  </a:lnTo>
                  <a:lnTo>
                    <a:pt x="5572125" y="954125"/>
                  </a:lnTo>
                  <a:lnTo>
                    <a:pt x="5572125" y="956754"/>
                  </a:lnTo>
                  <a:lnTo>
                    <a:pt x="5572595" y="957884"/>
                  </a:lnTo>
                  <a:lnTo>
                    <a:pt x="5574449" y="959739"/>
                  </a:lnTo>
                  <a:lnTo>
                    <a:pt x="5575579" y="960208"/>
                  </a:lnTo>
                  <a:lnTo>
                    <a:pt x="5578208" y="960208"/>
                  </a:lnTo>
                  <a:lnTo>
                    <a:pt x="5579326" y="959739"/>
                  </a:lnTo>
                  <a:lnTo>
                    <a:pt x="5581193" y="957884"/>
                  </a:lnTo>
                  <a:lnTo>
                    <a:pt x="5581650" y="956754"/>
                  </a:lnTo>
                  <a:lnTo>
                    <a:pt x="5581650" y="954125"/>
                  </a:lnTo>
                  <a:close/>
                </a:path>
                <a:path w="9010650" h="1435735">
                  <a:moveTo>
                    <a:pt x="5581650" y="478790"/>
                  </a:moveTo>
                  <a:lnTo>
                    <a:pt x="5581193" y="477659"/>
                  </a:lnTo>
                  <a:lnTo>
                    <a:pt x="5579326" y="475805"/>
                  </a:lnTo>
                  <a:lnTo>
                    <a:pt x="5578208" y="475335"/>
                  </a:lnTo>
                  <a:lnTo>
                    <a:pt x="5575579" y="475335"/>
                  </a:lnTo>
                  <a:lnTo>
                    <a:pt x="5574449" y="475805"/>
                  </a:lnTo>
                  <a:lnTo>
                    <a:pt x="5572595" y="477659"/>
                  </a:lnTo>
                  <a:lnTo>
                    <a:pt x="5572125" y="478790"/>
                  </a:lnTo>
                  <a:lnTo>
                    <a:pt x="5572125" y="481418"/>
                  </a:lnTo>
                  <a:lnTo>
                    <a:pt x="5572595" y="482536"/>
                  </a:lnTo>
                  <a:lnTo>
                    <a:pt x="5574449" y="484403"/>
                  </a:lnTo>
                  <a:lnTo>
                    <a:pt x="5575579" y="484860"/>
                  </a:lnTo>
                  <a:lnTo>
                    <a:pt x="5578208" y="484860"/>
                  </a:lnTo>
                  <a:lnTo>
                    <a:pt x="5579326" y="484403"/>
                  </a:lnTo>
                  <a:lnTo>
                    <a:pt x="5581193" y="482536"/>
                  </a:lnTo>
                  <a:lnTo>
                    <a:pt x="5581650" y="481418"/>
                  </a:lnTo>
                  <a:lnTo>
                    <a:pt x="5581650" y="478790"/>
                  </a:lnTo>
                  <a:close/>
                </a:path>
                <a:path w="9010650" h="1435735">
                  <a:moveTo>
                    <a:pt x="5581650" y="3441"/>
                  </a:moveTo>
                  <a:lnTo>
                    <a:pt x="5581193" y="2324"/>
                  </a:lnTo>
                  <a:lnTo>
                    <a:pt x="5579326" y="457"/>
                  </a:lnTo>
                  <a:lnTo>
                    <a:pt x="5578208" y="0"/>
                  </a:lnTo>
                  <a:lnTo>
                    <a:pt x="5575579" y="0"/>
                  </a:lnTo>
                  <a:lnTo>
                    <a:pt x="5574449" y="457"/>
                  </a:lnTo>
                  <a:lnTo>
                    <a:pt x="5572595" y="2324"/>
                  </a:lnTo>
                  <a:lnTo>
                    <a:pt x="5572125" y="3441"/>
                  </a:lnTo>
                  <a:lnTo>
                    <a:pt x="5572125" y="6070"/>
                  </a:lnTo>
                  <a:lnTo>
                    <a:pt x="5572595" y="7200"/>
                  </a:lnTo>
                  <a:lnTo>
                    <a:pt x="5574449" y="9055"/>
                  </a:lnTo>
                  <a:lnTo>
                    <a:pt x="5575579" y="9525"/>
                  </a:lnTo>
                  <a:lnTo>
                    <a:pt x="5578208" y="9525"/>
                  </a:lnTo>
                  <a:lnTo>
                    <a:pt x="5579326" y="9055"/>
                  </a:lnTo>
                  <a:lnTo>
                    <a:pt x="5581193" y="7200"/>
                  </a:lnTo>
                  <a:lnTo>
                    <a:pt x="5581650" y="6070"/>
                  </a:lnTo>
                  <a:lnTo>
                    <a:pt x="5581650" y="3441"/>
                  </a:lnTo>
                  <a:close/>
                </a:path>
                <a:path w="9010650" h="1435735">
                  <a:moveTo>
                    <a:pt x="5629275" y="1429473"/>
                  </a:moveTo>
                  <a:lnTo>
                    <a:pt x="5628818" y="1428356"/>
                  </a:lnTo>
                  <a:lnTo>
                    <a:pt x="5626951" y="1426489"/>
                  </a:lnTo>
                  <a:lnTo>
                    <a:pt x="5625833" y="1426019"/>
                  </a:lnTo>
                  <a:lnTo>
                    <a:pt x="5623204" y="1426019"/>
                  </a:lnTo>
                  <a:lnTo>
                    <a:pt x="5622074" y="1426489"/>
                  </a:lnTo>
                  <a:lnTo>
                    <a:pt x="5620220" y="1428356"/>
                  </a:lnTo>
                  <a:lnTo>
                    <a:pt x="5619750" y="1429473"/>
                  </a:lnTo>
                  <a:lnTo>
                    <a:pt x="5619750" y="1432102"/>
                  </a:lnTo>
                  <a:lnTo>
                    <a:pt x="5620220" y="1433220"/>
                  </a:lnTo>
                  <a:lnTo>
                    <a:pt x="5622074" y="1435087"/>
                  </a:lnTo>
                  <a:lnTo>
                    <a:pt x="5623204" y="1435544"/>
                  </a:lnTo>
                  <a:lnTo>
                    <a:pt x="5625833" y="1435544"/>
                  </a:lnTo>
                  <a:lnTo>
                    <a:pt x="5626951" y="1435087"/>
                  </a:lnTo>
                  <a:lnTo>
                    <a:pt x="5628818" y="1433220"/>
                  </a:lnTo>
                  <a:lnTo>
                    <a:pt x="5629275" y="1432102"/>
                  </a:lnTo>
                  <a:lnTo>
                    <a:pt x="5629275" y="1429473"/>
                  </a:lnTo>
                  <a:close/>
                </a:path>
                <a:path w="9010650" h="1435735">
                  <a:moveTo>
                    <a:pt x="5629275" y="954125"/>
                  </a:moveTo>
                  <a:lnTo>
                    <a:pt x="5628818" y="953008"/>
                  </a:lnTo>
                  <a:lnTo>
                    <a:pt x="5626951" y="951153"/>
                  </a:lnTo>
                  <a:lnTo>
                    <a:pt x="5625833" y="950683"/>
                  </a:lnTo>
                  <a:lnTo>
                    <a:pt x="5623204" y="950683"/>
                  </a:lnTo>
                  <a:lnTo>
                    <a:pt x="5622074" y="951153"/>
                  </a:lnTo>
                  <a:lnTo>
                    <a:pt x="5620220" y="953008"/>
                  </a:lnTo>
                  <a:lnTo>
                    <a:pt x="5619750" y="954125"/>
                  </a:lnTo>
                  <a:lnTo>
                    <a:pt x="5619750" y="956754"/>
                  </a:lnTo>
                  <a:lnTo>
                    <a:pt x="5620220" y="957884"/>
                  </a:lnTo>
                  <a:lnTo>
                    <a:pt x="5622074" y="959739"/>
                  </a:lnTo>
                  <a:lnTo>
                    <a:pt x="5623204" y="960208"/>
                  </a:lnTo>
                  <a:lnTo>
                    <a:pt x="5625833" y="960208"/>
                  </a:lnTo>
                  <a:lnTo>
                    <a:pt x="5626951" y="959739"/>
                  </a:lnTo>
                  <a:lnTo>
                    <a:pt x="5628818" y="957884"/>
                  </a:lnTo>
                  <a:lnTo>
                    <a:pt x="5629275" y="956754"/>
                  </a:lnTo>
                  <a:lnTo>
                    <a:pt x="5629275" y="954125"/>
                  </a:lnTo>
                  <a:close/>
                </a:path>
                <a:path w="9010650" h="1435735">
                  <a:moveTo>
                    <a:pt x="5629275" y="478790"/>
                  </a:moveTo>
                  <a:lnTo>
                    <a:pt x="5628818" y="477659"/>
                  </a:lnTo>
                  <a:lnTo>
                    <a:pt x="5626951" y="475805"/>
                  </a:lnTo>
                  <a:lnTo>
                    <a:pt x="5625833" y="475335"/>
                  </a:lnTo>
                  <a:lnTo>
                    <a:pt x="5623204" y="475335"/>
                  </a:lnTo>
                  <a:lnTo>
                    <a:pt x="5622074" y="475805"/>
                  </a:lnTo>
                  <a:lnTo>
                    <a:pt x="5620220" y="477659"/>
                  </a:lnTo>
                  <a:lnTo>
                    <a:pt x="5619750" y="478790"/>
                  </a:lnTo>
                  <a:lnTo>
                    <a:pt x="5619750" y="481418"/>
                  </a:lnTo>
                  <a:lnTo>
                    <a:pt x="5620220" y="482536"/>
                  </a:lnTo>
                  <a:lnTo>
                    <a:pt x="5622074" y="484403"/>
                  </a:lnTo>
                  <a:lnTo>
                    <a:pt x="5623204" y="484860"/>
                  </a:lnTo>
                  <a:lnTo>
                    <a:pt x="5625833" y="484860"/>
                  </a:lnTo>
                  <a:lnTo>
                    <a:pt x="5626951" y="484403"/>
                  </a:lnTo>
                  <a:lnTo>
                    <a:pt x="5628818" y="482536"/>
                  </a:lnTo>
                  <a:lnTo>
                    <a:pt x="5629275" y="481418"/>
                  </a:lnTo>
                  <a:lnTo>
                    <a:pt x="5629275" y="478790"/>
                  </a:lnTo>
                  <a:close/>
                </a:path>
                <a:path w="9010650" h="1435735">
                  <a:moveTo>
                    <a:pt x="5629275" y="3441"/>
                  </a:moveTo>
                  <a:lnTo>
                    <a:pt x="5628818" y="2324"/>
                  </a:lnTo>
                  <a:lnTo>
                    <a:pt x="5626951" y="457"/>
                  </a:lnTo>
                  <a:lnTo>
                    <a:pt x="5625833" y="0"/>
                  </a:lnTo>
                  <a:lnTo>
                    <a:pt x="5623204" y="0"/>
                  </a:lnTo>
                  <a:lnTo>
                    <a:pt x="5622074" y="457"/>
                  </a:lnTo>
                  <a:lnTo>
                    <a:pt x="5620220" y="2324"/>
                  </a:lnTo>
                  <a:lnTo>
                    <a:pt x="5619750" y="3441"/>
                  </a:lnTo>
                  <a:lnTo>
                    <a:pt x="5619750" y="6070"/>
                  </a:lnTo>
                  <a:lnTo>
                    <a:pt x="5620220" y="7200"/>
                  </a:lnTo>
                  <a:lnTo>
                    <a:pt x="5622074" y="9055"/>
                  </a:lnTo>
                  <a:lnTo>
                    <a:pt x="5623204" y="9525"/>
                  </a:lnTo>
                  <a:lnTo>
                    <a:pt x="5625833" y="9525"/>
                  </a:lnTo>
                  <a:lnTo>
                    <a:pt x="5626951" y="9055"/>
                  </a:lnTo>
                  <a:lnTo>
                    <a:pt x="5628818" y="7200"/>
                  </a:lnTo>
                  <a:lnTo>
                    <a:pt x="5629275" y="6070"/>
                  </a:lnTo>
                  <a:lnTo>
                    <a:pt x="5629275" y="3441"/>
                  </a:lnTo>
                  <a:close/>
                </a:path>
                <a:path w="9010650" h="1435735">
                  <a:moveTo>
                    <a:pt x="5676900" y="1429473"/>
                  </a:moveTo>
                  <a:lnTo>
                    <a:pt x="5676443" y="1428356"/>
                  </a:lnTo>
                  <a:lnTo>
                    <a:pt x="5674576" y="1426489"/>
                  </a:lnTo>
                  <a:lnTo>
                    <a:pt x="5673458" y="1426019"/>
                  </a:lnTo>
                  <a:lnTo>
                    <a:pt x="5670829" y="1426019"/>
                  </a:lnTo>
                  <a:lnTo>
                    <a:pt x="5669699" y="1426489"/>
                  </a:lnTo>
                  <a:lnTo>
                    <a:pt x="5667845" y="1428356"/>
                  </a:lnTo>
                  <a:lnTo>
                    <a:pt x="5667375" y="1429473"/>
                  </a:lnTo>
                  <a:lnTo>
                    <a:pt x="5667375" y="1432102"/>
                  </a:lnTo>
                  <a:lnTo>
                    <a:pt x="5667845" y="1433220"/>
                  </a:lnTo>
                  <a:lnTo>
                    <a:pt x="5669699" y="1435087"/>
                  </a:lnTo>
                  <a:lnTo>
                    <a:pt x="5670829" y="1435544"/>
                  </a:lnTo>
                  <a:lnTo>
                    <a:pt x="5673458" y="1435544"/>
                  </a:lnTo>
                  <a:lnTo>
                    <a:pt x="5674576" y="1435087"/>
                  </a:lnTo>
                  <a:lnTo>
                    <a:pt x="5676443" y="1433220"/>
                  </a:lnTo>
                  <a:lnTo>
                    <a:pt x="5676900" y="1432102"/>
                  </a:lnTo>
                  <a:lnTo>
                    <a:pt x="5676900" y="1429473"/>
                  </a:lnTo>
                  <a:close/>
                </a:path>
                <a:path w="9010650" h="1435735">
                  <a:moveTo>
                    <a:pt x="5676900" y="954125"/>
                  </a:moveTo>
                  <a:lnTo>
                    <a:pt x="5676443" y="953008"/>
                  </a:lnTo>
                  <a:lnTo>
                    <a:pt x="5674576" y="951153"/>
                  </a:lnTo>
                  <a:lnTo>
                    <a:pt x="5673458" y="950683"/>
                  </a:lnTo>
                  <a:lnTo>
                    <a:pt x="5670829" y="950683"/>
                  </a:lnTo>
                  <a:lnTo>
                    <a:pt x="5669699" y="951153"/>
                  </a:lnTo>
                  <a:lnTo>
                    <a:pt x="5667845" y="953008"/>
                  </a:lnTo>
                  <a:lnTo>
                    <a:pt x="5667375" y="954125"/>
                  </a:lnTo>
                  <a:lnTo>
                    <a:pt x="5667375" y="956754"/>
                  </a:lnTo>
                  <a:lnTo>
                    <a:pt x="5667845" y="957884"/>
                  </a:lnTo>
                  <a:lnTo>
                    <a:pt x="5669699" y="959739"/>
                  </a:lnTo>
                  <a:lnTo>
                    <a:pt x="5670829" y="960208"/>
                  </a:lnTo>
                  <a:lnTo>
                    <a:pt x="5673458" y="960208"/>
                  </a:lnTo>
                  <a:lnTo>
                    <a:pt x="5674576" y="959739"/>
                  </a:lnTo>
                  <a:lnTo>
                    <a:pt x="5676443" y="957884"/>
                  </a:lnTo>
                  <a:lnTo>
                    <a:pt x="5676900" y="956754"/>
                  </a:lnTo>
                  <a:lnTo>
                    <a:pt x="5676900" y="954125"/>
                  </a:lnTo>
                  <a:close/>
                </a:path>
                <a:path w="9010650" h="1435735">
                  <a:moveTo>
                    <a:pt x="5676900" y="478790"/>
                  </a:moveTo>
                  <a:lnTo>
                    <a:pt x="5676443" y="477659"/>
                  </a:lnTo>
                  <a:lnTo>
                    <a:pt x="5674576" y="475805"/>
                  </a:lnTo>
                  <a:lnTo>
                    <a:pt x="5673458" y="475335"/>
                  </a:lnTo>
                  <a:lnTo>
                    <a:pt x="5670829" y="475335"/>
                  </a:lnTo>
                  <a:lnTo>
                    <a:pt x="5669699" y="475805"/>
                  </a:lnTo>
                  <a:lnTo>
                    <a:pt x="5667845" y="477659"/>
                  </a:lnTo>
                  <a:lnTo>
                    <a:pt x="5667375" y="478790"/>
                  </a:lnTo>
                  <a:lnTo>
                    <a:pt x="5667375" y="481418"/>
                  </a:lnTo>
                  <a:lnTo>
                    <a:pt x="5667845" y="482536"/>
                  </a:lnTo>
                  <a:lnTo>
                    <a:pt x="5669699" y="484403"/>
                  </a:lnTo>
                  <a:lnTo>
                    <a:pt x="5670829" y="484860"/>
                  </a:lnTo>
                  <a:lnTo>
                    <a:pt x="5673458" y="484860"/>
                  </a:lnTo>
                  <a:lnTo>
                    <a:pt x="5674576" y="484403"/>
                  </a:lnTo>
                  <a:lnTo>
                    <a:pt x="5676443" y="482536"/>
                  </a:lnTo>
                  <a:lnTo>
                    <a:pt x="5676900" y="481418"/>
                  </a:lnTo>
                  <a:lnTo>
                    <a:pt x="5676900" y="478790"/>
                  </a:lnTo>
                  <a:close/>
                </a:path>
                <a:path w="9010650" h="1435735">
                  <a:moveTo>
                    <a:pt x="5676900" y="3441"/>
                  </a:moveTo>
                  <a:lnTo>
                    <a:pt x="5676443" y="2324"/>
                  </a:lnTo>
                  <a:lnTo>
                    <a:pt x="5674576" y="457"/>
                  </a:lnTo>
                  <a:lnTo>
                    <a:pt x="5673458" y="0"/>
                  </a:lnTo>
                  <a:lnTo>
                    <a:pt x="5670829" y="0"/>
                  </a:lnTo>
                  <a:lnTo>
                    <a:pt x="5669699" y="457"/>
                  </a:lnTo>
                  <a:lnTo>
                    <a:pt x="5667845" y="2324"/>
                  </a:lnTo>
                  <a:lnTo>
                    <a:pt x="5667375" y="3441"/>
                  </a:lnTo>
                  <a:lnTo>
                    <a:pt x="5667375" y="6070"/>
                  </a:lnTo>
                  <a:lnTo>
                    <a:pt x="5667845" y="7200"/>
                  </a:lnTo>
                  <a:lnTo>
                    <a:pt x="5669699" y="9055"/>
                  </a:lnTo>
                  <a:lnTo>
                    <a:pt x="5670829" y="9525"/>
                  </a:lnTo>
                  <a:lnTo>
                    <a:pt x="5673458" y="9525"/>
                  </a:lnTo>
                  <a:lnTo>
                    <a:pt x="5674576" y="9055"/>
                  </a:lnTo>
                  <a:lnTo>
                    <a:pt x="5676443" y="7200"/>
                  </a:lnTo>
                  <a:lnTo>
                    <a:pt x="5676900" y="6070"/>
                  </a:lnTo>
                  <a:lnTo>
                    <a:pt x="5676900" y="3441"/>
                  </a:lnTo>
                  <a:close/>
                </a:path>
                <a:path w="9010650" h="1435735">
                  <a:moveTo>
                    <a:pt x="5724525" y="1429473"/>
                  </a:moveTo>
                  <a:lnTo>
                    <a:pt x="5724068" y="1428356"/>
                  </a:lnTo>
                  <a:lnTo>
                    <a:pt x="5722201" y="1426489"/>
                  </a:lnTo>
                  <a:lnTo>
                    <a:pt x="5721083" y="1426019"/>
                  </a:lnTo>
                  <a:lnTo>
                    <a:pt x="5718454" y="1426019"/>
                  </a:lnTo>
                  <a:lnTo>
                    <a:pt x="5717324" y="1426489"/>
                  </a:lnTo>
                  <a:lnTo>
                    <a:pt x="5715470" y="1428356"/>
                  </a:lnTo>
                  <a:lnTo>
                    <a:pt x="5715000" y="1429473"/>
                  </a:lnTo>
                  <a:lnTo>
                    <a:pt x="5715000" y="1432102"/>
                  </a:lnTo>
                  <a:lnTo>
                    <a:pt x="5715470" y="1433220"/>
                  </a:lnTo>
                  <a:lnTo>
                    <a:pt x="5717324" y="1435087"/>
                  </a:lnTo>
                  <a:lnTo>
                    <a:pt x="5718454" y="1435544"/>
                  </a:lnTo>
                  <a:lnTo>
                    <a:pt x="5721083" y="1435544"/>
                  </a:lnTo>
                  <a:lnTo>
                    <a:pt x="5722201" y="1435087"/>
                  </a:lnTo>
                  <a:lnTo>
                    <a:pt x="5724068" y="1433220"/>
                  </a:lnTo>
                  <a:lnTo>
                    <a:pt x="5724525" y="1432102"/>
                  </a:lnTo>
                  <a:lnTo>
                    <a:pt x="5724525" y="1429473"/>
                  </a:lnTo>
                  <a:close/>
                </a:path>
                <a:path w="9010650" h="1435735">
                  <a:moveTo>
                    <a:pt x="5724525" y="954125"/>
                  </a:moveTo>
                  <a:lnTo>
                    <a:pt x="5724068" y="953008"/>
                  </a:lnTo>
                  <a:lnTo>
                    <a:pt x="5722201" y="951153"/>
                  </a:lnTo>
                  <a:lnTo>
                    <a:pt x="5721083" y="950683"/>
                  </a:lnTo>
                  <a:lnTo>
                    <a:pt x="5718454" y="950683"/>
                  </a:lnTo>
                  <a:lnTo>
                    <a:pt x="5717324" y="951153"/>
                  </a:lnTo>
                  <a:lnTo>
                    <a:pt x="5715470" y="953008"/>
                  </a:lnTo>
                  <a:lnTo>
                    <a:pt x="5715000" y="954125"/>
                  </a:lnTo>
                  <a:lnTo>
                    <a:pt x="5715000" y="956754"/>
                  </a:lnTo>
                  <a:lnTo>
                    <a:pt x="5715470" y="957884"/>
                  </a:lnTo>
                  <a:lnTo>
                    <a:pt x="5717324" y="959739"/>
                  </a:lnTo>
                  <a:lnTo>
                    <a:pt x="5718454" y="960208"/>
                  </a:lnTo>
                  <a:lnTo>
                    <a:pt x="5721083" y="960208"/>
                  </a:lnTo>
                  <a:lnTo>
                    <a:pt x="5722201" y="959739"/>
                  </a:lnTo>
                  <a:lnTo>
                    <a:pt x="5724068" y="957884"/>
                  </a:lnTo>
                  <a:lnTo>
                    <a:pt x="5724525" y="956754"/>
                  </a:lnTo>
                  <a:lnTo>
                    <a:pt x="5724525" y="954125"/>
                  </a:lnTo>
                  <a:close/>
                </a:path>
                <a:path w="9010650" h="1435735">
                  <a:moveTo>
                    <a:pt x="5724525" y="478790"/>
                  </a:moveTo>
                  <a:lnTo>
                    <a:pt x="5724068" y="477659"/>
                  </a:lnTo>
                  <a:lnTo>
                    <a:pt x="5722201" y="475805"/>
                  </a:lnTo>
                  <a:lnTo>
                    <a:pt x="5721083" y="475335"/>
                  </a:lnTo>
                  <a:lnTo>
                    <a:pt x="5718454" y="475335"/>
                  </a:lnTo>
                  <a:lnTo>
                    <a:pt x="5717324" y="475805"/>
                  </a:lnTo>
                  <a:lnTo>
                    <a:pt x="5715470" y="477659"/>
                  </a:lnTo>
                  <a:lnTo>
                    <a:pt x="5715000" y="478790"/>
                  </a:lnTo>
                  <a:lnTo>
                    <a:pt x="5715000" y="481418"/>
                  </a:lnTo>
                  <a:lnTo>
                    <a:pt x="5715470" y="482536"/>
                  </a:lnTo>
                  <a:lnTo>
                    <a:pt x="5717324" y="484403"/>
                  </a:lnTo>
                  <a:lnTo>
                    <a:pt x="5718454" y="484860"/>
                  </a:lnTo>
                  <a:lnTo>
                    <a:pt x="5721083" y="484860"/>
                  </a:lnTo>
                  <a:lnTo>
                    <a:pt x="5722201" y="484403"/>
                  </a:lnTo>
                  <a:lnTo>
                    <a:pt x="5724068" y="482536"/>
                  </a:lnTo>
                  <a:lnTo>
                    <a:pt x="5724525" y="481418"/>
                  </a:lnTo>
                  <a:lnTo>
                    <a:pt x="5724525" y="478790"/>
                  </a:lnTo>
                  <a:close/>
                </a:path>
                <a:path w="9010650" h="1435735">
                  <a:moveTo>
                    <a:pt x="5724525" y="3441"/>
                  </a:moveTo>
                  <a:lnTo>
                    <a:pt x="5724068" y="2324"/>
                  </a:lnTo>
                  <a:lnTo>
                    <a:pt x="5722201" y="457"/>
                  </a:lnTo>
                  <a:lnTo>
                    <a:pt x="5721083" y="0"/>
                  </a:lnTo>
                  <a:lnTo>
                    <a:pt x="5718454" y="0"/>
                  </a:lnTo>
                  <a:lnTo>
                    <a:pt x="5717324" y="457"/>
                  </a:lnTo>
                  <a:lnTo>
                    <a:pt x="5715470" y="2324"/>
                  </a:lnTo>
                  <a:lnTo>
                    <a:pt x="5715000" y="3441"/>
                  </a:lnTo>
                  <a:lnTo>
                    <a:pt x="5715000" y="6070"/>
                  </a:lnTo>
                  <a:lnTo>
                    <a:pt x="5715470" y="7200"/>
                  </a:lnTo>
                  <a:lnTo>
                    <a:pt x="5717324" y="9055"/>
                  </a:lnTo>
                  <a:lnTo>
                    <a:pt x="5718454" y="9525"/>
                  </a:lnTo>
                  <a:lnTo>
                    <a:pt x="5721083" y="9525"/>
                  </a:lnTo>
                  <a:lnTo>
                    <a:pt x="5722201" y="9055"/>
                  </a:lnTo>
                  <a:lnTo>
                    <a:pt x="5724068" y="7200"/>
                  </a:lnTo>
                  <a:lnTo>
                    <a:pt x="5724525" y="6070"/>
                  </a:lnTo>
                  <a:lnTo>
                    <a:pt x="5724525" y="3441"/>
                  </a:lnTo>
                  <a:close/>
                </a:path>
                <a:path w="9010650" h="1435735">
                  <a:moveTo>
                    <a:pt x="5772150" y="1429473"/>
                  </a:moveTo>
                  <a:lnTo>
                    <a:pt x="5771693" y="1428356"/>
                  </a:lnTo>
                  <a:lnTo>
                    <a:pt x="5769826" y="1426489"/>
                  </a:lnTo>
                  <a:lnTo>
                    <a:pt x="5768708" y="1426019"/>
                  </a:lnTo>
                  <a:lnTo>
                    <a:pt x="5766079" y="1426019"/>
                  </a:lnTo>
                  <a:lnTo>
                    <a:pt x="5764949" y="1426489"/>
                  </a:lnTo>
                  <a:lnTo>
                    <a:pt x="5763095" y="1428356"/>
                  </a:lnTo>
                  <a:lnTo>
                    <a:pt x="5762625" y="1429473"/>
                  </a:lnTo>
                  <a:lnTo>
                    <a:pt x="5762625" y="1432102"/>
                  </a:lnTo>
                  <a:lnTo>
                    <a:pt x="5763095" y="1433220"/>
                  </a:lnTo>
                  <a:lnTo>
                    <a:pt x="5764949" y="1435087"/>
                  </a:lnTo>
                  <a:lnTo>
                    <a:pt x="5766079" y="1435544"/>
                  </a:lnTo>
                  <a:lnTo>
                    <a:pt x="5768708" y="1435544"/>
                  </a:lnTo>
                  <a:lnTo>
                    <a:pt x="5769826" y="1435087"/>
                  </a:lnTo>
                  <a:lnTo>
                    <a:pt x="5771693" y="1433220"/>
                  </a:lnTo>
                  <a:lnTo>
                    <a:pt x="5772150" y="1432102"/>
                  </a:lnTo>
                  <a:lnTo>
                    <a:pt x="5772150" y="1429473"/>
                  </a:lnTo>
                  <a:close/>
                </a:path>
                <a:path w="9010650" h="1435735">
                  <a:moveTo>
                    <a:pt x="5772150" y="954125"/>
                  </a:moveTo>
                  <a:lnTo>
                    <a:pt x="5771693" y="953008"/>
                  </a:lnTo>
                  <a:lnTo>
                    <a:pt x="5769826" y="951153"/>
                  </a:lnTo>
                  <a:lnTo>
                    <a:pt x="5768708" y="950683"/>
                  </a:lnTo>
                  <a:lnTo>
                    <a:pt x="5766079" y="950683"/>
                  </a:lnTo>
                  <a:lnTo>
                    <a:pt x="5764949" y="951153"/>
                  </a:lnTo>
                  <a:lnTo>
                    <a:pt x="5763095" y="953008"/>
                  </a:lnTo>
                  <a:lnTo>
                    <a:pt x="5762625" y="954125"/>
                  </a:lnTo>
                  <a:lnTo>
                    <a:pt x="5762625" y="956754"/>
                  </a:lnTo>
                  <a:lnTo>
                    <a:pt x="5763095" y="957884"/>
                  </a:lnTo>
                  <a:lnTo>
                    <a:pt x="5764949" y="959739"/>
                  </a:lnTo>
                  <a:lnTo>
                    <a:pt x="5766079" y="960208"/>
                  </a:lnTo>
                  <a:lnTo>
                    <a:pt x="5768708" y="960208"/>
                  </a:lnTo>
                  <a:lnTo>
                    <a:pt x="5769826" y="959739"/>
                  </a:lnTo>
                  <a:lnTo>
                    <a:pt x="5771693" y="957884"/>
                  </a:lnTo>
                  <a:lnTo>
                    <a:pt x="5772150" y="956754"/>
                  </a:lnTo>
                  <a:lnTo>
                    <a:pt x="5772150" y="954125"/>
                  </a:lnTo>
                  <a:close/>
                </a:path>
                <a:path w="9010650" h="1435735">
                  <a:moveTo>
                    <a:pt x="5772150" y="478790"/>
                  </a:moveTo>
                  <a:lnTo>
                    <a:pt x="5771693" y="477659"/>
                  </a:lnTo>
                  <a:lnTo>
                    <a:pt x="5769826" y="475805"/>
                  </a:lnTo>
                  <a:lnTo>
                    <a:pt x="5768708" y="475335"/>
                  </a:lnTo>
                  <a:lnTo>
                    <a:pt x="5766079" y="475335"/>
                  </a:lnTo>
                  <a:lnTo>
                    <a:pt x="5764949" y="475805"/>
                  </a:lnTo>
                  <a:lnTo>
                    <a:pt x="5763095" y="477659"/>
                  </a:lnTo>
                  <a:lnTo>
                    <a:pt x="5762625" y="478790"/>
                  </a:lnTo>
                  <a:lnTo>
                    <a:pt x="5762625" y="481418"/>
                  </a:lnTo>
                  <a:lnTo>
                    <a:pt x="5763095" y="482536"/>
                  </a:lnTo>
                  <a:lnTo>
                    <a:pt x="5764949" y="484403"/>
                  </a:lnTo>
                  <a:lnTo>
                    <a:pt x="5766079" y="484860"/>
                  </a:lnTo>
                  <a:lnTo>
                    <a:pt x="5768708" y="484860"/>
                  </a:lnTo>
                  <a:lnTo>
                    <a:pt x="5769826" y="484403"/>
                  </a:lnTo>
                  <a:lnTo>
                    <a:pt x="5771693" y="482536"/>
                  </a:lnTo>
                  <a:lnTo>
                    <a:pt x="5772150" y="481418"/>
                  </a:lnTo>
                  <a:lnTo>
                    <a:pt x="5772150" y="478790"/>
                  </a:lnTo>
                  <a:close/>
                </a:path>
                <a:path w="9010650" h="1435735">
                  <a:moveTo>
                    <a:pt x="5772150" y="3441"/>
                  </a:moveTo>
                  <a:lnTo>
                    <a:pt x="5771693" y="2324"/>
                  </a:lnTo>
                  <a:lnTo>
                    <a:pt x="5769826" y="457"/>
                  </a:lnTo>
                  <a:lnTo>
                    <a:pt x="5768708" y="0"/>
                  </a:lnTo>
                  <a:lnTo>
                    <a:pt x="5766079" y="0"/>
                  </a:lnTo>
                  <a:lnTo>
                    <a:pt x="5764949" y="457"/>
                  </a:lnTo>
                  <a:lnTo>
                    <a:pt x="5763095" y="2324"/>
                  </a:lnTo>
                  <a:lnTo>
                    <a:pt x="5762625" y="3441"/>
                  </a:lnTo>
                  <a:lnTo>
                    <a:pt x="5762625" y="6070"/>
                  </a:lnTo>
                  <a:lnTo>
                    <a:pt x="5763095" y="7200"/>
                  </a:lnTo>
                  <a:lnTo>
                    <a:pt x="5764949" y="9055"/>
                  </a:lnTo>
                  <a:lnTo>
                    <a:pt x="5766079" y="9525"/>
                  </a:lnTo>
                  <a:lnTo>
                    <a:pt x="5768708" y="9525"/>
                  </a:lnTo>
                  <a:lnTo>
                    <a:pt x="5769826" y="9055"/>
                  </a:lnTo>
                  <a:lnTo>
                    <a:pt x="5771693" y="7200"/>
                  </a:lnTo>
                  <a:lnTo>
                    <a:pt x="5772150" y="6070"/>
                  </a:lnTo>
                  <a:lnTo>
                    <a:pt x="5772150" y="3441"/>
                  </a:lnTo>
                  <a:close/>
                </a:path>
                <a:path w="9010650" h="1435735">
                  <a:moveTo>
                    <a:pt x="5819775" y="1429473"/>
                  </a:moveTo>
                  <a:lnTo>
                    <a:pt x="5819318" y="1428356"/>
                  </a:lnTo>
                  <a:lnTo>
                    <a:pt x="5817451" y="1426489"/>
                  </a:lnTo>
                  <a:lnTo>
                    <a:pt x="5816333" y="1426019"/>
                  </a:lnTo>
                  <a:lnTo>
                    <a:pt x="5813704" y="1426019"/>
                  </a:lnTo>
                  <a:lnTo>
                    <a:pt x="5812574" y="1426489"/>
                  </a:lnTo>
                  <a:lnTo>
                    <a:pt x="5810720" y="1428356"/>
                  </a:lnTo>
                  <a:lnTo>
                    <a:pt x="5810250" y="1429473"/>
                  </a:lnTo>
                  <a:lnTo>
                    <a:pt x="5810250" y="1432102"/>
                  </a:lnTo>
                  <a:lnTo>
                    <a:pt x="5810720" y="1433220"/>
                  </a:lnTo>
                  <a:lnTo>
                    <a:pt x="5812574" y="1435087"/>
                  </a:lnTo>
                  <a:lnTo>
                    <a:pt x="5813704" y="1435544"/>
                  </a:lnTo>
                  <a:lnTo>
                    <a:pt x="5816333" y="1435544"/>
                  </a:lnTo>
                  <a:lnTo>
                    <a:pt x="5817451" y="1435087"/>
                  </a:lnTo>
                  <a:lnTo>
                    <a:pt x="5819318" y="1433220"/>
                  </a:lnTo>
                  <a:lnTo>
                    <a:pt x="5819775" y="1432102"/>
                  </a:lnTo>
                  <a:lnTo>
                    <a:pt x="5819775" y="1429473"/>
                  </a:lnTo>
                  <a:close/>
                </a:path>
                <a:path w="9010650" h="1435735">
                  <a:moveTo>
                    <a:pt x="5819775" y="954125"/>
                  </a:moveTo>
                  <a:lnTo>
                    <a:pt x="5819318" y="953008"/>
                  </a:lnTo>
                  <a:lnTo>
                    <a:pt x="5817451" y="951153"/>
                  </a:lnTo>
                  <a:lnTo>
                    <a:pt x="5816333" y="950683"/>
                  </a:lnTo>
                  <a:lnTo>
                    <a:pt x="5813704" y="950683"/>
                  </a:lnTo>
                  <a:lnTo>
                    <a:pt x="5812574" y="951153"/>
                  </a:lnTo>
                  <a:lnTo>
                    <a:pt x="5810720" y="953008"/>
                  </a:lnTo>
                  <a:lnTo>
                    <a:pt x="5810250" y="954125"/>
                  </a:lnTo>
                  <a:lnTo>
                    <a:pt x="5810250" y="956754"/>
                  </a:lnTo>
                  <a:lnTo>
                    <a:pt x="5810720" y="957884"/>
                  </a:lnTo>
                  <a:lnTo>
                    <a:pt x="5812574" y="959739"/>
                  </a:lnTo>
                  <a:lnTo>
                    <a:pt x="5813704" y="960208"/>
                  </a:lnTo>
                  <a:lnTo>
                    <a:pt x="5816333" y="960208"/>
                  </a:lnTo>
                  <a:lnTo>
                    <a:pt x="5817451" y="959739"/>
                  </a:lnTo>
                  <a:lnTo>
                    <a:pt x="5819318" y="957884"/>
                  </a:lnTo>
                  <a:lnTo>
                    <a:pt x="5819775" y="956754"/>
                  </a:lnTo>
                  <a:lnTo>
                    <a:pt x="5819775" y="954125"/>
                  </a:lnTo>
                  <a:close/>
                </a:path>
                <a:path w="9010650" h="1435735">
                  <a:moveTo>
                    <a:pt x="5819775" y="478790"/>
                  </a:moveTo>
                  <a:lnTo>
                    <a:pt x="5819318" y="477659"/>
                  </a:lnTo>
                  <a:lnTo>
                    <a:pt x="5817451" y="475805"/>
                  </a:lnTo>
                  <a:lnTo>
                    <a:pt x="5816333" y="475335"/>
                  </a:lnTo>
                  <a:lnTo>
                    <a:pt x="5813704" y="475335"/>
                  </a:lnTo>
                  <a:lnTo>
                    <a:pt x="5812574" y="475805"/>
                  </a:lnTo>
                  <a:lnTo>
                    <a:pt x="5810720" y="477659"/>
                  </a:lnTo>
                  <a:lnTo>
                    <a:pt x="5810250" y="478790"/>
                  </a:lnTo>
                  <a:lnTo>
                    <a:pt x="5810250" y="481418"/>
                  </a:lnTo>
                  <a:lnTo>
                    <a:pt x="5810720" y="482536"/>
                  </a:lnTo>
                  <a:lnTo>
                    <a:pt x="5812574" y="484403"/>
                  </a:lnTo>
                  <a:lnTo>
                    <a:pt x="5813704" y="484860"/>
                  </a:lnTo>
                  <a:lnTo>
                    <a:pt x="5816333" y="484860"/>
                  </a:lnTo>
                  <a:lnTo>
                    <a:pt x="5817451" y="484403"/>
                  </a:lnTo>
                  <a:lnTo>
                    <a:pt x="5819318" y="482536"/>
                  </a:lnTo>
                  <a:lnTo>
                    <a:pt x="5819775" y="481418"/>
                  </a:lnTo>
                  <a:lnTo>
                    <a:pt x="5819775" y="478790"/>
                  </a:lnTo>
                  <a:close/>
                </a:path>
                <a:path w="9010650" h="1435735">
                  <a:moveTo>
                    <a:pt x="5819775" y="3441"/>
                  </a:moveTo>
                  <a:lnTo>
                    <a:pt x="5819318" y="2324"/>
                  </a:lnTo>
                  <a:lnTo>
                    <a:pt x="5817451" y="457"/>
                  </a:lnTo>
                  <a:lnTo>
                    <a:pt x="5816333" y="0"/>
                  </a:lnTo>
                  <a:lnTo>
                    <a:pt x="5813704" y="0"/>
                  </a:lnTo>
                  <a:lnTo>
                    <a:pt x="5812574" y="457"/>
                  </a:lnTo>
                  <a:lnTo>
                    <a:pt x="5810720" y="2324"/>
                  </a:lnTo>
                  <a:lnTo>
                    <a:pt x="5810250" y="3441"/>
                  </a:lnTo>
                  <a:lnTo>
                    <a:pt x="5810250" y="6070"/>
                  </a:lnTo>
                  <a:lnTo>
                    <a:pt x="5810720" y="7200"/>
                  </a:lnTo>
                  <a:lnTo>
                    <a:pt x="5812574" y="9055"/>
                  </a:lnTo>
                  <a:lnTo>
                    <a:pt x="5813704" y="9525"/>
                  </a:lnTo>
                  <a:lnTo>
                    <a:pt x="5816333" y="9525"/>
                  </a:lnTo>
                  <a:lnTo>
                    <a:pt x="5817451" y="9055"/>
                  </a:lnTo>
                  <a:lnTo>
                    <a:pt x="5819318" y="7200"/>
                  </a:lnTo>
                  <a:lnTo>
                    <a:pt x="5819775" y="6070"/>
                  </a:lnTo>
                  <a:lnTo>
                    <a:pt x="5819775" y="3441"/>
                  </a:lnTo>
                  <a:close/>
                </a:path>
                <a:path w="9010650" h="1435735">
                  <a:moveTo>
                    <a:pt x="5867400" y="1429473"/>
                  </a:moveTo>
                  <a:lnTo>
                    <a:pt x="5866943" y="1428356"/>
                  </a:lnTo>
                  <a:lnTo>
                    <a:pt x="5865076" y="1426489"/>
                  </a:lnTo>
                  <a:lnTo>
                    <a:pt x="5863958" y="1426019"/>
                  </a:lnTo>
                  <a:lnTo>
                    <a:pt x="5861329" y="1426019"/>
                  </a:lnTo>
                  <a:lnTo>
                    <a:pt x="5860199" y="1426489"/>
                  </a:lnTo>
                  <a:lnTo>
                    <a:pt x="5858345" y="1428356"/>
                  </a:lnTo>
                  <a:lnTo>
                    <a:pt x="5857875" y="1429473"/>
                  </a:lnTo>
                  <a:lnTo>
                    <a:pt x="5857875" y="1432102"/>
                  </a:lnTo>
                  <a:lnTo>
                    <a:pt x="5858345" y="1433220"/>
                  </a:lnTo>
                  <a:lnTo>
                    <a:pt x="5860199" y="1435087"/>
                  </a:lnTo>
                  <a:lnTo>
                    <a:pt x="5861329" y="1435544"/>
                  </a:lnTo>
                  <a:lnTo>
                    <a:pt x="5863958" y="1435544"/>
                  </a:lnTo>
                  <a:lnTo>
                    <a:pt x="5865076" y="1435087"/>
                  </a:lnTo>
                  <a:lnTo>
                    <a:pt x="5866943" y="1433220"/>
                  </a:lnTo>
                  <a:lnTo>
                    <a:pt x="5867400" y="1432102"/>
                  </a:lnTo>
                  <a:lnTo>
                    <a:pt x="5867400" y="1429473"/>
                  </a:lnTo>
                  <a:close/>
                </a:path>
                <a:path w="9010650" h="1435735">
                  <a:moveTo>
                    <a:pt x="5867400" y="954125"/>
                  </a:moveTo>
                  <a:lnTo>
                    <a:pt x="5866943" y="953008"/>
                  </a:lnTo>
                  <a:lnTo>
                    <a:pt x="5865076" y="951153"/>
                  </a:lnTo>
                  <a:lnTo>
                    <a:pt x="5863958" y="950683"/>
                  </a:lnTo>
                  <a:lnTo>
                    <a:pt x="5861329" y="950683"/>
                  </a:lnTo>
                  <a:lnTo>
                    <a:pt x="5860199" y="951153"/>
                  </a:lnTo>
                  <a:lnTo>
                    <a:pt x="5858345" y="953008"/>
                  </a:lnTo>
                  <a:lnTo>
                    <a:pt x="5857875" y="954125"/>
                  </a:lnTo>
                  <a:lnTo>
                    <a:pt x="5857875" y="956754"/>
                  </a:lnTo>
                  <a:lnTo>
                    <a:pt x="5858345" y="957884"/>
                  </a:lnTo>
                  <a:lnTo>
                    <a:pt x="5860199" y="959739"/>
                  </a:lnTo>
                  <a:lnTo>
                    <a:pt x="5861329" y="960208"/>
                  </a:lnTo>
                  <a:lnTo>
                    <a:pt x="5863958" y="960208"/>
                  </a:lnTo>
                  <a:lnTo>
                    <a:pt x="5865076" y="959739"/>
                  </a:lnTo>
                  <a:lnTo>
                    <a:pt x="5866943" y="957884"/>
                  </a:lnTo>
                  <a:lnTo>
                    <a:pt x="5867400" y="956754"/>
                  </a:lnTo>
                  <a:lnTo>
                    <a:pt x="5867400" y="954125"/>
                  </a:lnTo>
                  <a:close/>
                </a:path>
                <a:path w="9010650" h="1435735">
                  <a:moveTo>
                    <a:pt x="5867400" y="478790"/>
                  </a:moveTo>
                  <a:lnTo>
                    <a:pt x="5866943" y="477659"/>
                  </a:lnTo>
                  <a:lnTo>
                    <a:pt x="5865076" y="475805"/>
                  </a:lnTo>
                  <a:lnTo>
                    <a:pt x="5863958" y="475335"/>
                  </a:lnTo>
                  <a:lnTo>
                    <a:pt x="5861329" y="475335"/>
                  </a:lnTo>
                  <a:lnTo>
                    <a:pt x="5860199" y="475805"/>
                  </a:lnTo>
                  <a:lnTo>
                    <a:pt x="5858345" y="477659"/>
                  </a:lnTo>
                  <a:lnTo>
                    <a:pt x="5857875" y="478790"/>
                  </a:lnTo>
                  <a:lnTo>
                    <a:pt x="5857875" y="481418"/>
                  </a:lnTo>
                  <a:lnTo>
                    <a:pt x="5858345" y="482536"/>
                  </a:lnTo>
                  <a:lnTo>
                    <a:pt x="5860199" y="484403"/>
                  </a:lnTo>
                  <a:lnTo>
                    <a:pt x="5861329" y="484860"/>
                  </a:lnTo>
                  <a:lnTo>
                    <a:pt x="5863958" y="484860"/>
                  </a:lnTo>
                  <a:lnTo>
                    <a:pt x="5865076" y="484403"/>
                  </a:lnTo>
                  <a:lnTo>
                    <a:pt x="5866943" y="482536"/>
                  </a:lnTo>
                  <a:lnTo>
                    <a:pt x="5867400" y="481418"/>
                  </a:lnTo>
                  <a:lnTo>
                    <a:pt x="5867400" y="478790"/>
                  </a:lnTo>
                  <a:close/>
                </a:path>
                <a:path w="9010650" h="1435735">
                  <a:moveTo>
                    <a:pt x="5867400" y="3441"/>
                  </a:moveTo>
                  <a:lnTo>
                    <a:pt x="5866943" y="2324"/>
                  </a:lnTo>
                  <a:lnTo>
                    <a:pt x="5865076" y="457"/>
                  </a:lnTo>
                  <a:lnTo>
                    <a:pt x="5863958" y="0"/>
                  </a:lnTo>
                  <a:lnTo>
                    <a:pt x="5861329" y="0"/>
                  </a:lnTo>
                  <a:lnTo>
                    <a:pt x="5860199" y="457"/>
                  </a:lnTo>
                  <a:lnTo>
                    <a:pt x="5858345" y="2324"/>
                  </a:lnTo>
                  <a:lnTo>
                    <a:pt x="5857875" y="3441"/>
                  </a:lnTo>
                  <a:lnTo>
                    <a:pt x="5857875" y="6070"/>
                  </a:lnTo>
                  <a:lnTo>
                    <a:pt x="5858345" y="7200"/>
                  </a:lnTo>
                  <a:lnTo>
                    <a:pt x="5860199" y="9055"/>
                  </a:lnTo>
                  <a:lnTo>
                    <a:pt x="5861329" y="9525"/>
                  </a:lnTo>
                  <a:lnTo>
                    <a:pt x="5863958" y="9525"/>
                  </a:lnTo>
                  <a:lnTo>
                    <a:pt x="5865076" y="9055"/>
                  </a:lnTo>
                  <a:lnTo>
                    <a:pt x="5866943" y="7200"/>
                  </a:lnTo>
                  <a:lnTo>
                    <a:pt x="5867400" y="6070"/>
                  </a:lnTo>
                  <a:lnTo>
                    <a:pt x="5867400" y="3441"/>
                  </a:lnTo>
                  <a:close/>
                </a:path>
                <a:path w="9010650" h="1435735">
                  <a:moveTo>
                    <a:pt x="5915025" y="1429473"/>
                  </a:moveTo>
                  <a:lnTo>
                    <a:pt x="5914568" y="1428356"/>
                  </a:lnTo>
                  <a:lnTo>
                    <a:pt x="5912701" y="1426489"/>
                  </a:lnTo>
                  <a:lnTo>
                    <a:pt x="5911583" y="1426019"/>
                  </a:lnTo>
                  <a:lnTo>
                    <a:pt x="5908954" y="1426019"/>
                  </a:lnTo>
                  <a:lnTo>
                    <a:pt x="5907824" y="1426489"/>
                  </a:lnTo>
                  <a:lnTo>
                    <a:pt x="5905970" y="1428356"/>
                  </a:lnTo>
                  <a:lnTo>
                    <a:pt x="5905500" y="1429473"/>
                  </a:lnTo>
                  <a:lnTo>
                    <a:pt x="5905500" y="1432102"/>
                  </a:lnTo>
                  <a:lnTo>
                    <a:pt x="5905970" y="1433220"/>
                  </a:lnTo>
                  <a:lnTo>
                    <a:pt x="5907824" y="1435087"/>
                  </a:lnTo>
                  <a:lnTo>
                    <a:pt x="5908954" y="1435544"/>
                  </a:lnTo>
                  <a:lnTo>
                    <a:pt x="5911583" y="1435544"/>
                  </a:lnTo>
                  <a:lnTo>
                    <a:pt x="5912701" y="1435087"/>
                  </a:lnTo>
                  <a:lnTo>
                    <a:pt x="5914568" y="1433220"/>
                  </a:lnTo>
                  <a:lnTo>
                    <a:pt x="5915025" y="1432102"/>
                  </a:lnTo>
                  <a:lnTo>
                    <a:pt x="5915025" y="1429473"/>
                  </a:lnTo>
                  <a:close/>
                </a:path>
                <a:path w="9010650" h="1435735">
                  <a:moveTo>
                    <a:pt x="5915025" y="954125"/>
                  </a:moveTo>
                  <a:lnTo>
                    <a:pt x="5914568" y="953008"/>
                  </a:lnTo>
                  <a:lnTo>
                    <a:pt x="5912701" y="951153"/>
                  </a:lnTo>
                  <a:lnTo>
                    <a:pt x="5911583" y="950683"/>
                  </a:lnTo>
                  <a:lnTo>
                    <a:pt x="5908954" y="950683"/>
                  </a:lnTo>
                  <a:lnTo>
                    <a:pt x="5907824" y="951153"/>
                  </a:lnTo>
                  <a:lnTo>
                    <a:pt x="5905970" y="953008"/>
                  </a:lnTo>
                  <a:lnTo>
                    <a:pt x="5905500" y="954125"/>
                  </a:lnTo>
                  <a:lnTo>
                    <a:pt x="5905500" y="956754"/>
                  </a:lnTo>
                  <a:lnTo>
                    <a:pt x="5905970" y="957884"/>
                  </a:lnTo>
                  <a:lnTo>
                    <a:pt x="5907824" y="959739"/>
                  </a:lnTo>
                  <a:lnTo>
                    <a:pt x="5908954" y="960208"/>
                  </a:lnTo>
                  <a:lnTo>
                    <a:pt x="5911583" y="960208"/>
                  </a:lnTo>
                  <a:lnTo>
                    <a:pt x="5912701" y="959739"/>
                  </a:lnTo>
                  <a:lnTo>
                    <a:pt x="5914568" y="957884"/>
                  </a:lnTo>
                  <a:lnTo>
                    <a:pt x="5915025" y="956754"/>
                  </a:lnTo>
                  <a:lnTo>
                    <a:pt x="5915025" y="954125"/>
                  </a:lnTo>
                  <a:close/>
                </a:path>
                <a:path w="9010650" h="1435735">
                  <a:moveTo>
                    <a:pt x="5915025" y="478790"/>
                  </a:moveTo>
                  <a:lnTo>
                    <a:pt x="5914568" y="477659"/>
                  </a:lnTo>
                  <a:lnTo>
                    <a:pt x="5912701" y="475805"/>
                  </a:lnTo>
                  <a:lnTo>
                    <a:pt x="5911583" y="475335"/>
                  </a:lnTo>
                  <a:lnTo>
                    <a:pt x="5908954" y="475335"/>
                  </a:lnTo>
                  <a:lnTo>
                    <a:pt x="5907824" y="475805"/>
                  </a:lnTo>
                  <a:lnTo>
                    <a:pt x="5905970" y="477659"/>
                  </a:lnTo>
                  <a:lnTo>
                    <a:pt x="5905500" y="478790"/>
                  </a:lnTo>
                  <a:lnTo>
                    <a:pt x="5905500" y="481418"/>
                  </a:lnTo>
                  <a:lnTo>
                    <a:pt x="5905970" y="482536"/>
                  </a:lnTo>
                  <a:lnTo>
                    <a:pt x="5907824" y="484403"/>
                  </a:lnTo>
                  <a:lnTo>
                    <a:pt x="5908954" y="484860"/>
                  </a:lnTo>
                  <a:lnTo>
                    <a:pt x="5911583" y="484860"/>
                  </a:lnTo>
                  <a:lnTo>
                    <a:pt x="5912701" y="484403"/>
                  </a:lnTo>
                  <a:lnTo>
                    <a:pt x="5914568" y="482536"/>
                  </a:lnTo>
                  <a:lnTo>
                    <a:pt x="5915025" y="481418"/>
                  </a:lnTo>
                  <a:lnTo>
                    <a:pt x="5915025" y="478790"/>
                  </a:lnTo>
                  <a:close/>
                </a:path>
                <a:path w="9010650" h="1435735">
                  <a:moveTo>
                    <a:pt x="5915025" y="3441"/>
                  </a:moveTo>
                  <a:lnTo>
                    <a:pt x="5914568" y="2324"/>
                  </a:lnTo>
                  <a:lnTo>
                    <a:pt x="5912701" y="457"/>
                  </a:lnTo>
                  <a:lnTo>
                    <a:pt x="5911583" y="0"/>
                  </a:lnTo>
                  <a:lnTo>
                    <a:pt x="5908954" y="0"/>
                  </a:lnTo>
                  <a:lnTo>
                    <a:pt x="5907824" y="457"/>
                  </a:lnTo>
                  <a:lnTo>
                    <a:pt x="5905970" y="2324"/>
                  </a:lnTo>
                  <a:lnTo>
                    <a:pt x="5905500" y="3441"/>
                  </a:lnTo>
                  <a:lnTo>
                    <a:pt x="5905500" y="6070"/>
                  </a:lnTo>
                  <a:lnTo>
                    <a:pt x="5905970" y="7200"/>
                  </a:lnTo>
                  <a:lnTo>
                    <a:pt x="5907824" y="9055"/>
                  </a:lnTo>
                  <a:lnTo>
                    <a:pt x="5908954" y="9525"/>
                  </a:lnTo>
                  <a:lnTo>
                    <a:pt x="5911583" y="9525"/>
                  </a:lnTo>
                  <a:lnTo>
                    <a:pt x="5912701" y="9055"/>
                  </a:lnTo>
                  <a:lnTo>
                    <a:pt x="5914568" y="7200"/>
                  </a:lnTo>
                  <a:lnTo>
                    <a:pt x="5915025" y="6070"/>
                  </a:lnTo>
                  <a:lnTo>
                    <a:pt x="5915025" y="3441"/>
                  </a:lnTo>
                  <a:close/>
                </a:path>
                <a:path w="9010650" h="1435735">
                  <a:moveTo>
                    <a:pt x="5962650" y="1429473"/>
                  </a:moveTo>
                  <a:lnTo>
                    <a:pt x="5962193" y="1428356"/>
                  </a:lnTo>
                  <a:lnTo>
                    <a:pt x="5960326" y="1426489"/>
                  </a:lnTo>
                  <a:lnTo>
                    <a:pt x="5959208" y="1426019"/>
                  </a:lnTo>
                  <a:lnTo>
                    <a:pt x="5956579" y="1426019"/>
                  </a:lnTo>
                  <a:lnTo>
                    <a:pt x="5955449" y="1426489"/>
                  </a:lnTo>
                  <a:lnTo>
                    <a:pt x="5953595" y="1428356"/>
                  </a:lnTo>
                  <a:lnTo>
                    <a:pt x="5953125" y="1429473"/>
                  </a:lnTo>
                  <a:lnTo>
                    <a:pt x="5953125" y="1432102"/>
                  </a:lnTo>
                  <a:lnTo>
                    <a:pt x="5953595" y="1433220"/>
                  </a:lnTo>
                  <a:lnTo>
                    <a:pt x="5955449" y="1435087"/>
                  </a:lnTo>
                  <a:lnTo>
                    <a:pt x="5956579" y="1435544"/>
                  </a:lnTo>
                  <a:lnTo>
                    <a:pt x="5959208" y="1435544"/>
                  </a:lnTo>
                  <a:lnTo>
                    <a:pt x="5960326" y="1435087"/>
                  </a:lnTo>
                  <a:lnTo>
                    <a:pt x="5962193" y="1433220"/>
                  </a:lnTo>
                  <a:lnTo>
                    <a:pt x="5962650" y="1432102"/>
                  </a:lnTo>
                  <a:lnTo>
                    <a:pt x="5962650" y="1429473"/>
                  </a:lnTo>
                  <a:close/>
                </a:path>
                <a:path w="9010650" h="1435735">
                  <a:moveTo>
                    <a:pt x="5962650" y="954125"/>
                  </a:moveTo>
                  <a:lnTo>
                    <a:pt x="5962193" y="953008"/>
                  </a:lnTo>
                  <a:lnTo>
                    <a:pt x="5960326" y="951153"/>
                  </a:lnTo>
                  <a:lnTo>
                    <a:pt x="5959208" y="950683"/>
                  </a:lnTo>
                  <a:lnTo>
                    <a:pt x="5956579" y="950683"/>
                  </a:lnTo>
                  <a:lnTo>
                    <a:pt x="5955449" y="951153"/>
                  </a:lnTo>
                  <a:lnTo>
                    <a:pt x="5953595" y="953008"/>
                  </a:lnTo>
                  <a:lnTo>
                    <a:pt x="5953125" y="954125"/>
                  </a:lnTo>
                  <a:lnTo>
                    <a:pt x="5953125" y="956754"/>
                  </a:lnTo>
                  <a:lnTo>
                    <a:pt x="5953595" y="957884"/>
                  </a:lnTo>
                  <a:lnTo>
                    <a:pt x="5955449" y="959739"/>
                  </a:lnTo>
                  <a:lnTo>
                    <a:pt x="5956579" y="960208"/>
                  </a:lnTo>
                  <a:lnTo>
                    <a:pt x="5959208" y="960208"/>
                  </a:lnTo>
                  <a:lnTo>
                    <a:pt x="5960326" y="959739"/>
                  </a:lnTo>
                  <a:lnTo>
                    <a:pt x="5962193" y="957884"/>
                  </a:lnTo>
                  <a:lnTo>
                    <a:pt x="5962650" y="956754"/>
                  </a:lnTo>
                  <a:lnTo>
                    <a:pt x="5962650" y="954125"/>
                  </a:lnTo>
                  <a:close/>
                </a:path>
                <a:path w="9010650" h="1435735">
                  <a:moveTo>
                    <a:pt x="5962650" y="478790"/>
                  </a:moveTo>
                  <a:lnTo>
                    <a:pt x="5962193" y="477659"/>
                  </a:lnTo>
                  <a:lnTo>
                    <a:pt x="5960326" y="475805"/>
                  </a:lnTo>
                  <a:lnTo>
                    <a:pt x="5959208" y="475335"/>
                  </a:lnTo>
                  <a:lnTo>
                    <a:pt x="5956579" y="475335"/>
                  </a:lnTo>
                  <a:lnTo>
                    <a:pt x="5955449" y="475805"/>
                  </a:lnTo>
                  <a:lnTo>
                    <a:pt x="5953595" y="477659"/>
                  </a:lnTo>
                  <a:lnTo>
                    <a:pt x="5953125" y="478790"/>
                  </a:lnTo>
                  <a:lnTo>
                    <a:pt x="5953125" y="481418"/>
                  </a:lnTo>
                  <a:lnTo>
                    <a:pt x="5953595" y="482536"/>
                  </a:lnTo>
                  <a:lnTo>
                    <a:pt x="5955449" y="484403"/>
                  </a:lnTo>
                  <a:lnTo>
                    <a:pt x="5956579" y="484860"/>
                  </a:lnTo>
                  <a:lnTo>
                    <a:pt x="5959208" y="484860"/>
                  </a:lnTo>
                  <a:lnTo>
                    <a:pt x="5960326" y="484403"/>
                  </a:lnTo>
                  <a:lnTo>
                    <a:pt x="5962193" y="482536"/>
                  </a:lnTo>
                  <a:lnTo>
                    <a:pt x="5962650" y="481418"/>
                  </a:lnTo>
                  <a:lnTo>
                    <a:pt x="5962650" y="478790"/>
                  </a:lnTo>
                  <a:close/>
                </a:path>
                <a:path w="9010650" h="1435735">
                  <a:moveTo>
                    <a:pt x="5962650" y="3441"/>
                  </a:moveTo>
                  <a:lnTo>
                    <a:pt x="5962193" y="2324"/>
                  </a:lnTo>
                  <a:lnTo>
                    <a:pt x="5960326" y="457"/>
                  </a:lnTo>
                  <a:lnTo>
                    <a:pt x="5959208" y="0"/>
                  </a:lnTo>
                  <a:lnTo>
                    <a:pt x="5956579" y="0"/>
                  </a:lnTo>
                  <a:lnTo>
                    <a:pt x="5955449" y="457"/>
                  </a:lnTo>
                  <a:lnTo>
                    <a:pt x="5953595" y="2324"/>
                  </a:lnTo>
                  <a:lnTo>
                    <a:pt x="5953125" y="3441"/>
                  </a:lnTo>
                  <a:lnTo>
                    <a:pt x="5953125" y="6070"/>
                  </a:lnTo>
                  <a:lnTo>
                    <a:pt x="5953595" y="7200"/>
                  </a:lnTo>
                  <a:lnTo>
                    <a:pt x="5955449" y="9055"/>
                  </a:lnTo>
                  <a:lnTo>
                    <a:pt x="5956579" y="9525"/>
                  </a:lnTo>
                  <a:lnTo>
                    <a:pt x="5959208" y="9525"/>
                  </a:lnTo>
                  <a:lnTo>
                    <a:pt x="5960326" y="9055"/>
                  </a:lnTo>
                  <a:lnTo>
                    <a:pt x="5962193" y="7200"/>
                  </a:lnTo>
                  <a:lnTo>
                    <a:pt x="5962650" y="6070"/>
                  </a:lnTo>
                  <a:lnTo>
                    <a:pt x="5962650" y="3441"/>
                  </a:lnTo>
                  <a:close/>
                </a:path>
                <a:path w="9010650" h="1435735">
                  <a:moveTo>
                    <a:pt x="6010275" y="1429473"/>
                  </a:moveTo>
                  <a:lnTo>
                    <a:pt x="6009818" y="1428356"/>
                  </a:lnTo>
                  <a:lnTo>
                    <a:pt x="6007951" y="1426489"/>
                  </a:lnTo>
                  <a:lnTo>
                    <a:pt x="6006833" y="1426019"/>
                  </a:lnTo>
                  <a:lnTo>
                    <a:pt x="6004204" y="1426019"/>
                  </a:lnTo>
                  <a:lnTo>
                    <a:pt x="6003087" y="1426489"/>
                  </a:lnTo>
                  <a:lnTo>
                    <a:pt x="6001220" y="1428356"/>
                  </a:lnTo>
                  <a:lnTo>
                    <a:pt x="6000750" y="1429473"/>
                  </a:lnTo>
                  <a:lnTo>
                    <a:pt x="6000750" y="1432102"/>
                  </a:lnTo>
                  <a:lnTo>
                    <a:pt x="6001220" y="1433220"/>
                  </a:lnTo>
                  <a:lnTo>
                    <a:pt x="6003087" y="1435087"/>
                  </a:lnTo>
                  <a:lnTo>
                    <a:pt x="6004204" y="1435544"/>
                  </a:lnTo>
                  <a:lnTo>
                    <a:pt x="6006833" y="1435544"/>
                  </a:lnTo>
                  <a:lnTo>
                    <a:pt x="6007951" y="1435087"/>
                  </a:lnTo>
                  <a:lnTo>
                    <a:pt x="6009818" y="1433220"/>
                  </a:lnTo>
                  <a:lnTo>
                    <a:pt x="6010275" y="1432102"/>
                  </a:lnTo>
                  <a:lnTo>
                    <a:pt x="6010275" y="1429473"/>
                  </a:lnTo>
                  <a:close/>
                </a:path>
                <a:path w="9010650" h="1435735">
                  <a:moveTo>
                    <a:pt x="6010275" y="954125"/>
                  </a:moveTo>
                  <a:lnTo>
                    <a:pt x="6009818" y="953008"/>
                  </a:lnTo>
                  <a:lnTo>
                    <a:pt x="6007951" y="951153"/>
                  </a:lnTo>
                  <a:lnTo>
                    <a:pt x="6006833" y="950683"/>
                  </a:lnTo>
                  <a:lnTo>
                    <a:pt x="6004204" y="950683"/>
                  </a:lnTo>
                  <a:lnTo>
                    <a:pt x="6003087" y="951153"/>
                  </a:lnTo>
                  <a:lnTo>
                    <a:pt x="6001220" y="953008"/>
                  </a:lnTo>
                  <a:lnTo>
                    <a:pt x="6000750" y="954125"/>
                  </a:lnTo>
                  <a:lnTo>
                    <a:pt x="6000750" y="956754"/>
                  </a:lnTo>
                  <a:lnTo>
                    <a:pt x="6001220" y="957884"/>
                  </a:lnTo>
                  <a:lnTo>
                    <a:pt x="6003087" y="959739"/>
                  </a:lnTo>
                  <a:lnTo>
                    <a:pt x="6004204" y="960208"/>
                  </a:lnTo>
                  <a:lnTo>
                    <a:pt x="6006833" y="960208"/>
                  </a:lnTo>
                  <a:lnTo>
                    <a:pt x="6007951" y="959739"/>
                  </a:lnTo>
                  <a:lnTo>
                    <a:pt x="6009818" y="957884"/>
                  </a:lnTo>
                  <a:lnTo>
                    <a:pt x="6010275" y="956754"/>
                  </a:lnTo>
                  <a:lnTo>
                    <a:pt x="6010275" y="954125"/>
                  </a:lnTo>
                  <a:close/>
                </a:path>
                <a:path w="9010650" h="1435735">
                  <a:moveTo>
                    <a:pt x="6010275" y="478790"/>
                  </a:moveTo>
                  <a:lnTo>
                    <a:pt x="6009818" y="477659"/>
                  </a:lnTo>
                  <a:lnTo>
                    <a:pt x="6007951" y="475805"/>
                  </a:lnTo>
                  <a:lnTo>
                    <a:pt x="6006833" y="475335"/>
                  </a:lnTo>
                  <a:lnTo>
                    <a:pt x="6004204" y="475335"/>
                  </a:lnTo>
                  <a:lnTo>
                    <a:pt x="6003087" y="475805"/>
                  </a:lnTo>
                  <a:lnTo>
                    <a:pt x="6001220" y="477659"/>
                  </a:lnTo>
                  <a:lnTo>
                    <a:pt x="6000750" y="478790"/>
                  </a:lnTo>
                  <a:lnTo>
                    <a:pt x="6000750" y="481418"/>
                  </a:lnTo>
                  <a:lnTo>
                    <a:pt x="6001220" y="482536"/>
                  </a:lnTo>
                  <a:lnTo>
                    <a:pt x="6003087" y="484403"/>
                  </a:lnTo>
                  <a:lnTo>
                    <a:pt x="6004204" y="484860"/>
                  </a:lnTo>
                  <a:lnTo>
                    <a:pt x="6006833" y="484860"/>
                  </a:lnTo>
                  <a:lnTo>
                    <a:pt x="6007951" y="484403"/>
                  </a:lnTo>
                  <a:lnTo>
                    <a:pt x="6009818" y="482536"/>
                  </a:lnTo>
                  <a:lnTo>
                    <a:pt x="6010275" y="481418"/>
                  </a:lnTo>
                  <a:lnTo>
                    <a:pt x="6010275" y="478790"/>
                  </a:lnTo>
                  <a:close/>
                </a:path>
                <a:path w="9010650" h="1435735">
                  <a:moveTo>
                    <a:pt x="6010275" y="3441"/>
                  </a:moveTo>
                  <a:lnTo>
                    <a:pt x="6009818" y="2324"/>
                  </a:lnTo>
                  <a:lnTo>
                    <a:pt x="6007951" y="457"/>
                  </a:lnTo>
                  <a:lnTo>
                    <a:pt x="6006833" y="0"/>
                  </a:lnTo>
                  <a:lnTo>
                    <a:pt x="6004204" y="0"/>
                  </a:lnTo>
                  <a:lnTo>
                    <a:pt x="6003087" y="457"/>
                  </a:lnTo>
                  <a:lnTo>
                    <a:pt x="6001220" y="2324"/>
                  </a:lnTo>
                  <a:lnTo>
                    <a:pt x="6000750" y="3441"/>
                  </a:lnTo>
                  <a:lnTo>
                    <a:pt x="6000750" y="6070"/>
                  </a:lnTo>
                  <a:lnTo>
                    <a:pt x="6001220" y="7200"/>
                  </a:lnTo>
                  <a:lnTo>
                    <a:pt x="6003087" y="9055"/>
                  </a:lnTo>
                  <a:lnTo>
                    <a:pt x="6004204" y="9525"/>
                  </a:lnTo>
                  <a:lnTo>
                    <a:pt x="6006833" y="9525"/>
                  </a:lnTo>
                  <a:lnTo>
                    <a:pt x="6007951" y="9055"/>
                  </a:lnTo>
                  <a:lnTo>
                    <a:pt x="6009818" y="7200"/>
                  </a:lnTo>
                  <a:lnTo>
                    <a:pt x="6010275" y="6070"/>
                  </a:lnTo>
                  <a:lnTo>
                    <a:pt x="6010275" y="3441"/>
                  </a:lnTo>
                  <a:close/>
                </a:path>
                <a:path w="9010650" h="1435735">
                  <a:moveTo>
                    <a:pt x="6057900" y="1429473"/>
                  </a:moveTo>
                  <a:lnTo>
                    <a:pt x="6057443" y="1428356"/>
                  </a:lnTo>
                  <a:lnTo>
                    <a:pt x="6055576" y="1426489"/>
                  </a:lnTo>
                  <a:lnTo>
                    <a:pt x="6054458" y="1426019"/>
                  </a:lnTo>
                  <a:lnTo>
                    <a:pt x="6051829" y="1426019"/>
                  </a:lnTo>
                  <a:lnTo>
                    <a:pt x="6050699" y="1426489"/>
                  </a:lnTo>
                  <a:lnTo>
                    <a:pt x="6048845" y="1428356"/>
                  </a:lnTo>
                  <a:lnTo>
                    <a:pt x="6048375" y="1429473"/>
                  </a:lnTo>
                  <a:lnTo>
                    <a:pt x="6048375" y="1432102"/>
                  </a:lnTo>
                  <a:lnTo>
                    <a:pt x="6048845" y="1433220"/>
                  </a:lnTo>
                  <a:lnTo>
                    <a:pt x="6050699" y="1435087"/>
                  </a:lnTo>
                  <a:lnTo>
                    <a:pt x="6051829" y="1435544"/>
                  </a:lnTo>
                  <a:lnTo>
                    <a:pt x="6054458" y="1435544"/>
                  </a:lnTo>
                  <a:lnTo>
                    <a:pt x="6055576" y="1435087"/>
                  </a:lnTo>
                  <a:lnTo>
                    <a:pt x="6057443" y="1433220"/>
                  </a:lnTo>
                  <a:lnTo>
                    <a:pt x="6057900" y="1432102"/>
                  </a:lnTo>
                  <a:lnTo>
                    <a:pt x="6057900" y="1429473"/>
                  </a:lnTo>
                  <a:close/>
                </a:path>
                <a:path w="9010650" h="1435735">
                  <a:moveTo>
                    <a:pt x="6057900" y="954125"/>
                  </a:moveTo>
                  <a:lnTo>
                    <a:pt x="6057443" y="953008"/>
                  </a:lnTo>
                  <a:lnTo>
                    <a:pt x="6055576" y="951153"/>
                  </a:lnTo>
                  <a:lnTo>
                    <a:pt x="6054458" y="950683"/>
                  </a:lnTo>
                  <a:lnTo>
                    <a:pt x="6051829" y="950683"/>
                  </a:lnTo>
                  <a:lnTo>
                    <a:pt x="6050699" y="951153"/>
                  </a:lnTo>
                  <a:lnTo>
                    <a:pt x="6048845" y="953008"/>
                  </a:lnTo>
                  <a:lnTo>
                    <a:pt x="6048375" y="954125"/>
                  </a:lnTo>
                  <a:lnTo>
                    <a:pt x="6048375" y="956754"/>
                  </a:lnTo>
                  <a:lnTo>
                    <a:pt x="6048845" y="957884"/>
                  </a:lnTo>
                  <a:lnTo>
                    <a:pt x="6050699" y="959739"/>
                  </a:lnTo>
                  <a:lnTo>
                    <a:pt x="6051829" y="960208"/>
                  </a:lnTo>
                  <a:lnTo>
                    <a:pt x="6054458" y="960208"/>
                  </a:lnTo>
                  <a:lnTo>
                    <a:pt x="6055576" y="959739"/>
                  </a:lnTo>
                  <a:lnTo>
                    <a:pt x="6057443" y="957884"/>
                  </a:lnTo>
                  <a:lnTo>
                    <a:pt x="6057900" y="956754"/>
                  </a:lnTo>
                  <a:lnTo>
                    <a:pt x="6057900" y="954125"/>
                  </a:lnTo>
                  <a:close/>
                </a:path>
                <a:path w="9010650" h="1435735">
                  <a:moveTo>
                    <a:pt x="6057900" y="478790"/>
                  </a:moveTo>
                  <a:lnTo>
                    <a:pt x="6057443" y="477659"/>
                  </a:lnTo>
                  <a:lnTo>
                    <a:pt x="6055576" y="475805"/>
                  </a:lnTo>
                  <a:lnTo>
                    <a:pt x="6054458" y="475335"/>
                  </a:lnTo>
                  <a:lnTo>
                    <a:pt x="6051829" y="475335"/>
                  </a:lnTo>
                  <a:lnTo>
                    <a:pt x="6050699" y="475805"/>
                  </a:lnTo>
                  <a:lnTo>
                    <a:pt x="6048845" y="477659"/>
                  </a:lnTo>
                  <a:lnTo>
                    <a:pt x="6048375" y="478790"/>
                  </a:lnTo>
                  <a:lnTo>
                    <a:pt x="6048375" y="481418"/>
                  </a:lnTo>
                  <a:lnTo>
                    <a:pt x="6048845" y="482536"/>
                  </a:lnTo>
                  <a:lnTo>
                    <a:pt x="6050699" y="484403"/>
                  </a:lnTo>
                  <a:lnTo>
                    <a:pt x="6051829" y="484860"/>
                  </a:lnTo>
                  <a:lnTo>
                    <a:pt x="6054458" y="484860"/>
                  </a:lnTo>
                  <a:lnTo>
                    <a:pt x="6055576" y="484403"/>
                  </a:lnTo>
                  <a:lnTo>
                    <a:pt x="6057443" y="482536"/>
                  </a:lnTo>
                  <a:lnTo>
                    <a:pt x="6057900" y="481418"/>
                  </a:lnTo>
                  <a:lnTo>
                    <a:pt x="6057900" y="478790"/>
                  </a:lnTo>
                  <a:close/>
                </a:path>
                <a:path w="9010650" h="1435735">
                  <a:moveTo>
                    <a:pt x="6057900" y="3441"/>
                  </a:moveTo>
                  <a:lnTo>
                    <a:pt x="6057443" y="2324"/>
                  </a:lnTo>
                  <a:lnTo>
                    <a:pt x="6055576" y="457"/>
                  </a:lnTo>
                  <a:lnTo>
                    <a:pt x="6054458" y="0"/>
                  </a:lnTo>
                  <a:lnTo>
                    <a:pt x="6051829" y="0"/>
                  </a:lnTo>
                  <a:lnTo>
                    <a:pt x="6050699" y="457"/>
                  </a:lnTo>
                  <a:lnTo>
                    <a:pt x="6048845" y="2324"/>
                  </a:lnTo>
                  <a:lnTo>
                    <a:pt x="6048375" y="3441"/>
                  </a:lnTo>
                  <a:lnTo>
                    <a:pt x="6048375" y="6070"/>
                  </a:lnTo>
                  <a:lnTo>
                    <a:pt x="6048845" y="7200"/>
                  </a:lnTo>
                  <a:lnTo>
                    <a:pt x="6050699" y="9055"/>
                  </a:lnTo>
                  <a:lnTo>
                    <a:pt x="6051829" y="9525"/>
                  </a:lnTo>
                  <a:lnTo>
                    <a:pt x="6054458" y="9525"/>
                  </a:lnTo>
                  <a:lnTo>
                    <a:pt x="6055576" y="9055"/>
                  </a:lnTo>
                  <a:lnTo>
                    <a:pt x="6057443" y="7200"/>
                  </a:lnTo>
                  <a:lnTo>
                    <a:pt x="6057900" y="6070"/>
                  </a:lnTo>
                  <a:lnTo>
                    <a:pt x="6057900" y="3441"/>
                  </a:lnTo>
                  <a:close/>
                </a:path>
                <a:path w="9010650" h="1435735">
                  <a:moveTo>
                    <a:pt x="6105525" y="1429473"/>
                  </a:moveTo>
                  <a:lnTo>
                    <a:pt x="6105068" y="1428356"/>
                  </a:lnTo>
                  <a:lnTo>
                    <a:pt x="6103201" y="1426489"/>
                  </a:lnTo>
                  <a:lnTo>
                    <a:pt x="6102083" y="1426019"/>
                  </a:lnTo>
                  <a:lnTo>
                    <a:pt x="6099454" y="1426019"/>
                  </a:lnTo>
                  <a:lnTo>
                    <a:pt x="6098324" y="1426489"/>
                  </a:lnTo>
                  <a:lnTo>
                    <a:pt x="6096470" y="1428356"/>
                  </a:lnTo>
                  <a:lnTo>
                    <a:pt x="6096000" y="1429473"/>
                  </a:lnTo>
                  <a:lnTo>
                    <a:pt x="6096000" y="1432102"/>
                  </a:lnTo>
                  <a:lnTo>
                    <a:pt x="6096470" y="1433220"/>
                  </a:lnTo>
                  <a:lnTo>
                    <a:pt x="6098324" y="1435087"/>
                  </a:lnTo>
                  <a:lnTo>
                    <a:pt x="6099454" y="1435544"/>
                  </a:lnTo>
                  <a:lnTo>
                    <a:pt x="6102083" y="1435544"/>
                  </a:lnTo>
                  <a:lnTo>
                    <a:pt x="6103201" y="1435087"/>
                  </a:lnTo>
                  <a:lnTo>
                    <a:pt x="6105068" y="1433220"/>
                  </a:lnTo>
                  <a:lnTo>
                    <a:pt x="6105525" y="1432102"/>
                  </a:lnTo>
                  <a:lnTo>
                    <a:pt x="6105525" y="1429473"/>
                  </a:lnTo>
                  <a:close/>
                </a:path>
                <a:path w="9010650" h="1435735">
                  <a:moveTo>
                    <a:pt x="6105525" y="954125"/>
                  </a:moveTo>
                  <a:lnTo>
                    <a:pt x="6105068" y="953008"/>
                  </a:lnTo>
                  <a:lnTo>
                    <a:pt x="6103201" y="951153"/>
                  </a:lnTo>
                  <a:lnTo>
                    <a:pt x="6102083" y="950683"/>
                  </a:lnTo>
                  <a:lnTo>
                    <a:pt x="6099454" y="950683"/>
                  </a:lnTo>
                  <a:lnTo>
                    <a:pt x="6098324" y="951153"/>
                  </a:lnTo>
                  <a:lnTo>
                    <a:pt x="6096470" y="953008"/>
                  </a:lnTo>
                  <a:lnTo>
                    <a:pt x="6096000" y="954125"/>
                  </a:lnTo>
                  <a:lnTo>
                    <a:pt x="6096000" y="956754"/>
                  </a:lnTo>
                  <a:lnTo>
                    <a:pt x="6096470" y="957884"/>
                  </a:lnTo>
                  <a:lnTo>
                    <a:pt x="6098324" y="959739"/>
                  </a:lnTo>
                  <a:lnTo>
                    <a:pt x="6099454" y="960208"/>
                  </a:lnTo>
                  <a:lnTo>
                    <a:pt x="6102083" y="960208"/>
                  </a:lnTo>
                  <a:lnTo>
                    <a:pt x="6103201" y="959739"/>
                  </a:lnTo>
                  <a:lnTo>
                    <a:pt x="6105068" y="957884"/>
                  </a:lnTo>
                  <a:lnTo>
                    <a:pt x="6105525" y="956754"/>
                  </a:lnTo>
                  <a:lnTo>
                    <a:pt x="6105525" y="954125"/>
                  </a:lnTo>
                  <a:close/>
                </a:path>
                <a:path w="9010650" h="1435735">
                  <a:moveTo>
                    <a:pt x="6105525" y="478790"/>
                  </a:moveTo>
                  <a:lnTo>
                    <a:pt x="6105068" y="477659"/>
                  </a:lnTo>
                  <a:lnTo>
                    <a:pt x="6103201" y="475805"/>
                  </a:lnTo>
                  <a:lnTo>
                    <a:pt x="6102083" y="475335"/>
                  </a:lnTo>
                  <a:lnTo>
                    <a:pt x="6099454" y="475335"/>
                  </a:lnTo>
                  <a:lnTo>
                    <a:pt x="6098324" y="475805"/>
                  </a:lnTo>
                  <a:lnTo>
                    <a:pt x="6096470" y="477659"/>
                  </a:lnTo>
                  <a:lnTo>
                    <a:pt x="6096000" y="478790"/>
                  </a:lnTo>
                  <a:lnTo>
                    <a:pt x="6096000" y="481418"/>
                  </a:lnTo>
                  <a:lnTo>
                    <a:pt x="6096470" y="482536"/>
                  </a:lnTo>
                  <a:lnTo>
                    <a:pt x="6098324" y="484403"/>
                  </a:lnTo>
                  <a:lnTo>
                    <a:pt x="6099454" y="484860"/>
                  </a:lnTo>
                  <a:lnTo>
                    <a:pt x="6102083" y="484860"/>
                  </a:lnTo>
                  <a:lnTo>
                    <a:pt x="6103201" y="484403"/>
                  </a:lnTo>
                  <a:lnTo>
                    <a:pt x="6105068" y="482536"/>
                  </a:lnTo>
                  <a:lnTo>
                    <a:pt x="6105525" y="481418"/>
                  </a:lnTo>
                  <a:lnTo>
                    <a:pt x="6105525" y="478790"/>
                  </a:lnTo>
                  <a:close/>
                </a:path>
                <a:path w="9010650" h="1435735">
                  <a:moveTo>
                    <a:pt x="6105525" y="3441"/>
                  </a:moveTo>
                  <a:lnTo>
                    <a:pt x="6105068" y="2324"/>
                  </a:lnTo>
                  <a:lnTo>
                    <a:pt x="6103201" y="457"/>
                  </a:lnTo>
                  <a:lnTo>
                    <a:pt x="6102083" y="0"/>
                  </a:lnTo>
                  <a:lnTo>
                    <a:pt x="6099454" y="0"/>
                  </a:lnTo>
                  <a:lnTo>
                    <a:pt x="6098324" y="457"/>
                  </a:lnTo>
                  <a:lnTo>
                    <a:pt x="6096470" y="2324"/>
                  </a:lnTo>
                  <a:lnTo>
                    <a:pt x="6096000" y="3441"/>
                  </a:lnTo>
                  <a:lnTo>
                    <a:pt x="6096000" y="6070"/>
                  </a:lnTo>
                  <a:lnTo>
                    <a:pt x="6096470" y="7200"/>
                  </a:lnTo>
                  <a:lnTo>
                    <a:pt x="6098324" y="9055"/>
                  </a:lnTo>
                  <a:lnTo>
                    <a:pt x="6099454" y="9525"/>
                  </a:lnTo>
                  <a:lnTo>
                    <a:pt x="6102083" y="9525"/>
                  </a:lnTo>
                  <a:lnTo>
                    <a:pt x="6103201" y="9055"/>
                  </a:lnTo>
                  <a:lnTo>
                    <a:pt x="6105068" y="7200"/>
                  </a:lnTo>
                  <a:lnTo>
                    <a:pt x="6105525" y="6070"/>
                  </a:lnTo>
                  <a:lnTo>
                    <a:pt x="6105525" y="3441"/>
                  </a:lnTo>
                  <a:close/>
                </a:path>
                <a:path w="9010650" h="1435735">
                  <a:moveTo>
                    <a:pt x="6153150" y="1429473"/>
                  </a:moveTo>
                  <a:lnTo>
                    <a:pt x="6152693" y="1428356"/>
                  </a:lnTo>
                  <a:lnTo>
                    <a:pt x="6150826" y="1426489"/>
                  </a:lnTo>
                  <a:lnTo>
                    <a:pt x="6149708" y="1426019"/>
                  </a:lnTo>
                  <a:lnTo>
                    <a:pt x="6147079" y="1426019"/>
                  </a:lnTo>
                  <a:lnTo>
                    <a:pt x="6145949" y="1426489"/>
                  </a:lnTo>
                  <a:lnTo>
                    <a:pt x="6144095" y="1428356"/>
                  </a:lnTo>
                  <a:lnTo>
                    <a:pt x="6143625" y="1429473"/>
                  </a:lnTo>
                  <a:lnTo>
                    <a:pt x="6143625" y="1432102"/>
                  </a:lnTo>
                  <a:lnTo>
                    <a:pt x="6144095" y="1433220"/>
                  </a:lnTo>
                  <a:lnTo>
                    <a:pt x="6145949" y="1435087"/>
                  </a:lnTo>
                  <a:lnTo>
                    <a:pt x="6147079" y="1435544"/>
                  </a:lnTo>
                  <a:lnTo>
                    <a:pt x="6149708" y="1435544"/>
                  </a:lnTo>
                  <a:lnTo>
                    <a:pt x="6150826" y="1435087"/>
                  </a:lnTo>
                  <a:lnTo>
                    <a:pt x="6152693" y="1433220"/>
                  </a:lnTo>
                  <a:lnTo>
                    <a:pt x="6153150" y="1432102"/>
                  </a:lnTo>
                  <a:lnTo>
                    <a:pt x="6153150" y="1429473"/>
                  </a:lnTo>
                  <a:close/>
                </a:path>
                <a:path w="9010650" h="1435735">
                  <a:moveTo>
                    <a:pt x="6153150" y="954125"/>
                  </a:moveTo>
                  <a:lnTo>
                    <a:pt x="6152693" y="953008"/>
                  </a:lnTo>
                  <a:lnTo>
                    <a:pt x="6150826" y="951153"/>
                  </a:lnTo>
                  <a:lnTo>
                    <a:pt x="6149708" y="950683"/>
                  </a:lnTo>
                  <a:lnTo>
                    <a:pt x="6147079" y="950683"/>
                  </a:lnTo>
                  <a:lnTo>
                    <a:pt x="6145949" y="951153"/>
                  </a:lnTo>
                  <a:lnTo>
                    <a:pt x="6144095" y="953008"/>
                  </a:lnTo>
                  <a:lnTo>
                    <a:pt x="6143625" y="954125"/>
                  </a:lnTo>
                  <a:lnTo>
                    <a:pt x="6143625" y="956754"/>
                  </a:lnTo>
                  <a:lnTo>
                    <a:pt x="6144095" y="957884"/>
                  </a:lnTo>
                  <a:lnTo>
                    <a:pt x="6145949" y="959739"/>
                  </a:lnTo>
                  <a:lnTo>
                    <a:pt x="6147079" y="960208"/>
                  </a:lnTo>
                  <a:lnTo>
                    <a:pt x="6149708" y="960208"/>
                  </a:lnTo>
                  <a:lnTo>
                    <a:pt x="6150826" y="959739"/>
                  </a:lnTo>
                  <a:lnTo>
                    <a:pt x="6152693" y="957884"/>
                  </a:lnTo>
                  <a:lnTo>
                    <a:pt x="6153150" y="956754"/>
                  </a:lnTo>
                  <a:lnTo>
                    <a:pt x="6153150" y="954125"/>
                  </a:lnTo>
                  <a:close/>
                </a:path>
                <a:path w="9010650" h="1435735">
                  <a:moveTo>
                    <a:pt x="6153150" y="478790"/>
                  </a:moveTo>
                  <a:lnTo>
                    <a:pt x="6152693" y="477659"/>
                  </a:lnTo>
                  <a:lnTo>
                    <a:pt x="6150826" y="475805"/>
                  </a:lnTo>
                  <a:lnTo>
                    <a:pt x="6149708" y="475335"/>
                  </a:lnTo>
                  <a:lnTo>
                    <a:pt x="6147079" y="475335"/>
                  </a:lnTo>
                  <a:lnTo>
                    <a:pt x="6145949" y="475805"/>
                  </a:lnTo>
                  <a:lnTo>
                    <a:pt x="6144095" y="477659"/>
                  </a:lnTo>
                  <a:lnTo>
                    <a:pt x="6143625" y="478790"/>
                  </a:lnTo>
                  <a:lnTo>
                    <a:pt x="6143625" y="481418"/>
                  </a:lnTo>
                  <a:lnTo>
                    <a:pt x="6144095" y="482536"/>
                  </a:lnTo>
                  <a:lnTo>
                    <a:pt x="6145949" y="484403"/>
                  </a:lnTo>
                  <a:lnTo>
                    <a:pt x="6147079" y="484860"/>
                  </a:lnTo>
                  <a:lnTo>
                    <a:pt x="6149708" y="484860"/>
                  </a:lnTo>
                  <a:lnTo>
                    <a:pt x="6150826" y="484403"/>
                  </a:lnTo>
                  <a:lnTo>
                    <a:pt x="6152693" y="482536"/>
                  </a:lnTo>
                  <a:lnTo>
                    <a:pt x="6153150" y="481418"/>
                  </a:lnTo>
                  <a:lnTo>
                    <a:pt x="6153150" y="478790"/>
                  </a:lnTo>
                  <a:close/>
                </a:path>
                <a:path w="9010650" h="1435735">
                  <a:moveTo>
                    <a:pt x="6153150" y="3441"/>
                  </a:moveTo>
                  <a:lnTo>
                    <a:pt x="6152693" y="2324"/>
                  </a:lnTo>
                  <a:lnTo>
                    <a:pt x="6150826" y="457"/>
                  </a:lnTo>
                  <a:lnTo>
                    <a:pt x="6149708" y="0"/>
                  </a:lnTo>
                  <a:lnTo>
                    <a:pt x="6147079" y="0"/>
                  </a:lnTo>
                  <a:lnTo>
                    <a:pt x="6145949" y="457"/>
                  </a:lnTo>
                  <a:lnTo>
                    <a:pt x="6144095" y="2324"/>
                  </a:lnTo>
                  <a:lnTo>
                    <a:pt x="6143625" y="3441"/>
                  </a:lnTo>
                  <a:lnTo>
                    <a:pt x="6143625" y="6070"/>
                  </a:lnTo>
                  <a:lnTo>
                    <a:pt x="6144095" y="7200"/>
                  </a:lnTo>
                  <a:lnTo>
                    <a:pt x="6145949" y="9055"/>
                  </a:lnTo>
                  <a:lnTo>
                    <a:pt x="6147079" y="9525"/>
                  </a:lnTo>
                  <a:lnTo>
                    <a:pt x="6149708" y="9525"/>
                  </a:lnTo>
                  <a:lnTo>
                    <a:pt x="6150826" y="9055"/>
                  </a:lnTo>
                  <a:lnTo>
                    <a:pt x="6152693" y="7200"/>
                  </a:lnTo>
                  <a:lnTo>
                    <a:pt x="6153150" y="6070"/>
                  </a:lnTo>
                  <a:lnTo>
                    <a:pt x="6153150" y="3441"/>
                  </a:lnTo>
                  <a:close/>
                </a:path>
                <a:path w="9010650" h="1435735">
                  <a:moveTo>
                    <a:pt x="6200775" y="1429473"/>
                  </a:moveTo>
                  <a:lnTo>
                    <a:pt x="6200318" y="1428356"/>
                  </a:lnTo>
                  <a:lnTo>
                    <a:pt x="6198451" y="1426489"/>
                  </a:lnTo>
                  <a:lnTo>
                    <a:pt x="6197333" y="1426019"/>
                  </a:lnTo>
                  <a:lnTo>
                    <a:pt x="6194704" y="1426019"/>
                  </a:lnTo>
                  <a:lnTo>
                    <a:pt x="6193574" y="1426489"/>
                  </a:lnTo>
                  <a:lnTo>
                    <a:pt x="6191720" y="1428356"/>
                  </a:lnTo>
                  <a:lnTo>
                    <a:pt x="6191250" y="1429473"/>
                  </a:lnTo>
                  <a:lnTo>
                    <a:pt x="6191250" y="1432102"/>
                  </a:lnTo>
                  <a:lnTo>
                    <a:pt x="6191720" y="1433220"/>
                  </a:lnTo>
                  <a:lnTo>
                    <a:pt x="6193574" y="1435087"/>
                  </a:lnTo>
                  <a:lnTo>
                    <a:pt x="6194704" y="1435544"/>
                  </a:lnTo>
                  <a:lnTo>
                    <a:pt x="6197333" y="1435544"/>
                  </a:lnTo>
                  <a:lnTo>
                    <a:pt x="6198451" y="1435087"/>
                  </a:lnTo>
                  <a:lnTo>
                    <a:pt x="6200318" y="1433220"/>
                  </a:lnTo>
                  <a:lnTo>
                    <a:pt x="6200775" y="1432102"/>
                  </a:lnTo>
                  <a:lnTo>
                    <a:pt x="6200775" y="1429473"/>
                  </a:lnTo>
                  <a:close/>
                </a:path>
                <a:path w="9010650" h="1435735">
                  <a:moveTo>
                    <a:pt x="6200775" y="954125"/>
                  </a:moveTo>
                  <a:lnTo>
                    <a:pt x="6200318" y="953008"/>
                  </a:lnTo>
                  <a:lnTo>
                    <a:pt x="6198451" y="951153"/>
                  </a:lnTo>
                  <a:lnTo>
                    <a:pt x="6197333" y="950683"/>
                  </a:lnTo>
                  <a:lnTo>
                    <a:pt x="6194704" y="950683"/>
                  </a:lnTo>
                  <a:lnTo>
                    <a:pt x="6193574" y="951153"/>
                  </a:lnTo>
                  <a:lnTo>
                    <a:pt x="6191720" y="953008"/>
                  </a:lnTo>
                  <a:lnTo>
                    <a:pt x="6191250" y="954125"/>
                  </a:lnTo>
                  <a:lnTo>
                    <a:pt x="6191250" y="956754"/>
                  </a:lnTo>
                  <a:lnTo>
                    <a:pt x="6191720" y="957884"/>
                  </a:lnTo>
                  <a:lnTo>
                    <a:pt x="6193574" y="959739"/>
                  </a:lnTo>
                  <a:lnTo>
                    <a:pt x="6194704" y="960208"/>
                  </a:lnTo>
                  <a:lnTo>
                    <a:pt x="6197333" y="960208"/>
                  </a:lnTo>
                  <a:lnTo>
                    <a:pt x="6198451" y="959739"/>
                  </a:lnTo>
                  <a:lnTo>
                    <a:pt x="6200318" y="957884"/>
                  </a:lnTo>
                  <a:lnTo>
                    <a:pt x="6200775" y="956754"/>
                  </a:lnTo>
                  <a:lnTo>
                    <a:pt x="6200775" y="954125"/>
                  </a:lnTo>
                  <a:close/>
                </a:path>
                <a:path w="9010650" h="1435735">
                  <a:moveTo>
                    <a:pt x="6200775" y="478790"/>
                  </a:moveTo>
                  <a:lnTo>
                    <a:pt x="6200318" y="477659"/>
                  </a:lnTo>
                  <a:lnTo>
                    <a:pt x="6198451" y="475805"/>
                  </a:lnTo>
                  <a:lnTo>
                    <a:pt x="6197333" y="475335"/>
                  </a:lnTo>
                  <a:lnTo>
                    <a:pt x="6194704" y="475335"/>
                  </a:lnTo>
                  <a:lnTo>
                    <a:pt x="6193574" y="475805"/>
                  </a:lnTo>
                  <a:lnTo>
                    <a:pt x="6191720" y="477659"/>
                  </a:lnTo>
                  <a:lnTo>
                    <a:pt x="6191250" y="478790"/>
                  </a:lnTo>
                  <a:lnTo>
                    <a:pt x="6191250" y="481418"/>
                  </a:lnTo>
                  <a:lnTo>
                    <a:pt x="6191720" y="482536"/>
                  </a:lnTo>
                  <a:lnTo>
                    <a:pt x="6193574" y="484403"/>
                  </a:lnTo>
                  <a:lnTo>
                    <a:pt x="6194704" y="484860"/>
                  </a:lnTo>
                  <a:lnTo>
                    <a:pt x="6197333" y="484860"/>
                  </a:lnTo>
                  <a:lnTo>
                    <a:pt x="6198451" y="484403"/>
                  </a:lnTo>
                  <a:lnTo>
                    <a:pt x="6200318" y="482536"/>
                  </a:lnTo>
                  <a:lnTo>
                    <a:pt x="6200775" y="481418"/>
                  </a:lnTo>
                  <a:lnTo>
                    <a:pt x="6200775" y="478790"/>
                  </a:lnTo>
                  <a:close/>
                </a:path>
                <a:path w="9010650" h="1435735">
                  <a:moveTo>
                    <a:pt x="6200775" y="3441"/>
                  </a:moveTo>
                  <a:lnTo>
                    <a:pt x="6200318" y="2324"/>
                  </a:lnTo>
                  <a:lnTo>
                    <a:pt x="6198451" y="457"/>
                  </a:lnTo>
                  <a:lnTo>
                    <a:pt x="6197333" y="0"/>
                  </a:lnTo>
                  <a:lnTo>
                    <a:pt x="6194704" y="0"/>
                  </a:lnTo>
                  <a:lnTo>
                    <a:pt x="6193574" y="457"/>
                  </a:lnTo>
                  <a:lnTo>
                    <a:pt x="6191720" y="2324"/>
                  </a:lnTo>
                  <a:lnTo>
                    <a:pt x="6191250" y="3441"/>
                  </a:lnTo>
                  <a:lnTo>
                    <a:pt x="6191250" y="6070"/>
                  </a:lnTo>
                  <a:lnTo>
                    <a:pt x="6191720" y="7200"/>
                  </a:lnTo>
                  <a:lnTo>
                    <a:pt x="6193574" y="9055"/>
                  </a:lnTo>
                  <a:lnTo>
                    <a:pt x="6194704" y="9525"/>
                  </a:lnTo>
                  <a:lnTo>
                    <a:pt x="6197333" y="9525"/>
                  </a:lnTo>
                  <a:lnTo>
                    <a:pt x="6198451" y="9055"/>
                  </a:lnTo>
                  <a:lnTo>
                    <a:pt x="6200318" y="7200"/>
                  </a:lnTo>
                  <a:lnTo>
                    <a:pt x="6200775" y="6070"/>
                  </a:lnTo>
                  <a:lnTo>
                    <a:pt x="6200775" y="3441"/>
                  </a:lnTo>
                  <a:close/>
                </a:path>
                <a:path w="9010650" h="1435735">
                  <a:moveTo>
                    <a:pt x="6248400" y="1429473"/>
                  </a:moveTo>
                  <a:lnTo>
                    <a:pt x="6247943" y="1428356"/>
                  </a:lnTo>
                  <a:lnTo>
                    <a:pt x="6246076" y="1426489"/>
                  </a:lnTo>
                  <a:lnTo>
                    <a:pt x="6244958" y="1426019"/>
                  </a:lnTo>
                  <a:lnTo>
                    <a:pt x="6242329" y="1426019"/>
                  </a:lnTo>
                  <a:lnTo>
                    <a:pt x="6241199" y="1426489"/>
                  </a:lnTo>
                  <a:lnTo>
                    <a:pt x="6239345" y="1428356"/>
                  </a:lnTo>
                  <a:lnTo>
                    <a:pt x="6238875" y="1429473"/>
                  </a:lnTo>
                  <a:lnTo>
                    <a:pt x="6238875" y="1432102"/>
                  </a:lnTo>
                  <a:lnTo>
                    <a:pt x="6239345" y="1433220"/>
                  </a:lnTo>
                  <a:lnTo>
                    <a:pt x="6241199" y="1435087"/>
                  </a:lnTo>
                  <a:lnTo>
                    <a:pt x="6242329" y="1435544"/>
                  </a:lnTo>
                  <a:lnTo>
                    <a:pt x="6244958" y="1435544"/>
                  </a:lnTo>
                  <a:lnTo>
                    <a:pt x="6246076" y="1435087"/>
                  </a:lnTo>
                  <a:lnTo>
                    <a:pt x="6247943" y="1433220"/>
                  </a:lnTo>
                  <a:lnTo>
                    <a:pt x="6248400" y="1432102"/>
                  </a:lnTo>
                  <a:lnTo>
                    <a:pt x="6248400" y="1429473"/>
                  </a:lnTo>
                  <a:close/>
                </a:path>
                <a:path w="9010650" h="1435735">
                  <a:moveTo>
                    <a:pt x="6248400" y="954125"/>
                  </a:moveTo>
                  <a:lnTo>
                    <a:pt x="6247943" y="953008"/>
                  </a:lnTo>
                  <a:lnTo>
                    <a:pt x="6246076" y="951153"/>
                  </a:lnTo>
                  <a:lnTo>
                    <a:pt x="6244958" y="950683"/>
                  </a:lnTo>
                  <a:lnTo>
                    <a:pt x="6242329" y="950683"/>
                  </a:lnTo>
                  <a:lnTo>
                    <a:pt x="6241199" y="951153"/>
                  </a:lnTo>
                  <a:lnTo>
                    <a:pt x="6239345" y="953008"/>
                  </a:lnTo>
                  <a:lnTo>
                    <a:pt x="6238875" y="954125"/>
                  </a:lnTo>
                  <a:lnTo>
                    <a:pt x="6238875" y="956754"/>
                  </a:lnTo>
                  <a:lnTo>
                    <a:pt x="6239345" y="957884"/>
                  </a:lnTo>
                  <a:lnTo>
                    <a:pt x="6241199" y="959739"/>
                  </a:lnTo>
                  <a:lnTo>
                    <a:pt x="6242329" y="960208"/>
                  </a:lnTo>
                  <a:lnTo>
                    <a:pt x="6244958" y="960208"/>
                  </a:lnTo>
                  <a:lnTo>
                    <a:pt x="6246076" y="959739"/>
                  </a:lnTo>
                  <a:lnTo>
                    <a:pt x="6247943" y="957884"/>
                  </a:lnTo>
                  <a:lnTo>
                    <a:pt x="6248400" y="956754"/>
                  </a:lnTo>
                  <a:lnTo>
                    <a:pt x="6248400" y="954125"/>
                  </a:lnTo>
                  <a:close/>
                </a:path>
                <a:path w="9010650" h="1435735">
                  <a:moveTo>
                    <a:pt x="6248400" y="478790"/>
                  </a:moveTo>
                  <a:lnTo>
                    <a:pt x="6247943" y="477659"/>
                  </a:lnTo>
                  <a:lnTo>
                    <a:pt x="6246076" y="475805"/>
                  </a:lnTo>
                  <a:lnTo>
                    <a:pt x="6244958" y="475335"/>
                  </a:lnTo>
                  <a:lnTo>
                    <a:pt x="6242329" y="475335"/>
                  </a:lnTo>
                  <a:lnTo>
                    <a:pt x="6241199" y="475805"/>
                  </a:lnTo>
                  <a:lnTo>
                    <a:pt x="6239345" y="477659"/>
                  </a:lnTo>
                  <a:lnTo>
                    <a:pt x="6238875" y="478790"/>
                  </a:lnTo>
                  <a:lnTo>
                    <a:pt x="6238875" y="481418"/>
                  </a:lnTo>
                  <a:lnTo>
                    <a:pt x="6239345" y="482536"/>
                  </a:lnTo>
                  <a:lnTo>
                    <a:pt x="6241199" y="484403"/>
                  </a:lnTo>
                  <a:lnTo>
                    <a:pt x="6242329" y="484860"/>
                  </a:lnTo>
                  <a:lnTo>
                    <a:pt x="6244958" y="484860"/>
                  </a:lnTo>
                  <a:lnTo>
                    <a:pt x="6246076" y="484403"/>
                  </a:lnTo>
                  <a:lnTo>
                    <a:pt x="6247943" y="482536"/>
                  </a:lnTo>
                  <a:lnTo>
                    <a:pt x="6248400" y="481418"/>
                  </a:lnTo>
                  <a:lnTo>
                    <a:pt x="6248400" y="478790"/>
                  </a:lnTo>
                  <a:close/>
                </a:path>
                <a:path w="9010650" h="1435735">
                  <a:moveTo>
                    <a:pt x="6248400" y="3441"/>
                  </a:moveTo>
                  <a:lnTo>
                    <a:pt x="6247943" y="2324"/>
                  </a:lnTo>
                  <a:lnTo>
                    <a:pt x="6246076" y="457"/>
                  </a:lnTo>
                  <a:lnTo>
                    <a:pt x="6244958" y="0"/>
                  </a:lnTo>
                  <a:lnTo>
                    <a:pt x="6242329" y="0"/>
                  </a:lnTo>
                  <a:lnTo>
                    <a:pt x="6241199" y="457"/>
                  </a:lnTo>
                  <a:lnTo>
                    <a:pt x="6239345" y="2324"/>
                  </a:lnTo>
                  <a:lnTo>
                    <a:pt x="6238875" y="3441"/>
                  </a:lnTo>
                  <a:lnTo>
                    <a:pt x="6238875" y="6070"/>
                  </a:lnTo>
                  <a:lnTo>
                    <a:pt x="6239345" y="7200"/>
                  </a:lnTo>
                  <a:lnTo>
                    <a:pt x="6241199" y="9055"/>
                  </a:lnTo>
                  <a:lnTo>
                    <a:pt x="6242329" y="9525"/>
                  </a:lnTo>
                  <a:lnTo>
                    <a:pt x="6244958" y="9525"/>
                  </a:lnTo>
                  <a:lnTo>
                    <a:pt x="6246076" y="9055"/>
                  </a:lnTo>
                  <a:lnTo>
                    <a:pt x="6247943" y="7200"/>
                  </a:lnTo>
                  <a:lnTo>
                    <a:pt x="6248400" y="6070"/>
                  </a:lnTo>
                  <a:lnTo>
                    <a:pt x="6248400" y="3441"/>
                  </a:lnTo>
                  <a:close/>
                </a:path>
                <a:path w="9010650" h="1435735">
                  <a:moveTo>
                    <a:pt x="6296025" y="1429473"/>
                  </a:moveTo>
                  <a:lnTo>
                    <a:pt x="6295568" y="1428356"/>
                  </a:lnTo>
                  <a:lnTo>
                    <a:pt x="6293701" y="1426489"/>
                  </a:lnTo>
                  <a:lnTo>
                    <a:pt x="6292583" y="1426019"/>
                  </a:lnTo>
                  <a:lnTo>
                    <a:pt x="6289954" y="1426019"/>
                  </a:lnTo>
                  <a:lnTo>
                    <a:pt x="6288824" y="1426489"/>
                  </a:lnTo>
                  <a:lnTo>
                    <a:pt x="6286970" y="1428356"/>
                  </a:lnTo>
                  <a:lnTo>
                    <a:pt x="6286500" y="1429473"/>
                  </a:lnTo>
                  <a:lnTo>
                    <a:pt x="6286500" y="1432102"/>
                  </a:lnTo>
                  <a:lnTo>
                    <a:pt x="6286970" y="1433220"/>
                  </a:lnTo>
                  <a:lnTo>
                    <a:pt x="6288824" y="1435087"/>
                  </a:lnTo>
                  <a:lnTo>
                    <a:pt x="6289954" y="1435544"/>
                  </a:lnTo>
                  <a:lnTo>
                    <a:pt x="6292583" y="1435544"/>
                  </a:lnTo>
                  <a:lnTo>
                    <a:pt x="6293701" y="1435087"/>
                  </a:lnTo>
                  <a:lnTo>
                    <a:pt x="6295568" y="1433220"/>
                  </a:lnTo>
                  <a:lnTo>
                    <a:pt x="6296025" y="1432102"/>
                  </a:lnTo>
                  <a:lnTo>
                    <a:pt x="6296025" y="1429473"/>
                  </a:lnTo>
                  <a:close/>
                </a:path>
                <a:path w="9010650" h="1435735">
                  <a:moveTo>
                    <a:pt x="6296025" y="954125"/>
                  </a:moveTo>
                  <a:lnTo>
                    <a:pt x="6295568" y="953008"/>
                  </a:lnTo>
                  <a:lnTo>
                    <a:pt x="6293701" y="951153"/>
                  </a:lnTo>
                  <a:lnTo>
                    <a:pt x="6292583" y="950683"/>
                  </a:lnTo>
                  <a:lnTo>
                    <a:pt x="6289954" y="950683"/>
                  </a:lnTo>
                  <a:lnTo>
                    <a:pt x="6288824" y="951153"/>
                  </a:lnTo>
                  <a:lnTo>
                    <a:pt x="6286970" y="953008"/>
                  </a:lnTo>
                  <a:lnTo>
                    <a:pt x="6286500" y="954125"/>
                  </a:lnTo>
                  <a:lnTo>
                    <a:pt x="6286500" y="956754"/>
                  </a:lnTo>
                  <a:lnTo>
                    <a:pt x="6286970" y="957884"/>
                  </a:lnTo>
                  <a:lnTo>
                    <a:pt x="6288824" y="959739"/>
                  </a:lnTo>
                  <a:lnTo>
                    <a:pt x="6289954" y="960208"/>
                  </a:lnTo>
                  <a:lnTo>
                    <a:pt x="6292583" y="960208"/>
                  </a:lnTo>
                  <a:lnTo>
                    <a:pt x="6293701" y="959739"/>
                  </a:lnTo>
                  <a:lnTo>
                    <a:pt x="6295568" y="957884"/>
                  </a:lnTo>
                  <a:lnTo>
                    <a:pt x="6296025" y="956754"/>
                  </a:lnTo>
                  <a:lnTo>
                    <a:pt x="6296025" y="954125"/>
                  </a:lnTo>
                  <a:close/>
                </a:path>
                <a:path w="9010650" h="1435735">
                  <a:moveTo>
                    <a:pt x="6296025" y="478790"/>
                  </a:moveTo>
                  <a:lnTo>
                    <a:pt x="6295568" y="477659"/>
                  </a:lnTo>
                  <a:lnTo>
                    <a:pt x="6293701" y="475805"/>
                  </a:lnTo>
                  <a:lnTo>
                    <a:pt x="6292583" y="475335"/>
                  </a:lnTo>
                  <a:lnTo>
                    <a:pt x="6289954" y="475335"/>
                  </a:lnTo>
                  <a:lnTo>
                    <a:pt x="6288824" y="475805"/>
                  </a:lnTo>
                  <a:lnTo>
                    <a:pt x="6286970" y="477659"/>
                  </a:lnTo>
                  <a:lnTo>
                    <a:pt x="6286500" y="478790"/>
                  </a:lnTo>
                  <a:lnTo>
                    <a:pt x="6286500" y="481418"/>
                  </a:lnTo>
                  <a:lnTo>
                    <a:pt x="6286970" y="482536"/>
                  </a:lnTo>
                  <a:lnTo>
                    <a:pt x="6288824" y="484403"/>
                  </a:lnTo>
                  <a:lnTo>
                    <a:pt x="6289954" y="484860"/>
                  </a:lnTo>
                  <a:lnTo>
                    <a:pt x="6292583" y="484860"/>
                  </a:lnTo>
                  <a:lnTo>
                    <a:pt x="6293701" y="484403"/>
                  </a:lnTo>
                  <a:lnTo>
                    <a:pt x="6295568" y="482536"/>
                  </a:lnTo>
                  <a:lnTo>
                    <a:pt x="6296025" y="481418"/>
                  </a:lnTo>
                  <a:lnTo>
                    <a:pt x="6296025" y="478790"/>
                  </a:lnTo>
                  <a:close/>
                </a:path>
                <a:path w="9010650" h="1435735">
                  <a:moveTo>
                    <a:pt x="6296025" y="3441"/>
                  </a:moveTo>
                  <a:lnTo>
                    <a:pt x="6295568" y="2324"/>
                  </a:lnTo>
                  <a:lnTo>
                    <a:pt x="6293701" y="457"/>
                  </a:lnTo>
                  <a:lnTo>
                    <a:pt x="6292583" y="0"/>
                  </a:lnTo>
                  <a:lnTo>
                    <a:pt x="6289954" y="0"/>
                  </a:lnTo>
                  <a:lnTo>
                    <a:pt x="6288824" y="457"/>
                  </a:lnTo>
                  <a:lnTo>
                    <a:pt x="6286970" y="2324"/>
                  </a:lnTo>
                  <a:lnTo>
                    <a:pt x="6286500" y="3441"/>
                  </a:lnTo>
                  <a:lnTo>
                    <a:pt x="6286500" y="6070"/>
                  </a:lnTo>
                  <a:lnTo>
                    <a:pt x="6286970" y="7200"/>
                  </a:lnTo>
                  <a:lnTo>
                    <a:pt x="6288824" y="9055"/>
                  </a:lnTo>
                  <a:lnTo>
                    <a:pt x="6289954" y="9525"/>
                  </a:lnTo>
                  <a:lnTo>
                    <a:pt x="6292583" y="9525"/>
                  </a:lnTo>
                  <a:lnTo>
                    <a:pt x="6293701" y="9055"/>
                  </a:lnTo>
                  <a:lnTo>
                    <a:pt x="6295568" y="7200"/>
                  </a:lnTo>
                  <a:lnTo>
                    <a:pt x="6296025" y="6070"/>
                  </a:lnTo>
                  <a:lnTo>
                    <a:pt x="6296025" y="3441"/>
                  </a:lnTo>
                  <a:close/>
                </a:path>
                <a:path w="9010650" h="1435735">
                  <a:moveTo>
                    <a:pt x="6343650" y="1429473"/>
                  </a:moveTo>
                  <a:lnTo>
                    <a:pt x="6343193" y="1428356"/>
                  </a:lnTo>
                  <a:lnTo>
                    <a:pt x="6341326" y="1426489"/>
                  </a:lnTo>
                  <a:lnTo>
                    <a:pt x="6340208" y="1426019"/>
                  </a:lnTo>
                  <a:lnTo>
                    <a:pt x="6337579" y="1426019"/>
                  </a:lnTo>
                  <a:lnTo>
                    <a:pt x="6336449" y="1426489"/>
                  </a:lnTo>
                  <a:lnTo>
                    <a:pt x="6334595" y="1428356"/>
                  </a:lnTo>
                  <a:lnTo>
                    <a:pt x="6334125" y="1429473"/>
                  </a:lnTo>
                  <a:lnTo>
                    <a:pt x="6334125" y="1432102"/>
                  </a:lnTo>
                  <a:lnTo>
                    <a:pt x="6334595" y="1433220"/>
                  </a:lnTo>
                  <a:lnTo>
                    <a:pt x="6336449" y="1435087"/>
                  </a:lnTo>
                  <a:lnTo>
                    <a:pt x="6337579" y="1435544"/>
                  </a:lnTo>
                  <a:lnTo>
                    <a:pt x="6340208" y="1435544"/>
                  </a:lnTo>
                  <a:lnTo>
                    <a:pt x="6341326" y="1435087"/>
                  </a:lnTo>
                  <a:lnTo>
                    <a:pt x="6343193" y="1433220"/>
                  </a:lnTo>
                  <a:lnTo>
                    <a:pt x="6343650" y="1432102"/>
                  </a:lnTo>
                  <a:lnTo>
                    <a:pt x="6343650" y="1429473"/>
                  </a:lnTo>
                  <a:close/>
                </a:path>
                <a:path w="9010650" h="1435735">
                  <a:moveTo>
                    <a:pt x="6343650" y="954125"/>
                  </a:moveTo>
                  <a:lnTo>
                    <a:pt x="6343193" y="953008"/>
                  </a:lnTo>
                  <a:lnTo>
                    <a:pt x="6341326" y="951153"/>
                  </a:lnTo>
                  <a:lnTo>
                    <a:pt x="6340208" y="950683"/>
                  </a:lnTo>
                  <a:lnTo>
                    <a:pt x="6337579" y="950683"/>
                  </a:lnTo>
                  <a:lnTo>
                    <a:pt x="6336449" y="951153"/>
                  </a:lnTo>
                  <a:lnTo>
                    <a:pt x="6334595" y="953008"/>
                  </a:lnTo>
                  <a:lnTo>
                    <a:pt x="6334125" y="954125"/>
                  </a:lnTo>
                  <a:lnTo>
                    <a:pt x="6334125" y="956754"/>
                  </a:lnTo>
                  <a:lnTo>
                    <a:pt x="6334595" y="957884"/>
                  </a:lnTo>
                  <a:lnTo>
                    <a:pt x="6336449" y="959739"/>
                  </a:lnTo>
                  <a:lnTo>
                    <a:pt x="6337579" y="960208"/>
                  </a:lnTo>
                  <a:lnTo>
                    <a:pt x="6340208" y="960208"/>
                  </a:lnTo>
                  <a:lnTo>
                    <a:pt x="6341326" y="959739"/>
                  </a:lnTo>
                  <a:lnTo>
                    <a:pt x="6343193" y="957884"/>
                  </a:lnTo>
                  <a:lnTo>
                    <a:pt x="6343650" y="956754"/>
                  </a:lnTo>
                  <a:lnTo>
                    <a:pt x="6343650" y="954125"/>
                  </a:lnTo>
                  <a:close/>
                </a:path>
                <a:path w="9010650" h="1435735">
                  <a:moveTo>
                    <a:pt x="6343650" y="478790"/>
                  </a:moveTo>
                  <a:lnTo>
                    <a:pt x="6343193" y="477659"/>
                  </a:lnTo>
                  <a:lnTo>
                    <a:pt x="6341326" y="475805"/>
                  </a:lnTo>
                  <a:lnTo>
                    <a:pt x="6340208" y="475335"/>
                  </a:lnTo>
                  <a:lnTo>
                    <a:pt x="6337579" y="475335"/>
                  </a:lnTo>
                  <a:lnTo>
                    <a:pt x="6336449" y="475805"/>
                  </a:lnTo>
                  <a:lnTo>
                    <a:pt x="6334595" y="477659"/>
                  </a:lnTo>
                  <a:lnTo>
                    <a:pt x="6334125" y="478790"/>
                  </a:lnTo>
                  <a:lnTo>
                    <a:pt x="6334125" y="481418"/>
                  </a:lnTo>
                  <a:lnTo>
                    <a:pt x="6334595" y="482536"/>
                  </a:lnTo>
                  <a:lnTo>
                    <a:pt x="6336449" y="484403"/>
                  </a:lnTo>
                  <a:lnTo>
                    <a:pt x="6337579" y="484860"/>
                  </a:lnTo>
                  <a:lnTo>
                    <a:pt x="6340208" y="484860"/>
                  </a:lnTo>
                  <a:lnTo>
                    <a:pt x="6341326" y="484403"/>
                  </a:lnTo>
                  <a:lnTo>
                    <a:pt x="6343193" y="482536"/>
                  </a:lnTo>
                  <a:lnTo>
                    <a:pt x="6343650" y="481418"/>
                  </a:lnTo>
                  <a:lnTo>
                    <a:pt x="6343650" y="478790"/>
                  </a:lnTo>
                  <a:close/>
                </a:path>
                <a:path w="9010650" h="1435735">
                  <a:moveTo>
                    <a:pt x="6343650" y="3441"/>
                  </a:moveTo>
                  <a:lnTo>
                    <a:pt x="6343193" y="2324"/>
                  </a:lnTo>
                  <a:lnTo>
                    <a:pt x="6341326" y="457"/>
                  </a:lnTo>
                  <a:lnTo>
                    <a:pt x="6340208" y="0"/>
                  </a:lnTo>
                  <a:lnTo>
                    <a:pt x="6337579" y="0"/>
                  </a:lnTo>
                  <a:lnTo>
                    <a:pt x="6336449" y="457"/>
                  </a:lnTo>
                  <a:lnTo>
                    <a:pt x="6334595" y="2324"/>
                  </a:lnTo>
                  <a:lnTo>
                    <a:pt x="6334125" y="3441"/>
                  </a:lnTo>
                  <a:lnTo>
                    <a:pt x="6334125" y="6070"/>
                  </a:lnTo>
                  <a:lnTo>
                    <a:pt x="6334595" y="7200"/>
                  </a:lnTo>
                  <a:lnTo>
                    <a:pt x="6336449" y="9055"/>
                  </a:lnTo>
                  <a:lnTo>
                    <a:pt x="6337579" y="9525"/>
                  </a:lnTo>
                  <a:lnTo>
                    <a:pt x="6340208" y="9525"/>
                  </a:lnTo>
                  <a:lnTo>
                    <a:pt x="6341326" y="9055"/>
                  </a:lnTo>
                  <a:lnTo>
                    <a:pt x="6343193" y="7200"/>
                  </a:lnTo>
                  <a:lnTo>
                    <a:pt x="6343650" y="6070"/>
                  </a:lnTo>
                  <a:lnTo>
                    <a:pt x="6343650" y="3441"/>
                  </a:lnTo>
                  <a:close/>
                </a:path>
                <a:path w="9010650" h="1435735">
                  <a:moveTo>
                    <a:pt x="6391275" y="1429473"/>
                  </a:moveTo>
                  <a:lnTo>
                    <a:pt x="6390818" y="1428356"/>
                  </a:lnTo>
                  <a:lnTo>
                    <a:pt x="6388951" y="1426489"/>
                  </a:lnTo>
                  <a:lnTo>
                    <a:pt x="6387833" y="1426019"/>
                  </a:lnTo>
                  <a:lnTo>
                    <a:pt x="6385204" y="1426019"/>
                  </a:lnTo>
                  <a:lnTo>
                    <a:pt x="6384074" y="1426489"/>
                  </a:lnTo>
                  <a:lnTo>
                    <a:pt x="6382220" y="1428356"/>
                  </a:lnTo>
                  <a:lnTo>
                    <a:pt x="6381750" y="1429473"/>
                  </a:lnTo>
                  <a:lnTo>
                    <a:pt x="6381750" y="1432102"/>
                  </a:lnTo>
                  <a:lnTo>
                    <a:pt x="6382220" y="1433220"/>
                  </a:lnTo>
                  <a:lnTo>
                    <a:pt x="6384074" y="1435087"/>
                  </a:lnTo>
                  <a:lnTo>
                    <a:pt x="6385204" y="1435544"/>
                  </a:lnTo>
                  <a:lnTo>
                    <a:pt x="6387833" y="1435544"/>
                  </a:lnTo>
                  <a:lnTo>
                    <a:pt x="6388951" y="1435087"/>
                  </a:lnTo>
                  <a:lnTo>
                    <a:pt x="6390818" y="1433220"/>
                  </a:lnTo>
                  <a:lnTo>
                    <a:pt x="6391275" y="1432102"/>
                  </a:lnTo>
                  <a:lnTo>
                    <a:pt x="6391275" y="1429473"/>
                  </a:lnTo>
                  <a:close/>
                </a:path>
                <a:path w="9010650" h="1435735">
                  <a:moveTo>
                    <a:pt x="6391275" y="954125"/>
                  </a:moveTo>
                  <a:lnTo>
                    <a:pt x="6390818" y="953008"/>
                  </a:lnTo>
                  <a:lnTo>
                    <a:pt x="6388951" y="951153"/>
                  </a:lnTo>
                  <a:lnTo>
                    <a:pt x="6387833" y="950683"/>
                  </a:lnTo>
                  <a:lnTo>
                    <a:pt x="6385204" y="950683"/>
                  </a:lnTo>
                  <a:lnTo>
                    <a:pt x="6384074" y="951153"/>
                  </a:lnTo>
                  <a:lnTo>
                    <a:pt x="6382220" y="953008"/>
                  </a:lnTo>
                  <a:lnTo>
                    <a:pt x="6381750" y="954125"/>
                  </a:lnTo>
                  <a:lnTo>
                    <a:pt x="6381750" y="956754"/>
                  </a:lnTo>
                  <a:lnTo>
                    <a:pt x="6382220" y="957884"/>
                  </a:lnTo>
                  <a:lnTo>
                    <a:pt x="6384074" y="959739"/>
                  </a:lnTo>
                  <a:lnTo>
                    <a:pt x="6385204" y="960208"/>
                  </a:lnTo>
                  <a:lnTo>
                    <a:pt x="6387833" y="960208"/>
                  </a:lnTo>
                  <a:lnTo>
                    <a:pt x="6388951" y="959739"/>
                  </a:lnTo>
                  <a:lnTo>
                    <a:pt x="6390818" y="957884"/>
                  </a:lnTo>
                  <a:lnTo>
                    <a:pt x="6391275" y="956754"/>
                  </a:lnTo>
                  <a:lnTo>
                    <a:pt x="6391275" y="954125"/>
                  </a:lnTo>
                  <a:close/>
                </a:path>
                <a:path w="9010650" h="1435735">
                  <a:moveTo>
                    <a:pt x="6391275" y="478790"/>
                  </a:moveTo>
                  <a:lnTo>
                    <a:pt x="6390818" y="477659"/>
                  </a:lnTo>
                  <a:lnTo>
                    <a:pt x="6388951" y="475805"/>
                  </a:lnTo>
                  <a:lnTo>
                    <a:pt x="6387833" y="475335"/>
                  </a:lnTo>
                  <a:lnTo>
                    <a:pt x="6385204" y="475335"/>
                  </a:lnTo>
                  <a:lnTo>
                    <a:pt x="6384074" y="475805"/>
                  </a:lnTo>
                  <a:lnTo>
                    <a:pt x="6382220" y="477659"/>
                  </a:lnTo>
                  <a:lnTo>
                    <a:pt x="6381750" y="478790"/>
                  </a:lnTo>
                  <a:lnTo>
                    <a:pt x="6381750" y="481418"/>
                  </a:lnTo>
                  <a:lnTo>
                    <a:pt x="6382220" y="482536"/>
                  </a:lnTo>
                  <a:lnTo>
                    <a:pt x="6384074" y="484403"/>
                  </a:lnTo>
                  <a:lnTo>
                    <a:pt x="6385204" y="484860"/>
                  </a:lnTo>
                  <a:lnTo>
                    <a:pt x="6387833" y="484860"/>
                  </a:lnTo>
                  <a:lnTo>
                    <a:pt x="6388951" y="484403"/>
                  </a:lnTo>
                  <a:lnTo>
                    <a:pt x="6390818" y="482536"/>
                  </a:lnTo>
                  <a:lnTo>
                    <a:pt x="6391275" y="481418"/>
                  </a:lnTo>
                  <a:lnTo>
                    <a:pt x="6391275" y="478790"/>
                  </a:lnTo>
                  <a:close/>
                </a:path>
                <a:path w="9010650" h="1435735">
                  <a:moveTo>
                    <a:pt x="6391275" y="3441"/>
                  </a:moveTo>
                  <a:lnTo>
                    <a:pt x="6390818" y="2324"/>
                  </a:lnTo>
                  <a:lnTo>
                    <a:pt x="6388951" y="457"/>
                  </a:lnTo>
                  <a:lnTo>
                    <a:pt x="6387833" y="0"/>
                  </a:lnTo>
                  <a:lnTo>
                    <a:pt x="6385204" y="0"/>
                  </a:lnTo>
                  <a:lnTo>
                    <a:pt x="6384074" y="457"/>
                  </a:lnTo>
                  <a:lnTo>
                    <a:pt x="6382220" y="2324"/>
                  </a:lnTo>
                  <a:lnTo>
                    <a:pt x="6381750" y="3441"/>
                  </a:lnTo>
                  <a:lnTo>
                    <a:pt x="6381750" y="6070"/>
                  </a:lnTo>
                  <a:lnTo>
                    <a:pt x="6382220" y="7200"/>
                  </a:lnTo>
                  <a:lnTo>
                    <a:pt x="6384074" y="9055"/>
                  </a:lnTo>
                  <a:lnTo>
                    <a:pt x="6385204" y="9525"/>
                  </a:lnTo>
                  <a:lnTo>
                    <a:pt x="6387833" y="9525"/>
                  </a:lnTo>
                  <a:lnTo>
                    <a:pt x="6388951" y="9055"/>
                  </a:lnTo>
                  <a:lnTo>
                    <a:pt x="6390818" y="7200"/>
                  </a:lnTo>
                  <a:lnTo>
                    <a:pt x="6391275" y="6070"/>
                  </a:lnTo>
                  <a:lnTo>
                    <a:pt x="6391275" y="3441"/>
                  </a:lnTo>
                  <a:close/>
                </a:path>
                <a:path w="9010650" h="1435735">
                  <a:moveTo>
                    <a:pt x="6438900" y="1429473"/>
                  </a:moveTo>
                  <a:lnTo>
                    <a:pt x="6438443" y="1428356"/>
                  </a:lnTo>
                  <a:lnTo>
                    <a:pt x="6436576" y="1426489"/>
                  </a:lnTo>
                  <a:lnTo>
                    <a:pt x="6435458" y="1426019"/>
                  </a:lnTo>
                  <a:lnTo>
                    <a:pt x="6432829" y="1426019"/>
                  </a:lnTo>
                  <a:lnTo>
                    <a:pt x="6431699" y="1426489"/>
                  </a:lnTo>
                  <a:lnTo>
                    <a:pt x="6429845" y="1428356"/>
                  </a:lnTo>
                  <a:lnTo>
                    <a:pt x="6429375" y="1429473"/>
                  </a:lnTo>
                  <a:lnTo>
                    <a:pt x="6429375" y="1432102"/>
                  </a:lnTo>
                  <a:lnTo>
                    <a:pt x="6429845" y="1433220"/>
                  </a:lnTo>
                  <a:lnTo>
                    <a:pt x="6431699" y="1435087"/>
                  </a:lnTo>
                  <a:lnTo>
                    <a:pt x="6432829" y="1435544"/>
                  </a:lnTo>
                  <a:lnTo>
                    <a:pt x="6435458" y="1435544"/>
                  </a:lnTo>
                  <a:lnTo>
                    <a:pt x="6436576" y="1435087"/>
                  </a:lnTo>
                  <a:lnTo>
                    <a:pt x="6438443" y="1433220"/>
                  </a:lnTo>
                  <a:lnTo>
                    <a:pt x="6438900" y="1432102"/>
                  </a:lnTo>
                  <a:lnTo>
                    <a:pt x="6438900" y="1429473"/>
                  </a:lnTo>
                  <a:close/>
                </a:path>
                <a:path w="9010650" h="1435735">
                  <a:moveTo>
                    <a:pt x="6438900" y="954125"/>
                  </a:moveTo>
                  <a:lnTo>
                    <a:pt x="6438443" y="953008"/>
                  </a:lnTo>
                  <a:lnTo>
                    <a:pt x="6436576" y="951153"/>
                  </a:lnTo>
                  <a:lnTo>
                    <a:pt x="6435458" y="950683"/>
                  </a:lnTo>
                  <a:lnTo>
                    <a:pt x="6432829" y="950683"/>
                  </a:lnTo>
                  <a:lnTo>
                    <a:pt x="6431699" y="951153"/>
                  </a:lnTo>
                  <a:lnTo>
                    <a:pt x="6429845" y="953008"/>
                  </a:lnTo>
                  <a:lnTo>
                    <a:pt x="6429375" y="954125"/>
                  </a:lnTo>
                  <a:lnTo>
                    <a:pt x="6429375" y="956754"/>
                  </a:lnTo>
                  <a:lnTo>
                    <a:pt x="6429845" y="957884"/>
                  </a:lnTo>
                  <a:lnTo>
                    <a:pt x="6431699" y="959739"/>
                  </a:lnTo>
                  <a:lnTo>
                    <a:pt x="6432829" y="960208"/>
                  </a:lnTo>
                  <a:lnTo>
                    <a:pt x="6435458" y="960208"/>
                  </a:lnTo>
                  <a:lnTo>
                    <a:pt x="6436576" y="959739"/>
                  </a:lnTo>
                  <a:lnTo>
                    <a:pt x="6438443" y="957884"/>
                  </a:lnTo>
                  <a:lnTo>
                    <a:pt x="6438900" y="956754"/>
                  </a:lnTo>
                  <a:lnTo>
                    <a:pt x="6438900" y="954125"/>
                  </a:lnTo>
                  <a:close/>
                </a:path>
                <a:path w="9010650" h="1435735">
                  <a:moveTo>
                    <a:pt x="6438900" y="478790"/>
                  </a:moveTo>
                  <a:lnTo>
                    <a:pt x="6438443" y="477659"/>
                  </a:lnTo>
                  <a:lnTo>
                    <a:pt x="6436576" y="475805"/>
                  </a:lnTo>
                  <a:lnTo>
                    <a:pt x="6435458" y="475335"/>
                  </a:lnTo>
                  <a:lnTo>
                    <a:pt x="6432829" y="475335"/>
                  </a:lnTo>
                  <a:lnTo>
                    <a:pt x="6431699" y="475805"/>
                  </a:lnTo>
                  <a:lnTo>
                    <a:pt x="6429845" y="477659"/>
                  </a:lnTo>
                  <a:lnTo>
                    <a:pt x="6429375" y="478790"/>
                  </a:lnTo>
                  <a:lnTo>
                    <a:pt x="6429375" y="481418"/>
                  </a:lnTo>
                  <a:lnTo>
                    <a:pt x="6429845" y="482536"/>
                  </a:lnTo>
                  <a:lnTo>
                    <a:pt x="6431699" y="484403"/>
                  </a:lnTo>
                  <a:lnTo>
                    <a:pt x="6432829" y="484860"/>
                  </a:lnTo>
                  <a:lnTo>
                    <a:pt x="6435458" y="484860"/>
                  </a:lnTo>
                  <a:lnTo>
                    <a:pt x="6436576" y="484403"/>
                  </a:lnTo>
                  <a:lnTo>
                    <a:pt x="6438443" y="482536"/>
                  </a:lnTo>
                  <a:lnTo>
                    <a:pt x="6438900" y="481418"/>
                  </a:lnTo>
                  <a:lnTo>
                    <a:pt x="6438900" y="478790"/>
                  </a:lnTo>
                  <a:close/>
                </a:path>
                <a:path w="9010650" h="1435735">
                  <a:moveTo>
                    <a:pt x="6438900" y="3441"/>
                  </a:moveTo>
                  <a:lnTo>
                    <a:pt x="6438443" y="2324"/>
                  </a:lnTo>
                  <a:lnTo>
                    <a:pt x="6436576" y="457"/>
                  </a:lnTo>
                  <a:lnTo>
                    <a:pt x="6435458" y="0"/>
                  </a:lnTo>
                  <a:lnTo>
                    <a:pt x="6432829" y="0"/>
                  </a:lnTo>
                  <a:lnTo>
                    <a:pt x="6431699" y="457"/>
                  </a:lnTo>
                  <a:lnTo>
                    <a:pt x="6429845" y="2324"/>
                  </a:lnTo>
                  <a:lnTo>
                    <a:pt x="6429375" y="3441"/>
                  </a:lnTo>
                  <a:lnTo>
                    <a:pt x="6429375" y="6070"/>
                  </a:lnTo>
                  <a:lnTo>
                    <a:pt x="6429845" y="7200"/>
                  </a:lnTo>
                  <a:lnTo>
                    <a:pt x="6431699" y="9055"/>
                  </a:lnTo>
                  <a:lnTo>
                    <a:pt x="6432829" y="9525"/>
                  </a:lnTo>
                  <a:lnTo>
                    <a:pt x="6435458" y="9525"/>
                  </a:lnTo>
                  <a:lnTo>
                    <a:pt x="6436576" y="9055"/>
                  </a:lnTo>
                  <a:lnTo>
                    <a:pt x="6438443" y="7200"/>
                  </a:lnTo>
                  <a:lnTo>
                    <a:pt x="6438900" y="6070"/>
                  </a:lnTo>
                  <a:lnTo>
                    <a:pt x="6438900" y="3441"/>
                  </a:lnTo>
                  <a:close/>
                </a:path>
                <a:path w="9010650" h="1435735">
                  <a:moveTo>
                    <a:pt x="6486525" y="1429473"/>
                  </a:moveTo>
                  <a:lnTo>
                    <a:pt x="6486068" y="1428356"/>
                  </a:lnTo>
                  <a:lnTo>
                    <a:pt x="6484201" y="1426489"/>
                  </a:lnTo>
                  <a:lnTo>
                    <a:pt x="6483083" y="1426019"/>
                  </a:lnTo>
                  <a:lnTo>
                    <a:pt x="6480454" y="1426019"/>
                  </a:lnTo>
                  <a:lnTo>
                    <a:pt x="6479324" y="1426489"/>
                  </a:lnTo>
                  <a:lnTo>
                    <a:pt x="6477470" y="1428356"/>
                  </a:lnTo>
                  <a:lnTo>
                    <a:pt x="6477000" y="1429473"/>
                  </a:lnTo>
                  <a:lnTo>
                    <a:pt x="6477000" y="1432102"/>
                  </a:lnTo>
                  <a:lnTo>
                    <a:pt x="6477470" y="1433220"/>
                  </a:lnTo>
                  <a:lnTo>
                    <a:pt x="6479324" y="1435087"/>
                  </a:lnTo>
                  <a:lnTo>
                    <a:pt x="6480454" y="1435544"/>
                  </a:lnTo>
                  <a:lnTo>
                    <a:pt x="6483083" y="1435544"/>
                  </a:lnTo>
                  <a:lnTo>
                    <a:pt x="6484201" y="1435087"/>
                  </a:lnTo>
                  <a:lnTo>
                    <a:pt x="6486068" y="1433220"/>
                  </a:lnTo>
                  <a:lnTo>
                    <a:pt x="6486525" y="1432102"/>
                  </a:lnTo>
                  <a:lnTo>
                    <a:pt x="6486525" y="1429473"/>
                  </a:lnTo>
                  <a:close/>
                </a:path>
                <a:path w="9010650" h="1435735">
                  <a:moveTo>
                    <a:pt x="6486525" y="954125"/>
                  </a:moveTo>
                  <a:lnTo>
                    <a:pt x="6486068" y="953008"/>
                  </a:lnTo>
                  <a:lnTo>
                    <a:pt x="6484201" y="951153"/>
                  </a:lnTo>
                  <a:lnTo>
                    <a:pt x="6483083" y="950683"/>
                  </a:lnTo>
                  <a:lnTo>
                    <a:pt x="6480454" y="950683"/>
                  </a:lnTo>
                  <a:lnTo>
                    <a:pt x="6479324" y="951153"/>
                  </a:lnTo>
                  <a:lnTo>
                    <a:pt x="6477470" y="953008"/>
                  </a:lnTo>
                  <a:lnTo>
                    <a:pt x="6477000" y="954125"/>
                  </a:lnTo>
                  <a:lnTo>
                    <a:pt x="6477000" y="956754"/>
                  </a:lnTo>
                  <a:lnTo>
                    <a:pt x="6477470" y="957884"/>
                  </a:lnTo>
                  <a:lnTo>
                    <a:pt x="6479324" y="959739"/>
                  </a:lnTo>
                  <a:lnTo>
                    <a:pt x="6480454" y="960208"/>
                  </a:lnTo>
                  <a:lnTo>
                    <a:pt x="6483083" y="960208"/>
                  </a:lnTo>
                  <a:lnTo>
                    <a:pt x="6484201" y="959739"/>
                  </a:lnTo>
                  <a:lnTo>
                    <a:pt x="6486068" y="957884"/>
                  </a:lnTo>
                  <a:lnTo>
                    <a:pt x="6486525" y="956754"/>
                  </a:lnTo>
                  <a:lnTo>
                    <a:pt x="6486525" y="954125"/>
                  </a:lnTo>
                  <a:close/>
                </a:path>
                <a:path w="9010650" h="1435735">
                  <a:moveTo>
                    <a:pt x="6486525" y="478790"/>
                  </a:moveTo>
                  <a:lnTo>
                    <a:pt x="6486068" y="477659"/>
                  </a:lnTo>
                  <a:lnTo>
                    <a:pt x="6484201" y="475805"/>
                  </a:lnTo>
                  <a:lnTo>
                    <a:pt x="6483083" y="475335"/>
                  </a:lnTo>
                  <a:lnTo>
                    <a:pt x="6480454" y="475335"/>
                  </a:lnTo>
                  <a:lnTo>
                    <a:pt x="6479324" y="475805"/>
                  </a:lnTo>
                  <a:lnTo>
                    <a:pt x="6477470" y="477659"/>
                  </a:lnTo>
                  <a:lnTo>
                    <a:pt x="6477000" y="478790"/>
                  </a:lnTo>
                  <a:lnTo>
                    <a:pt x="6477000" y="481418"/>
                  </a:lnTo>
                  <a:lnTo>
                    <a:pt x="6477470" y="482536"/>
                  </a:lnTo>
                  <a:lnTo>
                    <a:pt x="6479324" y="484403"/>
                  </a:lnTo>
                  <a:lnTo>
                    <a:pt x="6480454" y="484860"/>
                  </a:lnTo>
                  <a:lnTo>
                    <a:pt x="6483083" y="484860"/>
                  </a:lnTo>
                  <a:lnTo>
                    <a:pt x="6484201" y="484403"/>
                  </a:lnTo>
                  <a:lnTo>
                    <a:pt x="6486068" y="482536"/>
                  </a:lnTo>
                  <a:lnTo>
                    <a:pt x="6486525" y="481418"/>
                  </a:lnTo>
                  <a:lnTo>
                    <a:pt x="6486525" y="478790"/>
                  </a:lnTo>
                  <a:close/>
                </a:path>
                <a:path w="9010650" h="1435735">
                  <a:moveTo>
                    <a:pt x="6486525" y="3441"/>
                  </a:moveTo>
                  <a:lnTo>
                    <a:pt x="6486068" y="2324"/>
                  </a:lnTo>
                  <a:lnTo>
                    <a:pt x="6484201" y="457"/>
                  </a:lnTo>
                  <a:lnTo>
                    <a:pt x="6483083" y="0"/>
                  </a:lnTo>
                  <a:lnTo>
                    <a:pt x="6480454" y="0"/>
                  </a:lnTo>
                  <a:lnTo>
                    <a:pt x="6479324" y="457"/>
                  </a:lnTo>
                  <a:lnTo>
                    <a:pt x="6477470" y="2324"/>
                  </a:lnTo>
                  <a:lnTo>
                    <a:pt x="6477000" y="3441"/>
                  </a:lnTo>
                  <a:lnTo>
                    <a:pt x="6477000" y="6070"/>
                  </a:lnTo>
                  <a:lnTo>
                    <a:pt x="6477470" y="7200"/>
                  </a:lnTo>
                  <a:lnTo>
                    <a:pt x="6479324" y="9055"/>
                  </a:lnTo>
                  <a:lnTo>
                    <a:pt x="6480454" y="9525"/>
                  </a:lnTo>
                  <a:lnTo>
                    <a:pt x="6483083" y="9525"/>
                  </a:lnTo>
                  <a:lnTo>
                    <a:pt x="6484201" y="9055"/>
                  </a:lnTo>
                  <a:lnTo>
                    <a:pt x="6486068" y="7200"/>
                  </a:lnTo>
                  <a:lnTo>
                    <a:pt x="6486525" y="6070"/>
                  </a:lnTo>
                  <a:lnTo>
                    <a:pt x="6486525" y="3441"/>
                  </a:lnTo>
                  <a:close/>
                </a:path>
                <a:path w="9010650" h="1435735">
                  <a:moveTo>
                    <a:pt x="6534150" y="1429473"/>
                  </a:moveTo>
                  <a:lnTo>
                    <a:pt x="6533693" y="1428356"/>
                  </a:lnTo>
                  <a:lnTo>
                    <a:pt x="6531826" y="1426489"/>
                  </a:lnTo>
                  <a:lnTo>
                    <a:pt x="6530708" y="1426019"/>
                  </a:lnTo>
                  <a:lnTo>
                    <a:pt x="6528079" y="1426019"/>
                  </a:lnTo>
                  <a:lnTo>
                    <a:pt x="6526962" y="1426489"/>
                  </a:lnTo>
                  <a:lnTo>
                    <a:pt x="6525095" y="1428356"/>
                  </a:lnTo>
                  <a:lnTo>
                    <a:pt x="6524625" y="1429473"/>
                  </a:lnTo>
                  <a:lnTo>
                    <a:pt x="6524625" y="1432102"/>
                  </a:lnTo>
                  <a:lnTo>
                    <a:pt x="6525095" y="1433220"/>
                  </a:lnTo>
                  <a:lnTo>
                    <a:pt x="6526962" y="1435087"/>
                  </a:lnTo>
                  <a:lnTo>
                    <a:pt x="6528079" y="1435544"/>
                  </a:lnTo>
                  <a:lnTo>
                    <a:pt x="6530708" y="1435544"/>
                  </a:lnTo>
                  <a:lnTo>
                    <a:pt x="6531826" y="1435087"/>
                  </a:lnTo>
                  <a:lnTo>
                    <a:pt x="6533693" y="1433220"/>
                  </a:lnTo>
                  <a:lnTo>
                    <a:pt x="6534150" y="1432102"/>
                  </a:lnTo>
                  <a:lnTo>
                    <a:pt x="6534150" y="1429473"/>
                  </a:lnTo>
                  <a:close/>
                </a:path>
                <a:path w="9010650" h="1435735">
                  <a:moveTo>
                    <a:pt x="6534150" y="954125"/>
                  </a:moveTo>
                  <a:lnTo>
                    <a:pt x="6533693" y="953008"/>
                  </a:lnTo>
                  <a:lnTo>
                    <a:pt x="6531826" y="951153"/>
                  </a:lnTo>
                  <a:lnTo>
                    <a:pt x="6530708" y="950683"/>
                  </a:lnTo>
                  <a:lnTo>
                    <a:pt x="6528079" y="950683"/>
                  </a:lnTo>
                  <a:lnTo>
                    <a:pt x="6526962" y="951153"/>
                  </a:lnTo>
                  <a:lnTo>
                    <a:pt x="6525095" y="953008"/>
                  </a:lnTo>
                  <a:lnTo>
                    <a:pt x="6524625" y="954125"/>
                  </a:lnTo>
                  <a:lnTo>
                    <a:pt x="6524625" y="956754"/>
                  </a:lnTo>
                  <a:lnTo>
                    <a:pt x="6525095" y="957884"/>
                  </a:lnTo>
                  <a:lnTo>
                    <a:pt x="6526962" y="959739"/>
                  </a:lnTo>
                  <a:lnTo>
                    <a:pt x="6528079" y="960208"/>
                  </a:lnTo>
                  <a:lnTo>
                    <a:pt x="6530708" y="960208"/>
                  </a:lnTo>
                  <a:lnTo>
                    <a:pt x="6531826" y="959739"/>
                  </a:lnTo>
                  <a:lnTo>
                    <a:pt x="6533693" y="957884"/>
                  </a:lnTo>
                  <a:lnTo>
                    <a:pt x="6534150" y="956754"/>
                  </a:lnTo>
                  <a:lnTo>
                    <a:pt x="6534150" y="954125"/>
                  </a:lnTo>
                  <a:close/>
                </a:path>
                <a:path w="9010650" h="1435735">
                  <a:moveTo>
                    <a:pt x="6534150" y="478790"/>
                  </a:moveTo>
                  <a:lnTo>
                    <a:pt x="6533693" y="477659"/>
                  </a:lnTo>
                  <a:lnTo>
                    <a:pt x="6531826" y="475805"/>
                  </a:lnTo>
                  <a:lnTo>
                    <a:pt x="6530708" y="475335"/>
                  </a:lnTo>
                  <a:lnTo>
                    <a:pt x="6528079" y="475335"/>
                  </a:lnTo>
                  <a:lnTo>
                    <a:pt x="6526962" y="475805"/>
                  </a:lnTo>
                  <a:lnTo>
                    <a:pt x="6525095" y="477659"/>
                  </a:lnTo>
                  <a:lnTo>
                    <a:pt x="6524625" y="478790"/>
                  </a:lnTo>
                  <a:lnTo>
                    <a:pt x="6524625" y="481418"/>
                  </a:lnTo>
                  <a:lnTo>
                    <a:pt x="6525095" y="482536"/>
                  </a:lnTo>
                  <a:lnTo>
                    <a:pt x="6526962" y="484403"/>
                  </a:lnTo>
                  <a:lnTo>
                    <a:pt x="6528079" y="484860"/>
                  </a:lnTo>
                  <a:lnTo>
                    <a:pt x="6530708" y="484860"/>
                  </a:lnTo>
                  <a:lnTo>
                    <a:pt x="6531826" y="484403"/>
                  </a:lnTo>
                  <a:lnTo>
                    <a:pt x="6533693" y="482536"/>
                  </a:lnTo>
                  <a:lnTo>
                    <a:pt x="6534150" y="481418"/>
                  </a:lnTo>
                  <a:lnTo>
                    <a:pt x="6534150" y="478790"/>
                  </a:lnTo>
                  <a:close/>
                </a:path>
                <a:path w="9010650" h="1435735">
                  <a:moveTo>
                    <a:pt x="6534150" y="3441"/>
                  </a:moveTo>
                  <a:lnTo>
                    <a:pt x="6533693" y="2324"/>
                  </a:lnTo>
                  <a:lnTo>
                    <a:pt x="6531826" y="457"/>
                  </a:lnTo>
                  <a:lnTo>
                    <a:pt x="6530708" y="0"/>
                  </a:lnTo>
                  <a:lnTo>
                    <a:pt x="6528079" y="0"/>
                  </a:lnTo>
                  <a:lnTo>
                    <a:pt x="6526962" y="457"/>
                  </a:lnTo>
                  <a:lnTo>
                    <a:pt x="6525095" y="2324"/>
                  </a:lnTo>
                  <a:lnTo>
                    <a:pt x="6524625" y="3441"/>
                  </a:lnTo>
                  <a:lnTo>
                    <a:pt x="6524625" y="6070"/>
                  </a:lnTo>
                  <a:lnTo>
                    <a:pt x="6525095" y="7200"/>
                  </a:lnTo>
                  <a:lnTo>
                    <a:pt x="6526962" y="9055"/>
                  </a:lnTo>
                  <a:lnTo>
                    <a:pt x="6528079" y="9525"/>
                  </a:lnTo>
                  <a:lnTo>
                    <a:pt x="6530708" y="9525"/>
                  </a:lnTo>
                  <a:lnTo>
                    <a:pt x="6531826" y="9055"/>
                  </a:lnTo>
                  <a:lnTo>
                    <a:pt x="6533693" y="7200"/>
                  </a:lnTo>
                  <a:lnTo>
                    <a:pt x="6534150" y="6070"/>
                  </a:lnTo>
                  <a:lnTo>
                    <a:pt x="6534150" y="3441"/>
                  </a:lnTo>
                  <a:close/>
                </a:path>
                <a:path w="9010650" h="1435735">
                  <a:moveTo>
                    <a:pt x="6581775" y="1429473"/>
                  </a:moveTo>
                  <a:lnTo>
                    <a:pt x="6581318" y="1428356"/>
                  </a:lnTo>
                  <a:lnTo>
                    <a:pt x="6579451" y="1426489"/>
                  </a:lnTo>
                  <a:lnTo>
                    <a:pt x="6578333" y="1426019"/>
                  </a:lnTo>
                  <a:lnTo>
                    <a:pt x="6575704" y="1426019"/>
                  </a:lnTo>
                  <a:lnTo>
                    <a:pt x="6574574" y="1426489"/>
                  </a:lnTo>
                  <a:lnTo>
                    <a:pt x="6572720" y="1428356"/>
                  </a:lnTo>
                  <a:lnTo>
                    <a:pt x="6572250" y="1429473"/>
                  </a:lnTo>
                  <a:lnTo>
                    <a:pt x="6572250" y="1432102"/>
                  </a:lnTo>
                  <a:lnTo>
                    <a:pt x="6572720" y="1433220"/>
                  </a:lnTo>
                  <a:lnTo>
                    <a:pt x="6574574" y="1435087"/>
                  </a:lnTo>
                  <a:lnTo>
                    <a:pt x="6575704" y="1435544"/>
                  </a:lnTo>
                  <a:lnTo>
                    <a:pt x="6578333" y="1435544"/>
                  </a:lnTo>
                  <a:lnTo>
                    <a:pt x="6579451" y="1435087"/>
                  </a:lnTo>
                  <a:lnTo>
                    <a:pt x="6581318" y="1433220"/>
                  </a:lnTo>
                  <a:lnTo>
                    <a:pt x="6581775" y="1432102"/>
                  </a:lnTo>
                  <a:lnTo>
                    <a:pt x="6581775" y="1429473"/>
                  </a:lnTo>
                  <a:close/>
                </a:path>
                <a:path w="9010650" h="1435735">
                  <a:moveTo>
                    <a:pt x="6581775" y="954125"/>
                  </a:moveTo>
                  <a:lnTo>
                    <a:pt x="6581318" y="953008"/>
                  </a:lnTo>
                  <a:lnTo>
                    <a:pt x="6579451" y="951153"/>
                  </a:lnTo>
                  <a:lnTo>
                    <a:pt x="6578333" y="950683"/>
                  </a:lnTo>
                  <a:lnTo>
                    <a:pt x="6575704" y="950683"/>
                  </a:lnTo>
                  <a:lnTo>
                    <a:pt x="6574574" y="951153"/>
                  </a:lnTo>
                  <a:lnTo>
                    <a:pt x="6572720" y="953008"/>
                  </a:lnTo>
                  <a:lnTo>
                    <a:pt x="6572250" y="954125"/>
                  </a:lnTo>
                  <a:lnTo>
                    <a:pt x="6572250" y="956754"/>
                  </a:lnTo>
                  <a:lnTo>
                    <a:pt x="6572720" y="957884"/>
                  </a:lnTo>
                  <a:lnTo>
                    <a:pt x="6574574" y="959739"/>
                  </a:lnTo>
                  <a:lnTo>
                    <a:pt x="6575704" y="960208"/>
                  </a:lnTo>
                  <a:lnTo>
                    <a:pt x="6578333" y="960208"/>
                  </a:lnTo>
                  <a:lnTo>
                    <a:pt x="6579451" y="959739"/>
                  </a:lnTo>
                  <a:lnTo>
                    <a:pt x="6581318" y="957884"/>
                  </a:lnTo>
                  <a:lnTo>
                    <a:pt x="6581775" y="956754"/>
                  </a:lnTo>
                  <a:lnTo>
                    <a:pt x="6581775" y="954125"/>
                  </a:lnTo>
                  <a:close/>
                </a:path>
                <a:path w="9010650" h="1435735">
                  <a:moveTo>
                    <a:pt x="6581775" y="478790"/>
                  </a:moveTo>
                  <a:lnTo>
                    <a:pt x="6581318" y="477659"/>
                  </a:lnTo>
                  <a:lnTo>
                    <a:pt x="6579451" y="475805"/>
                  </a:lnTo>
                  <a:lnTo>
                    <a:pt x="6578333" y="475335"/>
                  </a:lnTo>
                  <a:lnTo>
                    <a:pt x="6575704" y="475335"/>
                  </a:lnTo>
                  <a:lnTo>
                    <a:pt x="6574574" y="475805"/>
                  </a:lnTo>
                  <a:lnTo>
                    <a:pt x="6572720" y="477659"/>
                  </a:lnTo>
                  <a:lnTo>
                    <a:pt x="6572250" y="478790"/>
                  </a:lnTo>
                  <a:lnTo>
                    <a:pt x="6572250" y="481418"/>
                  </a:lnTo>
                  <a:lnTo>
                    <a:pt x="6572720" y="482536"/>
                  </a:lnTo>
                  <a:lnTo>
                    <a:pt x="6574574" y="484403"/>
                  </a:lnTo>
                  <a:lnTo>
                    <a:pt x="6575704" y="484860"/>
                  </a:lnTo>
                  <a:lnTo>
                    <a:pt x="6578333" y="484860"/>
                  </a:lnTo>
                  <a:lnTo>
                    <a:pt x="6579451" y="484403"/>
                  </a:lnTo>
                  <a:lnTo>
                    <a:pt x="6581318" y="482536"/>
                  </a:lnTo>
                  <a:lnTo>
                    <a:pt x="6581775" y="481418"/>
                  </a:lnTo>
                  <a:lnTo>
                    <a:pt x="6581775" y="478790"/>
                  </a:lnTo>
                  <a:close/>
                </a:path>
                <a:path w="9010650" h="1435735">
                  <a:moveTo>
                    <a:pt x="6581775" y="3441"/>
                  </a:moveTo>
                  <a:lnTo>
                    <a:pt x="6581318" y="2324"/>
                  </a:lnTo>
                  <a:lnTo>
                    <a:pt x="6579451" y="457"/>
                  </a:lnTo>
                  <a:lnTo>
                    <a:pt x="6578333" y="0"/>
                  </a:lnTo>
                  <a:lnTo>
                    <a:pt x="6575704" y="0"/>
                  </a:lnTo>
                  <a:lnTo>
                    <a:pt x="6574574" y="457"/>
                  </a:lnTo>
                  <a:lnTo>
                    <a:pt x="6572720" y="2324"/>
                  </a:lnTo>
                  <a:lnTo>
                    <a:pt x="6572250" y="3441"/>
                  </a:lnTo>
                  <a:lnTo>
                    <a:pt x="6572250" y="6070"/>
                  </a:lnTo>
                  <a:lnTo>
                    <a:pt x="6572720" y="7200"/>
                  </a:lnTo>
                  <a:lnTo>
                    <a:pt x="6574574" y="9055"/>
                  </a:lnTo>
                  <a:lnTo>
                    <a:pt x="6575704" y="9525"/>
                  </a:lnTo>
                  <a:lnTo>
                    <a:pt x="6578333" y="9525"/>
                  </a:lnTo>
                  <a:lnTo>
                    <a:pt x="6579451" y="9055"/>
                  </a:lnTo>
                  <a:lnTo>
                    <a:pt x="6581318" y="7200"/>
                  </a:lnTo>
                  <a:lnTo>
                    <a:pt x="6581775" y="6070"/>
                  </a:lnTo>
                  <a:lnTo>
                    <a:pt x="6581775" y="3441"/>
                  </a:lnTo>
                  <a:close/>
                </a:path>
                <a:path w="9010650" h="1435735">
                  <a:moveTo>
                    <a:pt x="6629400" y="1429473"/>
                  </a:moveTo>
                  <a:lnTo>
                    <a:pt x="6628943" y="1428356"/>
                  </a:lnTo>
                  <a:lnTo>
                    <a:pt x="6627076" y="1426489"/>
                  </a:lnTo>
                  <a:lnTo>
                    <a:pt x="6625958" y="1426019"/>
                  </a:lnTo>
                  <a:lnTo>
                    <a:pt x="6623329" y="1426019"/>
                  </a:lnTo>
                  <a:lnTo>
                    <a:pt x="6622199" y="1426489"/>
                  </a:lnTo>
                  <a:lnTo>
                    <a:pt x="6620345" y="1428356"/>
                  </a:lnTo>
                  <a:lnTo>
                    <a:pt x="6619875" y="1429473"/>
                  </a:lnTo>
                  <a:lnTo>
                    <a:pt x="6619875" y="1432102"/>
                  </a:lnTo>
                  <a:lnTo>
                    <a:pt x="6620345" y="1433220"/>
                  </a:lnTo>
                  <a:lnTo>
                    <a:pt x="6622199" y="1435087"/>
                  </a:lnTo>
                  <a:lnTo>
                    <a:pt x="6623329" y="1435544"/>
                  </a:lnTo>
                  <a:lnTo>
                    <a:pt x="6625958" y="1435544"/>
                  </a:lnTo>
                  <a:lnTo>
                    <a:pt x="6627076" y="1435087"/>
                  </a:lnTo>
                  <a:lnTo>
                    <a:pt x="6628943" y="1433220"/>
                  </a:lnTo>
                  <a:lnTo>
                    <a:pt x="6629400" y="1432102"/>
                  </a:lnTo>
                  <a:lnTo>
                    <a:pt x="6629400" y="1429473"/>
                  </a:lnTo>
                  <a:close/>
                </a:path>
                <a:path w="9010650" h="1435735">
                  <a:moveTo>
                    <a:pt x="6629400" y="954125"/>
                  </a:moveTo>
                  <a:lnTo>
                    <a:pt x="6628943" y="953008"/>
                  </a:lnTo>
                  <a:lnTo>
                    <a:pt x="6627076" y="951153"/>
                  </a:lnTo>
                  <a:lnTo>
                    <a:pt x="6625958" y="950683"/>
                  </a:lnTo>
                  <a:lnTo>
                    <a:pt x="6623329" y="950683"/>
                  </a:lnTo>
                  <a:lnTo>
                    <a:pt x="6622199" y="951153"/>
                  </a:lnTo>
                  <a:lnTo>
                    <a:pt x="6620345" y="953008"/>
                  </a:lnTo>
                  <a:lnTo>
                    <a:pt x="6619875" y="954125"/>
                  </a:lnTo>
                  <a:lnTo>
                    <a:pt x="6619875" y="956754"/>
                  </a:lnTo>
                  <a:lnTo>
                    <a:pt x="6620345" y="957884"/>
                  </a:lnTo>
                  <a:lnTo>
                    <a:pt x="6622199" y="959739"/>
                  </a:lnTo>
                  <a:lnTo>
                    <a:pt x="6623329" y="960208"/>
                  </a:lnTo>
                  <a:lnTo>
                    <a:pt x="6625958" y="960208"/>
                  </a:lnTo>
                  <a:lnTo>
                    <a:pt x="6627076" y="959739"/>
                  </a:lnTo>
                  <a:lnTo>
                    <a:pt x="6628943" y="957884"/>
                  </a:lnTo>
                  <a:lnTo>
                    <a:pt x="6629400" y="956754"/>
                  </a:lnTo>
                  <a:lnTo>
                    <a:pt x="6629400" y="954125"/>
                  </a:lnTo>
                  <a:close/>
                </a:path>
                <a:path w="9010650" h="1435735">
                  <a:moveTo>
                    <a:pt x="6629400" y="478790"/>
                  </a:moveTo>
                  <a:lnTo>
                    <a:pt x="6628943" y="477659"/>
                  </a:lnTo>
                  <a:lnTo>
                    <a:pt x="6627076" y="475805"/>
                  </a:lnTo>
                  <a:lnTo>
                    <a:pt x="6625958" y="475335"/>
                  </a:lnTo>
                  <a:lnTo>
                    <a:pt x="6623329" y="475335"/>
                  </a:lnTo>
                  <a:lnTo>
                    <a:pt x="6622199" y="475805"/>
                  </a:lnTo>
                  <a:lnTo>
                    <a:pt x="6620345" y="477659"/>
                  </a:lnTo>
                  <a:lnTo>
                    <a:pt x="6619875" y="478790"/>
                  </a:lnTo>
                  <a:lnTo>
                    <a:pt x="6619875" y="481418"/>
                  </a:lnTo>
                  <a:lnTo>
                    <a:pt x="6620345" y="482536"/>
                  </a:lnTo>
                  <a:lnTo>
                    <a:pt x="6622199" y="484403"/>
                  </a:lnTo>
                  <a:lnTo>
                    <a:pt x="6623329" y="484860"/>
                  </a:lnTo>
                  <a:lnTo>
                    <a:pt x="6625958" y="484860"/>
                  </a:lnTo>
                  <a:lnTo>
                    <a:pt x="6627076" y="484403"/>
                  </a:lnTo>
                  <a:lnTo>
                    <a:pt x="6628943" y="482536"/>
                  </a:lnTo>
                  <a:lnTo>
                    <a:pt x="6629400" y="481418"/>
                  </a:lnTo>
                  <a:lnTo>
                    <a:pt x="6629400" y="478790"/>
                  </a:lnTo>
                  <a:close/>
                </a:path>
                <a:path w="9010650" h="1435735">
                  <a:moveTo>
                    <a:pt x="6629400" y="3441"/>
                  </a:moveTo>
                  <a:lnTo>
                    <a:pt x="6628943" y="2324"/>
                  </a:lnTo>
                  <a:lnTo>
                    <a:pt x="6627076" y="457"/>
                  </a:lnTo>
                  <a:lnTo>
                    <a:pt x="6625958" y="0"/>
                  </a:lnTo>
                  <a:lnTo>
                    <a:pt x="6623329" y="0"/>
                  </a:lnTo>
                  <a:lnTo>
                    <a:pt x="6622199" y="457"/>
                  </a:lnTo>
                  <a:lnTo>
                    <a:pt x="6620345" y="2324"/>
                  </a:lnTo>
                  <a:lnTo>
                    <a:pt x="6619875" y="3441"/>
                  </a:lnTo>
                  <a:lnTo>
                    <a:pt x="6619875" y="6070"/>
                  </a:lnTo>
                  <a:lnTo>
                    <a:pt x="6620345" y="7200"/>
                  </a:lnTo>
                  <a:lnTo>
                    <a:pt x="6622199" y="9055"/>
                  </a:lnTo>
                  <a:lnTo>
                    <a:pt x="6623329" y="9525"/>
                  </a:lnTo>
                  <a:lnTo>
                    <a:pt x="6625958" y="9525"/>
                  </a:lnTo>
                  <a:lnTo>
                    <a:pt x="6627076" y="9055"/>
                  </a:lnTo>
                  <a:lnTo>
                    <a:pt x="6628943" y="7200"/>
                  </a:lnTo>
                  <a:lnTo>
                    <a:pt x="6629400" y="6070"/>
                  </a:lnTo>
                  <a:lnTo>
                    <a:pt x="6629400" y="3441"/>
                  </a:lnTo>
                  <a:close/>
                </a:path>
                <a:path w="9010650" h="1435735">
                  <a:moveTo>
                    <a:pt x="6677025" y="1429473"/>
                  </a:moveTo>
                  <a:lnTo>
                    <a:pt x="6676568" y="1428356"/>
                  </a:lnTo>
                  <a:lnTo>
                    <a:pt x="6674701" y="1426489"/>
                  </a:lnTo>
                  <a:lnTo>
                    <a:pt x="6673583" y="1426019"/>
                  </a:lnTo>
                  <a:lnTo>
                    <a:pt x="6670954" y="1426019"/>
                  </a:lnTo>
                  <a:lnTo>
                    <a:pt x="6669824" y="1426489"/>
                  </a:lnTo>
                  <a:lnTo>
                    <a:pt x="6667970" y="1428356"/>
                  </a:lnTo>
                  <a:lnTo>
                    <a:pt x="6667500" y="1429473"/>
                  </a:lnTo>
                  <a:lnTo>
                    <a:pt x="6667500" y="1432102"/>
                  </a:lnTo>
                  <a:lnTo>
                    <a:pt x="6667970" y="1433220"/>
                  </a:lnTo>
                  <a:lnTo>
                    <a:pt x="6669824" y="1435087"/>
                  </a:lnTo>
                  <a:lnTo>
                    <a:pt x="6670954" y="1435544"/>
                  </a:lnTo>
                  <a:lnTo>
                    <a:pt x="6673583" y="1435544"/>
                  </a:lnTo>
                  <a:lnTo>
                    <a:pt x="6674701" y="1435087"/>
                  </a:lnTo>
                  <a:lnTo>
                    <a:pt x="6676568" y="1433220"/>
                  </a:lnTo>
                  <a:lnTo>
                    <a:pt x="6677025" y="1432102"/>
                  </a:lnTo>
                  <a:lnTo>
                    <a:pt x="6677025" y="1429473"/>
                  </a:lnTo>
                  <a:close/>
                </a:path>
                <a:path w="9010650" h="1435735">
                  <a:moveTo>
                    <a:pt x="6677025" y="954125"/>
                  </a:moveTo>
                  <a:lnTo>
                    <a:pt x="6676568" y="953008"/>
                  </a:lnTo>
                  <a:lnTo>
                    <a:pt x="6674701" y="951153"/>
                  </a:lnTo>
                  <a:lnTo>
                    <a:pt x="6673583" y="950683"/>
                  </a:lnTo>
                  <a:lnTo>
                    <a:pt x="6670954" y="950683"/>
                  </a:lnTo>
                  <a:lnTo>
                    <a:pt x="6669824" y="951153"/>
                  </a:lnTo>
                  <a:lnTo>
                    <a:pt x="6667970" y="953008"/>
                  </a:lnTo>
                  <a:lnTo>
                    <a:pt x="6667500" y="954125"/>
                  </a:lnTo>
                  <a:lnTo>
                    <a:pt x="6667500" y="956754"/>
                  </a:lnTo>
                  <a:lnTo>
                    <a:pt x="6667970" y="957884"/>
                  </a:lnTo>
                  <a:lnTo>
                    <a:pt x="6669824" y="959739"/>
                  </a:lnTo>
                  <a:lnTo>
                    <a:pt x="6670954" y="960208"/>
                  </a:lnTo>
                  <a:lnTo>
                    <a:pt x="6673583" y="960208"/>
                  </a:lnTo>
                  <a:lnTo>
                    <a:pt x="6674701" y="959739"/>
                  </a:lnTo>
                  <a:lnTo>
                    <a:pt x="6676568" y="957884"/>
                  </a:lnTo>
                  <a:lnTo>
                    <a:pt x="6677025" y="956754"/>
                  </a:lnTo>
                  <a:lnTo>
                    <a:pt x="6677025" y="954125"/>
                  </a:lnTo>
                  <a:close/>
                </a:path>
                <a:path w="9010650" h="1435735">
                  <a:moveTo>
                    <a:pt x="6677025" y="478790"/>
                  </a:moveTo>
                  <a:lnTo>
                    <a:pt x="6676568" y="477659"/>
                  </a:lnTo>
                  <a:lnTo>
                    <a:pt x="6674701" y="475805"/>
                  </a:lnTo>
                  <a:lnTo>
                    <a:pt x="6673583" y="475335"/>
                  </a:lnTo>
                  <a:lnTo>
                    <a:pt x="6670954" y="475335"/>
                  </a:lnTo>
                  <a:lnTo>
                    <a:pt x="6669824" y="475805"/>
                  </a:lnTo>
                  <a:lnTo>
                    <a:pt x="6667970" y="477659"/>
                  </a:lnTo>
                  <a:lnTo>
                    <a:pt x="6667500" y="478790"/>
                  </a:lnTo>
                  <a:lnTo>
                    <a:pt x="6667500" y="481418"/>
                  </a:lnTo>
                  <a:lnTo>
                    <a:pt x="6667970" y="482536"/>
                  </a:lnTo>
                  <a:lnTo>
                    <a:pt x="6669824" y="484403"/>
                  </a:lnTo>
                  <a:lnTo>
                    <a:pt x="6670954" y="484860"/>
                  </a:lnTo>
                  <a:lnTo>
                    <a:pt x="6673583" y="484860"/>
                  </a:lnTo>
                  <a:lnTo>
                    <a:pt x="6674701" y="484403"/>
                  </a:lnTo>
                  <a:lnTo>
                    <a:pt x="6676568" y="482536"/>
                  </a:lnTo>
                  <a:lnTo>
                    <a:pt x="6677025" y="481418"/>
                  </a:lnTo>
                  <a:lnTo>
                    <a:pt x="6677025" y="478790"/>
                  </a:lnTo>
                  <a:close/>
                </a:path>
                <a:path w="9010650" h="1435735">
                  <a:moveTo>
                    <a:pt x="6677025" y="3441"/>
                  </a:moveTo>
                  <a:lnTo>
                    <a:pt x="6676568" y="2324"/>
                  </a:lnTo>
                  <a:lnTo>
                    <a:pt x="6674701" y="457"/>
                  </a:lnTo>
                  <a:lnTo>
                    <a:pt x="6673583" y="0"/>
                  </a:lnTo>
                  <a:lnTo>
                    <a:pt x="6670954" y="0"/>
                  </a:lnTo>
                  <a:lnTo>
                    <a:pt x="6669824" y="457"/>
                  </a:lnTo>
                  <a:lnTo>
                    <a:pt x="6667970" y="2324"/>
                  </a:lnTo>
                  <a:lnTo>
                    <a:pt x="6667500" y="3441"/>
                  </a:lnTo>
                  <a:lnTo>
                    <a:pt x="6667500" y="6070"/>
                  </a:lnTo>
                  <a:lnTo>
                    <a:pt x="6667970" y="7200"/>
                  </a:lnTo>
                  <a:lnTo>
                    <a:pt x="6669824" y="9055"/>
                  </a:lnTo>
                  <a:lnTo>
                    <a:pt x="6670954" y="9525"/>
                  </a:lnTo>
                  <a:lnTo>
                    <a:pt x="6673583" y="9525"/>
                  </a:lnTo>
                  <a:lnTo>
                    <a:pt x="6674701" y="9055"/>
                  </a:lnTo>
                  <a:lnTo>
                    <a:pt x="6676568" y="7200"/>
                  </a:lnTo>
                  <a:lnTo>
                    <a:pt x="6677025" y="6070"/>
                  </a:lnTo>
                  <a:lnTo>
                    <a:pt x="6677025" y="3441"/>
                  </a:lnTo>
                  <a:close/>
                </a:path>
                <a:path w="9010650" h="1435735">
                  <a:moveTo>
                    <a:pt x="6724650" y="1429473"/>
                  </a:moveTo>
                  <a:lnTo>
                    <a:pt x="6724193" y="1428356"/>
                  </a:lnTo>
                  <a:lnTo>
                    <a:pt x="6722326" y="1426489"/>
                  </a:lnTo>
                  <a:lnTo>
                    <a:pt x="6721208" y="1426019"/>
                  </a:lnTo>
                  <a:lnTo>
                    <a:pt x="6718579" y="1426019"/>
                  </a:lnTo>
                  <a:lnTo>
                    <a:pt x="6717449" y="1426489"/>
                  </a:lnTo>
                  <a:lnTo>
                    <a:pt x="6715595" y="1428356"/>
                  </a:lnTo>
                  <a:lnTo>
                    <a:pt x="6715125" y="1429473"/>
                  </a:lnTo>
                  <a:lnTo>
                    <a:pt x="6715125" y="1432102"/>
                  </a:lnTo>
                  <a:lnTo>
                    <a:pt x="6715595" y="1433220"/>
                  </a:lnTo>
                  <a:lnTo>
                    <a:pt x="6717449" y="1435087"/>
                  </a:lnTo>
                  <a:lnTo>
                    <a:pt x="6718579" y="1435544"/>
                  </a:lnTo>
                  <a:lnTo>
                    <a:pt x="6721208" y="1435544"/>
                  </a:lnTo>
                  <a:lnTo>
                    <a:pt x="6722326" y="1435087"/>
                  </a:lnTo>
                  <a:lnTo>
                    <a:pt x="6724193" y="1433220"/>
                  </a:lnTo>
                  <a:lnTo>
                    <a:pt x="6724650" y="1432102"/>
                  </a:lnTo>
                  <a:lnTo>
                    <a:pt x="6724650" y="1429473"/>
                  </a:lnTo>
                  <a:close/>
                </a:path>
                <a:path w="9010650" h="1435735">
                  <a:moveTo>
                    <a:pt x="6724650" y="954125"/>
                  </a:moveTo>
                  <a:lnTo>
                    <a:pt x="6724193" y="953008"/>
                  </a:lnTo>
                  <a:lnTo>
                    <a:pt x="6722326" y="951153"/>
                  </a:lnTo>
                  <a:lnTo>
                    <a:pt x="6721208" y="950683"/>
                  </a:lnTo>
                  <a:lnTo>
                    <a:pt x="6718579" y="950683"/>
                  </a:lnTo>
                  <a:lnTo>
                    <a:pt x="6717449" y="951153"/>
                  </a:lnTo>
                  <a:lnTo>
                    <a:pt x="6715595" y="953008"/>
                  </a:lnTo>
                  <a:lnTo>
                    <a:pt x="6715125" y="954125"/>
                  </a:lnTo>
                  <a:lnTo>
                    <a:pt x="6715125" y="956754"/>
                  </a:lnTo>
                  <a:lnTo>
                    <a:pt x="6715595" y="957884"/>
                  </a:lnTo>
                  <a:lnTo>
                    <a:pt x="6717449" y="959739"/>
                  </a:lnTo>
                  <a:lnTo>
                    <a:pt x="6718579" y="960208"/>
                  </a:lnTo>
                  <a:lnTo>
                    <a:pt x="6721208" y="960208"/>
                  </a:lnTo>
                  <a:lnTo>
                    <a:pt x="6722326" y="959739"/>
                  </a:lnTo>
                  <a:lnTo>
                    <a:pt x="6724193" y="957884"/>
                  </a:lnTo>
                  <a:lnTo>
                    <a:pt x="6724650" y="956754"/>
                  </a:lnTo>
                  <a:lnTo>
                    <a:pt x="6724650" y="954125"/>
                  </a:lnTo>
                  <a:close/>
                </a:path>
                <a:path w="9010650" h="1435735">
                  <a:moveTo>
                    <a:pt x="6724650" y="478790"/>
                  </a:moveTo>
                  <a:lnTo>
                    <a:pt x="6724193" y="477659"/>
                  </a:lnTo>
                  <a:lnTo>
                    <a:pt x="6722326" y="475805"/>
                  </a:lnTo>
                  <a:lnTo>
                    <a:pt x="6721208" y="475335"/>
                  </a:lnTo>
                  <a:lnTo>
                    <a:pt x="6718579" y="475335"/>
                  </a:lnTo>
                  <a:lnTo>
                    <a:pt x="6717449" y="475805"/>
                  </a:lnTo>
                  <a:lnTo>
                    <a:pt x="6715595" y="477659"/>
                  </a:lnTo>
                  <a:lnTo>
                    <a:pt x="6715125" y="478790"/>
                  </a:lnTo>
                  <a:lnTo>
                    <a:pt x="6715125" y="481418"/>
                  </a:lnTo>
                  <a:lnTo>
                    <a:pt x="6715595" y="482536"/>
                  </a:lnTo>
                  <a:lnTo>
                    <a:pt x="6717449" y="484403"/>
                  </a:lnTo>
                  <a:lnTo>
                    <a:pt x="6718579" y="484860"/>
                  </a:lnTo>
                  <a:lnTo>
                    <a:pt x="6721208" y="484860"/>
                  </a:lnTo>
                  <a:lnTo>
                    <a:pt x="6722326" y="484403"/>
                  </a:lnTo>
                  <a:lnTo>
                    <a:pt x="6724193" y="482536"/>
                  </a:lnTo>
                  <a:lnTo>
                    <a:pt x="6724650" y="481418"/>
                  </a:lnTo>
                  <a:lnTo>
                    <a:pt x="6724650" y="478790"/>
                  </a:lnTo>
                  <a:close/>
                </a:path>
                <a:path w="9010650" h="1435735">
                  <a:moveTo>
                    <a:pt x="6724650" y="3441"/>
                  </a:moveTo>
                  <a:lnTo>
                    <a:pt x="6724193" y="2324"/>
                  </a:lnTo>
                  <a:lnTo>
                    <a:pt x="6722326" y="457"/>
                  </a:lnTo>
                  <a:lnTo>
                    <a:pt x="6721208" y="0"/>
                  </a:lnTo>
                  <a:lnTo>
                    <a:pt x="6718579" y="0"/>
                  </a:lnTo>
                  <a:lnTo>
                    <a:pt x="6717449" y="457"/>
                  </a:lnTo>
                  <a:lnTo>
                    <a:pt x="6715595" y="2324"/>
                  </a:lnTo>
                  <a:lnTo>
                    <a:pt x="6715125" y="3441"/>
                  </a:lnTo>
                  <a:lnTo>
                    <a:pt x="6715125" y="6070"/>
                  </a:lnTo>
                  <a:lnTo>
                    <a:pt x="6715595" y="7200"/>
                  </a:lnTo>
                  <a:lnTo>
                    <a:pt x="6717449" y="9055"/>
                  </a:lnTo>
                  <a:lnTo>
                    <a:pt x="6718579" y="9525"/>
                  </a:lnTo>
                  <a:lnTo>
                    <a:pt x="6721208" y="9525"/>
                  </a:lnTo>
                  <a:lnTo>
                    <a:pt x="6722326" y="9055"/>
                  </a:lnTo>
                  <a:lnTo>
                    <a:pt x="6724193" y="7200"/>
                  </a:lnTo>
                  <a:lnTo>
                    <a:pt x="6724650" y="6070"/>
                  </a:lnTo>
                  <a:lnTo>
                    <a:pt x="6724650" y="3441"/>
                  </a:lnTo>
                  <a:close/>
                </a:path>
                <a:path w="9010650" h="1435735">
                  <a:moveTo>
                    <a:pt x="6772275" y="1429473"/>
                  </a:moveTo>
                  <a:lnTo>
                    <a:pt x="6771818" y="1428356"/>
                  </a:lnTo>
                  <a:lnTo>
                    <a:pt x="6769951" y="1426489"/>
                  </a:lnTo>
                  <a:lnTo>
                    <a:pt x="6768833" y="1426019"/>
                  </a:lnTo>
                  <a:lnTo>
                    <a:pt x="6766204" y="1426019"/>
                  </a:lnTo>
                  <a:lnTo>
                    <a:pt x="6765074" y="1426489"/>
                  </a:lnTo>
                  <a:lnTo>
                    <a:pt x="6763220" y="1428356"/>
                  </a:lnTo>
                  <a:lnTo>
                    <a:pt x="6762750" y="1429473"/>
                  </a:lnTo>
                  <a:lnTo>
                    <a:pt x="6762750" y="1432102"/>
                  </a:lnTo>
                  <a:lnTo>
                    <a:pt x="6763220" y="1433220"/>
                  </a:lnTo>
                  <a:lnTo>
                    <a:pt x="6765074" y="1435087"/>
                  </a:lnTo>
                  <a:lnTo>
                    <a:pt x="6766204" y="1435544"/>
                  </a:lnTo>
                  <a:lnTo>
                    <a:pt x="6768833" y="1435544"/>
                  </a:lnTo>
                  <a:lnTo>
                    <a:pt x="6769951" y="1435087"/>
                  </a:lnTo>
                  <a:lnTo>
                    <a:pt x="6771818" y="1433220"/>
                  </a:lnTo>
                  <a:lnTo>
                    <a:pt x="6772275" y="1432102"/>
                  </a:lnTo>
                  <a:lnTo>
                    <a:pt x="6772275" y="1429473"/>
                  </a:lnTo>
                  <a:close/>
                </a:path>
                <a:path w="9010650" h="1435735">
                  <a:moveTo>
                    <a:pt x="6772275" y="954125"/>
                  </a:moveTo>
                  <a:lnTo>
                    <a:pt x="6771818" y="953008"/>
                  </a:lnTo>
                  <a:lnTo>
                    <a:pt x="6769951" y="951153"/>
                  </a:lnTo>
                  <a:lnTo>
                    <a:pt x="6768833" y="950683"/>
                  </a:lnTo>
                  <a:lnTo>
                    <a:pt x="6766204" y="950683"/>
                  </a:lnTo>
                  <a:lnTo>
                    <a:pt x="6765074" y="951153"/>
                  </a:lnTo>
                  <a:lnTo>
                    <a:pt x="6763220" y="953008"/>
                  </a:lnTo>
                  <a:lnTo>
                    <a:pt x="6762750" y="954125"/>
                  </a:lnTo>
                  <a:lnTo>
                    <a:pt x="6762750" y="956754"/>
                  </a:lnTo>
                  <a:lnTo>
                    <a:pt x="6763220" y="957884"/>
                  </a:lnTo>
                  <a:lnTo>
                    <a:pt x="6765074" y="959739"/>
                  </a:lnTo>
                  <a:lnTo>
                    <a:pt x="6766204" y="960208"/>
                  </a:lnTo>
                  <a:lnTo>
                    <a:pt x="6768833" y="960208"/>
                  </a:lnTo>
                  <a:lnTo>
                    <a:pt x="6769951" y="959739"/>
                  </a:lnTo>
                  <a:lnTo>
                    <a:pt x="6771818" y="957884"/>
                  </a:lnTo>
                  <a:lnTo>
                    <a:pt x="6772275" y="956754"/>
                  </a:lnTo>
                  <a:lnTo>
                    <a:pt x="6772275" y="954125"/>
                  </a:lnTo>
                  <a:close/>
                </a:path>
                <a:path w="9010650" h="1435735">
                  <a:moveTo>
                    <a:pt x="6772275" y="478790"/>
                  </a:moveTo>
                  <a:lnTo>
                    <a:pt x="6771818" y="477659"/>
                  </a:lnTo>
                  <a:lnTo>
                    <a:pt x="6769951" y="475805"/>
                  </a:lnTo>
                  <a:lnTo>
                    <a:pt x="6768833" y="475335"/>
                  </a:lnTo>
                  <a:lnTo>
                    <a:pt x="6766204" y="475335"/>
                  </a:lnTo>
                  <a:lnTo>
                    <a:pt x="6765074" y="475805"/>
                  </a:lnTo>
                  <a:lnTo>
                    <a:pt x="6763220" y="477659"/>
                  </a:lnTo>
                  <a:lnTo>
                    <a:pt x="6762750" y="478790"/>
                  </a:lnTo>
                  <a:lnTo>
                    <a:pt x="6762750" y="481418"/>
                  </a:lnTo>
                  <a:lnTo>
                    <a:pt x="6763220" y="482536"/>
                  </a:lnTo>
                  <a:lnTo>
                    <a:pt x="6765074" y="484403"/>
                  </a:lnTo>
                  <a:lnTo>
                    <a:pt x="6766204" y="484860"/>
                  </a:lnTo>
                  <a:lnTo>
                    <a:pt x="6768833" y="484860"/>
                  </a:lnTo>
                  <a:lnTo>
                    <a:pt x="6769951" y="484403"/>
                  </a:lnTo>
                  <a:lnTo>
                    <a:pt x="6771818" y="482536"/>
                  </a:lnTo>
                  <a:lnTo>
                    <a:pt x="6772275" y="481418"/>
                  </a:lnTo>
                  <a:lnTo>
                    <a:pt x="6772275" y="478790"/>
                  </a:lnTo>
                  <a:close/>
                </a:path>
                <a:path w="9010650" h="1435735">
                  <a:moveTo>
                    <a:pt x="6772275" y="3441"/>
                  </a:moveTo>
                  <a:lnTo>
                    <a:pt x="6771818" y="2324"/>
                  </a:lnTo>
                  <a:lnTo>
                    <a:pt x="6769951" y="457"/>
                  </a:lnTo>
                  <a:lnTo>
                    <a:pt x="6768833" y="0"/>
                  </a:lnTo>
                  <a:lnTo>
                    <a:pt x="6766204" y="0"/>
                  </a:lnTo>
                  <a:lnTo>
                    <a:pt x="6765074" y="457"/>
                  </a:lnTo>
                  <a:lnTo>
                    <a:pt x="6763220" y="2324"/>
                  </a:lnTo>
                  <a:lnTo>
                    <a:pt x="6762750" y="3441"/>
                  </a:lnTo>
                  <a:lnTo>
                    <a:pt x="6762750" y="6070"/>
                  </a:lnTo>
                  <a:lnTo>
                    <a:pt x="6763220" y="7200"/>
                  </a:lnTo>
                  <a:lnTo>
                    <a:pt x="6765074" y="9055"/>
                  </a:lnTo>
                  <a:lnTo>
                    <a:pt x="6766204" y="9525"/>
                  </a:lnTo>
                  <a:lnTo>
                    <a:pt x="6768833" y="9525"/>
                  </a:lnTo>
                  <a:lnTo>
                    <a:pt x="6769951" y="9055"/>
                  </a:lnTo>
                  <a:lnTo>
                    <a:pt x="6771818" y="7200"/>
                  </a:lnTo>
                  <a:lnTo>
                    <a:pt x="6772275" y="6070"/>
                  </a:lnTo>
                  <a:lnTo>
                    <a:pt x="6772275" y="3441"/>
                  </a:lnTo>
                  <a:close/>
                </a:path>
                <a:path w="9010650" h="1435735">
                  <a:moveTo>
                    <a:pt x="6819900" y="1429473"/>
                  </a:moveTo>
                  <a:lnTo>
                    <a:pt x="6819443" y="1428356"/>
                  </a:lnTo>
                  <a:lnTo>
                    <a:pt x="6817576" y="1426489"/>
                  </a:lnTo>
                  <a:lnTo>
                    <a:pt x="6816458" y="1426019"/>
                  </a:lnTo>
                  <a:lnTo>
                    <a:pt x="6813829" y="1426019"/>
                  </a:lnTo>
                  <a:lnTo>
                    <a:pt x="6812699" y="1426489"/>
                  </a:lnTo>
                  <a:lnTo>
                    <a:pt x="6810845" y="1428356"/>
                  </a:lnTo>
                  <a:lnTo>
                    <a:pt x="6810375" y="1429473"/>
                  </a:lnTo>
                  <a:lnTo>
                    <a:pt x="6810375" y="1432102"/>
                  </a:lnTo>
                  <a:lnTo>
                    <a:pt x="6810845" y="1433220"/>
                  </a:lnTo>
                  <a:lnTo>
                    <a:pt x="6812699" y="1435087"/>
                  </a:lnTo>
                  <a:lnTo>
                    <a:pt x="6813829" y="1435544"/>
                  </a:lnTo>
                  <a:lnTo>
                    <a:pt x="6816458" y="1435544"/>
                  </a:lnTo>
                  <a:lnTo>
                    <a:pt x="6817576" y="1435087"/>
                  </a:lnTo>
                  <a:lnTo>
                    <a:pt x="6819443" y="1433220"/>
                  </a:lnTo>
                  <a:lnTo>
                    <a:pt x="6819900" y="1432102"/>
                  </a:lnTo>
                  <a:lnTo>
                    <a:pt x="6819900" y="1429473"/>
                  </a:lnTo>
                  <a:close/>
                </a:path>
                <a:path w="9010650" h="1435735">
                  <a:moveTo>
                    <a:pt x="6819900" y="954125"/>
                  </a:moveTo>
                  <a:lnTo>
                    <a:pt x="6819443" y="953008"/>
                  </a:lnTo>
                  <a:lnTo>
                    <a:pt x="6817576" y="951153"/>
                  </a:lnTo>
                  <a:lnTo>
                    <a:pt x="6816458" y="950683"/>
                  </a:lnTo>
                  <a:lnTo>
                    <a:pt x="6813829" y="950683"/>
                  </a:lnTo>
                  <a:lnTo>
                    <a:pt x="6812699" y="951153"/>
                  </a:lnTo>
                  <a:lnTo>
                    <a:pt x="6810845" y="953008"/>
                  </a:lnTo>
                  <a:lnTo>
                    <a:pt x="6810375" y="954125"/>
                  </a:lnTo>
                  <a:lnTo>
                    <a:pt x="6810375" y="956754"/>
                  </a:lnTo>
                  <a:lnTo>
                    <a:pt x="6810845" y="957884"/>
                  </a:lnTo>
                  <a:lnTo>
                    <a:pt x="6812699" y="959739"/>
                  </a:lnTo>
                  <a:lnTo>
                    <a:pt x="6813829" y="960208"/>
                  </a:lnTo>
                  <a:lnTo>
                    <a:pt x="6816458" y="960208"/>
                  </a:lnTo>
                  <a:lnTo>
                    <a:pt x="6817576" y="959739"/>
                  </a:lnTo>
                  <a:lnTo>
                    <a:pt x="6819443" y="957884"/>
                  </a:lnTo>
                  <a:lnTo>
                    <a:pt x="6819900" y="956754"/>
                  </a:lnTo>
                  <a:lnTo>
                    <a:pt x="6819900" y="954125"/>
                  </a:lnTo>
                  <a:close/>
                </a:path>
                <a:path w="9010650" h="1435735">
                  <a:moveTo>
                    <a:pt x="6819900" y="478790"/>
                  </a:moveTo>
                  <a:lnTo>
                    <a:pt x="6819443" y="477659"/>
                  </a:lnTo>
                  <a:lnTo>
                    <a:pt x="6817576" y="475805"/>
                  </a:lnTo>
                  <a:lnTo>
                    <a:pt x="6816458" y="475335"/>
                  </a:lnTo>
                  <a:lnTo>
                    <a:pt x="6813829" y="475335"/>
                  </a:lnTo>
                  <a:lnTo>
                    <a:pt x="6812699" y="475805"/>
                  </a:lnTo>
                  <a:lnTo>
                    <a:pt x="6810845" y="477659"/>
                  </a:lnTo>
                  <a:lnTo>
                    <a:pt x="6810375" y="478790"/>
                  </a:lnTo>
                  <a:lnTo>
                    <a:pt x="6810375" y="481418"/>
                  </a:lnTo>
                  <a:lnTo>
                    <a:pt x="6810845" y="482536"/>
                  </a:lnTo>
                  <a:lnTo>
                    <a:pt x="6812699" y="484403"/>
                  </a:lnTo>
                  <a:lnTo>
                    <a:pt x="6813829" y="484860"/>
                  </a:lnTo>
                  <a:lnTo>
                    <a:pt x="6816458" y="484860"/>
                  </a:lnTo>
                  <a:lnTo>
                    <a:pt x="6817576" y="484403"/>
                  </a:lnTo>
                  <a:lnTo>
                    <a:pt x="6819443" y="482536"/>
                  </a:lnTo>
                  <a:lnTo>
                    <a:pt x="6819900" y="481418"/>
                  </a:lnTo>
                  <a:lnTo>
                    <a:pt x="6819900" y="478790"/>
                  </a:lnTo>
                  <a:close/>
                </a:path>
                <a:path w="9010650" h="1435735">
                  <a:moveTo>
                    <a:pt x="6819900" y="3441"/>
                  </a:moveTo>
                  <a:lnTo>
                    <a:pt x="6819443" y="2324"/>
                  </a:lnTo>
                  <a:lnTo>
                    <a:pt x="6817576" y="457"/>
                  </a:lnTo>
                  <a:lnTo>
                    <a:pt x="6816458" y="0"/>
                  </a:lnTo>
                  <a:lnTo>
                    <a:pt x="6813829" y="0"/>
                  </a:lnTo>
                  <a:lnTo>
                    <a:pt x="6812699" y="457"/>
                  </a:lnTo>
                  <a:lnTo>
                    <a:pt x="6810845" y="2324"/>
                  </a:lnTo>
                  <a:lnTo>
                    <a:pt x="6810375" y="3441"/>
                  </a:lnTo>
                  <a:lnTo>
                    <a:pt x="6810375" y="6070"/>
                  </a:lnTo>
                  <a:lnTo>
                    <a:pt x="6810845" y="7200"/>
                  </a:lnTo>
                  <a:lnTo>
                    <a:pt x="6812699" y="9055"/>
                  </a:lnTo>
                  <a:lnTo>
                    <a:pt x="6813829" y="9525"/>
                  </a:lnTo>
                  <a:lnTo>
                    <a:pt x="6816458" y="9525"/>
                  </a:lnTo>
                  <a:lnTo>
                    <a:pt x="6817576" y="9055"/>
                  </a:lnTo>
                  <a:lnTo>
                    <a:pt x="6819443" y="7200"/>
                  </a:lnTo>
                  <a:lnTo>
                    <a:pt x="6819900" y="6070"/>
                  </a:lnTo>
                  <a:lnTo>
                    <a:pt x="6819900" y="3441"/>
                  </a:lnTo>
                  <a:close/>
                </a:path>
                <a:path w="9010650" h="1435735">
                  <a:moveTo>
                    <a:pt x="6867525" y="1429473"/>
                  </a:moveTo>
                  <a:lnTo>
                    <a:pt x="6867068" y="1428356"/>
                  </a:lnTo>
                  <a:lnTo>
                    <a:pt x="6865201" y="1426489"/>
                  </a:lnTo>
                  <a:lnTo>
                    <a:pt x="6864083" y="1426019"/>
                  </a:lnTo>
                  <a:lnTo>
                    <a:pt x="6861454" y="1426019"/>
                  </a:lnTo>
                  <a:lnTo>
                    <a:pt x="6860324" y="1426489"/>
                  </a:lnTo>
                  <a:lnTo>
                    <a:pt x="6858470" y="1428356"/>
                  </a:lnTo>
                  <a:lnTo>
                    <a:pt x="6858000" y="1429473"/>
                  </a:lnTo>
                  <a:lnTo>
                    <a:pt x="6858000" y="1432102"/>
                  </a:lnTo>
                  <a:lnTo>
                    <a:pt x="6858470" y="1433220"/>
                  </a:lnTo>
                  <a:lnTo>
                    <a:pt x="6860324" y="1435087"/>
                  </a:lnTo>
                  <a:lnTo>
                    <a:pt x="6861454" y="1435544"/>
                  </a:lnTo>
                  <a:lnTo>
                    <a:pt x="6864083" y="1435544"/>
                  </a:lnTo>
                  <a:lnTo>
                    <a:pt x="6865201" y="1435087"/>
                  </a:lnTo>
                  <a:lnTo>
                    <a:pt x="6867068" y="1433220"/>
                  </a:lnTo>
                  <a:lnTo>
                    <a:pt x="6867525" y="1432102"/>
                  </a:lnTo>
                  <a:lnTo>
                    <a:pt x="6867525" y="1429473"/>
                  </a:lnTo>
                  <a:close/>
                </a:path>
                <a:path w="9010650" h="1435735">
                  <a:moveTo>
                    <a:pt x="6867525" y="954125"/>
                  </a:moveTo>
                  <a:lnTo>
                    <a:pt x="6867068" y="953008"/>
                  </a:lnTo>
                  <a:lnTo>
                    <a:pt x="6865201" y="951153"/>
                  </a:lnTo>
                  <a:lnTo>
                    <a:pt x="6864083" y="950683"/>
                  </a:lnTo>
                  <a:lnTo>
                    <a:pt x="6861454" y="950683"/>
                  </a:lnTo>
                  <a:lnTo>
                    <a:pt x="6860324" y="951153"/>
                  </a:lnTo>
                  <a:lnTo>
                    <a:pt x="6858470" y="953008"/>
                  </a:lnTo>
                  <a:lnTo>
                    <a:pt x="6858000" y="954125"/>
                  </a:lnTo>
                  <a:lnTo>
                    <a:pt x="6858000" y="956754"/>
                  </a:lnTo>
                  <a:lnTo>
                    <a:pt x="6858470" y="957884"/>
                  </a:lnTo>
                  <a:lnTo>
                    <a:pt x="6860324" y="959739"/>
                  </a:lnTo>
                  <a:lnTo>
                    <a:pt x="6861454" y="960208"/>
                  </a:lnTo>
                  <a:lnTo>
                    <a:pt x="6864083" y="960208"/>
                  </a:lnTo>
                  <a:lnTo>
                    <a:pt x="6865201" y="959739"/>
                  </a:lnTo>
                  <a:lnTo>
                    <a:pt x="6867068" y="957884"/>
                  </a:lnTo>
                  <a:lnTo>
                    <a:pt x="6867525" y="956754"/>
                  </a:lnTo>
                  <a:lnTo>
                    <a:pt x="6867525" y="954125"/>
                  </a:lnTo>
                  <a:close/>
                </a:path>
                <a:path w="9010650" h="1435735">
                  <a:moveTo>
                    <a:pt x="6867525" y="478790"/>
                  </a:moveTo>
                  <a:lnTo>
                    <a:pt x="6867068" y="477659"/>
                  </a:lnTo>
                  <a:lnTo>
                    <a:pt x="6865201" y="475805"/>
                  </a:lnTo>
                  <a:lnTo>
                    <a:pt x="6864083" y="475335"/>
                  </a:lnTo>
                  <a:lnTo>
                    <a:pt x="6861454" y="475335"/>
                  </a:lnTo>
                  <a:lnTo>
                    <a:pt x="6860324" y="475805"/>
                  </a:lnTo>
                  <a:lnTo>
                    <a:pt x="6858470" y="477659"/>
                  </a:lnTo>
                  <a:lnTo>
                    <a:pt x="6858000" y="478790"/>
                  </a:lnTo>
                  <a:lnTo>
                    <a:pt x="6858000" y="481418"/>
                  </a:lnTo>
                  <a:lnTo>
                    <a:pt x="6858470" y="482536"/>
                  </a:lnTo>
                  <a:lnTo>
                    <a:pt x="6860324" y="484403"/>
                  </a:lnTo>
                  <a:lnTo>
                    <a:pt x="6861454" y="484860"/>
                  </a:lnTo>
                  <a:lnTo>
                    <a:pt x="6864083" y="484860"/>
                  </a:lnTo>
                  <a:lnTo>
                    <a:pt x="6865201" y="484403"/>
                  </a:lnTo>
                  <a:lnTo>
                    <a:pt x="6867068" y="482536"/>
                  </a:lnTo>
                  <a:lnTo>
                    <a:pt x="6867525" y="481418"/>
                  </a:lnTo>
                  <a:lnTo>
                    <a:pt x="6867525" y="478790"/>
                  </a:lnTo>
                  <a:close/>
                </a:path>
                <a:path w="9010650" h="1435735">
                  <a:moveTo>
                    <a:pt x="6867525" y="3441"/>
                  </a:moveTo>
                  <a:lnTo>
                    <a:pt x="6867068" y="2324"/>
                  </a:lnTo>
                  <a:lnTo>
                    <a:pt x="6865201" y="457"/>
                  </a:lnTo>
                  <a:lnTo>
                    <a:pt x="6864083" y="0"/>
                  </a:lnTo>
                  <a:lnTo>
                    <a:pt x="6861454" y="0"/>
                  </a:lnTo>
                  <a:lnTo>
                    <a:pt x="6860324" y="457"/>
                  </a:lnTo>
                  <a:lnTo>
                    <a:pt x="6858470" y="2324"/>
                  </a:lnTo>
                  <a:lnTo>
                    <a:pt x="6858000" y="3441"/>
                  </a:lnTo>
                  <a:lnTo>
                    <a:pt x="6858000" y="6070"/>
                  </a:lnTo>
                  <a:lnTo>
                    <a:pt x="6858470" y="7200"/>
                  </a:lnTo>
                  <a:lnTo>
                    <a:pt x="6860324" y="9055"/>
                  </a:lnTo>
                  <a:lnTo>
                    <a:pt x="6861454" y="9525"/>
                  </a:lnTo>
                  <a:lnTo>
                    <a:pt x="6864083" y="9525"/>
                  </a:lnTo>
                  <a:lnTo>
                    <a:pt x="6865201" y="9055"/>
                  </a:lnTo>
                  <a:lnTo>
                    <a:pt x="6867068" y="7200"/>
                  </a:lnTo>
                  <a:lnTo>
                    <a:pt x="6867525" y="6070"/>
                  </a:lnTo>
                  <a:lnTo>
                    <a:pt x="6867525" y="3441"/>
                  </a:lnTo>
                  <a:close/>
                </a:path>
                <a:path w="9010650" h="1435735">
                  <a:moveTo>
                    <a:pt x="6915150" y="1429473"/>
                  </a:moveTo>
                  <a:lnTo>
                    <a:pt x="6914693" y="1428356"/>
                  </a:lnTo>
                  <a:lnTo>
                    <a:pt x="6912826" y="1426489"/>
                  </a:lnTo>
                  <a:lnTo>
                    <a:pt x="6911708" y="1426019"/>
                  </a:lnTo>
                  <a:lnTo>
                    <a:pt x="6909079" y="1426019"/>
                  </a:lnTo>
                  <a:lnTo>
                    <a:pt x="6907949" y="1426489"/>
                  </a:lnTo>
                  <a:lnTo>
                    <a:pt x="6906095" y="1428356"/>
                  </a:lnTo>
                  <a:lnTo>
                    <a:pt x="6905625" y="1429473"/>
                  </a:lnTo>
                  <a:lnTo>
                    <a:pt x="6905625" y="1432102"/>
                  </a:lnTo>
                  <a:lnTo>
                    <a:pt x="6906095" y="1433220"/>
                  </a:lnTo>
                  <a:lnTo>
                    <a:pt x="6907949" y="1435087"/>
                  </a:lnTo>
                  <a:lnTo>
                    <a:pt x="6909079" y="1435544"/>
                  </a:lnTo>
                  <a:lnTo>
                    <a:pt x="6911708" y="1435544"/>
                  </a:lnTo>
                  <a:lnTo>
                    <a:pt x="6912826" y="1435087"/>
                  </a:lnTo>
                  <a:lnTo>
                    <a:pt x="6914693" y="1433220"/>
                  </a:lnTo>
                  <a:lnTo>
                    <a:pt x="6915150" y="1432102"/>
                  </a:lnTo>
                  <a:lnTo>
                    <a:pt x="6915150" y="1429473"/>
                  </a:lnTo>
                  <a:close/>
                </a:path>
                <a:path w="9010650" h="1435735">
                  <a:moveTo>
                    <a:pt x="6915150" y="954125"/>
                  </a:moveTo>
                  <a:lnTo>
                    <a:pt x="6914693" y="953008"/>
                  </a:lnTo>
                  <a:lnTo>
                    <a:pt x="6912826" y="951153"/>
                  </a:lnTo>
                  <a:lnTo>
                    <a:pt x="6911708" y="950683"/>
                  </a:lnTo>
                  <a:lnTo>
                    <a:pt x="6909079" y="950683"/>
                  </a:lnTo>
                  <a:lnTo>
                    <a:pt x="6907949" y="951153"/>
                  </a:lnTo>
                  <a:lnTo>
                    <a:pt x="6906095" y="953008"/>
                  </a:lnTo>
                  <a:lnTo>
                    <a:pt x="6905625" y="954125"/>
                  </a:lnTo>
                  <a:lnTo>
                    <a:pt x="6905625" y="956754"/>
                  </a:lnTo>
                  <a:lnTo>
                    <a:pt x="6906095" y="957884"/>
                  </a:lnTo>
                  <a:lnTo>
                    <a:pt x="6907949" y="959739"/>
                  </a:lnTo>
                  <a:lnTo>
                    <a:pt x="6909079" y="960208"/>
                  </a:lnTo>
                  <a:lnTo>
                    <a:pt x="6911708" y="960208"/>
                  </a:lnTo>
                  <a:lnTo>
                    <a:pt x="6912826" y="959739"/>
                  </a:lnTo>
                  <a:lnTo>
                    <a:pt x="6914693" y="957884"/>
                  </a:lnTo>
                  <a:lnTo>
                    <a:pt x="6915150" y="956754"/>
                  </a:lnTo>
                  <a:lnTo>
                    <a:pt x="6915150" y="954125"/>
                  </a:lnTo>
                  <a:close/>
                </a:path>
                <a:path w="9010650" h="1435735">
                  <a:moveTo>
                    <a:pt x="6915150" y="478790"/>
                  </a:moveTo>
                  <a:lnTo>
                    <a:pt x="6914693" y="477659"/>
                  </a:lnTo>
                  <a:lnTo>
                    <a:pt x="6912826" y="475805"/>
                  </a:lnTo>
                  <a:lnTo>
                    <a:pt x="6911708" y="475335"/>
                  </a:lnTo>
                  <a:lnTo>
                    <a:pt x="6909079" y="475335"/>
                  </a:lnTo>
                  <a:lnTo>
                    <a:pt x="6907949" y="475805"/>
                  </a:lnTo>
                  <a:lnTo>
                    <a:pt x="6906095" y="477659"/>
                  </a:lnTo>
                  <a:lnTo>
                    <a:pt x="6905625" y="478790"/>
                  </a:lnTo>
                  <a:lnTo>
                    <a:pt x="6905625" y="481418"/>
                  </a:lnTo>
                  <a:lnTo>
                    <a:pt x="6906095" y="482536"/>
                  </a:lnTo>
                  <a:lnTo>
                    <a:pt x="6907949" y="484403"/>
                  </a:lnTo>
                  <a:lnTo>
                    <a:pt x="6909079" y="484860"/>
                  </a:lnTo>
                  <a:lnTo>
                    <a:pt x="6911708" y="484860"/>
                  </a:lnTo>
                  <a:lnTo>
                    <a:pt x="6912826" y="484403"/>
                  </a:lnTo>
                  <a:lnTo>
                    <a:pt x="6914693" y="482536"/>
                  </a:lnTo>
                  <a:lnTo>
                    <a:pt x="6915150" y="481418"/>
                  </a:lnTo>
                  <a:lnTo>
                    <a:pt x="6915150" y="478790"/>
                  </a:lnTo>
                  <a:close/>
                </a:path>
                <a:path w="9010650" h="1435735">
                  <a:moveTo>
                    <a:pt x="6915150" y="3441"/>
                  </a:moveTo>
                  <a:lnTo>
                    <a:pt x="6914693" y="2324"/>
                  </a:lnTo>
                  <a:lnTo>
                    <a:pt x="6912826" y="457"/>
                  </a:lnTo>
                  <a:lnTo>
                    <a:pt x="6911708" y="0"/>
                  </a:lnTo>
                  <a:lnTo>
                    <a:pt x="6909079" y="0"/>
                  </a:lnTo>
                  <a:lnTo>
                    <a:pt x="6907949" y="457"/>
                  </a:lnTo>
                  <a:lnTo>
                    <a:pt x="6906095" y="2324"/>
                  </a:lnTo>
                  <a:lnTo>
                    <a:pt x="6905625" y="3441"/>
                  </a:lnTo>
                  <a:lnTo>
                    <a:pt x="6905625" y="6070"/>
                  </a:lnTo>
                  <a:lnTo>
                    <a:pt x="6906095" y="7200"/>
                  </a:lnTo>
                  <a:lnTo>
                    <a:pt x="6907949" y="9055"/>
                  </a:lnTo>
                  <a:lnTo>
                    <a:pt x="6909079" y="9525"/>
                  </a:lnTo>
                  <a:lnTo>
                    <a:pt x="6911708" y="9525"/>
                  </a:lnTo>
                  <a:lnTo>
                    <a:pt x="6912826" y="9055"/>
                  </a:lnTo>
                  <a:lnTo>
                    <a:pt x="6914693" y="7200"/>
                  </a:lnTo>
                  <a:lnTo>
                    <a:pt x="6915150" y="6070"/>
                  </a:lnTo>
                  <a:lnTo>
                    <a:pt x="6915150" y="3441"/>
                  </a:lnTo>
                  <a:close/>
                </a:path>
                <a:path w="9010650" h="1435735">
                  <a:moveTo>
                    <a:pt x="6962775" y="1429473"/>
                  </a:moveTo>
                  <a:lnTo>
                    <a:pt x="6962318" y="1428356"/>
                  </a:lnTo>
                  <a:lnTo>
                    <a:pt x="6960451" y="1426489"/>
                  </a:lnTo>
                  <a:lnTo>
                    <a:pt x="6959333" y="1426019"/>
                  </a:lnTo>
                  <a:lnTo>
                    <a:pt x="6956704" y="1426019"/>
                  </a:lnTo>
                  <a:lnTo>
                    <a:pt x="6955587" y="1426489"/>
                  </a:lnTo>
                  <a:lnTo>
                    <a:pt x="6953720" y="1428356"/>
                  </a:lnTo>
                  <a:lnTo>
                    <a:pt x="6953250" y="1429473"/>
                  </a:lnTo>
                  <a:lnTo>
                    <a:pt x="6953250" y="1432102"/>
                  </a:lnTo>
                  <a:lnTo>
                    <a:pt x="6953720" y="1433220"/>
                  </a:lnTo>
                  <a:lnTo>
                    <a:pt x="6955587" y="1435087"/>
                  </a:lnTo>
                  <a:lnTo>
                    <a:pt x="6956704" y="1435544"/>
                  </a:lnTo>
                  <a:lnTo>
                    <a:pt x="6959333" y="1435544"/>
                  </a:lnTo>
                  <a:lnTo>
                    <a:pt x="6960451" y="1435087"/>
                  </a:lnTo>
                  <a:lnTo>
                    <a:pt x="6962318" y="1433220"/>
                  </a:lnTo>
                  <a:lnTo>
                    <a:pt x="6962775" y="1432102"/>
                  </a:lnTo>
                  <a:lnTo>
                    <a:pt x="6962775" y="1429473"/>
                  </a:lnTo>
                  <a:close/>
                </a:path>
                <a:path w="9010650" h="1435735">
                  <a:moveTo>
                    <a:pt x="6962775" y="954125"/>
                  </a:moveTo>
                  <a:lnTo>
                    <a:pt x="6962318" y="953008"/>
                  </a:lnTo>
                  <a:lnTo>
                    <a:pt x="6960451" y="951153"/>
                  </a:lnTo>
                  <a:lnTo>
                    <a:pt x="6959333" y="950683"/>
                  </a:lnTo>
                  <a:lnTo>
                    <a:pt x="6956704" y="950683"/>
                  </a:lnTo>
                  <a:lnTo>
                    <a:pt x="6955587" y="951153"/>
                  </a:lnTo>
                  <a:lnTo>
                    <a:pt x="6953720" y="953008"/>
                  </a:lnTo>
                  <a:lnTo>
                    <a:pt x="6953250" y="954125"/>
                  </a:lnTo>
                  <a:lnTo>
                    <a:pt x="6953250" y="956754"/>
                  </a:lnTo>
                  <a:lnTo>
                    <a:pt x="6953720" y="957884"/>
                  </a:lnTo>
                  <a:lnTo>
                    <a:pt x="6955587" y="959739"/>
                  </a:lnTo>
                  <a:lnTo>
                    <a:pt x="6956704" y="960208"/>
                  </a:lnTo>
                  <a:lnTo>
                    <a:pt x="6959333" y="960208"/>
                  </a:lnTo>
                  <a:lnTo>
                    <a:pt x="6960451" y="959739"/>
                  </a:lnTo>
                  <a:lnTo>
                    <a:pt x="6962318" y="957884"/>
                  </a:lnTo>
                  <a:lnTo>
                    <a:pt x="6962775" y="956754"/>
                  </a:lnTo>
                  <a:lnTo>
                    <a:pt x="6962775" y="954125"/>
                  </a:lnTo>
                  <a:close/>
                </a:path>
                <a:path w="9010650" h="1435735">
                  <a:moveTo>
                    <a:pt x="6962775" y="478790"/>
                  </a:moveTo>
                  <a:lnTo>
                    <a:pt x="6962318" y="477659"/>
                  </a:lnTo>
                  <a:lnTo>
                    <a:pt x="6960451" y="475805"/>
                  </a:lnTo>
                  <a:lnTo>
                    <a:pt x="6959333" y="475335"/>
                  </a:lnTo>
                  <a:lnTo>
                    <a:pt x="6956704" y="475335"/>
                  </a:lnTo>
                  <a:lnTo>
                    <a:pt x="6955587" y="475805"/>
                  </a:lnTo>
                  <a:lnTo>
                    <a:pt x="6953720" y="477659"/>
                  </a:lnTo>
                  <a:lnTo>
                    <a:pt x="6953250" y="478790"/>
                  </a:lnTo>
                  <a:lnTo>
                    <a:pt x="6953250" y="481418"/>
                  </a:lnTo>
                  <a:lnTo>
                    <a:pt x="6953720" y="482536"/>
                  </a:lnTo>
                  <a:lnTo>
                    <a:pt x="6955587" y="484403"/>
                  </a:lnTo>
                  <a:lnTo>
                    <a:pt x="6956704" y="484860"/>
                  </a:lnTo>
                  <a:lnTo>
                    <a:pt x="6959333" y="484860"/>
                  </a:lnTo>
                  <a:lnTo>
                    <a:pt x="6960451" y="484403"/>
                  </a:lnTo>
                  <a:lnTo>
                    <a:pt x="6962318" y="482536"/>
                  </a:lnTo>
                  <a:lnTo>
                    <a:pt x="6962775" y="481418"/>
                  </a:lnTo>
                  <a:lnTo>
                    <a:pt x="6962775" y="478790"/>
                  </a:lnTo>
                  <a:close/>
                </a:path>
                <a:path w="9010650" h="1435735">
                  <a:moveTo>
                    <a:pt x="6962775" y="3441"/>
                  </a:moveTo>
                  <a:lnTo>
                    <a:pt x="6962318" y="2324"/>
                  </a:lnTo>
                  <a:lnTo>
                    <a:pt x="6960451" y="457"/>
                  </a:lnTo>
                  <a:lnTo>
                    <a:pt x="6959333" y="0"/>
                  </a:lnTo>
                  <a:lnTo>
                    <a:pt x="6956704" y="0"/>
                  </a:lnTo>
                  <a:lnTo>
                    <a:pt x="6955587" y="457"/>
                  </a:lnTo>
                  <a:lnTo>
                    <a:pt x="6953720" y="2324"/>
                  </a:lnTo>
                  <a:lnTo>
                    <a:pt x="6953250" y="3441"/>
                  </a:lnTo>
                  <a:lnTo>
                    <a:pt x="6953250" y="6070"/>
                  </a:lnTo>
                  <a:lnTo>
                    <a:pt x="6953720" y="7200"/>
                  </a:lnTo>
                  <a:lnTo>
                    <a:pt x="6955587" y="9055"/>
                  </a:lnTo>
                  <a:lnTo>
                    <a:pt x="6956704" y="9525"/>
                  </a:lnTo>
                  <a:lnTo>
                    <a:pt x="6959333" y="9525"/>
                  </a:lnTo>
                  <a:lnTo>
                    <a:pt x="6960451" y="9055"/>
                  </a:lnTo>
                  <a:lnTo>
                    <a:pt x="6962318" y="7200"/>
                  </a:lnTo>
                  <a:lnTo>
                    <a:pt x="6962775" y="6070"/>
                  </a:lnTo>
                  <a:lnTo>
                    <a:pt x="6962775" y="3441"/>
                  </a:lnTo>
                  <a:close/>
                </a:path>
                <a:path w="9010650" h="1435735">
                  <a:moveTo>
                    <a:pt x="7010400" y="1429473"/>
                  </a:moveTo>
                  <a:lnTo>
                    <a:pt x="7009943" y="1428356"/>
                  </a:lnTo>
                  <a:lnTo>
                    <a:pt x="7008076" y="1426489"/>
                  </a:lnTo>
                  <a:lnTo>
                    <a:pt x="7006958" y="1426019"/>
                  </a:lnTo>
                  <a:lnTo>
                    <a:pt x="7004329" y="1426019"/>
                  </a:lnTo>
                  <a:lnTo>
                    <a:pt x="7003199" y="1426489"/>
                  </a:lnTo>
                  <a:lnTo>
                    <a:pt x="7001345" y="1428356"/>
                  </a:lnTo>
                  <a:lnTo>
                    <a:pt x="7000875" y="1429473"/>
                  </a:lnTo>
                  <a:lnTo>
                    <a:pt x="7000875" y="1432102"/>
                  </a:lnTo>
                  <a:lnTo>
                    <a:pt x="7001345" y="1433220"/>
                  </a:lnTo>
                  <a:lnTo>
                    <a:pt x="7003199" y="1435087"/>
                  </a:lnTo>
                  <a:lnTo>
                    <a:pt x="7004329" y="1435544"/>
                  </a:lnTo>
                  <a:lnTo>
                    <a:pt x="7006958" y="1435544"/>
                  </a:lnTo>
                  <a:lnTo>
                    <a:pt x="7008076" y="1435087"/>
                  </a:lnTo>
                  <a:lnTo>
                    <a:pt x="7009943" y="1433220"/>
                  </a:lnTo>
                  <a:lnTo>
                    <a:pt x="7010400" y="1432102"/>
                  </a:lnTo>
                  <a:lnTo>
                    <a:pt x="7010400" y="1429473"/>
                  </a:lnTo>
                  <a:close/>
                </a:path>
                <a:path w="9010650" h="1435735">
                  <a:moveTo>
                    <a:pt x="7010400" y="954125"/>
                  </a:moveTo>
                  <a:lnTo>
                    <a:pt x="7009943" y="953008"/>
                  </a:lnTo>
                  <a:lnTo>
                    <a:pt x="7008076" y="951153"/>
                  </a:lnTo>
                  <a:lnTo>
                    <a:pt x="7006958" y="950683"/>
                  </a:lnTo>
                  <a:lnTo>
                    <a:pt x="7004329" y="950683"/>
                  </a:lnTo>
                  <a:lnTo>
                    <a:pt x="7003199" y="951153"/>
                  </a:lnTo>
                  <a:lnTo>
                    <a:pt x="7001345" y="953008"/>
                  </a:lnTo>
                  <a:lnTo>
                    <a:pt x="7000875" y="954125"/>
                  </a:lnTo>
                  <a:lnTo>
                    <a:pt x="7000875" y="956754"/>
                  </a:lnTo>
                  <a:lnTo>
                    <a:pt x="7001345" y="957884"/>
                  </a:lnTo>
                  <a:lnTo>
                    <a:pt x="7003199" y="959739"/>
                  </a:lnTo>
                  <a:lnTo>
                    <a:pt x="7004329" y="960208"/>
                  </a:lnTo>
                  <a:lnTo>
                    <a:pt x="7006958" y="960208"/>
                  </a:lnTo>
                  <a:lnTo>
                    <a:pt x="7008076" y="959739"/>
                  </a:lnTo>
                  <a:lnTo>
                    <a:pt x="7009943" y="957884"/>
                  </a:lnTo>
                  <a:lnTo>
                    <a:pt x="7010400" y="956754"/>
                  </a:lnTo>
                  <a:lnTo>
                    <a:pt x="7010400" y="954125"/>
                  </a:lnTo>
                  <a:close/>
                </a:path>
                <a:path w="9010650" h="1435735">
                  <a:moveTo>
                    <a:pt x="7010400" y="478790"/>
                  </a:moveTo>
                  <a:lnTo>
                    <a:pt x="7009943" y="477659"/>
                  </a:lnTo>
                  <a:lnTo>
                    <a:pt x="7008076" y="475805"/>
                  </a:lnTo>
                  <a:lnTo>
                    <a:pt x="7006958" y="475335"/>
                  </a:lnTo>
                  <a:lnTo>
                    <a:pt x="7004329" y="475335"/>
                  </a:lnTo>
                  <a:lnTo>
                    <a:pt x="7003199" y="475805"/>
                  </a:lnTo>
                  <a:lnTo>
                    <a:pt x="7001345" y="477659"/>
                  </a:lnTo>
                  <a:lnTo>
                    <a:pt x="7000875" y="478790"/>
                  </a:lnTo>
                  <a:lnTo>
                    <a:pt x="7000875" y="481418"/>
                  </a:lnTo>
                  <a:lnTo>
                    <a:pt x="7001345" y="482536"/>
                  </a:lnTo>
                  <a:lnTo>
                    <a:pt x="7003199" y="484403"/>
                  </a:lnTo>
                  <a:lnTo>
                    <a:pt x="7004329" y="484860"/>
                  </a:lnTo>
                  <a:lnTo>
                    <a:pt x="7006958" y="484860"/>
                  </a:lnTo>
                  <a:lnTo>
                    <a:pt x="7008076" y="484403"/>
                  </a:lnTo>
                  <a:lnTo>
                    <a:pt x="7009943" y="482536"/>
                  </a:lnTo>
                  <a:lnTo>
                    <a:pt x="7010400" y="481418"/>
                  </a:lnTo>
                  <a:lnTo>
                    <a:pt x="7010400" y="478790"/>
                  </a:lnTo>
                  <a:close/>
                </a:path>
                <a:path w="9010650" h="1435735">
                  <a:moveTo>
                    <a:pt x="7010400" y="3441"/>
                  </a:moveTo>
                  <a:lnTo>
                    <a:pt x="7009943" y="2324"/>
                  </a:lnTo>
                  <a:lnTo>
                    <a:pt x="7008076" y="457"/>
                  </a:lnTo>
                  <a:lnTo>
                    <a:pt x="7006958" y="0"/>
                  </a:lnTo>
                  <a:lnTo>
                    <a:pt x="7004329" y="0"/>
                  </a:lnTo>
                  <a:lnTo>
                    <a:pt x="7003199" y="457"/>
                  </a:lnTo>
                  <a:lnTo>
                    <a:pt x="7001345" y="2324"/>
                  </a:lnTo>
                  <a:lnTo>
                    <a:pt x="7000875" y="3441"/>
                  </a:lnTo>
                  <a:lnTo>
                    <a:pt x="7000875" y="6070"/>
                  </a:lnTo>
                  <a:lnTo>
                    <a:pt x="7001345" y="7200"/>
                  </a:lnTo>
                  <a:lnTo>
                    <a:pt x="7003199" y="9055"/>
                  </a:lnTo>
                  <a:lnTo>
                    <a:pt x="7004329" y="9525"/>
                  </a:lnTo>
                  <a:lnTo>
                    <a:pt x="7006958" y="9525"/>
                  </a:lnTo>
                  <a:lnTo>
                    <a:pt x="7008076" y="9055"/>
                  </a:lnTo>
                  <a:lnTo>
                    <a:pt x="7009943" y="7200"/>
                  </a:lnTo>
                  <a:lnTo>
                    <a:pt x="7010400" y="6070"/>
                  </a:lnTo>
                  <a:lnTo>
                    <a:pt x="7010400" y="3441"/>
                  </a:lnTo>
                  <a:close/>
                </a:path>
                <a:path w="9010650" h="1435735">
                  <a:moveTo>
                    <a:pt x="7058025" y="1429473"/>
                  </a:moveTo>
                  <a:lnTo>
                    <a:pt x="7057568" y="1428356"/>
                  </a:lnTo>
                  <a:lnTo>
                    <a:pt x="7055701" y="1426489"/>
                  </a:lnTo>
                  <a:lnTo>
                    <a:pt x="7054583" y="1426019"/>
                  </a:lnTo>
                  <a:lnTo>
                    <a:pt x="7051954" y="1426019"/>
                  </a:lnTo>
                  <a:lnTo>
                    <a:pt x="7050837" y="1426489"/>
                  </a:lnTo>
                  <a:lnTo>
                    <a:pt x="7048970" y="1428356"/>
                  </a:lnTo>
                  <a:lnTo>
                    <a:pt x="7048500" y="1429473"/>
                  </a:lnTo>
                  <a:lnTo>
                    <a:pt x="7048500" y="1432102"/>
                  </a:lnTo>
                  <a:lnTo>
                    <a:pt x="7048970" y="1433220"/>
                  </a:lnTo>
                  <a:lnTo>
                    <a:pt x="7050837" y="1435087"/>
                  </a:lnTo>
                  <a:lnTo>
                    <a:pt x="7051954" y="1435544"/>
                  </a:lnTo>
                  <a:lnTo>
                    <a:pt x="7054583" y="1435544"/>
                  </a:lnTo>
                  <a:lnTo>
                    <a:pt x="7055701" y="1435087"/>
                  </a:lnTo>
                  <a:lnTo>
                    <a:pt x="7057568" y="1433220"/>
                  </a:lnTo>
                  <a:lnTo>
                    <a:pt x="7058025" y="1432102"/>
                  </a:lnTo>
                  <a:lnTo>
                    <a:pt x="7058025" y="1429473"/>
                  </a:lnTo>
                  <a:close/>
                </a:path>
                <a:path w="9010650" h="1435735">
                  <a:moveTo>
                    <a:pt x="7058025" y="954125"/>
                  </a:moveTo>
                  <a:lnTo>
                    <a:pt x="7057568" y="953008"/>
                  </a:lnTo>
                  <a:lnTo>
                    <a:pt x="7055701" y="951153"/>
                  </a:lnTo>
                  <a:lnTo>
                    <a:pt x="7054583" y="950683"/>
                  </a:lnTo>
                  <a:lnTo>
                    <a:pt x="7051954" y="950683"/>
                  </a:lnTo>
                  <a:lnTo>
                    <a:pt x="7050837" y="951153"/>
                  </a:lnTo>
                  <a:lnTo>
                    <a:pt x="7048970" y="953008"/>
                  </a:lnTo>
                  <a:lnTo>
                    <a:pt x="7048500" y="954125"/>
                  </a:lnTo>
                  <a:lnTo>
                    <a:pt x="7048500" y="956754"/>
                  </a:lnTo>
                  <a:lnTo>
                    <a:pt x="7048970" y="957884"/>
                  </a:lnTo>
                  <a:lnTo>
                    <a:pt x="7050837" y="959739"/>
                  </a:lnTo>
                  <a:lnTo>
                    <a:pt x="7051954" y="960208"/>
                  </a:lnTo>
                  <a:lnTo>
                    <a:pt x="7054583" y="960208"/>
                  </a:lnTo>
                  <a:lnTo>
                    <a:pt x="7055701" y="959739"/>
                  </a:lnTo>
                  <a:lnTo>
                    <a:pt x="7057568" y="957884"/>
                  </a:lnTo>
                  <a:lnTo>
                    <a:pt x="7058025" y="956754"/>
                  </a:lnTo>
                  <a:lnTo>
                    <a:pt x="7058025" y="954125"/>
                  </a:lnTo>
                  <a:close/>
                </a:path>
                <a:path w="9010650" h="1435735">
                  <a:moveTo>
                    <a:pt x="7058025" y="478790"/>
                  </a:moveTo>
                  <a:lnTo>
                    <a:pt x="7057568" y="477659"/>
                  </a:lnTo>
                  <a:lnTo>
                    <a:pt x="7055701" y="475805"/>
                  </a:lnTo>
                  <a:lnTo>
                    <a:pt x="7054583" y="475335"/>
                  </a:lnTo>
                  <a:lnTo>
                    <a:pt x="7051954" y="475335"/>
                  </a:lnTo>
                  <a:lnTo>
                    <a:pt x="7050837" y="475805"/>
                  </a:lnTo>
                  <a:lnTo>
                    <a:pt x="7048970" y="477659"/>
                  </a:lnTo>
                  <a:lnTo>
                    <a:pt x="7048500" y="478790"/>
                  </a:lnTo>
                  <a:lnTo>
                    <a:pt x="7048500" y="481418"/>
                  </a:lnTo>
                  <a:lnTo>
                    <a:pt x="7048970" y="482536"/>
                  </a:lnTo>
                  <a:lnTo>
                    <a:pt x="7050837" y="484403"/>
                  </a:lnTo>
                  <a:lnTo>
                    <a:pt x="7051954" y="484860"/>
                  </a:lnTo>
                  <a:lnTo>
                    <a:pt x="7054583" y="484860"/>
                  </a:lnTo>
                  <a:lnTo>
                    <a:pt x="7055701" y="484403"/>
                  </a:lnTo>
                  <a:lnTo>
                    <a:pt x="7057568" y="482536"/>
                  </a:lnTo>
                  <a:lnTo>
                    <a:pt x="7058025" y="481418"/>
                  </a:lnTo>
                  <a:lnTo>
                    <a:pt x="7058025" y="478790"/>
                  </a:lnTo>
                  <a:close/>
                </a:path>
                <a:path w="9010650" h="1435735">
                  <a:moveTo>
                    <a:pt x="7058025" y="3441"/>
                  </a:moveTo>
                  <a:lnTo>
                    <a:pt x="7057568" y="2324"/>
                  </a:lnTo>
                  <a:lnTo>
                    <a:pt x="7055701" y="457"/>
                  </a:lnTo>
                  <a:lnTo>
                    <a:pt x="7054583" y="0"/>
                  </a:lnTo>
                  <a:lnTo>
                    <a:pt x="7051954" y="0"/>
                  </a:lnTo>
                  <a:lnTo>
                    <a:pt x="7050837" y="457"/>
                  </a:lnTo>
                  <a:lnTo>
                    <a:pt x="7048970" y="2324"/>
                  </a:lnTo>
                  <a:lnTo>
                    <a:pt x="7048500" y="3441"/>
                  </a:lnTo>
                  <a:lnTo>
                    <a:pt x="7048500" y="6070"/>
                  </a:lnTo>
                  <a:lnTo>
                    <a:pt x="7048970" y="7200"/>
                  </a:lnTo>
                  <a:lnTo>
                    <a:pt x="7050837" y="9055"/>
                  </a:lnTo>
                  <a:lnTo>
                    <a:pt x="7051954" y="9525"/>
                  </a:lnTo>
                  <a:lnTo>
                    <a:pt x="7054583" y="9525"/>
                  </a:lnTo>
                  <a:lnTo>
                    <a:pt x="7055701" y="9055"/>
                  </a:lnTo>
                  <a:lnTo>
                    <a:pt x="7057568" y="7200"/>
                  </a:lnTo>
                  <a:lnTo>
                    <a:pt x="7058025" y="6070"/>
                  </a:lnTo>
                  <a:lnTo>
                    <a:pt x="7058025" y="3441"/>
                  </a:lnTo>
                  <a:close/>
                </a:path>
                <a:path w="9010650" h="1435735">
                  <a:moveTo>
                    <a:pt x="7105650" y="1429473"/>
                  </a:moveTo>
                  <a:lnTo>
                    <a:pt x="7105193" y="1428356"/>
                  </a:lnTo>
                  <a:lnTo>
                    <a:pt x="7103326" y="1426489"/>
                  </a:lnTo>
                  <a:lnTo>
                    <a:pt x="7102208" y="1426019"/>
                  </a:lnTo>
                  <a:lnTo>
                    <a:pt x="7099579" y="1426019"/>
                  </a:lnTo>
                  <a:lnTo>
                    <a:pt x="7098449" y="1426489"/>
                  </a:lnTo>
                  <a:lnTo>
                    <a:pt x="7096595" y="1428356"/>
                  </a:lnTo>
                  <a:lnTo>
                    <a:pt x="7096125" y="1429473"/>
                  </a:lnTo>
                  <a:lnTo>
                    <a:pt x="7096125" y="1432102"/>
                  </a:lnTo>
                  <a:lnTo>
                    <a:pt x="7096595" y="1433220"/>
                  </a:lnTo>
                  <a:lnTo>
                    <a:pt x="7098449" y="1435087"/>
                  </a:lnTo>
                  <a:lnTo>
                    <a:pt x="7099579" y="1435544"/>
                  </a:lnTo>
                  <a:lnTo>
                    <a:pt x="7102208" y="1435544"/>
                  </a:lnTo>
                  <a:lnTo>
                    <a:pt x="7103326" y="1435087"/>
                  </a:lnTo>
                  <a:lnTo>
                    <a:pt x="7105193" y="1433220"/>
                  </a:lnTo>
                  <a:lnTo>
                    <a:pt x="7105650" y="1432102"/>
                  </a:lnTo>
                  <a:lnTo>
                    <a:pt x="7105650" y="1429473"/>
                  </a:lnTo>
                  <a:close/>
                </a:path>
                <a:path w="9010650" h="1435735">
                  <a:moveTo>
                    <a:pt x="7105650" y="954125"/>
                  </a:moveTo>
                  <a:lnTo>
                    <a:pt x="7105193" y="953008"/>
                  </a:lnTo>
                  <a:lnTo>
                    <a:pt x="7103326" y="951153"/>
                  </a:lnTo>
                  <a:lnTo>
                    <a:pt x="7102208" y="950683"/>
                  </a:lnTo>
                  <a:lnTo>
                    <a:pt x="7099579" y="950683"/>
                  </a:lnTo>
                  <a:lnTo>
                    <a:pt x="7098449" y="951153"/>
                  </a:lnTo>
                  <a:lnTo>
                    <a:pt x="7096595" y="953008"/>
                  </a:lnTo>
                  <a:lnTo>
                    <a:pt x="7096125" y="954125"/>
                  </a:lnTo>
                  <a:lnTo>
                    <a:pt x="7096125" y="956754"/>
                  </a:lnTo>
                  <a:lnTo>
                    <a:pt x="7096595" y="957884"/>
                  </a:lnTo>
                  <a:lnTo>
                    <a:pt x="7098449" y="959739"/>
                  </a:lnTo>
                  <a:lnTo>
                    <a:pt x="7099579" y="960208"/>
                  </a:lnTo>
                  <a:lnTo>
                    <a:pt x="7102208" y="960208"/>
                  </a:lnTo>
                  <a:lnTo>
                    <a:pt x="7103326" y="959739"/>
                  </a:lnTo>
                  <a:lnTo>
                    <a:pt x="7105193" y="957884"/>
                  </a:lnTo>
                  <a:lnTo>
                    <a:pt x="7105650" y="956754"/>
                  </a:lnTo>
                  <a:lnTo>
                    <a:pt x="7105650" y="954125"/>
                  </a:lnTo>
                  <a:close/>
                </a:path>
                <a:path w="9010650" h="1435735">
                  <a:moveTo>
                    <a:pt x="7105650" y="478790"/>
                  </a:moveTo>
                  <a:lnTo>
                    <a:pt x="7105193" y="477659"/>
                  </a:lnTo>
                  <a:lnTo>
                    <a:pt x="7103326" y="475805"/>
                  </a:lnTo>
                  <a:lnTo>
                    <a:pt x="7102208" y="475335"/>
                  </a:lnTo>
                  <a:lnTo>
                    <a:pt x="7099579" y="475335"/>
                  </a:lnTo>
                  <a:lnTo>
                    <a:pt x="7098449" y="475805"/>
                  </a:lnTo>
                  <a:lnTo>
                    <a:pt x="7096595" y="477659"/>
                  </a:lnTo>
                  <a:lnTo>
                    <a:pt x="7096125" y="478790"/>
                  </a:lnTo>
                  <a:lnTo>
                    <a:pt x="7096125" y="481418"/>
                  </a:lnTo>
                  <a:lnTo>
                    <a:pt x="7096595" y="482536"/>
                  </a:lnTo>
                  <a:lnTo>
                    <a:pt x="7098449" y="484403"/>
                  </a:lnTo>
                  <a:lnTo>
                    <a:pt x="7099579" y="484860"/>
                  </a:lnTo>
                  <a:lnTo>
                    <a:pt x="7102208" y="484860"/>
                  </a:lnTo>
                  <a:lnTo>
                    <a:pt x="7103326" y="484403"/>
                  </a:lnTo>
                  <a:lnTo>
                    <a:pt x="7105193" y="482536"/>
                  </a:lnTo>
                  <a:lnTo>
                    <a:pt x="7105650" y="481418"/>
                  </a:lnTo>
                  <a:lnTo>
                    <a:pt x="7105650" y="478790"/>
                  </a:lnTo>
                  <a:close/>
                </a:path>
                <a:path w="9010650" h="1435735">
                  <a:moveTo>
                    <a:pt x="7105650" y="3441"/>
                  </a:moveTo>
                  <a:lnTo>
                    <a:pt x="7105193" y="2324"/>
                  </a:lnTo>
                  <a:lnTo>
                    <a:pt x="7103326" y="457"/>
                  </a:lnTo>
                  <a:lnTo>
                    <a:pt x="7102208" y="0"/>
                  </a:lnTo>
                  <a:lnTo>
                    <a:pt x="7099579" y="0"/>
                  </a:lnTo>
                  <a:lnTo>
                    <a:pt x="7098449" y="457"/>
                  </a:lnTo>
                  <a:lnTo>
                    <a:pt x="7096595" y="2324"/>
                  </a:lnTo>
                  <a:lnTo>
                    <a:pt x="7096125" y="3441"/>
                  </a:lnTo>
                  <a:lnTo>
                    <a:pt x="7096125" y="6070"/>
                  </a:lnTo>
                  <a:lnTo>
                    <a:pt x="7096595" y="7200"/>
                  </a:lnTo>
                  <a:lnTo>
                    <a:pt x="7098449" y="9055"/>
                  </a:lnTo>
                  <a:lnTo>
                    <a:pt x="7099579" y="9525"/>
                  </a:lnTo>
                  <a:lnTo>
                    <a:pt x="7102208" y="9525"/>
                  </a:lnTo>
                  <a:lnTo>
                    <a:pt x="7103326" y="9055"/>
                  </a:lnTo>
                  <a:lnTo>
                    <a:pt x="7105193" y="7200"/>
                  </a:lnTo>
                  <a:lnTo>
                    <a:pt x="7105650" y="6070"/>
                  </a:lnTo>
                  <a:lnTo>
                    <a:pt x="7105650" y="3441"/>
                  </a:lnTo>
                  <a:close/>
                </a:path>
                <a:path w="9010650" h="1435735">
                  <a:moveTo>
                    <a:pt x="7153275" y="1429473"/>
                  </a:moveTo>
                  <a:lnTo>
                    <a:pt x="7152818" y="1428356"/>
                  </a:lnTo>
                  <a:lnTo>
                    <a:pt x="7150951" y="1426489"/>
                  </a:lnTo>
                  <a:lnTo>
                    <a:pt x="7149833" y="1426019"/>
                  </a:lnTo>
                  <a:lnTo>
                    <a:pt x="7147204" y="1426019"/>
                  </a:lnTo>
                  <a:lnTo>
                    <a:pt x="7146074" y="1426489"/>
                  </a:lnTo>
                  <a:lnTo>
                    <a:pt x="7144220" y="1428356"/>
                  </a:lnTo>
                  <a:lnTo>
                    <a:pt x="7143750" y="1429473"/>
                  </a:lnTo>
                  <a:lnTo>
                    <a:pt x="7143750" y="1432102"/>
                  </a:lnTo>
                  <a:lnTo>
                    <a:pt x="7144220" y="1433220"/>
                  </a:lnTo>
                  <a:lnTo>
                    <a:pt x="7146074" y="1435087"/>
                  </a:lnTo>
                  <a:lnTo>
                    <a:pt x="7147204" y="1435544"/>
                  </a:lnTo>
                  <a:lnTo>
                    <a:pt x="7149833" y="1435544"/>
                  </a:lnTo>
                  <a:lnTo>
                    <a:pt x="7150951" y="1435087"/>
                  </a:lnTo>
                  <a:lnTo>
                    <a:pt x="7152818" y="1433220"/>
                  </a:lnTo>
                  <a:lnTo>
                    <a:pt x="7153275" y="1432102"/>
                  </a:lnTo>
                  <a:lnTo>
                    <a:pt x="7153275" y="1429473"/>
                  </a:lnTo>
                  <a:close/>
                </a:path>
                <a:path w="9010650" h="1435735">
                  <a:moveTo>
                    <a:pt x="7153275" y="954125"/>
                  </a:moveTo>
                  <a:lnTo>
                    <a:pt x="7152818" y="953008"/>
                  </a:lnTo>
                  <a:lnTo>
                    <a:pt x="7150951" y="951153"/>
                  </a:lnTo>
                  <a:lnTo>
                    <a:pt x="7149833" y="950683"/>
                  </a:lnTo>
                  <a:lnTo>
                    <a:pt x="7147204" y="950683"/>
                  </a:lnTo>
                  <a:lnTo>
                    <a:pt x="7146074" y="951153"/>
                  </a:lnTo>
                  <a:lnTo>
                    <a:pt x="7144220" y="953008"/>
                  </a:lnTo>
                  <a:lnTo>
                    <a:pt x="7143750" y="954125"/>
                  </a:lnTo>
                  <a:lnTo>
                    <a:pt x="7143750" y="956754"/>
                  </a:lnTo>
                  <a:lnTo>
                    <a:pt x="7144220" y="957884"/>
                  </a:lnTo>
                  <a:lnTo>
                    <a:pt x="7146074" y="959739"/>
                  </a:lnTo>
                  <a:lnTo>
                    <a:pt x="7147204" y="960208"/>
                  </a:lnTo>
                  <a:lnTo>
                    <a:pt x="7149833" y="960208"/>
                  </a:lnTo>
                  <a:lnTo>
                    <a:pt x="7150951" y="959739"/>
                  </a:lnTo>
                  <a:lnTo>
                    <a:pt x="7152818" y="957884"/>
                  </a:lnTo>
                  <a:lnTo>
                    <a:pt x="7153275" y="956754"/>
                  </a:lnTo>
                  <a:lnTo>
                    <a:pt x="7153275" y="954125"/>
                  </a:lnTo>
                  <a:close/>
                </a:path>
                <a:path w="9010650" h="1435735">
                  <a:moveTo>
                    <a:pt x="7153275" y="478790"/>
                  </a:moveTo>
                  <a:lnTo>
                    <a:pt x="7152818" y="477659"/>
                  </a:lnTo>
                  <a:lnTo>
                    <a:pt x="7150951" y="475805"/>
                  </a:lnTo>
                  <a:lnTo>
                    <a:pt x="7149833" y="475335"/>
                  </a:lnTo>
                  <a:lnTo>
                    <a:pt x="7147204" y="475335"/>
                  </a:lnTo>
                  <a:lnTo>
                    <a:pt x="7146074" y="475805"/>
                  </a:lnTo>
                  <a:lnTo>
                    <a:pt x="7144220" y="477659"/>
                  </a:lnTo>
                  <a:lnTo>
                    <a:pt x="7143750" y="478790"/>
                  </a:lnTo>
                  <a:lnTo>
                    <a:pt x="7143750" y="481418"/>
                  </a:lnTo>
                  <a:lnTo>
                    <a:pt x="7144220" y="482536"/>
                  </a:lnTo>
                  <a:lnTo>
                    <a:pt x="7146074" y="484403"/>
                  </a:lnTo>
                  <a:lnTo>
                    <a:pt x="7147204" y="484860"/>
                  </a:lnTo>
                  <a:lnTo>
                    <a:pt x="7149833" y="484860"/>
                  </a:lnTo>
                  <a:lnTo>
                    <a:pt x="7150951" y="484403"/>
                  </a:lnTo>
                  <a:lnTo>
                    <a:pt x="7152818" y="482536"/>
                  </a:lnTo>
                  <a:lnTo>
                    <a:pt x="7153275" y="481418"/>
                  </a:lnTo>
                  <a:lnTo>
                    <a:pt x="7153275" y="478790"/>
                  </a:lnTo>
                  <a:close/>
                </a:path>
                <a:path w="9010650" h="1435735">
                  <a:moveTo>
                    <a:pt x="7153275" y="3441"/>
                  </a:moveTo>
                  <a:lnTo>
                    <a:pt x="7152818" y="2324"/>
                  </a:lnTo>
                  <a:lnTo>
                    <a:pt x="7150951" y="457"/>
                  </a:lnTo>
                  <a:lnTo>
                    <a:pt x="7149833" y="0"/>
                  </a:lnTo>
                  <a:lnTo>
                    <a:pt x="7147204" y="0"/>
                  </a:lnTo>
                  <a:lnTo>
                    <a:pt x="7146074" y="457"/>
                  </a:lnTo>
                  <a:lnTo>
                    <a:pt x="7144220" y="2324"/>
                  </a:lnTo>
                  <a:lnTo>
                    <a:pt x="7143750" y="3441"/>
                  </a:lnTo>
                  <a:lnTo>
                    <a:pt x="7143750" y="6070"/>
                  </a:lnTo>
                  <a:lnTo>
                    <a:pt x="7144220" y="7200"/>
                  </a:lnTo>
                  <a:lnTo>
                    <a:pt x="7146074" y="9055"/>
                  </a:lnTo>
                  <a:lnTo>
                    <a:pt x="7147204" y="9525"/>
                  </a:lnTo>
                  <a:lnTo>
                    <a:pt x="7149833" y="9525"/>
                  </a:lnTo>
                  <a:lnTo>
                    <a:pt x="7150951" y="9055"/>
                  </a:lnTo>
                  <a:lnTo>
                    <a:pt x="7152818" y="7200"/>
                  </a:lnTo>
                  <a:lnTo>
                    <a:pt x="7153275" y="6070"/>
                  </a:lnTo>
                  <a:lnTo>
                    <a:pt x="7153275" y="3441"/>
                  </a:lnTo>
                  <a:close/>
                </a:path>
                <a:path w="9010650" h="1435735">
                  <a:moveTo>
                    <a:pt x="7200900" y="1429473"/>
                  </a:moveTo>
                  <a:lnTo>
                    <a:pt x="7200443" y="1428356"/>
                  </a:lnTo>
                  <a:lnTo>
                    <a:pt x="7198576" y="1426489"/>
                  </a:lnTo>
                  <a:lnTo>
                    <a:pt x="7197458" y="1426019"/>
                  </a:lnTo>
                  <a:lnTo>
                    <a:pt x="7194829" y="1426019"/>
                  </a:lnTo>
                  <a:lnTo>
                    <a:pt x="7193699" y="1426489"/>
                  </a:lnTo>
                  <a:lnTo>
                    <a:pt x="7191845" y="1428356"/>
                  </a:lnTo>
                  <a:lnTo>
                    <a:pt x="7191375" y="1429473"/>
                  </a:lnTo>
                  <a:lnTo>
                    <a:pt x="7191375" y="1432102"/>
                  </a:lnTo>
                  <a:lnTo>
                    <a:pt x="7191845" y="1433220"/>
                  </a:lnTo>
                  <a:lnTo>
                    <a:pt x="7193699" y="1435087"/>
                  </a:lnTo>
                  <a:lnTo>
                    <a:pt x="7194829" y="1435544"/>
                  </a:lnTo>
                  <a:lnTo>
                    <a:pt x="7197458" y="1435544"/>
                  </a:lnTo>
                  <a:lnTo>
                    <a:pt x="7198576" y="1435087"/>
                  </a:lnTo>
                  <a:lnTo>
                    <a:pt x="7200443" y="1433220"/>
                  </a:lnTo>
                  <a:lnTo>
                    <a:pt x="7200900" y="1432102"/>
                  </a:lnTo>
                  <a:lnTo>
                    <a:pt x="7200900" y="1429473"/>
                  </a:lnTo>
                  <a:close/>
                </a:path>
                <a:path w="9010650" h="1435735">
                  <a:moveTo>
                    <a:pt x="7200900" y="954125"/>
                  </a:moveTo>
                  <a:lnTo>
                    <a:pt x="7200443" y="953008"/>
                  </a:lnTo>
                  <a:lnTo>
                    <a:pt x="7198576" y="951153"/>
                  </a:lnTo>
                  <a:lnTo>
                    <a:pt x="7197458" y="950683"/>
                  </a:lnTo>
                  <a:lnTo>
                    <a:pt x="7194829" y="950683"/>
                  </a:lnTo>
                  <a:lnTo>
                    <a:pt x="7193699" y="951153"/>
                  </a:lnTo>
                  <a:lnTo>
                    <a:pt x="7191845" y="953008"/>
                  </a:lnTo>
                  <a:lnTo>
                    <a:pt x="7191375" y="954125"/>
                  </a:lnTo>
                  <a:lnTo>
                    <a:pt x="7191375" y="956754"/>
                  </a:lnTo>
                  <a:lnTo>
                    <a:pt x="7191845" y="957884"/>
                  </a:lnTo>
                  <a:lnTo>
                    <a:pt x="7193699" y="959739"/>
                  </a:lnTo>
                  <a:lnTo>
                    <a:pt x="7194829" y="960208"/>
                  </a:lnTo>
                  <a:lnTo>
                    <a:pt x="7197458" y="960208"/>
                  </a:lnTo>
                  <a:lnTo>
                    <a:pt x="7198576" y="959739"/>
                  </a:lnTo>
                  <a:lnTo>
                    <a:pt x="7200443" y="957884"/>
                  </a:lnTo>
                  <a:lnTo>
                    <a:pt x="7200900" y="956754"/>
                  </a:lnTo>
                  <a:lnTo>
                    <a:pt x="7200900" y="954125"/>
                  </a:lnTo>
                  <a:close/>
                </a:path>
                <a:path w="9010650" h="1435735">
                  <a:moveTo>
                    <a:pt x="7200900" y="478790"/>
                  </a:moveTo>
                  <a:lnTo>
                    <a:pt x="7200443" y="477659"/>
                  </a:lnTo>
                  <a:lnTo>
                    <a:pt x="7198576" y="475805"/>
                  </a:lnTo>
                  <a:lnTo>
                    <a:pt x="7197458" y="475335"/>
                  </a:lnTo>
                  <a:lnTo>
                    <a:pt x="7194829" y="475335"/>
                  </a:lnTo>
                  <a:lnTo>
                    <a:pt x="7193699" y="475805"/>
                  </a:lnTo>
                  <a:lnTo>
                    <a:pt x="7191845" y="477659"/>
                  </a:lnTo>
                  <a:lnTo>
                    <a:pt x="7191375" y="478790"/>
                  </a:lnTo>
                  <a:lnTo>
                    <a:pt x="7191375" y="481418"/>
                  </a:lnTo>
                  <a:lnTo>
                    <a:pt x="7191845" y="482536"/>
                  </a:lnTo>
                  <a:lnTo>
                    <a:pt x="7193699" y="484403"/>
                  </a:lnTo>
                  <a:lnTo>
                    <a:pt x="7194829" y="484860"/>
                  </a:lnTo>
                  <a:lnTo>
                    <a:pt x="7197458" y="484860"/>
                  </a:lnTo>
                  <a:lnTo>
                    <a:pt x="7198576" y="484403"/>
                  </a:lnTo>
                  <a:lnTo>
                    <a:pt x="7200443" y="482536"/>
                  </a:lnTo>
                  <a:lnTo>
                    <a:pt x="7200900" y="481418"/>
                  </a:lnTo>
                  <a:lnTo>
                    <a:pt x="7200900" y="478790"/>
                  </a:lnTo>
                  <a:close/>
                </a:path>
                <a:path w="9010650" h="1435735">
                  <a:moveTo>
                    <a:pt x="7200900" y="3441"/>
                  </a:moveTo>
                  <a:lnTo>
                    <a:pt x="7200443" y="2324"/>
                  </a:lnTo>
                  <a:lnTo>
                    <a:pt x="7198576" y="457"/>
                  </a:lnTo>
                  <a:lnTo>
                    <a:pt x="7197458" y="0"/>
                  </a:lnTo>
                  <a:lnTo>
                    <a:pt x="7194829" y="0"/>
                  </a:lnTo>
                  <a:lnTo>
                    <a:pt x="7193699" y="457"/>
                  </a:lnTo>
                  <a:lnTo>
                    <a:pt x="7191845" y="2324"/>
                  </a:lnTo>
                  <a:lnTo>
                    <a:pt x="7191375" y="3441"/>
                  </a:lnTo>
                  <a:lnTo>
                    <a:pt x="7191375" y="6070"/>
                  </a:lnTo>
                  <a:lnTo>
                    <a:pt x="7191845" y="7200"/>
                  </a:lnTo>
                  <a:lnTo>
                    <a:pt x="7193699" y="9055"/>
                  </a:lnTo>
                  <a:lnTo>
                    <a:pt x="7194829" y="9525"/>
                  </a:lnTo>
                  <a:lnTo>
                    <a:pt x="7197458" y="9525"/>
                  </a:lnTo>
                  <a:lnTo>
                    <a:pt x="7198576" y="9055"/>
                  </a:lnTo>
                  <a:lnTo>
                    <a:pt x="7200443" y="7200"/>
                  </a:lnTo>
                  <a:lnTo>
                    <a:pt x="7200900" y="6070"/>
                  </a:lnTo>
                  <a:lnTo>
                    <a:pt x="7200900" y="3441"/>
                  </a:lnTo>
                  <a:close/>
                </a:path>
                <a:path w="9010650" h="1435735">
                  <a:moveTo>
                    <a:pt x="7248525" y="1429473"/>
                  </a:moveTo>
                  <a:lnTo>
                    <a:pt x="7248068" y="1428356"/>
                  </a:lnTo>
                  <a:lnTo>
                    <a:pt x="7246201" y="1426489"/>
                  </a:lnTo>
                  <a:lnTo>
                    <a:pt x="7245083" y="1426019"/>
                  </a:lnTo>
                  <a:lnTo>
                    <a:pt x="7242454" y="1426019"/>
                  </a:lnTo>
                  <a:lnTo>
                    <a:pt x="7241324" y="1426489"/>
                  </a:lnTo>
                  <a:lnTo>
                    <a:pt x="7239470" y="1428356"/>
                  </a:lnTo>
                  <a:lnTo>
                    <a:pt x="7239000" y="1429473"/>
                  </a:lnTo>
                  <a:lnTo>
                    <a:pt x="7239000" y="1432102"/>
                  </a:lnTo>
                  <a:lnTo>
                    <a:pt x="7239470" y="1433220"/>
                  </a:lnTo>
                  <a:lnTo>
                    <a:pt x="7241324" y="1435087"/>
                  </a:lnTo>
                  <a:lnTo>
                    <a:pt x="7242454" y="1435544"/>
                  </a:lnTo>
                  <a:lnTo>
                    <a:pt x="7245083" y="1435544"/>
                  </a:lnTo>
                  <a:lnTo>
                    <a:pt x="7246201" y="1435087"/>
                  </a:lnTo>
                  <a:lnTo>
                    <a:pt x="7248068" y="1433220"/>
                  </a:lnTo>
                  <a:lnTo>
                    <a:pt x="7248525" y="1432102"/>
                  </a:lnTo>
                  <a:lnTo>
                    <a:pt x="7248525" y="1429473"/>
                  </a:lnTo>
                  <a:close/>
                </a:path>
                <a:path w="9010650" h="1435735">
                  <a:moveTo>
                    <a:pt x="7248525" y="954125"/>
                  </a:moveTo>
                  <a:lnTo>
                    <a:pt x="7248068" y="953008"/>
                  </a:lnTo>
                  <a:lnTo>
                    <a:pt x="7246201" y="951153"/>
                  </a:lnTo>
                  <a:lnTo>
                    <a:pt x="7245083" y="950683"/>
                  </a:lnTo>
                  <a:lnTo>
                    <a:pt x="7242454" y="950683"/>
                  </a:lnTo>
                  <a:lnTo>
                    <a:pt x="7241324" y="951153"/>
                  </a:lnTo>
                  <a:lnTo>
                    <a:pt x="7239470" y="953008"/>
                  </a:lnTo>
                  <a:lnTo>
                    <a:pt x="7239000" y="954125"/>
                  </a:lnTo>
                  <a:lnTo>
                    <a:pt x="7239000" y="956754"/>
                  </a:lnTo>
                  <a:lnTo>
                    <a:pt x="7239470" y="957884"/>
                  </a:lnTo>
                  <a:lnTo>
                    <a:pt x="7241324" y="959739"/>
                  </a:lnTo>
                  <a:lnTo>
                    <a:pt x="7242454" y="960208"/>
                  </a:lnTo>
                  <a:lnTo>
                    <a:pt x="7245083" y="960208"/>
                  </a:lnTo>
                  <a:lnTo>
                    <a:pt x="7246201" y="959739"/>
                  </a:lnTo>
                  <a:lnTo>
                    <a:pt x="7248068" y="957884"/>
                  </a:lnTo>
                  <a:lnTo>
                    <a:pt x="7248525" y="956754"/>
                  </a:lnTo>
                  <a:lnTo>
                    <a:pt x="7248525" y="954125"/>
                  </a:lnTo>
                  <a:close/>
                </a:path>
                <a:path w="9010650" h="1435735">
                  <a:moveTo>
                    <a:pt x="7248525" y="478790"/>
                  </a:moveTo>
                  <a:lnTo>
                    <a:pt x="7248068" y="477659"/>
                  </a:lnTo>
                  <a:lnTo>
                    <a:pt x="7246201" y="475805"/>
                  </a:lnTo>
                  <a:lnTo>
                    <a:pt x="7245083" y="475335"/>
                  </a:lnTo>
                  <a:lnTo>
                    <a:pt x="7242454" y="475335"/>
                  </a:lnTo>
                  <a:lnTo>
                    <a:pt x="7241324" y="475805"/>
                  </a:lnTo>
                  <a:lnTo>
                    <a:pt x="7239470" y="477659"/>
                  </a:lnTo>
                  <a:lnTo>
                    <a:pt x="7239000" y="478790"/>
                  </a:lnTo>
                  <a:lnTo>
                    <a:pt x="7239000" y="481418"/>
                  </a:lnTo>
                  <a:lnTo>
                    <a:pt x="7239470" y="482536"/>
                  </a:lnTo>
                  <a:lnTo>
                    <a:pt x="7241324" y="484403"/>
                  </a:lnTo>
                  <a:lnTo>
                    <a:pt x="7242454" y="484860"/>
                  </a:lnTo>
                  <a:lnTo>
                    <a:pt x="7245083" y="484860"/>
                  </a:lnTo>
                  <a:lnTo>
                    <a:pt x="7246201" y="484403"/>
                  </a:lnTo>
                  <a:lnTo>
                    <a:pt x="7248068" y="482536"/>
                  </a:lnTo>
                  <a:lnTo>
                    <a:pt x="7248525" y="481418"/>
                  </a:lnTo>
                  <a:lnTo>
                    <a:pt x="7248525" y="478790"/>
                  </a:lnTo>
                  <a:close/>
                </a:path>
                <a:path w="9010650" h="1435735">
                  <a:moveTo>
                    <a:pt x="7248525" y="3441"/>
                  </a:moveTo>
                  <a:lnTo>
                    <a:pt x="7248068" y="2324"/>
                  </a:lnTo>
                  <a:lnTo>
                    <a:pt x="7246201" y="457"/>
                  </a:lnTo>
                  <a:lnTo>
                    <a:pt x="7245083" y="0"/>
                  </a:lnTo>
                  <a:lnTo>
                    <a:pt x="7242454" y="0"/>
                  </a:lnTo>
                  <a:lnTo>
                    <a:pt x="7241324" y="457"/>
                  </a:lnTo>
                  <a:lnTo>
                    <a:pt x="7239470" y="2324"/>
                  </a:lnTo>
                  <a:lnTo>
                    <a:pt x="7239000" y="3441"/>
                  </a:lnTo>
                  <a:lnTo>
                    <a:pt x="7239000" y="6070"/>
                  </a:lnTo>
                  <a:lnTo>
                    <a:pt x="7239470" y="7200"/>
                  </a:lnTo>
                  <a:lnTo>
                    <a:pt x="7241324" y="9055"/>
                  </a:lnTo>
                  <a:lnTo>
                    <a:pt x="7242454" y="9525"/>
                  </a:lnTo>
                  <a:lnTo>
                    <a:pt x="7245083" y="9525"/>
                  </a:lnTo>
                  <a:lnTo>
                    <a:pt x="7246201" y="9055"/>
                  </a:lnTo>
                  <a:lnTo>
                    <a:pt x="7248068" y="7200"/>
                  </a:lnTo>
                  <a:lnTo>
                    <a:pt x="7248525" y="6070"/>
                  </a:lnTo>
                  <a:lnTo>
                    <a:pt x="7248525" y="3441"/>
                  </a:lnTo>
                  <a:close/>
                </a:path>
                <a:path w="9010650" h="1435735">
                  <a:moveTo>
                    <a:pt x="7296150" y="1429473"/>
                  </a:moveTo>
                  <a:lnTo>
                    <a:pt x="7295693" y="1428356"/>
                  </a:lnTo>
                  <a:lnTo>
                    <a:pt x="7293826" y="1426489"/>
                  </a:lnTo>
                  <a:lnTo>
                    <a:pt x="7292708" y="1426019"/>
                  </a:lnTo>
                  <a:lnTo>
                    <a:pt x="7290079" y="1426019"/>
                  </a:lnTo>
                  <a:lnTo>
                    <a:pt x="7288949" y="1426489"/>
                  </a:lnTo>
                  <a:lnTo>
                    <a:pt x="7287095" y="1428356"/>
                  </a:lnTo>
                  <a:lnTo>
                    <a:pt x="7286625" y="1429473"/>
                  </a:lnTo>
                  <a:lnTo>
                    <a:pt x="7286625" y="1432102"/>
                  </a:lnTo>
                  <a:lnTo>
                    <a:pt x="7287095" y="1433220"/>
                  </a:lnTo>
                  <a:lnTo>
                    <a:pt x="7288949" y="1435087"/>
                  </a:lnTo>
                  <a:lnTo>
                    <a:pt x="7290079" y="1435544"/>
                  </a:lnTo>
                  <a:lnTo>
                    <a:pt x="7292708" y="1435544"/>
                  </a:lnTo>
                  <a:lnTo>
                    <a:pt x="7293826" y="1435087"/>
                  </a:lnTo>
                  <a:lnTo>
                    <a:pt x="7295693" y="1433220"/>
                  </a:lnTo>
                  <a:lnTo>
                    <a:pt x="7296150" y="1432102"/>
                  </a:lnTo>
                  <a:lnTo>
                    <a:pt x="7296150" y="1429473"/>
                  </a:lnTo>
                  <a:close/>
                </a:path>
                <a:path w="9010650" h="1435735">
                  <a:moveTo>
                    <a:pt x="7296150" y="954125"/>
                  </a:moveTo>
                  <a:lnTo>
                    <a:pt x="7295693" y="953008"/>
                  </a:lnTo>
                  <a:lnTo>
                    <a:pt x="7293826" y="951153"/>
                  </a:lnTo>
                  <a:lnTo>
                    <a:pt x="7292708" y="950683"/>
                  </a:lnTo>
                  <a:lnTo>
                    <a:pt x="7290079" y="950683"/>
                  </a:lnTo>
                  <a:lnTo>
                    <a:pt x="7288949" y="951153"/>
                  </a:lnTo>
                  <a:lnTo>
                    <a:pt x="7287095" y="953008"/>
                  </a:lnTo>
                  <a:lnTo>
                    <a:pt x="7286625" y="954125"/>
                  </a:lnTo>
                  <a:lnTo>
                    <a:pt x="7286625" y="956754"/>
                  </a:lnTo>
                  <a:lnTo>
                    <a:pt x="7287095" y="957884"/>
                  </a:lnTo>
                  <a:lnTo>
                    <a:pt x="7288949" y="959739"/>
                  </a:lnTo>
                  <a:lnTo>
                    <a:pt x="7290079" y="960208"/>
                  </a:lnTo>
                  <a:lnTo>
                    <a:pt x="7292708" y="960208"/>
                  </a:lnTo>
                  <a:lnTo>
                    <a:pt x="7293826" y="959739"/>
                  </a:lnTo>
                  <a:lnTo>
                    <a:pt x="7295693" y="957884"/>
                  </a:lnTo>
                  <a:lnTo>
                    <a:pt x="7296150" y="956754"/>
                  </a:lnTo>
                  <a:lnTo>
                    <a:pt x="7296150" y="954125"/>
                  </a:lnTo>
                  <a:close/>
                </a:path>
                <a:path w="9010650" h="1435735">
                  <a:moveTo>
                    <a:pt x="7296150" y="478790"/>
                  </a:moveTo>
                  <a:lnTo>
                    <a:pt x="7295693" y="477659"/>
                  </a:lnTo>
                  <a:lnTo>
                    <a:pt x="7293826" y="475805"/>
                  </a:lnTo>
                  <a:lnTo>
                    <a:pt x="7292708" y="475335"/>
                  </a:lnTo>
                  <a:lnTo>
                    <a:pt x="7290079" y="475335"/>
                  </a:lnTo>
                  <a:lnTo>
                    <a:pt x="7288949" y="475805"/>
                  </a:lnTo>
                  <a:lnTo>
                    <a:pt x="7287095" y="477659"/>
                  </a:lnTo>
                  <a:lnTo>
                    <a:pt x="7286625" y="478790"/>
                  </a:lnTo>
                  <a:lnTo>
                    <a:pt x="7286625" y="481418"/>
                  </a:lnTo>
                  <a:lnTo>
                    <a:pt x="7287095" y="482536"/>
                  </a:lnTo>
                  <a:lnTo>
                    <a:pt x="7288949" y="484403"/>
                  </a:lnTo>
                  <a:lnTo>
                    <a:pt x="7290079" y="484860"/>
                  </a:lnTo>
                  <a:lnTo>
                    <a:pt x="7292708" y="484860"/>
                  </a:lnTo>
                  <a:lnTo>
                    <a:pt x="7293826" y="484403"/>
                  </a:lnTo>
                  <a:lnTo>
                    <a:pt x="7295693" y="482536"/>
                  </a:lnTo>
                  <a:lnTo>
                    <a:pt x="7296150" y="481418"/>
                  </a:lnTo>
                  <a:lnTo>
                    <a:pt x="7296150" y="478790"/>
                  </a:lnTo>
                  <a:close/>
                </a:path>
                <a:path w="9010650" h="1435735">
                  <a:moveTo>
                    <a:pt x="7296150" y="3441"/>
                  </a:moveTo>
                  <a:lnTo>
                    <a:pt x="7295693" y="2324"/>
                  </a:lnTo>
                  <a:lnTo>
                    <a:pt x="7293826" y="457"/>
                  </a:lnTo>
                  <a:lnTo>
                    <a:pt x="7292708" y="0"/>
                  </a:lnTo>
                  <a:lnTo>
                    <a:pt x="7290079" y="0"/>
                  </a:lnTo>
                  <a:lnTo>
                    <a:pt x="7288949" y="457"/>
                  </a:lnTo>
                  <a:lnTo>
                    <a:pt x="7287095" y="2324"/>
                  </a:lnTo>
                  <a:lnTo>
                    <a:pt x="7286625" y="3441"/>
                  </a:lnTo>
                  <a:lnTo>
                    <a:pt x="7286625" y="6070"/>
                  </a:lnTo>
                  <a:lnTo>
                    <a:pt x="7287095" y="7200"/>
                  </a:lnTo>
                  <a:lnTo>
                    <a:pt x="7288949" y="9055"/>
                  </a:lnTo>
                  <a:lnTo>
                    <a:pt x="7290079" y="9525"/>
                  </a:lnTo>
                  <a:lnTo>
                    <a:pt x="7292708" y="9525"/>
                  </a:lnTo>
                  <a:lnTo>
                    <a:pt x="7293826" y="9055"/>
                  </a:lnTo>
                  <a:lnTo>
                    <a:pt x="7295693" y="7200"/>
                  </a:lnTo>
                  <a:lnTo>
                    <a:pt x="7296150" y="6070"/>
                  </a:lnTo>
                  <a:lnTo>
                    <a:pt x="7296150" y="3441"/>
                  </a:lnTo>
                  <a:close/>
                </a:path>
                <a:path w="9010650" h="1435735">
                  <a:moveTo>
                    <a:pt x="7343775" y="1429473"/>
                  </a:moveTo>
                  <a:lnTo>
                    <a:pt x="7343318" y="1428356"/>
                  </a:lnTo>
                  <a:lnTo>
                    <a:pt x="7341451" y="1426489"/>
                  </a:lnTo>
                  <a:lnTo>
                    <a:pt x="7340333" y="1426019"/>
                  </a:lnTo>
                  <a:lnTo>
                    <a:pt x="7337704" y="1426019"/>
                  </a:lnTo>
                  <a:lnTo>
                    <a:pt x="7336574" y="1426489"/>
                  </a:lnTo>
                  <a:lnTo>
                    <a:pt x="7334720" y="1428356"/>
                  </a:lnTo>
                  <a:lnTo>
                    <a:pt x="7334250" y="1429473"/>
                  </a:lnTo>
                  <a:lnTo>
                    <a:pt x="7334250" y="1432102"/>
                  </a:lnTo>
                  <a:lnTo>
                    <a:pt x="7334720" y="1433220"/>
                  </a:lnTo>
                  <a:lnTo>
                    <a:pt x="7336574" y="1435087"/>
                  </a:lnTo>
                  <a:lnTo>
                    <a:pt x="7337704" y="1435544"/>
                  </a:lnTo>
                  <a:lnTo>
                    <a:pt x="7340333" y="1435544"/>
                  </a:lnTo>
                  <a:lnTo>
                    <a:pt x="7341451" y="1435087"/>
                  </a:lnTo>
                  <a:lnTo>
                    <a:pt x="7343318" y="1433220"/>
                  </a:lnTo>
                  <a:lnTo>
                    <a:pt x="7343775" y="1432102"/>
                  </a:lnTo>
                  <a:lnTo>
                    <a:pt x="7343775" y="1429473"/>
                  </a:lnTo>
                  <a:close/>
                </a:path>
                <a:path w="9010650" h="1435735">
                  <a:moveTo>
                    <a:pt x="7343775" y="954125"/>
                  </a:moveTo>
                  <a:lnTo>
                    <a:pt x="7343318" y="953008"/>
                  </a:lnTo>
                  <a:lnTo>
                    <a:pt x="7341451" y="951153"/>
                  </a:lnTo>
                  <a:lnTo>
                    <a:pt x="7340333" y="950683"/>
                  </a:lnTo>
                  <a:lnTo>
                    <a:pt x="7337704" y="950683"/>
                  </a:lnTo>
                  <a:lnTo>
                    <a:pt x="7336574" y="951153"/>
                  </a:lnTo>
                  <a:lnTo>
                    <a:pt x="7334720" y="953008"/>
                  </a:lnTo>
                  <a:lnTo>
                    <a:pt x="7334250" y="954125"/>
                  </a:lnTo>
                  <a:lnTo>
                    <a:pt x="7334250" y="956754"/>
                  </a:lnTo>
                  <a:lnTo>
                    <a:pt x="7334720" y="957884"/>
                  </a:lnTo>
                  <a:lnTo>
                    <a:pt x="7336574" y="959739"/>
                  </a:lnTo>
                  <a:lnTo>
                    <a:pt x="7337704" y="960208"/>
                  </a:lnTo>
                  <a:lnTo>
                    <a:pt x="7340333" y="960208"/>
                  </a:lnTo>
                  <a:lnTo>
                    <a:pt x="7341451" y="959739"/>
                  </a:lnTo>
                  <a:lnTo>
                    <a:pt x="7343318" y="957884"/>
                  </a:lnTo>
                  <a:lnTo>
                    <a:pt x="7343775" y="956754"/>
                  </a:lnTo>
                  <a:lnTo>
                    <a:pt x="7343775" y="954125"/>
                  </a:lnTo>
                  <a:close/>
                </a:path>
                <a:path w="9010650" h="1435735">
                  <a:moveTo>
                    <a:pt x="7343775" y="478790"/>
                  </a:moveTo>
                  <a:lnTo>
                    <a:pt x="7343318" y="477659"/>
                  </a:lnTo>
                  <a:lnTo>
                    <a:pt x="7341451" y="475805"/>
                  </a:lnTo>
                  <a:lnTo>
                    <a:pt x="7340333" y="475335"/>
                  </a:lnTo>
                  <a:lnTo>
                    <a:pt x="7337704" y="475335"/>
                  </a:lnTo>
                  <a:lnTo>
                    <a:pt x="7336574" y="475805"/>
                  </a:lnTo>
                  <a:lnTo>
                    <a:pt x="7334720" y="477659"/>
                  </a:lnTo>
                  <a:lnTo>
                    <a:pt x="7334250" y="478790"/>
                  </a:lnTo>
                  <a:lnTo>
                    <a:pt x="7334250" y="481418"/>
                  </a:lnTo>
                  <a:lnTo>
                    <a:pt x="7334720" y="482536"/>
                  </a:lnTo>
                  <a:lnTo>
                    <a:pt x="7336574" y="484403"/>
                  </a:lnTo>
                  <a:lnTo>
                    <a:pt x="7337704" y="484860"/>
                  </a:lnTo>
                  <a:lnTo>
                    <a:pt x="7340333" y="484860"/>
                  </a:lnTo>
                  <a:lnTo>
                    <a:pt x="7341451" y="484403"/>
                  </a:lnTo>
                  <a:lnTo>
                    <a:pt x="7343318" y="482536"/>
                  </a:lnTo>
                  <a:lnTo>
                    <a:pt x="7343775" y="481418"/>
                  </a:lnTo>
                  <a:lnTo>
                    <a:pt x="7343775" y="478790"/>
                  </a:lnTo>
                  <a:close/>
                </a:path>
                <a:path w="9010650" h="1435735">
                  <a:moveTo>
                    <a:pt x="7343775" y="3441"/>
                  </a:moveTo>
                  <a:lnTo>
                    <a:pt x="7343318" y="2324"/>
                  </a:lnTo>
                  <a:lnTo>
                    <a:pt x="7341451" y="457"/>
                  </a:lnTo>
                  <a:lnTo>
                    <a:pt x="7340333" y="0"/>
                  </a:lnTo>
                  <a:lnTo>
                    <a:pt x="7337704" y="0"/>
                  </a:lnTo>
                  <a:lnTo>
                    <a:pt x="7336574" y="457"/>
                  </a:lnTo>
                  <a:lnTo>
                    <a:pt x="7334720" y="2324"/>
                  </a:lnTo>
                  <a:lnTo>
                    <a:pt x="7334250" y="3441"/>
                  </a:lnTo>
                  <a:lnTo>
                    <a:pt x="7334250" y="6070"/>
                  </a:lnTo>
                  <a:lnTo>
                    <a:pt x="7334720" y="7200"/>
                  </a:lnTo>
                  <a:lnTo>
                    <a:pt x="7336574" y="9055"/>
                  </a:lnTo>
                  <a:lnTo>
                    <a:pt x="7337704" y="9525"/>
                  </a:lnTo>
                  <a:lnTo>
                    <a:pt x="7340333" y="9525"/>
                  </a:lnTo>
                  <a:lnTo>
                    <a:pt x="7341451" y="9055"/>
                  </a:lnTo>
                  <a:lnTo>
                    <a:pt x="7343318" y="7200"/>
                  </a:lnTo>
                  <a:lnTo>
                    <a:pt x="7343775" y="6070"/>
                  </a:lnTo>
                  <a:lnTo>
                    <a:pt x="7343775" y="3441"/>
                  </a:lnTo>
                  <a:close/>
                </a:path>
                <a:path w="9010650" h="1435735">
                  <a:moveTo>
                    <a:pt x="7391400" y="1429473"/>
                  </a:moveTo>
                  <a:lnTo>
                    <a:pt x="7390943" y="1428356"/>
                  </a:lnTo>
                  <a:lnTo>
                    <a:pt x="7389076" y="1426489"/>
                  </a:lnTo>
                  <a:lnTo>
                    <a:pt x="7387958" y="1426019"/>
                  </a:lnTo>
                  <a:lnTo>
                    <a:pt x="7385329" y="1426019"/>
                  </a:lnTo>
                  <a:lnTo>
                    <a:pt x="7384199" y="1426489"/>
                  </a:lnTo>
                  <a:lnTo>
                    <a:pt x="7382345" y="1428356"/>
                  </a:lnTo>
                  <a:lnTo>
                    <a:pt x="7381875" y="1429473"/>
                  </a:lnTo>
                  <a:lnTo>
                    <a:pt x="7381875" y="1432102"/>
                  </a:lnTo>
                  <a:lnTo>
                    <a:pt x="7382345" y="1433220"/>
                  </a:lnTo>
                  <a:lnTo>
                    <a:pt x="7384199" y="1435087"/>
                  </a:lnTo>
                  <a:lnTo>
                    <a:pt x="7385329" y="1435544"/>
                  </a:lnTo>
                  <a:lnTo>
                    <a:pt x="7387958" y="1435544"/>
                  </a:lnTo>
                  <a:lnTo>
                    <a:pt x="7389076" y="1435087"/>
                  </a:lnTo>
                  <a:lnTo>
                    <a:pt x="7390943" y="1433220"/>
                  </a:lnTo>
                  <a:lnTo>
                    <a:pt x="7391400" y="1432102"/>
                  </a:lnTo>
                  <a:lnTo>
                    <a:pt x="7391400" y="1429473"/>
                  </a:lnTo>
                  <a:close/>
                </a:path>
                <a:path w="9010650" h="1435735">
                  <a:moveTo>
                    <a:pt x="7391400" y="954125"/>
                  </a:moveTo>
                  <a:lnTo>
                    <a:pt x="7390943" y="953008"/>
                  </a:lnTo>
                  <a:lnTo>
                    <a:pt x="7389076" y="951153"/>
                  </a:lnTo>
                  <a:lnTo>
                    <a:pt x="7387958" y="950683"/>
                  </a:lnTo>
                  <a:lnTo>
                    <a:pt x="7385329" y="950683"/>
                  </a:lnTo>
                  <a:lnTo>
                    <a:pt x="7384199" y="951153"/>
                  </a:lnTo>
                  <a:lnTo>
                    <a:pt x="7382345" y="953008"/>
                  </a:lnTo>
                  <a:lnTo>
                    <a:pt x="7381875" y="954125"/>
                  </a:lnTo>
                  <a:lnTo>
                    <a:pt x="7381875" y="956754"/>
                  </a:lnTo>
                  <a:lnTo>
                    <a:pt x="7382345" y="957884"/>
                  </a:lnTo>
                  <a:lnTo>
                    <a:pt x="7384199" y="959739"/>
                  </a:lnTo>
                  <a:lnTo>
                    <a:pt x="7385329" y="960208"/>
                  </a:lnTo>
                  <a:lnTo>
                    <a:pt x="7387958" y="960208"/>
                  </a:lnTo>
                  <a:lnTo>
                    <a:pt x="7389076" y="959739"/>
                  </a:lnTo>
                  <a:lnTo>
                    <a:pt x="7390943" y="957884"/>
                  </a:lnTo>
                  <a:lnTo>
                    <a:pt x="7391400" y="956754"/>
                  </a:lnTo>
                  <a:lnTo>
                    <a:pt x="7391400" y="954125"/>
                  </a:lnTo>
                  <a:close/>
                </a:path>
                <a:path w="9010650" h="1435735">
                  <a:moveTo>
                    <a:pt x="7391400" y="478790"/>
                  </a:moveTo>
                  <a:lnTo>
                    <a:pt x="7390943" y="477659"/>
                  </a:lnTo>
                  <a:lnTo>
                    <a:pt x="7389076" y="475805"/>
                  </a:lnTo>
                  <a:lnTo>
                    <a:pt x="7387958" y="475335"/>
                  </a:lnTo>
                  <a:lnTo>
                    <a:pt x="7385329" y="475335"/>
                  </a:lnTo>
                  <a:lnTo>
                    <a:pt x="7384199" y="475805"/>
                  </a:lnTo>
                  <a:lnTo>
                    <a:pt x="7382345" y="477659"/>
                  </a:lnTo>
                  <a:lnTo>
                    <a:pt x="7381875" y="478790"/>
                  </a:lnTo>
                  <a:lnTo>
                    <a:pt x="7381875" y="481418"/>
                  </a:lnTo>
                  <a:lnTo>
                    <a:pt x="7382345" y="482536"/>
                  </a:lnTo>
                  <a:lnTo>
                    <a:pt x="7384199" y="484403"/>
                  </a:lnTo>
                  <a:lnTo>
                    <a:pt x="7385329" y="484860"/>
                  </a:lnTo>
                  <a:lnTo>
                    <a:pt x="7387958" y="484860"/>
                  </a:lnTo>
                  <a:lnTo>
                    <a:pt x="7389076" y="484403"/>
                  </a:lnTo>
                  <a:lnTo>
                    <a:pt x="7390943" y="482536"/>
                  </a:lnTo>
                  <a:lnTo>
                    <a:pt x="7391400" y="481418"/>
                  </a:lnTo>
                  <a:lnTo>
                    <a:pt x="7391400" y="478790"/>
                  </a:lnTo>
                  <a:close/>
                </a:path>
                <a:path w="9010650" h="1435735">
                  <a:moveTo>
                    <a:pt x="7391400" y="3441"/>
                  </a:moveTo>
                  <a:lnTo>
                    <a:pt x="7390943" y="2324"/>
                  </a:lnTo>
                  <a:lnTo>
                    <a:pt x="7389076" y="457"/>
                  </a:lnTo>
                  <a:lnTo>
                    <a:pt x="7387958" y="0"/>
                  </a:lnTo>
                  <a:lnTo>
                    <a:pt x="7385329" y="0"/>
                  </a:lnTo>
                  <a:lnTo>
                    <a:pt x="7384199" y="457"/>
                  </a:lnTo>
                  <a:lnTo>
                    <a:pt x="7382345" y="2324"/>
                  </a:lnTo>
                  <a:lnTo>
                    <a:pt x="7381875" y="3441"/>
                  </a:lnTo>
                  <a:lnTo>
                    <a:pt x="7381875" y="6070"/>
                  </a:lnTo>
                  <a:lnTo>
                    <a:pt x="7382345" y="7200"/>
                  </a:lnTo>
                  <a:lnTo>
                    <a:pt x="7384199" y="9055"/>
                  </a:lnTo>
                  <a:lnTo>
                    <a:pt x="7385329" y="9525"/>
                  </a:lnTo>
                  <a:lnTo>
                    <a:pt x="7387958" y="9525"/>
                  </a:lnTo>
                  <a:lnTo>
                    <a:pt x="7389076" y="9055"/>
                  </a:lnTo>
                  <a:lnTo>
                    <a:pt x="7390943" y="7200"/>
                  </a:lnTo>
                  <a:lnTo>
                    <a:pt x="7391400" y="6070"/>
                  </a:lnTo>
                  <a:lnTo>
                    <a:pt x="7391400" y="3441"/>
                  </a:lnTo>
                  <a:close/>
                </a:path>
                <a:path w="9010650" h="1435735">
                  <a:moveTo>
                    <a:pt x="7439025" y="1429473"/>
                  </a:moveTo>
                  <a:lnTo>
                    <a:pt x="7438568" y="1428356"/>
                  </a:lnTo>
                  <a:lnTo>
                    <a:pt x="7436701" y="1426489"/>
                  </a:lnTo>
                  <a:lnTo>
                    <a:pt x="7435583" y="1426019"/>
                  </a:lnTo>
                  <a:lnTo>
                    <a:pt x="7432954" y="1426019"/>
                  </a:lnTo>
                  <a:lnTo>
                    <a:pt x="7431824" y="1426489"/>
                  </a:lnTo>
                  <a:lnTo>
                    <a:pt x="7429970" y="1428356"/>
                  </a:lnTo>
                  <a:lnTo>
                    <a:pt x="7429500" y="1429473"/>
                  </a:lnTo>
                  <a:lnTo>
                    <a:pt x="7429500" y="1432102"/>
                  </a:lnTo>
                  <a:lnTo>
                    <a:pt x="7429970" y="1433220"/>
                  </a:lnTo>
                  <a:lnTo>
                    <a:pt x="7431824" y="1435087"/>
                  </a:lnTo>
                  <a:lnTo>
                    <a:pt x="7432954" y="1435544"/>
                  </a:lnTo>
                  <a:lnTo>
                    <a:pt x="7435583" y="1435544"/>
                  </a:lnTo>
                  <a:lnTo>
                    <a:pt x="7436701" y="1435087"/>
                  </a:lnTo>
                  <a:lnTo>
                    <a:pt x="7438568" y="1433220"/>
                  </a:lnTo>
                  <a:lnTo>
                    <a:pt x="7439025" y="1432102"/>
                  </a:lnTo>
                  <a:lnTo>
                    <a:pt x="7439025" y="1429473"/>
                  </a:lnTo>
                  <a:close/>
                </a:path>
                <a:path w="9010650" h="1435735">
                  <a:moveTo>
                    <a:pt x="7439025" y="954125"/>
                  </a:moveTo>
                  <a:lnTo>
                    <a:pt x="7438568" y="953008"/>
                  </a:lnTo>
                  <a:lnTo>
                    <a:pt x="7436701" y="951153"/>
                  </a:lnTo>
                  <a:lnTo>
                    <a:pt x="7435583" y="950683"/>
                  </a:lnTo>
                  <a:lnTo>
                    <a:pt x="7432954" y="950683"/>
                  </a:lnTo>
                  <a:lnTo>
                    <a:pt x="7431824" y="951153"/>
                  </a:lnTo>
                  <a:lnTo>
                    <a:pt x="7429970" y="953008"/>
                  </a:lnTo>
                  <a:lnTo>
                    <a:pt x="7429500" y="954125"/>
                  </a:lnTo>
                  <a:lnTo>
                    <a:pt x="7429500" y="956754"/>
                  </a:lnTo>
                  <a:lnTo>
                    <a:pt x="7429970" y="957884"/>
                  </a:lnTo>
                  <a:lnTo>
                    <a:pt x="7431824" y="959739"/>
                  </a:lnTo>
                  <a:lnTo>
                    <a:pt x="7432954" y="960208"/>
                  </a:lnTo>
                  <a:lnTo>
                    <a:pt x="7435583" y="960208"/>
                  </a:lnTo>
                  <a:lnTo>
                    <a:pt x="7436701" y="959739"/>
                  </a:lnTo>
                  <a:lnTo>
                    <a:pt x="7438568" y="957884"/>
                  </a:lnTo>
                  <a:lnTo>
                    <a:pt x="7439025" y="956754"/>
                  </a:lnTo>
                  <a:lnTo>
                    <a:pt x="7439025" y="954125"/>
                  </a:lnTo>
                  <a:close/>
                </a:path>
                <a:path w="9010650" h="1435735">
                  <a:moveTo>
                    <a:pt x="7439025" y="478790"/>
                  </a:moveTo>
                  <a:lnTo>
                    <a:pt x="7438568" y="477659"/>
                  </a:lnTo>
                  <a:lnTo>
                    <a:pt x="7436701" y="475805"/>
                  </a:lnTo>
                  <a:lnTo>
                    <a:pt x="7435583" y="475335"/>
                  </a:lnTo>
                  <a:lnTo>
                    <a:pt x="7432954" y="475335"/>
                  </a:lnTo>
                  <a:lnTo>
                    <a:pt x="7431824" y="475805"/>
                  </a:lnTo>
                  <a:lnTo>
                    <a:pt x="7429970" y="477659"/>
                  </a:lnTo>
                  <a:lnTo>
                    <a:pt x="7429500" y="478790"/>
                  </a:lnTo>
                  <a:lnTo>
                    <a:pt x="7429500" y="481418"/>
                  </a:lnTo>
                  <a:lnTo>
                    <a:pt x="7429970" y="482536"/>
                  </a:lnTo>
                  <a:lnTo>
                    <a:pt x="7431824" y="484403"/>
                  </a:lnTo>
                  <a:lnTo>
                    <a:pt x="7432954" y="484860"/>
                  </a:lnTo>
                  <a:lnTo>
                    <a:pt x="7435583" y="484860"/>
                  </a:lnTo>
                  <a:lnTo>
                    <a:pt x="7436701" y="484403"/>
                  </a:lnTo>
                  <a:lnTo>
                    <a:pt x="7438568" y="482536"/>
                  </a:lnTo>
                  <a:lnTo>
                    <a:pt x="7439025" y="481418"/>
                  </a:lnTo>
                  <a:lnTo>
                    <a:pt x="7439025" y="478790"/>
                  </a:lnTo>
                  <a:close/>
                </a:path>
                <a:path w="9010650" h="1435735">
                  <a:moveTo>
                    <a:pt x="7439025" y="3441"/>
                  </a:moveTo>
                  <a:lnTo>
                    <a:pt x="7438568" y="2324"/>
                  </a:lnTo>
                  <a:lnTo>
                    <a:pt x="7436701" y="457"/>
                  </a:lnTo>
                  <a:lnTo>
                    <a:pt x="7435583" y="0"/>
                  </a:lnTo>
                  <a:lnTo>
                    <a:pt x="7432954" y="0"/>
                  </a:lnTo>
                  <a:lnTo>
                    <a:pt x="7431824" y="457"/>
                  </a:lnTo>
                  <a:lnTo>
                    <a:pt x="7429970" y="2324"/>
                  </a:lnTo>
                  <a:lnTo>
                    <a:pt x="7429500" y="3441"/>
                  </a:lnTo>
                  <a:lnTo>
                    <a:pt x="7429500" y="6070"/>
                  </a:lnTo>
                  <a:lnTo>
                    <a:pt x="7429970" y="7200"/>
                  </a:lnTo>
                  <a:lnTo>
                    <a:pt x="7431824" y="9055"/>
                  </a:lnTo>
                  <a:lnTo>
                    <a:pt x="7432954" y="9525"/>
                  </a:lnTo>
                  <a:lnTo>
                    <a:pt x="7435583" y="9525"/>
                  </a:lnTo>
                  <a:lnTo>
                    <a:pt x="7436701" y="9055"/>
                  </a:lnTo>
                  <a:lnTo>
                    <a:pt x="7438568" y="7200"/>
                  </a:lnTo>
                  <a:lnTo>
                    <a:pt x="7439025" y="6070"/>
                  </a:lnTo>
                  <a:lnTo>
                    <a:pt x="7439025" y="3441"/>
                  </a:lnTo>
                  <a:close/>
                </a:path>
                <a:path w="9010650" h="1435735">
                  <a:moveTo>
                    <a:pt x="7486650" y="1429473"/>
                  </a:moveTo>
                  <a:lnTo>
                    <a:pt x="7486193" y="1428356"/>
                  </a:lnTo>
                  <a:lnTo>
                    <a:pt x="7484326" y="1426489"/>
                  </a:lnTo>
                  <a:lnTo>
                    <a:pt x="7483208" y="1426019"/>
                  </a:lnTo>
                  <a:lnTo>
                    <a:pt x="7480579" y="1426019"/>
                  </a:lnTo>
                  <a:lnTo>
                    <a:pt x="7479462" y="1426489"/>
                  </a:lnTo>
                  <a:lnTo>
                    <a:pt x="7477595" y="1428356"/>
                  </a:lnTo>
                  <a:lnTo>
                    <a:pt x="7477125" y="1429473"/>
                  </a:lnTo>
                  <a:lnTo>
                    <a:pt x="7477125" y="1432102"/>
                  </a:lnTo>
                  <a:lnTo>
                    <a:pt x="7477595" y="1433220"/>
                  </a:lnTo>
                  <a:lnTo>
                    <a:pt x="7479462" y="1435087"/>
                  </a:lnTo>
                  <a:lnTo>
                    <a:pt x="7480579" y="1435544"/>
                  </a:lnTo>
                  <a:lnTo>
                    <a:pt x="7483208" y="1435544"/>
                  </a:lnTo>
                  <a:lnTo>
                    <a:pt x="7484326" y="1435087"/>
                  </a:lnTo>
                  <a:lnTo>
                    <a:pt x="7486193" y="1433220"/>
                  </a:lnTo>
                  <a:lnTo>
                    <a:pt x="7486650" y="1432102"/>
                  </a:lnTo>
                  <a:lnTo>
                    <a:pt x="7486650" y="1429473"/>
                  </a:lnTo>
                  <a:close/>
                </a:path>
                <a:path w="9010650" h="1435735">
                  <a:moveTo>
                    <a:pt x="7486650" y="954125"/>
                  </a:moveTo>
                  <a:lnTo>
                    <a:pt x="7486193" y="953008"/>
                  </a:lnTo>
                  <a:lnTo>
                    <a:pt x="7484326" y="951153"/>
                  </a:lnTo>
                  <a:lnTo>
                    <a:pt x="7483208" y="950683"/>
                  </a:lnTo>
                  <a:lnTo>
                    <a:pt x="7480579" y="950683"/>
                  </a:lnTo>
                  <a:lnTo>
                    <a:pt x="7479462" y="951153"/>
                  </a:lnTo>
                  <a:lnTo>
                    <a:pt x="7477595" y="953008"/>
                  </a:lnTo>
                  <a:lnTo>
                    <a:pt x="7477125" y="954125"/>
                  </a:lnTo>
                  <a:lnTo>
                    <a:pt x="7477125" y="956754"/>
                  </a:lnTo>
                  <a:lnTo>
                    <a:pt x="7477595" y="957884"/>
                  </a:lnTo>
                  <a:lnTo>
                    <a:pt x="7479462" y="959739"/>
                  </a:lnTo>
                  <a:lnTo>
                    <a:pt x="7480579" y="960208"/>
                  </a:lnTo>
                  <a:lnTo>
                    <a:pt x="7483208" y="960208"/>
                  </a:lnTo>
                  <a:lnTo>
                    <a:pt x="7484326" y="959739"/>
                  </a:lnTo>
                  <a:lnTo>
                    <a:pt x="7486193" y="957884"/>
                  </a:lnTo>
                  <a:lnTo>
                    <a:pt x="7486650" y="956754"/>
                  </a:lnTo>
                  <a:lnTo>
                    <a:pt x="7486650" y="954125"/>
                  </a:lnTo>
                  <a:close/>
                </a:path>
                <a:path w="9010650" h="1435735">
                  <a:moveTo>
                    <a:pt x="7486650" y="478790"/>
                  </a:moveTo>
                  <a:lnTo>
                    <a:pt x="7486193" y="477659"/>
                  </a:lnTo>
                  <a:lnTo>
                    <a:pt x="7484326" y="475805"/>
                  </a:lnTo>
                  <a:lnTo>
                    <a:pt x="7483208" y="475335"/>
                  </a:lnTo>
                  <a:lnTo>
                    <a:pt x="7480579" y="475335"/>
                  </a:lnTo>
                  <a:lnTo>
                    <a:pt x="7479462" y="475805"/>
                  </a:lnTo>
                  <a:lnTo>
                    <a:pt x="7477595" y="477659"/>
                  </a:lnTo>
                  <a:lnTo>
                    <a:pt x="7477125" y="478790"/>
                  </a:lnTo>
                  <a:lnTo>
                    <a:pt x="7477125" y="481418"/>
                  </a:lnTo>
                  <a:lnTo>
                    <a:pt x="7477595" y="482536"/>
                  </a:lnTo>
                  <a:lnTo>
                    <a:pt x="7479462" y="484403"/>
                  </a:lnTo>
                  <a:lnTo>
                    <a:pt x="7480579" y="484860"/>
                  </a:lnTo>
                  <a:lnTo>
                    <a:pt x="7483208" y="484860"/>
                  </a:lnTo>
                  <a:lnTo>
                    <a:pt x="7484326" y="484403"/>
                  </a:lnTo>
                  <a:lnTo>
                    <a:pt x="7486193" y="482536"/>
                  </a:lnTo>
                  <a:lnTo>
                    <a:pt x="7486650" y="481418"/>
                  </a:lnTo>
                  <a:lnTo>
                    <a:pt x="7486650" y="478790"/>
                  </a:lnTo>
                  <a:close/>
                </a:path>
                <a:path w="9010650" h="1435735">
                  <a:moveTo>
                    <a:pt x="7486650" y="3441"/>
                  </a:moveTo>
                  <a:lnTo>
                    <a:pt x="7486193" y="2324"/>
                  </a:lnTo>
                  <a:lnTo>
                    <a:pt x="7484326" y="457"/>
                  </a:lnTo>
                  <a:lnTo>
                    <a:pt x="7483208" y="0"/>
                  </a:lnTo>
                  <a:lnTo>
                    <a:pt x="7480579" y="0"/>
                  </a:lnTo>
                  <a:lnTo>
                    <a:pt x="7479462" y="457"/>
                  </a:lnTo>
                  <a:lnTo>
                    <a:pt x="7477595" y="2324"/>
                  </a:lnTo>
                  <a:lnTo>
                    <a:pt x="7477125" y="3441"/>
                  </a:lnTo>
                  <a:lnTo>
                    <a:pt x="7477125" y="6070"/>
                  </a:lnTo>
                  <a:lnTo>
                    <a:pt x="7477595" y="7200"/>
                  </a:lnTo>
                  <a:lnTo>
                    <a:pt x="7479462" y="9055"/>
                  </a:lnTo>
                  <a:lnTo>
                    <a:pt x="7480579" y="9525"/>
                  </a:lnTo>
                  <a:lnTo>
                    <a:pt x="7483208" y="9525"/>
                  </a:lnTo>
                  <a:lnTo>
                    <a:pt x="7484326" y="9055"/>
                  </a:lnTo>
                  <a:lnTo>
                    <a:pt x="7486193" y="7200"/>
                  </a:lnTo>
                  <a:lnTo>
                    <a:pt x="7486650" y="6070"/>
                  </a:lnTo>
                  <a:lnTo>
                    <a:pt x="7486650" y="3441"/>
                  </a:lnTo>
                  <a:close/>
                </a:path>
                <a:path w="9010650" h="1435735">
                  <a:moveTo>
                    <a:pt x="7534275" y="1429473"/>
                  </a:moveTo>
                  <a:lnTo>
                    <a:pt x="7533818" y="1428356"/>
                  </a:lnTo>
                  <a:lnTo>
                    <a:pt x="7531951" y="1426489"/>
                  </a:lnTo>
                  <a:lnTo>
                    <a:pt x="7530833" y="1426019"/>
                  </a:lnTo>
                  <a:lnTo>
                    <a:pt x="7528204" y="1426019"/>
                  </a:lnTo>
                  <a:lnTo>
                    <a:pt x="7527074" y="1426489"/>
                  </a:lnTo>
                  <a:lnTo>
                    <a:pt x="7525220" y="1428356"/>
                  </a:lnTo>
                  <a:lnTo>
                    <a:pt x="7524750" y="1429473"/>
                  </a:lnTo>
                  <a:lnTo>
                    <a:pt x="7524750" y="1432102"/>
                  </a:lnTo>
                  <a:lnTo>
                    <a:pt x="7525220" y="1433220"/>
                  </a:lnTo>
                  <a:lnTo>
                    <a:pt x="7527074" y="1435087"/>
                  </a:lnTo>
                  <a:lnTo>
                    <a:pt x="7528204" y="1435544"/>
                  </a:lnTo>
                  <a:lnTo>
                    <a:pt x="7530833" y="1435544"/>
                  </a:lnTo>
                  <a:lnTo>
                    <a:pt x="7531951" y="1435087"/>
                  </a:lnTo>
                  <a:lnTo>
                    <a:pt x="7533818" y="1433220"/>
                  </a:lnTo>
                  <a:lnTo>
                    <a:pt x="7534275" y="1432102"/>
                  </a:lnTo>
                  <a:lnTo>
                    <a:pt x="7534275" y="1429473"/>
                  </a:lnTo>
                  <a:close/>
                </a:path>
                <a:path w="9010650" h="1435735">
                  <a:moveTo>
                    <a:pt x="7534275" y="954125"/>
                  </a:moveTo>
                  <a:lnTo>
                    <a:pt x="7533818" y="953008"/>
                  </a:lnTo>
                  <a:lnTo>
                    <a:pt x="7531951" y="951153"/>
                  </a:lnTo>
                  <a:lnTo>
                    <a:pt x="7530833" y="950683"/>
                  </a:lnTo>
                  <a:lnTo>
                    <a:pt x="7528204" y="950683"/>
                  </a:lnTo>
                  <a:lnTo>
                    <a:pt x="7527074" y="951153"/>
                  </a:lnTo>
                  <a:lnTo>
                    <a:pt x="7525220" y="953008"/>
                  </a:lnTo>
                  <a:lnTo>
                    <a:pt x="7524750" y="954125"/>
                  </a:lnTo>
                  <a:lnTo>
                    <a:pt x="7524750" y="956754"/>
                  </a:lnTo>
                  <a:lnTo>
                    <a:pt x="7525220" y="957884"/>
                  </a:lnTo>
                  <a:lnTo>
                    <a:pt x="7527074" y="959739"/>
                  </a:lnTo>
                  <a:lnTo>
                    <a:pt x="7528204" y="960208"/>
                  </a:lnTo>
                  <a:lnTo>
                    <a:pt x="7530833" y="960208"/>
                  </a:lnTo>
                  <a:lnTo>
                    <a:pt x="7531951" y="959739"/>
                  </a:lnTo>
                  <a:lnTo>
                    <a:pt x="7533818" y="957884"/>
                  </a:lnTo>
                  <a:lnTo>
                    <a:pt x="7534275" y="956754"/>
                  </a:lnTo>
                  <a:lnTo>
                    <a:pt x="7534275" y="954125"/>
                  </a:lnTo>
                  <a:close/>
                </a:path>
                <a:path w="9010650" h="1435735">
                  <a:moveTo>
                    <a:pt x="7534275" y="478790"/>
                  </a:moveTo>
                  <a:lnTo>
                    <a:pt x="7533818" y="477659"/>
                  </a:lnTo>
                  <a:lnTo>
                    <a:pt x="7531951" y="475805"/>
                  </a:lnTo>
                  <a:lnTo>
                    <a:pt x="7530833" y="475335"/>
                  </a:lnTo>
                  <a:lnTo>
                    <a:pt x="7528204" y="475335"/>
                  </a:lnTo>
                  <a:lnTo>
                    <a:pt x="7527074" y="475805"/>
                  </a:lnTo>
                  <a:lnTo>
                    <a:pt x="7525220" y="477659"/>
                  </a:lnTo>
                  <a:lnTo>
                    <a:pt x="7524750" y="478790"/>
                  </a:lnTo>
                  <a:lnTo>
                    <a:pt x="7524750" y="481418"/>
                  </a:lnTo>
                  <a:lnTo>
                    <a:pt x="7525220" y="482536"/>
                  </a:lnTo>
                  <a:lnTo>
                    <a:pt x="7527074" y="484403"/>
                  </a:lnTo>
                  <a:lnTo>
                    <a:pt x="7528204" y="484860"/>
                  </a:lnTo>
                  <a:lnTo>
                    <a:pt x="7530833" y="484860"/>
                  </a:lnTo>
                  <a:lnTo>
                    <a:pt x="7531951" y="484403"/>
                  </a:lnTo>
                  <a:lnTo>
                    <a:pt x="7533818" y="482536"/>
                  </a:lnTo>
                  <a:lnTo>
                    <a:pt x="7534275" y="481418"/>
                  </a:lnTo>
                  <a:lnTo>
                    <a:pt x="7534275" y="478790"/>
                  </a:lnTo>
                  <a:close/>
                </a:path>
                <a:path w="9010650" h="1435735">
                  <a:moveTo>
                    <a:pt x="7534275" y="3441"/>
                  </a:moveTo>
                  <a:lnTo>
                    <a:pt x="7533818" y="2324"/>
                  </a:lnTo>
                  <a:lnTo>
                    <a:pt x="7531951" y="457"/>
                  </a:lnTo>
                  <a:lnTo>
                    <a:pt x="7530833" y="0"/>
                  </a:lnTo>
                  <a:lnTo>
                    <a:pt x="7528204" y="0"/>
                  </a:lnTo>
                  <a:lnTo>
                    <a:pt x="7527074" y="457"/>
                  </a:lnTo>
                  <a:lnTo>
                    <a:pt x="7525220" y="2324"/>
                  </a:lnTo>
                  <a:lnTo>
                    <a:pt x="7524750" y="3441"/>
                  </a:lnTo>
                  <a:lnTo>
                    <a:pt x="7524750" y="6070"/>
                  </a:lnTo>
                  <a:lnTo>
                    <a:pt x="7525220" y="7200"/>
                  </a:lnTo>
                  <a:lnTo>
                    <a:pt x="7527074" y="9055"/>
                  </a:lnTo>
                  <a:lnTo>
                    <a:pt x="7528204" y="9525"/>
                  </a:lnTo>
                  <a:lnTo>
                    <a:pt x="7530833" y="9525"/>
                  </a:lnTo>
                  <a:lnTo>
                    <a:pt x="7531951" y="9055"/>
                  </a:lnTo>
                  <a:lnTo>
                    <a:pt x="7533818" y="7200"/>
                  </a:lnTo>
                  <a:lnTo>
                    <a:pt x="7534275" y="6070"/>
                  </a:lnTo>
                  <a:lnTo>
                    <a:pt x="7534275" y="3441"/>
                  </a:lnTo>
                  <a:close/>
                </a:path>
                <a:path w="9010650" h="1435735">
                  <a:moveTo>
                    <a:pt x="7581900" y="1429473"/>
                  </a:moveTo>
                  <a:lnTo>
                    <a:pt x="7581443" y="1428356"/>
                  </a:lnTo>
                  <a:lnTo>
                    <a:pt x="7579576" y="1426489"/>
                  </a:lnTo>
                  <a:lnTo>
                    <a:pt x="7578458" y="1426019"/>
                  </a:lnTo>
                  <a:lnTo>
                    <a:pt x="7575829" y="1426019"/>
                  </a:lnTo>
                  <a:lnTo>
                    <a:pt x="7574699" y="1426489"/>
                  </a:lnTo>
                  <a:lnTo>
                    <a:pt x="7572845" y="1428356"/>
                  </a:lnTo>
                  <a:lnTo>
                    <a:pt x="7572375" y="1429473"/>
                  </a:lnTo>
                  <a:lnTo>
                    <a:pt x="7572375" y="1432102"/>
                  </a:lnTo>
                  <a:lnTo>
                    <a:pt x="7572845" y="1433220"/>
                  </a:lnTo>
                  <a:lnTo>
                    <a:pt x="7574699" y="1435087"/>
                  </a:lnTo>
                  <a:lnTo>
                    <a:pt x="7575829" y="1435544"/>
                  </a:lnTo>
                  <a:lnTo>
                    <a:pt x="7578458" y="1435544"/>
                  </a:lnTo>
                  <a:lnTo>
                    <a:pt x="7579576" y="1435087"/>
                  </a:lnTo>
                  <a:lnTo>
                    <a:pt x="7581443" y="1433220"/>
                  </a:lnTo>
                  <a:lnTo>
                    <a:pt x="7581900" y="1432102"/>
                  </a:lnTo>
                  <a:lnTo>
                    <a:pt x="7581900" y="1429473"/>
                  </a:lnTo>
                  <a:close/>
                </a:path>
                <a:path w="9010650" h="1435735">
                  <a:moveTo>
                    <a:pt x="7581900" y="954125"/>
                  </a:moveTo>
                  <a:lnTo>
                    <a:pt x="7581443" y="953008"/>
                  </a:lnTo>
                  <a:lnTo>
                    <a:pt x="7579576" y="951153"/>
                  </a:lnTo>
                  <a:lnTo>
                    <a:pt x="7578458" y="950683"/>
                  </a:lnTo>
                  <a:lnTo>
                    <a:pt x="7575829" y="950683"/>
                  </a:lnTo>
                  <a:lnTo>
                    <a:pt x="7574699" y="951153"/>
                  </a:lnTo>
                  <a:lnTo>
                    <a:pt x="7572845" y="953008"/>
                  </a:lnTo>
                  <a:lnTo>
                    <a:pt x="7572375" y="954125"/>
                  </a:lnTo>
                  <a:lnTo>
                    <a:pt x="7572375" y="956754"/>
                  </a:lnTo>
                  <a:lnTo>
                    <a:pt x="7572845" y="957884"/>
                  </a:lnTo>
                  <a:lnTo>
                    <a:pt x="7574699" y="959739"/>
                  </a:lnTo>
                  <a:lnTo>
                    <a:pt x="7575829" y="960208"/>
                  </a:lnTo>
                  <a:lnTo>
                    <a:pt x="7578458" y="960208"/>
                  </a:lnTo>
                  <a:lnTo>
                    <a:pt x="7579576" y="959739"/>
                  </a:lnTo>
                  <a:lnTo>
                    <a:pt x="7581443" y="957884"/>
                  </a:lnTo>
                  <a:lnTo>
                    <a:pt x="7581900" y="956754"/>
                  </a:lnTo>
                  <a:lnTo>
                    <a:pt x="7581900" y="954125"/>
                  </a:lnTo>
                  <a:close/>
                </a:path>
                <a:path w="9010650" h="1435735">
                  <a:moveTo>
                    <a:pt x="7581900" y="478790"/>
                  </a:moveTo>
                  <a:lnTo>
                    <a:pt x="7581443" y="477659"/>
                  </a:lnTo>
                  <a:lnTo>
                    <a:pt x="7579576" y="475805"/>
                  </a:lnTo>
                  <a:lnTo>
                    <a:pt x="7578458" y="475335"/>
                  </a:lnTo>
                  <a:lnTo>
                    <a:pt x="7575829" y="475335"/>
                  </a:lnTo>
                  <a:lnTo>
                    <a:pt x="7574699" y="475805"/>
                  </a:lnTo>
                  <a:lnTo>
                    <a:pt x="7572845" y="477659"/>
                  </a:lnTo>
                  <a:lnTo>
                    <a:pt x="7572375" y="478790"/>
                  </a:lnTo>
                  <a:lnTo>
                    <a:pt x="7572375" y="481418"/>
                  </a:lnTo>
                  <a:lnTo>
                    <a:pt x="7572845" y="482536"/>
                  </a:lnTo>
                  <a:lnTo>
                    <a:pt x="7574699" y="484403"/>
                  </a:lnTo>
                  <a:lnTo>
                    <a:pt x="7575829" y="484860"/>
                  </a:lnTo>
                  <a:lnTo>
                    <a:pt x="7578458" y="484860"/>
                  </a:lnTo>
                  <a:lnTo>
                    <a:pt x="7579576" y="484403"/>
                  </a:lnTo>
                  <a:lnTo>
                    <a:pt x="7581443" y="482536"/>
                  </a:lnTo>
                  <a:lnTo>
                    <a:pt x="7581900" y="481418"/>
                  </a:lnTo>
                  <a:lnTo>
                    <a:pt x="7581900" y="478790"/>
                  </a:lnTo>
                  <a:close/>
                </a:path>
                <a:path w="9010650" h="1435735">
                  <a:moveTo>
                    <a:pt x="7581900" y="3441"/>
                  </a:moveTo>
                  <a:lnTo>
                    <a:pt x="7581443" y="2324"/>
                  </a:lnTo>
                  <a:lnTo>
                    <a:pt x="7579576" y="457"/>
                  </a:lnTo>
                  <a:lnTo>
                    <a:pt x="7578458" y="0"/>
                  </a:lnTo>
                  <a:lnTo>
                    <a:pt x="7575829" y="0"/>
                  </a:lnTo>
                  <a:lnTo>
                    <a:pt x="7574699" y="457"/>
                  </a:lnTo>
                  <a:lnTo>
                    <a:pt x="7572845" y="2324"/>
                  </a:lnTo>
                  <a:lnTo>
                    <a:pt x="7572375" y="3441"/>
                  </a:lnTo>
                  <a:lnTo>
                    <a:pt x="7572375" y="6070"/>
                  </a:lnTo>
                  <a:lnTo>
                    <a:pt x="7572845" y="7200"/>
                  </a:lnTo>
                  <a:lnTo>
                    <a:pt x="7574699" y="9055"/>
                  </a:lnTo>
                  <a:lnTo>
                    <a:pt x="7575829" y="9525"/>
                  </a:lnTo>
                  <a:lnTo>
                    <a:pt x="7578458" y="9525"/>
                  </a:lnTo>
                  <a:lnTo>
                    <a:pt x="7579576" y="9055"/>
                  </a:lnTo>
                  <a:lnTo>
                    <a:pt x="7581443" y="7200"/>
                  </a:lnTo>
                  <a:lnTo>
                    <a:pt x="7581900" y="6070"/>
                  </a:lnTo>
                  <a:lnTo>
                    <a:pt x="7581900" y="3441"/>
                  </a:lnTo>
                  <a:close/>
                </a:path>
                <a:path w="9010650" h="1435735">
                  <a:moveTo>
                    <a:pt x="7629525" y="1429473"/>
                  </a:moveTo>
                  <a:lnTo>
                    <a:pt x="7629068" y="1428356"/>
                  </a:lnTo>
                  <a:lnTo>
                    <a:pt x="7627201" y="1426489"/>
                  </a:lnTo>
                  <a:lnTo>
                    <a:pt x="7626083" y="1426019"/>
                  </a:lnTo>
                  <a:lnTo>
                    <a:pt x="7623454" y="1426019"/>
                  </a:lnTo>
                  <a:lnTo>
                    <a:pt x="7622324" y="1426489"/>
                  </a:lnTo>
                  <a:lnTo>
                    <a:pt x="7620470" y="1428356"/>
                  </a:lnTo>
                  <a:lnTo>
                    <a:pt x="7620000" y="1429473"/>
                  </a:lnTo>
                  <a:lnTo>
                    <a:pt x="7620000" y="1432102"/>
                  </a:lnTo>
                  <a:lnTo>
                    <a:pt x="7620470" y="1433220"/>
                  </a:lnTo>
                  <a:lnTo>
                    <a:pt x="7622324" y="1435087"/>
                  </a:lnTo>
                  <a:lnTo>
                    <a:pt x="7623454" y="1435544"/>
                  </a:lnTo>
                  <a:lnTo>
                    <a:pt x="7626083" y="1435544"/>
                  </a:lnTo>
                  <a:lnTo>
                    <a:pt x="7627201" y="1435087"/>
                  </a:lnTo>
                  <a:lnTo>
                    <a:pt x="7629068" y="1433220"/>
                  </a:lnTo>
                  <a:lnTo>
                    <a:pt x="7629525" y="1432102"/>
                  </a:lnTo>
                  <a:lnTo>
                    <a:pt x="7629525" y="1429473"/>
                  </a:lnTo>
                  <a:close/>
                </a:path>
                <a:path w="9010650" h="1435735">
                  <a:moveTo>
                    <a:pt x="7629525" y="954125"/>
                  </a:moveTo>
                  <a:lnTo>
                    <a:pt x="7629068" y="953008"/>
                  </a:lnTo>
                  <a:lnTo>
                    <a:pt x="7627201" y="951153"/>
                  </a:lnTo>
                  <a:lnTo>
                    <a:pt x="7626083" y="950683"/>
                  </a:lnTo>
                  <a:lnTo>
                    <a:pt x="7623454" y="950683"/>
                  </a:lnTo>
                  <a:lnTo>
                    <a:pt x="7622324" y="951153"/>
                  </a:lnTo>
                  <a:lnTo>
                    <a:pt x="7620470" y="953008"/>
                  </a:lnTo>
                  <a:lnTo>
                    <a:pt x="7620000" y="954125"/>
                  </a:lnTo>
                  <a:lnTo>
                    <a:pt x="7620000" y="956754"/>
                  </a:lnTo>
                  <a:lnTo>
                    <a:pt x="7620470" y="957884"/>
                  </a:lnTo>
                  <a:lnTo>
                    <a:pt x="7622324" y="959739"/>
                  </a:lnTo>
                  <a:lnTo>
                    <a:pt x="7623454" y="960208"/>
                  </a:lnTo>
                  <a:lnTo>
                    <a:pt x="7626083" y="960208"/>
                  </a:lnTo>
                  <a:lnTo>
                    <a:pt x="7627201" y="959739"/>
                  </a:lnTo>
                  <a:lnTo>
                    <a:pt x="7629068" y="957884"/>
                  </a:lnTo>
                  <a:lnTo>
                    <a:pt x="7629525" y="956754"/>
                  </a:lnTo>
                  <a:lnTo>
                    <a:pt x="7629525" y="954125"/>
                  </a:lnTo>
                  <a:close/>
                </a:path>
                <a:path w="9010650" h="1435735">
                  <a:moveTo>
                    <a:pt x="7629525" y="478790"/>
                  </a:moveTo>
                  <a:lnTo>
                    <a:pt x="7629068" y="477659"/>
                  </a:lnTo>
                  <a:lnTo>
                    <a:pt x="7627201" y="475805"/>
                  </a:lnTo>
                  <a:lnTo>
                    <a:pt x="7626083" y="475335"/>
                  </a:lnTo>
                  <a:lnTo>
                    <a:pt x="7623454" y="475335"/>
                  </a:lnTo>
                  <a:lnTo>
                    <a:pt x="7622324" y="475805"/>
                  </a:lnTo>
                  <a:lnTo>
                    <a:pt x="7620470" y="477659"/>
                  </a:lnTo>
                  <a:lnTo>
                    <a:pt x="7620000" y="478790"/>
                  </a:lnTo>
                  <a:lnTo>
                    <a:pt x="7620000" y="481418"/>
                  </a:lnTo>
                  <a:lnTo>
                    <a:pt x="7620470" y="482536"/>
                  </a:lnTo>
                  <a:lnTo>
                    <a:pt x="7622324" y="484403"/>
                  </a:lnTo>
                  <a:lnTo>
                    <a:pt x="7623454" y="484860"/>
                  </a:lnTo>
                  <a:lnTo>
                    <a:pt x="7626083" y="484860"/>
                  </a:lnTo>
                  <a:lnTo>
                    <a:pt x="7627201" y="484403"/>
                  </a:lnTo>
                  <a:lnTo>
                    <a:pt x="7629068" y="482536"/>
                  </a:lnTo>
                  <a:lnTo>
                    <a:pt x="7629525" y="481418"/>
                  </a:lnTo>
                  <a:lnTo>
                    <a:pt x="7629525" y="478790"/>
                  </a:lnTo>
                  <a:close/>
                </a:path>
                <a:path w="9010650" h="1435735">
                  <a:moveTo>
                    <a:pt x="7629525" y="3441"/>
                  </a:moveTo>
                  <a:lnTo>
                    <a:pt x="7629068" y="2324"/>
                  </a:lnTo>
                  <a:lnTo>
                    <a:pt x="7627201" y="457"/>
                  </a:lnTo>
                  <a:lnTo>
                    <a:pt x="7626083" y="0"/>
                  </a:lnTo>
                  <a:lnTo>
                    <a:pt x="7623454" y="0"/>
                  </a:lnTo>
                  <a:lnTo>
                    <a:pt x="7622324" y="457"/>
                  </a:lnTo>
                  <a:lnTo>
                    <a:pt x="7620470" y="2324"/>
                  </a:lnTo>
                  <a:lnTo>
                    <a:pt x="7620000" y="3441"/>
                  </a:lnTo>
                  <a:lnTo>
                    <a:pt x="7620000" y="6070"/>
                  </a:lnTo>
                  <a:lnTo>
                    <a:pt x="7620470" y="7200"/>
                  </a:lnTo>
                  <a:lnTo>
                    <a:pt x="7622324" y="9055"/>
                  </a:lnTo>
                  <a:lnTo>
                    <a:pt x="7623454" y="9525"/>
                  </a:lnTo>
                  <a:lnTo>
                    <a:pt x="7626083" y="9525"/>
                  </a:lnTo>
                  <a:lnTo>
                    <a:pt x="7627201" y="9055"/>
                  </a:lnTo>
                  <a:lnTo>
                    <a:pt x="7629068" y="7200"/>
                  </a:lnTo>
                  <a:lnTo>
                    <a:pt x="7629525" y="6070"/>
                  </a:lnTo>
                  <a:lnTo>
                    <a:pt x="7629525" y="3441"/>
                  </a:lnTo>
                  <a:close/>
                </a:path>
                <a:path w="9010650" h="1435735">
                  <a:moveTo>
                    <a:pt x="7677150" y="1429473"/>
                  </a:moveTo>
                  <a:lnTo>
                    <a:pt x="7676693" y="1428356"/>
                  </a:lnTo>
                  <a:lnTo>
                    <a:pt x="7674826" y="1426489"/>
                  </a:lnTo>
                  <a:lnTo>
                    <a:pt x="7673708" y="1426019"/>
                  </a:lnTo>
                  <a:lnTo>
                    <a:pt x="7671079" y="1426019"/>
                  </a:lnTo>
                  <a:lnTo>
                    <a:pt x="7669949" y="1426489"/>
                  </a:lnTo>
                  <a:lnTo>
                    <a:pt x="7668095" y="1428356"/>
                  </a:lnTo>
                  <a:lnTo>
                    <a:pt x="7667625" y="1429473"/>
                  </a:lnTo>
                  <a:lnTo>
                    <a:pt x="7667625" y="1432102"/>
                  </a:lnTo>
                  <a:lnTo>
                    <a:pt x="7668095" y="1433220"/>
                  </a:lnTo>
                  <a:lnTo>
                    <a:pt x="7669949" y="1435087"/>
                  </a:lnTo>
                  <a:lnTo>
                    <a:pt x="7671079" y="1435544"/>
                  </a:lnTo>
                  <a:lnTo>
                    <a:pt x="7673708" y="1435544"/>
                  </a:lnTo>
                  <a:lnTo>
                    <a:pt x="7674826" y="1435087"/>
                  </a:lnTo>
                  <a:lnTo>
                    <a:pt x="7676693" y="1433220"/>
                  </a:lnTo>
                  <a:lnTo>
                    <a:pt x="7677150" y="1432102"/>
                  </a:lnTo>
                  <a:lnTo>
                    <a:pt x="7677150" y="1429473"/>
                  </a:lnTo>
                  <a:close/>
                </a:path>
                <a:path w="9010650" h="1435735">
                  <a:moveTo>
                    <a:pt x="7677150" y="954125"/>
                  </a:moveTo>
                  <a:lnTo>
                    <a:pt x="7676693" y="953008"/>
                  </a:lnTo>
                  <a:lnTo>
                    <a:pt x="7674826" y="951153"/>
                  </a:lnTo>
                  <a:lnTo>
                    <a:pt x="7673708" y="950683"/>
                  </a:lnTo>
                  <a:lnTo>
                    <a:pt x="7671079" y="950683"/>
                  </a:lnTo>
                  <a:lnTo>
                    <a:pt x="7669949" y="951153"/>
                  </a:lnTo>
                  <a:lnTo>
                    <a:pt x="7668095" y="953008"/>
                  </a:lnTo>
                  <a:lnTo>
                    <a:pt x="7667625" y="954125"/>
                  </a:lnTo>
                  <a:lnTo>
                    <a:pt x="7667625" y="956754"/>
                  </a:lnTo>
                  <a:lnTo>
                    <a:pt x="7668095" y="957884"/>
                  </a:lnTo>
                  <a:lnTo>
                    <a:pt x="7669949" y="959739"/>
                  </a:lnTo>
                  <a:lnTo>
                    <a:pt x="7671079" y="960208"/>
                  </a:lnTo>
                  <a:lnTo>
                    <a:pt x="7673708" y="960208"/>
                  </a:lnTo>
                  <a:lnTo>
                    <a:pt x="7674826" y="959739"/>
                  </a:lnTo>
                  <a:lnTo>
                    <a:pt x="7676693" y="957884"/>
                  </a:lnTo>
                  <a:lnTo>
                    <a:pt x="7677150" y="956754"/>
                  </a:lnTo>
                  <a:lnTo>
                    <a:pt x="7677150" y="954125"/>
                  </a:lnTo>
                  <a:close/>
                </a:path>
                <a:path w="9010650" h="1435735">
                  <a:moveTo>
                    <a:pt x="7677150" y="478790"/>
                  </a:moveTo>
                  <a:lnTo>
                    <a:pt x="7676693" y="477659"/>
                  </a:lnTo>
                  <a:lnTo>
                    <a:pt x="7674826" y="475805"/>
                  </a:lnTo>
                  <a:lnTo>
                    <a:pt x="7673708" y="475335"/>
                  </a:lnTo>
                  <a:lnTo>
                    <a:pt x="7671079" y="475335"/>
                  </a:lnTo>
                  <a:lnTo>
                    <a:pt x="7669949" y="475805"/>
                  </a:lnTo>
                  <a:lnTo>
                    <a:pt x="7668095" y="477659"/>
                  </a:lnTo>
                  <a:lnTo>
                    <a:pt x="7667625" y="478790"/>
                  </a:lnTo>
                  <a:lnTo>
                    <a:pt x="7667625" y="481418"/>
                  </a:lnTo>
                  <a:lnTo>
                    <a:pt x="7668095" y="482536"/>
                  </a:lnTo>
                  <a:lnTo>
                    <a:pt x="7669949" y="484403"/>
                  </a:lnTo>
                  <a:lnTo>
                    <a:pt x="7671079" y="484860"/>
                  </a:lnTo>
                  <a:lnTo>
                    <a:pt x="7673708" y="484860"/>
                  </a:lnTo>
                  <a:lnTo>
                    <a:pt x="7674826" y="484403"/>
                  </a:lnTo>
                  <a:lnTo>
                    <a:pt x="7676693" y="482536"/>
                  </a:lnTo>
                  <a:lnTo>
                    <a:pt x="7677150" y="481418"/>
                  </a:lnTo>
                  <a:lnTo>
                    <a:pt x="7677150" y="478790"/>
                  </a:lnTo>
                  <a:close/>
                </a:path>
                <a:path w="9010650" h="1435735">
                  <a:moveTo>
                    <a:pt x="7677150" y="3441"/>
                  </a:moveTo>
                  <a:lnTo>
                    <a:pt x="7676693" y="2324"/>
                  </a:lnTo>
                  <a:lnTo>
                    <a:pt x="7674826" y="457"/>
                  </a:lnTo>
                  <a:lnTo>
                    <a:pt x="7673708" y="0"/>
                  </a:lnTo>
                  <a:lnTo>
                    <a:pt x="7671079" y="0"/>
                  </a:lnTo>
                  <a:lnTo>
                    <a:pt x="7669949" y="457"/>
                  </a:lnTo>
                  <a:lnTo>
                    <a:pt x="7668095" y="2324"/>
                  </a:lnTo>
                  <a:lnTo>
                    <a:pt x="7667625" y="3441"/>
                  </a:lnTo>
                  <a:lnTo>
                    <a:pt x="7667625" y="6070"/>
                  </a:lnTo>
                  <a:lnTo>
                    <a:pt x="7668095" y="7200"/>
                  </a:lnTo>
                  <a:lnTo>
                    <a:pt x="7669949" y="9055"/>
                  </a:lnTo>
                  <a:lnTo>
                    <a:pt x="7671079" y="9525"/>
                  </a:lnTo>
                  <a:lnTo>
                    <a:pt x="7673708" y="9525"/>
                  </a:lnTo>
                  <a:lnTo>
                    <a:pt x="7674826" y="9055"/>
                  </a:lnTo>
                  <a:lnTo>
                    <a:pt x="7676693" y="7200"/>
                  </a:lnTo>
                  <a:lnTo>
                    <a:pt x="7677150" y="6070"/>
                  </a:lnTo>
                  <a:lnTo>
                    <a:pt x="7677150" y="3441"/>
                  </a:lnTo>
                  <a:close/>
                </a:path>
                <a:path w="9010650" h="1435735">
                  <a:moveTo>
                    <a:pt x="7724775" y="1429473"/>
                  </a:moveTo>
                  <a:lnTo>
                    <a:pt x="7724318" y="1428356"/>
                  </a:lnTo>
                  <a:lnTo>
                    <a:pt x="7722451" y="1426489"/>
                  </a:lnTo>
                  <a:lnTo>
                    <a:pt x="7721333" y="1426019"/>
                  </a:lnTo>
                  <a:lnTo>
                    <a:pt x="7718704" y="1426019"/>
                  </a:lnTo>
                  <a:lnTo>
                    <a:pt x="7717574" y="1426489"/>
                  </a:lnTo>
                  <a:lnTo>
                    <a:pt x="7715720" y="1428356"/>
                  </a:lnTo>
                  <a:lnTo>
                    <a:pt x="7715250" y="1429473"/>
                  </a:lnTo>
                  <a:lnTo>
                    <a:pt x="7715250" y="1432102"/>
                  </a:lnTo>
                  <a:lnTo>
                    <a:pt x="7715720" y="1433220"/>
                  </a:lnTo>
                  <a:lnTo>
                    <a:pt x="7717574" y="1435087"/>
                  </a:lnTo>
                  <a:lnTo>
                    <a:pt x="7718704" y="1435544"/>
                  </a:lnTo>
                  <a:lnTo>
                    <a:pt x="7721333" y="1435544"/>
                  </a:lnTo>
                  <a:lnTo>
                    <a:pt x="7722451" y="1435087"/>
                  </a:lnTo>
                  <a:lnTo>
                    <a:pt x="7724318" y="1433220"/>
                  </a:lnTo>
                  <a:lnTo>
                    <a:pt x="7724775" y="1432102"/>
                  </a:lnTo>
                  <a:lnTo>
                    <a:pt x="7724775" y="1429473"/>
                  </a:lnTo>
                  <a:close/>
                </a:path>
                <a:path w="9010650" h="1435735">
                  <a:moveTo>
                    <a:pt x="7724775" y="954125"/>
                  </a:moveTo>
                  <a:lnTo>
                    <a:pt x="7724318" y="953008"/>
                  </a:lnTo>
                  <a:lnTo>
                    <a:pt x="7722451" y="951153"/>
                  </a:lnTo>
                  <a:lnTo>
                    <a:pt x="7721333" y="950683"/>
                  </a:lnTo>
                  <a:lnTo>
                    <a:pt x="7718704" y="950683"/>
                  </a:lnTo>
                  <a:lnTo>
                    <a:pt x="7717574" y="951153"/>
                  </a:lnTo>
                  <a:lnTo>
                    <a:pt x="7715720" y="953008"/>
                  </a:lnTo>
                  <a:lnTo>
                    <a:pt x="7715250" y="954125"/>
                  </a:lnTo>
                  <a:lnTo>
                    <a:pt x="7715250" y="956754"/>
                  </a:lnTo>
                  <a:lnTo>
                    <a:pt x="7715720" y="957884"/>
                  </a:lnTo>
                  <a:lnTo>
                    <a:pt x="7717574" y="959739"/>
                  </a:lnTo>
                  <a:lnTo>
                    <a:pt x="7718704" y="960208"/>
                  </a:lnTo>
                  <a:lnTo>
                    <a:pt x="7721333" y="960208"/>
                  </a:lnTo>
                  <a:lnTo>
                    <a:pt x="7722451" y="959739"/>
                  </a:lnTo>
                  <a:lnTo>
                    <a:pt x="7724318" y="957884"/>
                  </a:lnTo>
                  <a:lnTo>
                    <a:pt x="7724775" y="956754"/>
                  </a:lnTo>
                  <a:lnTo>
                    <a:pt x="7724775" y="954125"/>
                  </a:lnTo>
                  <a:close/>
                </a:path>
                <a:path w="9010650" h="1435735">
                  <a:moveTo>
                    <a:pt x="7724775" y="478790"/>
                  </a:moveTo>
                  <a:lnTo>
                    <a:pt x="7724318" y="477659"/>
                  </a:lnTo>
                  <a:lnTo>
                    <a:pt x="7722451" y="475805"/>
                  </a:lnTo>
                  <a:lnTo>
                    <a:pt x="7721333" y="475335"/>
                  </a:lnTo>
                  <a:lnTo>
                    <a:pt x="7718704" y="475335"/>
                  </a:lnTo>
                  <a:lnTo>
                    <a:pt x="7717574" y="475805"/>
                  </a:lnTo>
                  <a:lnTo>
                    <a:pt x="7715720" y="477659"/>
                  </a:lnTo>
                  <a:lnTo>
                    <a:pt x="7715250" y="478790"/>
                  </a:lnTo>
                  <a:lnTo>
                    <a:pt x="7715250" y="481418"/>
                  </a:lnTo>
                  <a:lnTo>
                    <a:pt x="7715720" y="482536"/>
                  </a:lnTo>
                  <a:lnTo>
                    <a:pt x="7717574" y="484403"/>
                  </a:lnTo>
                  <a:lnTo>
                    <a:pt x="7718704" y="484860"/>
                  </a:lnTo>
                  <a:lnTo>
                    <a:pt x="7721333" y="484860"/>
                  </a:lnTo>
                  <a:lnTo>
                    <a:pt x="7722451" y="484403"/>
                  </a:lnTo>
                  <a:lnTo>
                    <a:pt x="7724318" y="482536"/>
                  </a:lnTo>
                  <a:lnTo>
                    <a:pt x="7724775" y="481418"/>
                  </a:lnTo>
                  <a:lnTo>
                    <a:pt x="7724775" y="478790"/>
                  </a:lnTo>
                  <a:close/>
                </a:path>
                <a:path w="9010650" h="1435735">
                  <a:moveTo>
                    <a:pt x="7724775" y="3441"/>
                  </a:moveTo>
                  <a:lnTo>
                    <a:pt x="7724318" y="2324"/>
                  </a:lnTo>
                  <a:lnTo>
                    <a:pt x="7722451" y="457"/>
                  </a:lnTo>
                  <a:lnTo>
                    <a:pt x="7721333" y="0"/>
                  </a:lnTo>
                  <a:lnTo>
                    <a:pt x="7718704" y="0"/>
                  </a:lnTo>
                  <a:lnTo>
                    <a:pt x="7717574" y="457"/>
                  </a:lnTo>
                  <a:lnTo>
                    <a:pt x="7715720" y="2324"/>
                  </a:lnTo>
                  <a:lnTo>
                    <a:pt x="7715250" y="3441"/>
                  </a:lnTo>
                  <a:lnTo>
                    <a:pt x="7715250" y="6070"/>
                  </a:lnTo>
                  <a:lnTo>
                    <a:pt x="7715720" y="7200"/>
                  </a:lnTo>
                  <a:lnTo>
                    <a:pt x="7717574" y="9055"/>
                  </a:lnTo>
                  <a:lnTo>
                    <a:pt x="7718704" y="9525"/>
                  </a:lnTo>
                  <a:lnTo>
                    <a:pt x="7721333" y="9525"/>
                  </a:lnTo>
                  <a:lnTo>
                    <a:pt x="7722451" y="9055"/>
                  </a:lnTo>
                  <a:lnTo>
                    <a:pt x="7724318" y="7200"/>
                  </a:lnTo>
                  <a:lnTo>
                    <a:pt x="7724775" y="6070"/>
                  </a:lnTo>
                  <a:lnTo>
                    <a:pt x="7724775" y="3441"/>
                  </a:lnTo>
                  <a:close/>
                </a:path>
                <a:path w="9010650" h="1435735">
                  <a:moveTo>
                    <a:pt x="7772400" y="1429473"/>
                  </a:moveTo>
                  <a:lnTo>
                    <a:pt x="7771943" y="1428356"/>
                  </a:lnTo>
                  <a:lnTo>
                    <a:pt x="7770076" y="1426489"/>
                  </a:lnTo>
                  <a:lnTo>
                    <a:pt x="7768958" y="1426019"/>
                  </a:lnTo>
                  <a:lnTo>
                    <a:pt x="7766329" y="1426019"/>
                  </a:lnTo>
                  <a:lnTo>
                    <a:pt x="7765199" y="1426489"/>
                  </a:lnTo>
                  <a:lnTo>
                    <a:pt x="7763345" y="1428356"/>
                  </a:lnTo>
                  <a:lnTo>
                    <a:pt x="7762875" y="1429473"/>
                  </a:lnTo>
                  <a:lnTo>
                    <a:pt x="7762875" y="1432102"/>
                  </a:lnTo>
                  <a:lnTo>
                    <a:pt x="7763345" y="1433220"/>
                  </a:lnTo>
                  <a:lnTo>
                    <a:pt x="7765199" y="1435087"/>
                  </a:lnTo>
                  <a:lnTo>
                    <a:pt x="7766329" y="1435544"/>
                  </a:lnTo>
                  <a:lnTo>
                    <a:pt x="7768958" y="1435544"/>
                  </a:lnTo>
                  <a:lnTo>
                    <a:pt x="7770076" y="1435087"/>
                  </a:lnTo>
                  <a:lnTo>
                    <a:pt x="7771943" y="1433220"/>
                  </a:lnTo>
                  <a:lnTo>
                    <a:pt x="7772400" y="1432102"/>
                  </a:lnTo>
                  <a:lnTo>
                    <a:pt x="7772400" y="1429473"/>
                  </a:lnTo>
                  <a:close/>
                </a:path>
                <a:path w="9010650" h="1435735">
                  <a:moveTo>
                    <a:pt x="7772400" y="954125"/>
                  </a:moveTo>
                  <a:lnTo>
                    <a:pt x="7771943" y="953008"/>
                  </a:lnTo>
                  <a:lnTo>
                    <a:pt x="7770076" y="951153"/>
                  </a:lnTo>
                  <a:lnTo>
                    <a:pt x="7768958" y="950683"/>
                  </a:lnTo>
                  <a:lnTo>
                    <a:pt x="7766329" y="950683"/>
                  </a:lnTo>
                  <a:lnTo>
                    <a:pt x="7765199" y="951153"/>
                  </a:lnTo>
                  <a:lnTo>
                    <a:pt x="7763345" y="953008"/>
                  </a:lnTo>
                  <a:lnTo>
                    <a:pt x="7762875" y="954125"/>
                  </a:lnTo>
                  <a:lnTo>
                    <a:pt x="7762875" y="956754"/>
                  </a:lnTo>
                  <a:lnTo>
                    <a:pt x="7763345" y="957884"/>
                  </a:lnTo>
                  <a:lnTo>
                    <a:pt x="7765199" y="959739"/>
                  </a:lnTo>
                  <a:lnTo>
                    <a:pt x="7766329" y="960208"/>
                  </a:lnTo>
                  <a:lnTo>
                    <a:pt x="7768958" y="960208"/>
                  </a:lnTo>
                  <a:lnTo>
                    <a:pt x="7770076" y="959739"/>
                  </a:lnTo>
                  <a:lnTo>
                    <a:pt x="7771943" y="957884"/>
                  </a:lnTo>
                  <a:lnTo>
                    <a:pt x="7772400" y="956754"/>
                  </a:lnTo>
                  <a:lnTo>
                    <a:pt x="7772400" y="954125"/>
                  </a:lnTo>
                  <a:close/>
                </a:path>
                <a:path w="9010650" h="1435735">
                  <a:moveTo>
                    <a:pt x="7772400" y="478790"/>
                  </a:moveTo>
                  <a:lnTo>
                    <a:pt x="7771943" y="477659"/>
                  </a:lnTo>
                  <a:lnTo>
                    <a:pt x="7770076" y="475805"/>
                  </a:lnTo>
                  <a:lnTo>
                    <a:pt x="7768958" y="475335"/>
                  </a:lnTo>
                  <a:lnTo>
                    <a:pt x="7766329" y="475335"/>
                  </a:lnTo>
                  <a:lnTo>
                    <a:pt x="7765199" y="475805"/>
                  </a:lnTo>
                  <a:lnTo>
                    <a:pt x="7763345" y="477659"/>
                  </a:lnTo>
                  <a:lnTo>
                    <a:pt x="7762875" y="478790"/>
                  </a:lnTo>
                  <a:lnTo>
                    <a:pt x="7762875" y="481418"/>
                  </a:lnTo>
                  <a:lnTo>
                    <a:pt x="7763345" y="482536"/>
                  </a:lnTo>
                  <a:lnTo>
                    <a:pt x="7765199" y="484403"/>
                  </a:lnTo>
                  <a:lnTo>
                    <a:pt x="7766329" y="484860"/>
                  </a:lnTo>
                  <a:lnTo>
                    <a:pt x="7768958" y="484860"/>
                  </a:lnTo>
                  <a:lnTo>
                    <a:pt x="7770076" y="484403"/>
                  </a:lnTo>
                  <a:lnTo>
                    <a:pt x="7771943" y="482536"/>
                  </a:lnTo>
                  <a:lnTo>
                    <a:pt x="7772400" y="481418"/>
                  </a:lnTo>
                  <a:lnTo>
                    <a:pt x="7772400" y="478790"/>
                  </a:lnTo>
                  <a:close/>
                </a:path>
                <a:path w="9010650" h="1435735">
                  <a:moveTo>
                    <a:pt x="7772400" y="3441"/>
                  </a:moveTo>
                  <a:lnTo>
                    <a:pt x="7771943" y="2324"/>
                  </a:lnTo>
                  <a:lnTo>
                    <a:pt x="7770076" y="457"/>
                  </a:lnTo>
                  <a:lnTo>
                    <a:pt x="7768958" y="0"/>
                  </a:lnTo>
                  <a:lnTo>
                    <a:pt x="7766329" y="0"/>
                  </a:lnTo>
                  <a:lnTo>
                    <a:pt x="7765199" y="457"/>
                  </a:lnTo>
                  <a:lnTo>
                    <a:pt x="7763345" y="2324"/>
                  </a:lnTo>
                  <a:lnTo>
                    <a:pt x="7762875" y="3441"/>
                  </a:lnTo>
                  <a:lnTo>
                    <a:pt x="7762875" y="6070"/>
                  </a:lnTo>
                  <a:lnTo>
                    <a:pt x="7763345" y="7200"/>
                  </a:lnTo>
                  <a:lnTo>
                    <a:pt x="7765199" y="9055"/>
                  </a:lnTo>
                  <a:lnTo>
                    <a:pt x="7766329" y="9525"/>
                  </a:lnTo>
                  <a:lnTo>
                    <a:pt x="7768958" y="9525"/>
                  </a:lnTo>
                  <a:lnTo>
                    <a:pt x="7770076" y="9055"/>
                  </a:lnTo>
                  <a:lnTo>
                    <a:pt x="7771943" y="7200"/>
                  </a:lnTo>
                  <a:lnTo>
                    <a:pt x="7772400" y="6070"/>
                  </a:lnTo>
                  <a:lnTo>
                    <a:pt x="7772400" y="3441"/>
                  </a:lnTo>
                  <a:close/>
                </a:path>
                <a:path w="9010650" h="1435735">
                  <a:moveTo>
                    <a:pt x="7820025" y="1429473"/>
                  </a:moveTo>
                  <a:lnTo>
                    <a:pt x="7819568" y="1428356"/>
                  </a:lnTo>
                  <a:lnTo>
                    <a:pt x="7817701" y="1426489"/>
                  </a:lnTo>
                  <a:lnTo>
                    <a:pt x="7816583" y="1426019"/>
                  </a:lnTo>
                  <a:lnTo>
                    <a:pt x="7813954" y="1426019"/>
                  </a:lnTo>
                  <a:lnTo>
                    <a:pt x="7812824" y="1426489"/>
                  </a:lnTo>
                  <a:lnTo>
                    <a:pt x="7810970" y="1428356"/>
                  </a:lnTo>
                  <a:lnTo>
                    <a:pt x="7810500" y="1429473"/>
                  </a:lnTo>
                  <a:lnTo>
                    <a:pt x="7810500" y="1432102"/>
                  </a:lnTo>
                  <a:lnTo>
                    <a:pt x="7810970" y="1433220"/>
                  </a:lnTo>
                  <a:lnTo>
                    <a:pt x="7812824" y="1435087"/>
                  </a:lnTo>
                  <a:lnTo>
                    <a:pt x="7813954" y="1435544"/>
                  </a:lnTo>
                  <a:lnTo>
                    <a:pt x="7816583" y="1435544"/>
                  </a:lnTo>
                  <a:lnTo>
                    <a:pt x="7817701" y="1435087"/>
                  </a:lnTo>
                  <a:lnTo>
                    <a:pt x="7819568" y="1433220"/>
                  </a:lnTo>
                  <a:lnTo>
                    <a:pt x="7820025" y="1432102"/>
                  </a:lnTo>
                  <a:lnTo>
                    <a:pt x="7820025" y="1429473"/>
                  </a:lnTo>
                  <a:close/>
                </a:path>
                <a:path w="9010650" h="1435735">
                  <a:moveTo>
                    <a:pt x="7820025" y="954125"/>
                  </a:moveTo>
                  <a:lnTo>
                    <a:pt x="7819568" y="953008"/>
                  </a:lnTo>
                  <a:lnTo>
                    <a:pt x="7817701" y="951153"/>
                  </a:lnTo>
                  <a:lnTo>
                    <a:pt x="7816583" y="950683"/>
                  </a:lnTo>
                  <a:lnTo>
                    <a:pt x="7813954" y="950683"/>
                  </a:lnTo>
                  <a:lnTo>
                    <a:pt x="7812824" y="951153"/>
                  </a:lnTo>
                  <a:lnTo>
                    <a:pt x="7810970" y="953008"/>
                  </a:lnTo>
                  <a:lnTo>
                    <a:pt x="7810500" y="954125"/>
                  </a:lnTo>
                  <a:lnTo>
                    <a:pt x="7810500" y="956754"/>
                  </a:lnTo>
                  <a:lnTo>
                    <a:pt x="7810970" y="957884"/>
                  </a:lnTo>
                  <a:lnTo>
                    <a:pt x="7812824" y="959739"/>
                  </a:lnTo>
                  <a:lnTo>
                    <a:pt x="7813954" y="960208"/>
                  </a:lnTo>
                  <a:lnTo>
                    <a:pt x="7816583" y="960208"/>
                  </a:lnTo>
                  <a:lnTo>
                    <a:pt x="7817701" y="959739"/>
                  </a:lnTo>
                  <a:lnTo>
                    <a:pt x="7819568" y="957884"/>
                  </a:lnTo>
                  <a:lnTo>
                    <a:pt x="7820025" y="956754"/>
                  </a:lnTo>
                  <a:lnTo>
                    <a:pt x="7820025" y="954125"/>
                  </a:lnTo>
                  <a:close/>
                </a:path>
                <a:path w="9010650" h="1435735">
                  <a:moveTo>
                    <a:pt x="7820025" y="478790"/>
                  </a:moveTo>
                  <a:lnTo>
                    <a:pt x="7819568" y="477659"/>
                  </a:lnTo>
                  <a:lnTo>
                    <a:pt x="7817701" y="475805"/>
                  </a:lnTo>
                  <a:lnTo>
                    <a:pt x="7816583" y="475335"/>
                  </a:lnTo>
                  <a:lnTo>
                    <a:pt x="7813954" y="475335"/>
                  </a:lnTo>
                  <a:lnTo>
                    <a:pt x="7812824" y="475805"/>
                  </a:lnTo>
                  <a:lnTo>
                    <a:pt x="7810970" y="477659"/>
                  </a:lnTo>
                  <a:lnTo>
                    <a:pt x="7810500" y="478790"/>
                  </a:lnTo>
                  <a:lnTo>
                    <a:pt x="7810500" y="481418"/>
                  </a:lnTo>
                  <a:lnTo>
                    <a:pt x="7810970" y="482536"/>
                  </a:lnTo>
                  <a:lnTo>
                    <a:pt x="7812824" y="484403"/>
                  </a:lnTo>
                  <a:lnTo>
                    <a:pt x="7813954" y="484860"/>
                  </a:lnTo>
                  <a:lnTo>
                    <a:pt x="7816583" y="484860"/>
                  </a:lnTo>
                  <a:lnTo>
                    <a:pt x="7817701" y="484403"/>
                  </a:lnTo>
                  <a:lnTo>
                    <a:pt x="7819568" y="482536"/>
                  </a:lnTo>
                  <a:lnTo>
                    <a:pt x="7820025" y="481418"/>
                  </a:lnTo>
                  <a:lnTo>
                    <a:pt x="7820025" y="478790"/>
                  </a:lnTo>
                  <a:close/>
                </a:path>
                <a:path w="9010650" h="1435735">
                  <a:moveTo>
                    <a:pt x="7820025" y="3441"/>
                  </a:moveTo>
                  <a:lnTo>
                    <a:pt x="7819568" y="2324"/>
                  </a:lnTo>
                  <a:lnTo>
                    <a:pt x="7817701" y="457"/>
                  </a:lnTo>
                  <a:lnTo>
                    <a:pt x="7816583" y="0"/>
                  </a:lnTo>
                  <a:lnTo>
                    <a:pt x="7813954" y="0"/>
                  </a:lnTo>
                  <a:lnTo>
                    <a:pt x="7812824" y="457"/>
                  </a:lnTo>
                  <a:lnTo>
                    <a:pt x="7810970" y="2324"/>
                  </a:lnTo>
                  <a:lnTo>
                    <a:pt x="7810500" y="3441"/>
                  </a:lnTo>
                  <a:lnTo>
                    <a:pt x="7810500" y="6070"/>
                  </a:lnTo>
                  <a:lnTo>
                    <a:pt x="7810970" y="7200"/>
                  </a:lnTo>
                  <a:lnTo>
                    <a:pt x="7812824" y="9055"/>
                  </a:lnTo>
                  <a:lnTo>
                    <a:pt x="7813954" y="9525"/>
                  </a:lnTo>
                  <a:lnTo>
                    <a:pt x="7816583" y="9525"/>
                  </a:lnTo>
                  <a:lnTo>
                    <a:pt x="7817701" y="9055"/>
                  </a:lnTo>
                  <a:lnTo>
                    <a:pt x="7819568" y="7200"/>
                  </a:lnTo>
                  <a:lnTo>
                    <a:pt x="7820025" y="6070"/>
                  </a:lnTo>
                  <a:lnTo>
                    <a:pt x="7820025" y="3441"/>
                  </a:lnTo>
                  <a:close/>
                </a:path>
                <a:path w="9010650" h="1435735">
                  <a:moveTo>
                    <a:pt x="7867650" y="1429473"/>
                  </a:moveTo>
                  <a:lnTo>
                    <a:pt x="7867193" y="1428356"/>
                  </a:lnTo>
                  <a:lnTo>
                    <a:pt x="7865326" y="1426489"/>
                  </a:lnTo>
                  <a:lnTo>
                    <a:pt x="7864208" y="1426019"/>
                  </a:lnTo>
                  <a:lnTo>
                    <a:pt x="7861579" y="1426019"/>
                  </a:lnTo>
                  <a:lnTo>
                    <a:pt x="7860449" y="1426489"/>
                  </a:lnTo>
                  <a:lnTo>
                    <a:pt x="7858595" y="1428356"/>
                  </a:lnTo>
                  <a:lnTo>
                    <a:pt x="7858125" y="1429473"/>
                  </a:lnTo>
                  <a:lnTo>
                    <a:pt x="7858125" y="1432102"/>
                  </a:lnTo>
                  <a:lnTo>
                    <a:pt x="7858595" y="1433220"/>
                  </a:lnTo>
                  <a:lnTo>
                    <a:pt x="7860449" y="1435087"/>
                  </a:lnTo>
                  <a:lnTo>
                    <a:pt x="7861579" y="1435544"/>
                  </a:lnTo>
                  <a:lnTo>
                    <a:pt x="7864208" y="1435544"/>
                  </a:lnTo>
                  <a:lnTo>
                    <a:pt x="7865326" y="1435087"/>
                  </a:lnTo>
                  <a:lnTo>
                    <a:pt x="7867193" y="1433220"/>
                  </a:lnTo>
                  <a:lnTo>
                    <a:pt x="7867650" y="1432102"/>
                  </a:lnTo>
                  <a:lnTo>
                    <a:pt x="7867650" y="1429473"/>
                  </a:lnTo>
                  <a:close/>
                </a:path>
                <a:path w="9010650" h="1435735">
                  <a:moveTo>
                    <a:pt x="7867650" y="954125"/>
                  </a:moveTo>
                  <a:lnTo>
                    <a:pt x="7867193" y="953008"/>
                  </a:lnTo>
                  <a:lnTo>
                    <a:pt x="7865326" y="951153"/>
                  </a:lnTo>
                  <a:lnTo>
                    <a:pt x="7864208" y="950683"/>
                  </a:lnTo>
                  <a:lnTo>
                    <a:pt x="7861579" y="950683"/>
                  </a:lnTo>
                  <a:lnTo>
                    <a:pt x="7860449" y="951153"/>
                  </a:lnTo>
                  <a:lnTo>
                    <a:pt x="7858595" y="953008"/>
                  </a:lnTo>
                  <a:lnTo>
                    <a:pt x="7858125" y="954125"/>
                  </a:lnTo>
                  <a:lnTo>
                    <a:pt x="7858125" y="956754"/>
                  </a:lnTo>
                  <a:lnTo>
                    <a:pt x="7858595" y="957884"/>
                  </a:lnTo>
                  <a:lnTo>
                    <a:pt x="7860449" y="959739"/>
                  </a:lnTo>
                  <a:lnTo>
                    <a:pt x="7861579" y="960208"/>
                  </a:lnTo>
                  <a:lnTo>
                    <a:pt x="7864208" y="960208"/>
                  </a:lnTo>
                  <a:lnTo>
                    <a:pt x="7865326" y="959739"/>
                  </a:lnTo>
                  <a:lnTo>
                    <a:pt x="7867193" y="957884"/>
                  </a:lnTo>
                  <a:lnTo>
                    <a:pt x="7867650" y="956754"/>
                  </a:lnTo>
                  <a:lnTo>
                    <a:pt x="7867650" y="954125"/>
                  </a:lnTo>
                  <a:close/>
                </a:path>
                <a:path w="9010650" h="1435735">
                  <a:moveTo>
                    <a:pt x="7867650" y="478790"/>
                  </a:moveTo>
                  <a:lnTo>
                    <a:pt x="7867193" y="477659"/>
                  </a:lnTo>
                  <a:lnTo>
                    <a:pt x="7865326" y="475805"/>
                  </a:lnTo>
                  <a:lnTo>
                    <a:pt x="7864208" y="475335"/>
                  </a:lnTo>
                  <a:lnTo>
                    <a:pt x="7861579" y="475335"/>
                  </a:lnTo>
                  <a:lnTo>
                    <a:pt x="7860449" y="475805"/>
                  </a:lnTo>
                  <a:lnTo>
                    <a:pt x="7858595" y="477659"/>
                  </a:lnTo>
                  <a:lnTo>
                    <a:pt x="7858125" y="478790"/>
                  </a:lnTo>
                  <a:lnTo>
                    <a:pt x="7858125" y="481418"/>
                  </a:lnTo>
                  <a:lnTo>
                    <a:pt x="7858595" y="482536"/>
                  </a:lnTo>
                  <a:lnTo>
                    <a:pt x="7860449" y="484403"/>
                  </a:lnTo>
                  <a:lnTo>
                    <a:pt x="7861579" y="484860"/>
                  </a:lnTo>
                  <a:lnTo>
                    <a:pt x="7864208" y="484860"/>
                  </a:lnTo>
                  <a:lnTo>
                    <a:pt x="7865326" y="484403"/>
                  </a:lnTo>
                  <a:lnTo>
                    <a:pt x="7867193" y="482536"/>
                  </a:lnTo>
                  <a:lnTo>
                    <a:pt x="7867650" y="481418"/>
                  </a:lnTo>
                  <a:lnTo>
                    <a:pt x="7867650" y="478790"/>
                  </a:lnTo>
                  <a:close/>
                </a:path>
                <a:path w="9010650" h="1435735">
                  <a:moveTo>
                    <a:pt x="7867650" y="3441"/>
                  </a:moveTo>
                  <a:lnTo>
                    <a:pt x="7867193" y="2324"/>
                  </a:lnTo>
                  <a:lnTo>
                    <a:pt x="7865326" y="457"/>
                  </a:lnTo>
                  <a:lnTo>
                    <a:pt x="7864208" y="0"/>
                  </a:lnTo>
                  <a:lnTo>
                    <a:pt x="7861579" y="0"/>
                  </a:lnTo>
                  <a:lnTo>
                    <a:pt x="7860449" y="457"/>
                  </a:lnTo>
                  <a:lnTo>
                    <a:pt x="7858595" y="2324"/>
                  </a:lnTo>
                  <a:lnTo>
                    <a:pt x="7858125" y="3441"/>
                  </a:lnTo>
                  <a:lnTo>
                    <a:pt x="7858125" y="6070"/>
                  </a:lnTo>
                  <a:lnTo>
                    <a:pt x="7858595" y="7200"/>
                  </a:lnTo>
                  <a:lnTo>
                    <a:pt x="7860449" y="9055"/>
                  </a:lnTo>
                  <a:lnTo>
                    <a:pt x="7861579" y="9525"/>
                  </a:lnTo>
                  <a:lnTo>
                    <a:pt x="7864208" y="9525"/>
                  </a:lnTo>
                  <a:lnTo>
                    <a:pt x="7865326" y="9055"/>
                  </a:lnTo>
                  <a:lnTo>
                    <a:pt x="7867193" y="7200"/>
                  </a:lnTo>
                  <a:lnTo>
                    <a:pt x="7867650" y="6070"/>
                  </a:lnTo>
                  <a:lnTo>
                    <a:pt x="7867650" y="3441"/>
                  </a:lnTo>
                  <a:close/>
                </a:path>
                <a:path w="9010650" h="1435735">
                  <a:moveTo>
                    <a:pt x="7915275" y="1429473"/>
                  </a:moveTo>
                  <a:lnTo>
                    <a:pt x="7914818" y="1428356"/>
                  </a:lnTo>
                  <a:lnTo>
                    <a:pt x="7912951" y="1426489"/>
                  </a:lnTo>
                  <a:lnTo>
                    <a:pt x="7911833" y="1426019"/>
                  </a:lnTo>
                  <a:lnTo>
                    <a:pt x="7909204" y="1426019"/>
                  </a:lnTo>
                  <a:lnTo>
                    <a:pt x="7908074" y="1426489"/>
                  </a:lnTo>
                  <a:lnTo>
                    <a:pt x="7906220" y="1428356"/>
                  </a:lnTo>
                  <a:lnTo>
                    <a:pt x="7905750" y="1429473"/>
                  </a:lnTo>
                  <a:lnTo>
                    <a:pt x="7905750" y="1432102"/>
                  </a:lnTo>
                  <a:lnTo>
                    <a:pt x="7906220" y="1433220"/>
                  </a:lnTo>
                  <a:lnTo>
                    <a:pt x="7908074" y="1435087"/>
                  </a:lnTo>
                  <a:lnTo>
                    <a:pt x="7909204" y="1435544"/>
                  </a:lnTo>
                  <a:lnTo>
                    <a:pt x="7911833" y="1435544"/>
                  </a:lnTo>
                  <a:lnTo>
                    <a:pt x="7912951" y="1435087"/>
                  </a:lnTo>
                  <a:lnTo>
                    <a:pt x="7914818" y="1433220"/>
                  </a:lnTo>
                  <a:lnTo>
                    <a:pt x="7915275" y="1432102"/>
                  </a:lnTo>
                  <a:lnTo>
                    <a:pt x="7915275" y="1429473"/>
                  </a:lnTo>
                  <a:close/>
                </a:path>
                <a:path w="9010650" h="1435735">
                  <a:moveTo>
                    <a:pt x="7915275" y="954125"/>
                  </a:moveTo>
                  <a:lnTo>
                    <a:pt x="7914818" y="953008"/>
                  </a:lnTo>
                  <a:lnTo>
                    <a:pt x="7912951" y="951153"/>
                  </a:lnTo>
                  <a:lnTo>
                    <a:pt x="7911833" y="950683"/>
                  </a:lnTo>
                  <a:lnTo>
                    <a:pt x="7909204" y="950683"/>
                  </a:lnTo>
                  <a:lnTo>
                    <a:pt x="7908074" y="951153"/>
                  </a:lnTo>
                  <a:lnTo>
                    <a:pt x="7906220" y="953008"/>
                  </a:lnTo>
                  <a:lnTo>
                    <a:pt x="7905750" y="954125"/>
                  </a:lnTo>
                  <a:lnTo>
                    <a:pt x="7905750" y="956754"/>
                  </a:lnTo>
                  <a:lnTo>
                    <a:pt x="7906220" y="957884"/>
                  </a:lnTo>
                  <a:lnTo>
                    <a:pt x="7908074" y="959739"/>
                  </a:lnTo>
                  <a:lnTo>
                    <a:pt x="7909204" y="960208"/>
                  </a:lnTo>
                  <a:lnTo>
                    <a:pt x="7911833" y="960208"/>
                  </a:lnTo>
                  <a:lnTo>
                    <a:pt x="7912951" y="959739"/>
                  </a:lnTo>
                  <a:lnTo>
                    <a:pt x="7914818" y="957884"/>
                  </a:lnTo>
                  <a:lnTo>
                    <a:pt x="7915275" y="956754"/>
                  </a:lnTo>
                  <a:lnTo>
                    <a:pt x="7915275" y="954125"/>
                  </a:lnTo>
                  <a:close/>
                </a:path>
                <a:path w="9010650" h="1435735">
                  <a:moveTo>
                    <a:pt x="7915275" y="478790"/>
                  </a:moveTo>
                  <a:lnTo>
                    <a:pt x="7914818" y="477659"/>
                  </a:lnTo>
                  <a:lnTo>
                    <a:pt x="7912951" y="475805"/>
                  </a:lnTo>
                  <a:lnTo>
                    <a:pt x="7911833" y="475335"/>
                  </a:lnTo>
                  <a:lnTo>
                    <a:pt x="7909204" y="475335"/>
                  </a:lnTo>
                  <a:lnTo>
                    <a:pt x="7908074" y="475805"/>
                  </a:lnTo>
                  <a:lnTo>
                    <a:pt x="7906220" y="477659"/>
                  </a:lnTo>
                  <a:lnTo>
                    <a:pt x="7905750" y="478790"/>
                  </a:lnTo>
                  <a:lnTo>
                    <a:pt x="7905750" y="481418"/>
                  </a:lnTo>
                  <a:lnTo>
                    <a:pt x="7906220" y="482536"/>
                  </a:lnTo>
                  <a:lnTo>
                    <a:pt x="7908074" y="484403"/>
                  </a:lnTo>
                  <a:lnTo>
                    <a:pt x="7909204" y="484860"/>
                  </a:lnTo>
                  <a:lnTo>
                    <a:pt x="7911833" y="484860"/>
                  </a:lnTo>
                  <a:lnTo>
                    <a:pt x="7912951" y="484403"/>
                  </a:lnTo>
                  <a:lnTo>
                    <a:pt x="7914818" y="482536"/>
                  </a:lnTo>
                  <a:lnTo>
                    <a:pt x="7915275" y="481418"/>
                  </a:lnTo>
                  <a:lnTo>
                    <a:pt x="7915275" y="478790"/>
                  </a:lnTo>
                  <a:close/>
                </a:path>
                <a:path w="9010650" h="1435735">
                  <a:moveTo>
                    <a:pt x="7915275" y="3441"/>
                  </a:moveTo>
                  <a:lnTo>
                    <a:pt x="7914818" y="2324"/>
                  </a:lnTo>
                  <a:lnTo>
                    <a:pt x="7912951" y="457"/>
                  </a:lnTo>
                  <a:lnTo>
                    <a:pt x="7911833" y="0"/>
                  </a:lnTo>
                  <a:lnTo>
                    <a:pt x="7909204" y="0"/>
                  </a:lnTo>
                  <a:lnTo>
                    <a:pt x="7908074" y="457"/>
                  </a:lnTo>
                  <a:lnTo>
                    <a:pt x="7906220" y="2324"/>
                  </a:lnTo>
                  <a:lnTo>
                    <a:pt x="7905750" y="3441"/>
                  </a:lnTo>
                  <a:lnTo>
                    <a:pt x="7905750" y="6070"/>
                  </a:lnTo>
                  <a:lnTo>
                    <a:pt x="7906220" y="7200"/>
                  </a:lnTo>
                  <a:lnTo>
                    <a:pt x="7908074" y="9055"/>
                  </a:lnTo>
                  <a:lnTo>
                    <a:pt x="7909204" y="9525"/>
                  </a:lnTo>
                  <a:lnTo>
                    <a:pt x="7911833" y="9525"/>
                  </a:lnTo>
                  <a:lnTo>
                    <a:pt x="7912951" y="9055"/>
                  </a:lnTo>
                  <a:lnTo>
                    <a:pt x="7914818" y="7200"/>
                  </a:lnTo>
                  <a:lnTo>
                    <a:pt x="7915275" y="6070"/>
                  </a:lnTo>
                  <a:lnTo>
                    <a:pt x="7915275" y="3441"/>
                  </a:lnTo>
                  <a:close/>
                </a:path>
                <a:path w="9010650" h="1435735">
                  <a:moveTo>
                    <a:pt x="7962900" y="1429473"/>
                  </a:moveTo>
                  <a:lnTo>
                    <a:pt x="7962443" y="1428356"/>
                  </a:lnTo>
                  <a:lnTo>
                    <a:pt x="7960576" y="1426489"/>
                  </a:lnTo>
                  <a:lnTo>
                    <a:pt x="7959458" y="1426019"/>
                  </a:lnTo>
                  <a:lnTo>
                    <a:pt x="7956829" y="1426019"/>
                  </a:lnTo>
                  <a:lnTo>
                    <a:pt x="7955699" y="1426489"/>
                  </a:lnTo>
                  <a:lnTo>
                    <a:pt x="7953845" y="1428356"/>
                  </a:lnTo>
                  <a:lnTo>
                    <a:pt x="7953375" y="1429473"/>
                  </a:lnTo>
                  <a:lnTo>
                    <a:pt x="7953375" y="1432102"/>
                  </a:lnTo>
                  <a:lnTo>
                    <a:pt x="7953845" y="1433220"/>
                  </a:lnTo>
                  <a:lnTo>
                    <a:pt x="7955699" y="1435087"/>
                  </a:lnTo>
                  <a:lnTo>
                    <a:pt x="7956829" y="1435544"/>
                  </a:lnTo>
                  <a:lnTo>
                    <a:pt x="7959458" y="1435544"/>
                  </a:lnTo>
                  <a:lnTo>
                    <a:pt x="7960576" y="1435087"/>
                  </a:lnTo>
                  <a:lnTo>
                    <a:pt x="7962443" y="1433220"/>
                  </a:lnTo>
                  <a:lnTo>
                    <a:pt x="7962900" y="1432102"/>
                  </a:lnTo>
                  <a:lnTo>
                    <a:pt x="7962900" y="1429473"/>
                  </a:lnTo>
                  <a:close/>
                </a:path>
                <a:path w="9010650" h="1435735">
                  <a:moveTo>
                    <a:pt x="7962900" y="954125"/>
                  </a:moveTo>
                  <a:lnTo>
                    <a:pt x="7962443" y="953008"/>
                  </a:lnTo>
                  <a:lnTo>
                    <a:pt x="7960576" y="951153"/>
                  </a:lnTo>
                  <a:lnTo>
                    <a:pt x="7959458" y="950683"/>
                  </a:lnTo>
                  <a:lnTo>
                    <a:pt x="7956829" y="950683"/>
                  </a:lnTo>
                  <a:lnTo>
                    <a:pt x="7955699" y="951153"/>
                  </a:lnTo>
                  <a:lnTo>
                    <a:pt x="7953845" y="953008"/>
                  </a:lnTo>
                  <a:lnTo>
                    <a:pt x="7953375" y="954125"/>
                  </a:lnTo>
                  <a:lnTo>
                    <a:pt x="7953375" y="956754"/>
                  </a:lnTo>
                  <a:lnTo>
                    <a:pt x="7953845" y="957884"/>
                  </a:lnTo>
                  <a:lnTo>
                    <a:pt x="7955699" y="959739"/>
                  </a:lnTo>
                  <a:lnTo>
                    <a:pt x="7956829" y="960208"/>
                  </a:lnTo>
                  <a:lnTo>
                    <a:pt x="7959458" y="960208"/>
                  </a:lnTo>
                  <a:lnTo>
                    <a:pt x="7960576" y="959739"/>
                  </a:lnTo>
                  <a:lnTo>
                    <a:pt x="7962443" y="957884"/>
                  </a:lnTo>
                  <a:lnTo>
                    <a:pt x="7962900" y="956754"/>
                  </a:lnTo>
                  <a:lnTo>
                    <a:pt x="7962900" y="954125"/>
                  </a:lnTo>
                  <a:close/>
                </a:path>
                <a:path w="9010650" h="1435735">
                  <a:moveTo>
                    <a:pt x="7962900" y="478790"/>
                  </a:moveTo>
                  <a:lnTo>
                    <a:pt x="7962443" y="477659"/>
                  </a:lnTo>
                  <a:lnTo>
                    <a:pt x="7960576" y="475805"/>
                  </a:lnTo>
                  <a:lnTo>
                    <a:pt x="7959458" y="475335"/>
                  </a:lnTo>
                  <a:lnTo>
                    <a:pt x="7956829" y="475335"/>
                  </a:lnTo>
                  <a:lnTo>
                    <a:pt x="7955699" y="475805"/>
                  </a:lnTo>
                  <a:lnTo>
                    <a:pt x="7953845" y="477659"/>
                  </a:lnTo>
                  <a:lnTo>
                    <a:pt x="7953375" y="478790"/>
                  </a:lnTo>
                  <a:lnTo>
                    <a:pt x="7953375" y="481418"/>
                  </a:lnTo>
                  <a:lnTo>
                    <a:pt x="7953845" y="482536"/>
                  </a:lnTo>
                  <a:lnTo>
                    <a:pt x="7955699" y="484403"/>
                  </a:lnTo>
                  <a:lnTo>
                    <a:pt x="7956829" y="484860"/>
                  </a:lnTo>
                  <a:lnTo>
                    <a:pt x="7959458" y="484860"/>
                  </a:lnTo>
                  <a:lnTo>
                    <a:pt x="7960576" y="484403"/>
                  </a:lnTo>
                  <a:lnTo>
                    <a:pt x="7962443" y="482536"/>
                  </a:lnTo>
                  <a:lnTo>
                    <a:pt x="7962900" y="481418"/>
                  </a:lnTo>
                  <a:lnTo>
                    <a:pt x="7962900" y="478790"/>
                  </a:lnTo>
                  <a:close/>
                </a:path>
                <a:path w="9010650" h="1435735">
                  <a:moveTo>
                    <a:pt x="7962900" y="3441"/>
                  </a:moveTo>
                  <a:lnTo>
                    <a:pt x="7962443" y="2324"/>
                  </a:lnTo>
                  <a:lnTo>
                    <a:pt x="7960576" y="457"/>
                  </a:lnTo>
                  <a:lnTo>
                    <a:pt x="7959458" y="0"/>
                  </a:lnTo>
                  <a:lnTo>
                    <a:pt x="7956829" y="0"/>
                  </a:lnTo>
                  <a:lnTo>
                    <a:pt x="7955699" y="457"/>
                  </a:lnTo>
                  <a:lnTo>
                    <a:pt x="7953845" y="2324"/>
                  </a:lnTo>
                  <a:lnTo>
                    <a:pt x="7953375" y="3441"/>
                  </a:lnTo>
                  <a:lnTo>
                    <a:pt x="7953375" y="6070"/>
                  </a:lnTo>
                  <a:lnTo>
                    <a:pt x="7953845" y="7200"/>
                  </a:lnTo>
                  <a:lnTo>
                    <a:pt x="7955699" y="9055"/>
                  </a:lnTo>
                  <a:lnTo>
                    <a:pt x="7956829" y="9525"/>
                  </a:lnTo>
                  <a:lnTo>
                    <a:pt x="7959458" y="9525"/>
                  </a:lnTo>
                  <a:lnTo>
                    <a:pt x="7960576" y="9055"/>
                  </a:lnTo>
                  <a:lnTo>
                    <a:pt x="7962443" y="7200"/>
                  </a:lnTo>
                  <a:lnTo>
                    <a:pt x="7962900" y="6070"/>
                  </a:lnTo>
                  <a:lnTo>
                    <a:pt x="7962900" y="3441"/>
                  </a:lnTo>
                  <a:close/>
                </a:path>
                <a:path w="9010650" h="1435735">
                  <a:moveTo>
                    <a:pt x="8010525" y="1429473"/>
                  </a:moveTo>
                  <a:lnTo>
                    <a:pt x="8010068" y="1428356"/>
                  </a:lnTo>
                  <a:lnTo>
                    <a:pt x="8008201" y="1426489"/>
                  </a:lnTo>
                  <a:lnTo>
                    <a:pt x="8007083" y="1426019"/>
                  </a:lnTo>
                  <a:lnTo>
                    <a:pt x="8004454" y="1426019"/>
                  </a:lnTo>
                  <a:lnTo>
                    <a:pt x="8003337" y="1426489"/>
                  </a:lnTo>
                  <a:lnTo>
                    <a:pt x="8001470" y="1428356"/>
                  </a:lnTo>
                  <a:lnTo>
                    <a:pt x="8001000" y="1429473"/>
                  </a:lnTo>
                  <a:lnTo>
                    <a:pt x="8001000" y="1432102"/>
                  </a:lnTo>
                  <a:lnTo>
                    <a:pt x="8001470" y="1433220"/>
                  </a:lnTo>
                  <a:lnTo>
                    <a:pt x="8003337" y="1435087"/>
                  </a:lnTo>
                  <a:lnTo>
                    <a:pt x="8004454" y="1435544"/>
                  </a:lnTo>
                  <a:lnTo>
                    <a:pt x="8007083" y="1435544"/>
                  </a:lnTo>
                  <a:lnTo>
                    <a:pt x="8008201" y="1435087"/>
                  </a:lnTo>
                  <a:lnTo>
                    <a:pt x="8010068" y="1433220"/>
                  </a:lnTo>
                  <a:lnTo>
                    <a:pt x="8010525" y="1432102"/>
                  </a:lnTo>
                  <a:lnTo>
                    <a:pt x="8010525" y="1429473"/>
                  </a:lnTo>
                  <a:close/>
                </a:path>
                <a:path w="9010650" h="1435735">
                  <a:moveTo>
                    <a:pt x="8010525" y="954125"/>
                  </a:moveTo>
                  <a:lnTo>
                    <a:pt x="8010068" y="953008"/>
                  </a:lnTo>
                  <a:lnTo>
                    <a:pt x="8008201" y="951153"/>
                  </a:lnTo>
                  <a:lnTo>
                    <a:pt x="8007083" y="950683"/>
                  </a:lnTo>
                  <a:lnTo>
                    <a:pt x="8004454" y="950683"/>
                  </a:lnTo>
                  <a:lnTo>
                    <a:pt x="8003337" y="951153"/>
                  </a:lnTo>
                  <a:lnTo>
                    <a:pt x="8001470" y="953008"/>
                  </a:lnTo>
                  <a:lnTo>
                    <a:pt x="8001000" y="954125"/>
                  </a:lnTo>
                  <a:lnTo>
                    <a:pt x="8001000" y="956754"/>
                  </a:lnTo>
                  <a:lnTo>
                    <a:pt x="8001470" y="957884"/>
                  </a:lnTo>
                  <a:lnTo>
                    <a:pt x="8003337" y="959739"/>
                  </a:lnTo>
                  <a:lnTo>
                    <a:pt x="8004454" y="960208"/>
                  </a:lnTo>
                  <a:lnTo>
                    <a:pt x="8007083" y="960208"/>
                  </a:lnTo>
                  <a:lnTo>
                    <a:pt x="8008201" y="959739"/>
                  </a:lnTo>
                  <a:lnTo>
                    <a:pt x="8010068" y="957884"/>
                  </a:lnTo>
                  <a:lnTo>
                    <a:pt x="8010525" y="956754"/>
                  </a:lnTo>
                  <a:lnTo>
                    <a:pt x="8010525" y="954125"/>
                  </a:lnTo>
                  <a:close/>
                </a:path>
                <a:path w="9010650" h="1435735">
                  <a:moveTo>
                    <a:pt x="8010525" y="478790"/>
                  </a:moveTo>
                  <a:lnTo>
                    <a:pt x="8010068" y="477659"/>
                  </a:lnTo>
                  <a:lnTo>
                    <a:pt x="8008201" y="475805"/>
                  </a:lnTo>
                  <a:lnTo>
                    <a:pt x="8007083" y="475335"/>
                  </a:lnTo>
                  <a:lnTo>
                    <a:pt x="8004454" y="475335"/>
                  </a:lnTo>
                  <a:lnTo>
                    <a:pt x="8003337" y="475805"/>
                  </a:lnTo>
                  <a:lnTo>
                    <a:pt x="8001470" y="477659"/>
                  </a:lnTo>
                  <a:lnTo>
                    <a:pt x="8001000" y="478790"/>
                  </a:lnTo>
                  <a:lnTo>
                    <a:pt x="8001000" y="481418"/>
                  </a:lnTo>
                  <a:lnTo>
                    <a:pt x="8001470" y="482536"/>
                  </a:lnTo>
                  <a:lnTo>
                    <a:pt x="8003337" y="484403"/>
                  </a:lnTo>
                  <a:lnTo>
                    <a:pt x="8004454" y="484860"/>
                  </a:lnTo>
                  <a:lnTo>
                    <a:pt x="8007083" y="484860"/>
                  </a:lnTo>
                  <a:lnTo>
                    <a:pt x="8008201" y="484403"/>
                  </a:lnTo>
                  <a:lnTo>
                    <a:pt x="8010068" y="482536"/>
                  </a:lnTo>
                  <a:lnTo>
                    <a:pt x="8010525" y="481418"/>
                  </a:lnTo>
                  <a:lnTo>
                    <a:pt x="8010525" y="478790"/>
                  </a:lnTo>
                  <a:close/>
                </a:path>
                <a:path w="9010650" h="1435735">
                  <a:moveTo>
                    <a:pt x="8010525" y="3441"/>
                  </a:moveTo>
                  <a:lnTo>
                    <a:pt x="8010068" y="2324"/>
                  </a:lnTo>
                  <a:lnTo>
                    <a:pt x="8008201" y="457"/>
                  </a:lnTo>
                  <a:lnTo>
                    <a:pt x="8007083" y="0"/>
                  </a:lnTo>
                  <a:lnTo>
                    <a:pt x="8004454" y="0"/>
                  </a:lnTo>
                  <a:lnTo>
                    <a:pt x="8003337" y="457"/>
                  </a:lnTo>
                  <a:lnTo>
                    <a:pt x="8001470" y="2324"/>
                  </a:lnTo>
                  <a:lnTo>
                    <a:pt x="8001000" y="3441"/>
                  </a:lnTo>
                  <a:lnTo>
                    <a:pt x="8001000" y="6070"/>
                  </a:lnTo>
                  <a:lnTo>
                    <a:pt x="8001470" y="7200"/>
                  </a:lnTo>
                  <a:lnTo>
                    <a:pt x="8003337" y="9055"/>
                  </a:lnTo>
                  <a:lnTo>
                    <a:pt x="8004454" y="9525"/>
                  </a:lnTo>
                  <a:lnTo>
                    <a:pt x="8007083" y="9525"/>
                  </a:lnTo>
                  <a:lnTo>
                    <a:pt x="8008201" y="9055"/>
                  </a:lnTo>
                  <a:lnTo>
                    <a:pt x="8010068" y="7200"/>
                  </a:lnTo>
                  <a:lnTo>
                    <a:pt x="8010525" y="6070"/>
                  </a:lnTo>
                  <a:lnTo>
                    <a:pt x="8010525" y="3441"/>
                  </a:lnTo>
                  <a:close/>
                </a:path>
                <a:path w="9010650" h="1435735">
                  <a:moveTo>
                    <a:pt x="8058150" y="1429473"/>
                  </a:moveTo>
                  <a:lnTo>
                    <a:pt x="8057693" y="1428356"/>
                  </a:lnTo>
                  <a:lnTo>
                    <a:pt x="8055826" y="1426489"/>
                  </a:lnTo>
                  <a:lnTo>
                    <a:pt x="8054708" y="1426019"/>
                  </a:lnTo>
                  <a:lnTo>
                    <a:pt x="8052079" y="1426019"/>
                  </a:lnTo>
                  <a:lnTo>
                    <a:pt x="8050949" y="1426489"/>
                  </a:lnTo>
                  <a:lnTo>
                    <a:pt x="8049095" y="1428356"/>
                  </a:lnTo>
                  <a:lnTo>
                    <a:pt x="8048625" y="1429473"/>
                  </a:lnTo>
                  <a:lnTo>
                    <a:pt x="8048625" y="1432102"/>
                  </a:lnTo>
                  <a:lnTo>
                    <a:pt x="8049095" y="1433220"/>
                  </a:lnTo>
                  <a:lnTo>
                    <a:pt x="8050949" y="1435087"/>
                  </a:lnTo>
                  <a:lnTo>
                    <a:pt x="8052079" y="1435544"/>
                  </a:lnTo>
                  <a:lnTo>
                    <a:pt x="8054708" y="1435544"/>
                  </a:lnTo>
                  <a:lnTo>
                    <a:pt x="8055826" y="1435087"/>
                  </a:lnTo>
                  <a:lnTo>
                    <a:pt x="8057693" y="1433220"/>
                  </a:lnTo>
                  <a:lnTo>
                    <a:pt x="8058150" y="1432102"/>
                  </a:lnTo>
                  <a:lnTo>
                    <a:pt x="8058150" y="1429473"/>
                  </a:lnTo>
                  <a:close/>
                </a:path>
                <a:path w="9010650" h="1435735">
                  <a:moveTo>
                    <a:pt x="8058150" y="954125"/>
                  </a:moveTo>
                  <a:lnTo>
                    <a:pt x="8057693" y="953008"/>
                  </a:lnTo>
                  <a:lnTo>
                    <a:pt x="8055826" y="951153"/>
                  </a:lnTo>
                  <a:lnTo>
                    <a:pt x="8054708" y="950683"/>
                  </a:lnTo>
                  <a:lnTo>
                    <a:pt x="8052079" y="950683"/>
                  </a:lnTo>
                  <a:lnTo>
                    <a:pt x="8050949" y="951153"/>
                  </a:lnTo>
                  <a:lnTo>
                    <a:pt x="8049095" y="953008"/>
                  </a:lnTo>
                  <a:lnTo>
                    <a:pt x="8048625" y="954125"/>
                  </a:lnTo>
                  <a:lnTo>
                    <a:pt x="8048625" y="956754"/>
                  </a:lnTo>
                  <a:lnTo>
                    <a:pt x="8049095" y="957884"/>
                  </a:lnTo>
                  <a:lnTo>
                    <a:pt x="8050949" y="959739"/>
                  </a:lnTo>
                  <a:lnTo>
                    <a:pt x="8052079" y="960208"/>
                  </a:lnTo>
                  <a:lnTo>
                    <a:pt x="8054708" y="960208"/>
                  </a:lnTo>
                  <a:lnTo>
                    <a:pt x="8055826" y="959739"/>
                  </a:lnTo>
                  <a:lnTo>
                    <a:pt x="8057693" y="957884"/>
                  </a:lnTo>
                  <a:lnTo>
                    <a:pt x="8058150" y="956754"/>
                  </a:lnTo>
                  <a:lnTo>
                    <a:pt x="8058150" y="954125"/>
                  </a:lnTo>
                  <a:close/>
                </a:path>
                <a:path w="9010650" h="1435735">
                  <a:moveTo>
                    <a:pt x="8058150" y="478790"/>
                  </a:moveTo>
                  <a:lnTo>
                    <a:pt x="8057693" y="477659"/>
                  </a:lnTo>
                  <a:lnTo>
                    <a:pt x="8055826" y="475805"/>
                  </a:lnTo>
                  <a:lnTo>
                    <a:pt x="8054708" y="475335"/>
                  </a:lnTo>
                  <a:lnTo>
                    <a:pt x="8052079" y="475335"/>
                  </a:lnTo>
                  <a:lnTo>
                    <a:pt x="8050949" y="475805"/>
                  </a:lnTo>
                  <a:lnTo>
                    <a:pt x="8049095" y="477659"/>
                  </a:lnTo>
                  <a:lnTo>
                    <a:pt x="8048625" y="478790"/>
                  </a:lnTo>
                  <a:lnTo>
                    <a:pt x="8048625" y="481418"/>
                  </a:lnTo>
                  <a:lnTo>
                    <a:pt x="8049095" y="482536"/>
                  </a:lnTo>
                  <a:lnTo>
                    <a:pt x="8050949" y="484403"/>
                  </a:lnTo>
                  <a:lnTo>
                    <a:pt x="8052079" y="484860"/>
                  </a:lnTo>
                  <a:lnTo>
                    <a:pt x="8054708" y="484860"/>
                  </a:lnTo>
                  <a:lnTo>
                    <a:pt x="8055826" y="484403"/>
                  </a:lnTo>
                  <a:lnTo>
                    <a:pt x="8057693" y="482536"/>
                  </a:lnTo>
                  <a:lnTo>
                    <a:pt x="8058150" y="481418"/>
                  </a:lnTo>
                  <a:lnTo>
                    <a:pt x="8058150" y="478790"/>
                  </a:lnTo>
                  <a:close/>
                </a:path>
                <a:path w="9010650" h="1435735">
                  <a:moveTo>
                    <a:pt x="8058150" y="3441"/>
                  </a:moveTo>
                  <a:lnTo>
                    <a:pt x="8057693" y="2324"/>
                  </a:lnTo>
                  <a:lnTo>
                    <a:pt x="8055826" y="457"/>
                  </a:lnTo>
                  <a:lnTo>
                    <a:pt x="8054708" y="0"/>
                  </a:lnTo>
                  <a:lnTo>
                    <a:pt x="8052079" y="0"/>
                  </a:lnTo>
                  <a:lnTo>
                    <a:pt x="8050949" y="457"/>
                  </a:lnTo>
                  <a:lnTo>
                    <a:pt x="8049095" y="2324"/>
                  </a:lnTo>
                  <a:lnTo>
                    <a:pt x="8048625" y="3441"/>
                  </a:lnTo>
                  <a:lnTo>
                    <a:pt x="8048625" y="6070"/>
                  </a:lnTo>
                  <a:lnTo>
                    <a:pt x="8049095" y="7200"/>
                  </a:lnTo>
                  <a:lnTo>
                    <a:pt x="8050949" y="9055"/>
                  </a:lnTo>
                  <a:lnTo>
                    <a:pt x="8052079" y="9525"/>
                  </a:lnTo>
                  <a:lnTo>
                    <a:pt x="8054708" y="9525"/>
                  </a:lnTo>
                  <a:lnTo>
                    <a:pt x="8055826" y="9055"/>
                  </a:lnTo>
                  <a:lnTo>
                    <a:pt x="8057693" y="7200"/>
                  </a:lnTo>
                  <a:lnTo>
                    <a:pt x="8058150" y="6070"/>
                  </a:lnTo>
                  <a:lnTo>
                    <a:pt x="8058150" y="3441"/>
                  </a:lnTo>
                  <a:close/>
                </a:path>
                <a:path w="9010650" h="1435735">
                  <a:moveTo>
                    <a:pt x="8105775" y="1429473"/>
                  </a:moveTo>
                  <a:lnTo>
                    <a:pt x="8105318" y="1428356"/>
                  </a:lnTo>
                  <a:lnTo>
                    <a:pt x="8103451" y="1426489"/>
                  </a:lnTo>
                  <a:lnTo>
                    <a:pt x="8102333" y="1426019"/>
                  </a:lnTo>
                  <a:lnTo>
                    <a:pt x="8099704" y="1426019"/>
                  </a:lnTo>
                  <a:lnTo>
                    <a:pt x="8098574" y="1426489"/>
                  </a:lnTo>
                  <a:lnTo>
                    <a:pt x="8096720" y="1428356"/>
                  </a:lnTo>
                  <a:lnTo>
                    <a:pt x="8096250" y="1429473"/>
                  </a:lnTo>
                  <a:lnTo>
                    <a:pt x="8096250" y="1432102"/>
                  </a:lnTo>
                  <a:lnTo>
                    <a:pt x="8096720" y="1433220"/>
                  </a:lnTo>
                  <a:lnTo>
                    <a:pt x="8098574" y="1435087"/>
                  </a:lnTo>
                  <a:lnTo>
                    <a:pt x="8099704" y="1435544"/>
                  </a:lnTo>
                  <a:lnTo>
                    <a:pt x="8102333" y="1435544"/>
                  </a:lnTo>
                  <a:lnTo>
                    <a:pt x="8103451" y="1435087"/>
                  </a:lnTo>
                  <a:lnTo>
                    <a:pt x="8105318" y="1433220"/>
                  </a:lnTo>
                  <a:lnTo>
                    <a:pt x="8105775" y="1432102"/>
                  </a:lnTo>
                  <a:lnTo>
                    <a:pt x="8105775" y="1429473"/>
                  </a:lnTo>
                  <a:close/>
                </a:path>
                <a:path w="9010650" h="1435735">
                  <a:moveTo>
                    <a:pt x="8105775" y="954125"/>
                  </a:moveTo>
                  <a:lnTo>
                    <a:pt x="8105318" y="953008"/>
                  </a:lnTo>
                  <a:lnTo>
                    <a:pt x="8103451" y="951153"/>
                  </a:lnTo>
                  <a:lnTo>
                    <a:pt x="8102333" y="950683"/>
                  </a:lnTo>
                  <a:lnTo>
                    <a:pt x="8099704" y="950683"/>
                  </a:lnTo>
                  <a:lnTo>
                    <a:pt x="8098574" y="951153"/>
                  </a:lnTo>
                  <a:lnTo>
                    <a:pt x="8096720" y="953008"/>
                  </a:lnTo>
                  <a:lnTo>
                    <a:pt x="8096250" y="954125"/>
                  </a:lnTo>
                  <a:lnTo>
                    <a:pt x="8096250" y="956754"/>
                  </a:lnTo>
                  <a:lnTo>
                    <a:pt x="8096720" y="957884"/>
                  </a:lnTo>
                  <a:lnTo>
                    <a:pt x="8098574" y="959739"/>
                  </a:lnTo>
                  <a:lnTo>
                    <a:pt x="8099704" y="960208"/>
                  </a:lnTo>
                  <a:lnTo>
                    <a:pt x="8102333" y="960208"/>
                  </a:lnTo>
                  <a:lnTo>
                    <a:pt x="8103451" y="959739"/>
                  </a:lnTo>
                  <a:lnTo>
                    <a:pt x="8105318" y="957884"/>
                  </a:lnTo>
                  <a:lnTo>
                    <a:pt x="8105775" y="956754"/>
                  </a:lnTo>
                  <a:lnTo>
                    <a:pt x="8105775" y="954125"/>
                  </a:lnTo>
                  <a:close/>
                </a:path>
                <a:path w="9010650" h="1435735">
                  <a:moveTo>
                    <a:pt x="8105775" y="478790"/>
                  </a:moveTo>
                  <a:lnTo>
                    <a:pt x="8105318" y="477659"/>
                  </a:lnTo>
                  <a:lnTo>
                    <a:pt x="8103451" y="475805"/>
                  </a:lnTo>
                  <a:lnTo>
                    <a:pt x="8102333" y="475335"/>
                  </a:lnTo>
                  <a:lnTo>
                    <a:pt x="8099704" y="475335"/>
                  </a:lnTo>
                  <a:lnTo>
                    <a:pt x="8098574" y="475805"/>
                  </a:lnTo>
                  <a:lnTo>
                    <a:pt x="8096720" y="477659"/>
                  </a:lnTo>
                  <a:lnTo>
                    <a:pt x="8096250" y="478790"/>
                  </a:lnTo>
                  <a:lnTo>
                    <a:pt x="8096250" y="481418"/>
                  </a:lnTo>
                  <a:lnTo>
                    <a:pt x="8096720" y="482536"/>
                  </a:lnTo>
                  <a:lnTo>
                    <a:pt x="8098574" y="484403"/>
                  </a:lnTo>
                  <a:lnTo>
                    <a:pt x="8099704" y="484860"/>
                  </a:lnTo>
                  <a:lnTo>
                    <a:pt x="8102333" y="484860"/>
                  </a:lnTo>
                  <a:lnTo>
                    <a:pt x="8103451" y="484403"/>
                  </a:lnTo>
                  <a:lnTo>
                    <a:pt x="8105318" y="482536"/>
                  </a:lnTo>
                  <a:lnTo>
                    <a:pt x="8105775" y="481418"/>
                  </a:lnTo>
                  <a:lnTo>
                    <a:pt x="8105775" y="478790"/>
                  </a:lnTo>
                  <a:close/>
                </a:path>
                <a:path w="9010650" h="1435735">
                  <a:moveTo>
                    <a:pt x="8105775" y="3441"/>
                  </a:moveTo>
                  <a:lnTo>
                    <a:pt x="8105318" y="2324"/>
                  </a:lnTo>
                  <a:lnTo>
                    <a:pt x="8103451" y="457"/>
                  </a:lnTo>
                  <a:lnTo>
                    <a:pt x="8102333" y="0"/>
                  </a:lnTo>
                  <a:lnTo>
                    <a:pt x="8099704" y="0"/>
                  </a:lnTo>
                  <a:lnTo>
                    <a:pt x="8098574" y="457"/>
                  </a:lnTo>
                  <a:lnTo>
                    <a:pt x="8096720" y="2324"/>
                  </a:lnTo>
                  <a:lnTo>
                    <a:pt x="8096250" y="3441"/>
                  </a:lnTo>
                  <a:lnTo>
                    <a:pt x="8096250" y="6070"/>
                  </a:lnTo>
                  <a:lnTo>
                    <a:pt x="8096720" y="7200"/>
                  </a:lnTo>
                  <a:lnTo>
                    <a:pt x="8098574" y="9055"/>
                  </a:lnTo>
                  <a:lnTo>
                    <a:pt x="8099704" y="9525"/>
                  </a:lnTo>
                  <a:lnTo>
                    <a:pt x="8102333" y="9525"/>
                  </a:lnTo>
                  <a:lnTo>
                    <a:pt x="8103451" y="9055"/>
                  </a:lnTo>
                  <a:lnTo>
                    <a:pt x="8105318" y="7200"/>
                  </a:lnTo>
                  <a:lnTo>
                    <a:pt x="8105775" y="6070"/>
                  </a:lnTo>
                  <a:lnTo>
                    <a:pt x="8105775" y="3441"/>
                  </a:lnTo>
                  <a:close/>
                </a:path>
                <a:path w="9010650" h="1435735">
                  <a:moveTo>
                    <a:pt x="8153400" y="1429473"/>
                  </a:moveTo>
                  <a:lnTo>
                    <a:pt x="8152943" y="1428356"/>
                  </a:lnTo>
                  <a:lnTo>
                    <a:pt x="8151076" y="1426489"/>
                  </a:lnTo>
                  <a:lnTo>
                    <a:pt x="8149958" y="1426019"/>
                  </a:lnTo>
                  <a:lnTo>
                    <a:pt x="8147329" y="1426019"/>
                  </a:lnTo>
                  <a:lnTo>
                    <a:pt x="8146199" y="1426489"/>
                  </a:lnTo>
                  <a:lnTo>
                    <a:pt x="8144345" y="1428356"/>
                  </a:lnTo>
                  <a:lnTo>
                    <a:pt x="8143875" y="1429473"/>
                  </a:lnTo>
                  <a:lnTo>
                    <a:pt x="8143875" y="1432102"/>
                  </a:lnTo>
                  <a:lnTo>
                    <a:pt x="8144345" y="1433220"/>
                  </a:lnTo>
                  <a:lnTo>
                    <a:pt x="8146199" y="1435087"/>
                  </a:lnTo>
                  <a:lnTo>
                    <a:pt x="8147329" y="1435544"/>
                  </a:lnTo>
                  <a:lnTo>
                    <a:pt x="8149958" y="1435544"/>
                  </a:lnTo>
                  <a:lnTo>
                    <a:pt x="8151076" y="1435087"/>
                  </a:lnTo>
                  <a:lnTo>
                    <a:pt x="8152943" y="1433220"/>
                  </a:lnTo>
                  <a:lnTo>
                    <a:pt x="8153400" y="1432102"/>
                  </a:lnTo>
                  <a:lnTo>
                    <a:pt x="8153400" y="1429473"/>
                  </a:lnTo>
                  <a:close/>
                </a:path>
                <a:path w="9010650" h="1435735">
                  <a:moveTo>
                    <a:pt x="8153400" y="954125"/>
                  </a:moveTo>
                  <a:lnTo>
                    <a:pt x="8152943" y="953008"/>
                  </a:lnTo>
                  <a:lnTo>
                    <a:pt x="8151076" y="951153"/>
                  </a:lnTo>
                  <a:lnTo>
                    <a:pt x="8149958" y="950683"/>
                  </a:lnTo>
                  <a:lnTo>
                    <a:pt x="8147329" y="950683"/>
                  </a:lnTo>
                  <a:lnTo>
                    <a:pt x="8146199" y="951153"/>
                  </a:lnTo>
                  <a:lnTo>
                    <a:pt x="8144345" y="953008"/>
                  </a:lnTo>
                  <a:lnTo>
                    <a:pt x="8143875" y="954125"/>
                  </a:lnTo>
                  <a:lnTo>
                    <a:pt x="8143875" y="956754"/>
                  </a:lnTo>
                  <a:lnTo>
                    <a:pt x="8144345" y="957884"/>
                  </a:lnTo>
                  <a:lnTo>
                    <a:pt x="8146199" y="959739"/>
                  </a:lnTo>
                  <a:lnTo>
                    <a:pt x="8147329" y="960208"/>
                  </a:lnTo>
                  <a:lnTo>
                    <a:pt x="8149958" y="960208"/>
                  </a:lnTo>
                  <a:lnTo>
                    <a:pt x="8151076" y="959739"/>
                  </a:lnTo>
                  <a:lnTo>
                    <a:pt x="8152943" y="957884"/>
                  </a:lnTo>
                  <a:lnTo>
                    <a:pt x="8153400" y="956754"/>
                  </a:lnTo>
                  <a:lnTo>
                    <a:pt x="8153400" y="954125"/>
                  </a:lnTo>
                  <a:close/>
                </a:path>
                <a:path w="9010650" h="1435735">
                  <a:moveTo>
                    <a:pt x="8153400" y="478790"/>
                  </a:moveTo>
                  <a:lnTo>
                    <a:pt x="8152943" y="477659"/>
                  </a:lnTo>
                  <a:lnTo>
                    <a:pt x="8151076" y="475805"/>
                  </a:lnTo>
                  <a:lnTo>
                    <a:pt x="8149958" y="475335"/>
                  </a:lnTo>
                  <a:lnTo>
                    <a:pt x="8147329" y="475335"/>
                  </a:lnTo>
                  <a:lnTo>
                    <a:pt x="8146199" y="475805"/>
                  </a:lnTo>
                  <a:lnTo>
                    <a:pt x="8144345" y="477659"/>
                  </a:lnTo>
                  <a:lnTo>
                    <a:pt x="8143875" y="478790"/>
                  </a:lnTo>
                  <a:lnTo>
                    <a:pt x="8143875" y="481418"/>
                  </a:lnTo>
                  <a:lnTo>
                    <a:pt x="8144345" y="482536"/>
                  </a:lnTo>
                  <a:lnTo>
                    <a:pt x="8146199" y="484403"/>
                  </a:lnTo>
                  <a:lnTo>
                    <a:pt x="8147329" y="484860"/>
                  </a:lnTo>
                  <a:lnTo>
                    <a:pt x="8149958" y="484860"/>
                  </a:lnTo>
                  <a:lnTo>
                    <a:pt x="8151076" y="484403"/>
                  </a:lnTo>
                  <a:lnTo>
                    <a:pt x="8152943" y="482536"/>
                  </a:lnTo>
                  <a:lnTo>
                    <a:pt x="8153400" y="481418"/>
                  </a:lnTo>
                  <a:lnTo>
                    <a:pt x="8153400" y="478790"/>
                  </a:lnTo>
                  <a:close/>
                </a:path>
                <a:path w="9010650" h="1435735">
                  <a:moveTo>
                    <a:pt x="8153400" y="3441"/>
                  </a:moveTo>
                  <a:lnTo>
                    <a:pt x="8152943" y="2324"/>
                  </a:lnTo>
                  <a:lnTo>
                    <a:pt x="8151076" y="457"/>
                  </a:lnTo>
                  <a:lnTo>
                    <a:pt x="8149958" y="0"/>
                  </a:lnTo>
                  <a:lnTo>
                    <a:pt x="8147329" y="0"/>
                  </a:lnTo>
                  <a:lnTo>
                    <a:pt x="8146199" y="457"/>
                  </a:lnTo>
                  <a:lnTo>
                    <a:pt x="8144345" y="2324"/>
                  </a:lnTo>
                  <a:lnTo>
                    <a:pt x="8143875" y="3441"/>
                  </a:lnTo>
                  <a:lnTo>
                    <a:pt x="8143875" y="6070"/>
                  </a:lnTo>
                  <a:lnTo>
                    <a:pt x="8144345" y="7200"/>
                  </a:lnTo>
                  <a:lnTo>
                    <a:pt x="8146199" y="9055"/>
                  </a:lnTo>
                  <a:lnTo>
                    <a:pt x="8147329" y="9525"/>
                  </a:lnTo>
                  <a:lnTo>
                    <a:pt x="8149958" y="9525"/>
                  </a:lnTo>
                  <a:lnTo>
                    <a:pt x="8151076" y="9055"/>
                  </a:lnTo>
                  <a:lnTo>
                    <a:pt x="8152943" y="7200"/>
                  </a:lnTo>
                  <a:lnTo>
                    <a:pt x="8153400" y="6070"/>
                  </a:lnTo>
                  <a:lnTo>
                    <a:pt x="8153400" y="3441"/>
                  </a:lnTo>
                  <a:close/>
                </a:path>
                <a:path w="9010650" h="1435735">
                  <a:moveTo>
                    <a:pt x="8201025" y="1429473"/>
                  </a:moveTo>
                  <a:lnTo>
                    <a:pt x="8200568" y="1428356"/>
                  </a:lnTo>
                  <a:lnTo>
                    <a:pt x="8198701" y="1426489"/>
                  </a:lnTo>
                  <a:lnTo>
                    <a:pt x="8197583" y="1426019"/>
                  </a:lnTo>
                  <a:lnTo>
                    <a:pt x="8194954" y="1426019"/>
                  </a:lnTo>
                  <a:lnTo>
                    <a:pt x="8193824" y="1426489"/>
                  </a:lnTo>
                  <a:lnTo>
                    <a:pt x="8191970" y="1428356"/>
                  </a:lnTo>
                  <a:lnTo>
                    <a:pt x="8191500" y="1429473"/>
                  </a:lnTo>
                  <a:lnTo>
                    <a:pt x="8191500" y="1432102"/>
                  </a:lnTo>
                  <a:lnTo>
                    <a:pt x="8191970" y="1433220"/>
                  </a:lnTo>
                  <a:lnTo>
                    <a:pt x="8193824" y="1435087"/>
                  </a:lnTo>
                  <a:lnTo>
                    <a:pt x="8194954" y="1435544"/>
                  </a:lnTo>
                  <a:lnTo>
                    <a:pt x="8197583" y="1435544"/>
                  </a:lnTo>
                  <a:lnTo>
                    <a:pt x="8198701" y="1435087"/>
                  </a:lnTo>
                  <a:lnTo>
                    <a:pt x="8200568" y="1433220"/>
                  </a:lnTo>
                  <a:lnTo>
                    <a:pt x="8201025" y="1432102"/>
                  </a:lnTo>
                  <a:lnTo>
                    <a:pt x="8201025" y="1429473"/>
                  </a:lnTo>
                  <a:close/>
                </a:path>
                <a:path w="9010650" h="1435735">
                  <a:moveTo>
                    <a:pt x="8201025" y="954125"/>
                  </a:moveTo>
                  <a:lnTo>
                    <a:pt x="8200568" y="953008"/>
                  </a:lnTo>
                  <a:lnTo>
                    <a:pt x="8198701" y="951153"/>
                  </a:lnTo>
                  <a:lnTo>
                    <a:pt x="8197583" y="950683"/>
                  </a:lnTo>
                  <a:lnTo>
                    <a:pt x="8194954" y="950683"/>
                  </a:lnTo>
                  <a:lnTo>
                    <a:pt x="8193824" y="951153"/>
                  </a:lnTo>
                  <a:lnTo>
                    <a:pt x="8191970" y="953008"/>
                  </a:lnTo>
                  <a:lnTo>
                    <a:pt x="8191500" y="954125"/>
                  </a:lnTo>
                  <a:lnTo>
                    <a:pt x="8191500" y="956754"/>
                  </a:lnTo>
                  <a:lnTo>
                    <a:pt x="8191970" y="957884"/>
                  </a:lnTo>
                  <a:lnTo>
                    <a:pt x="8193824" y="959739"/>
                  </a:lnTo>
                  <a:lnTo>
                    <a:pt x="8194954" y="960208"/>
                  </a:lnTo>
                  <a:lnTo>
                    <a:pt x="8197583" y="960208"/>
                  </a:lnTo>
                  <a:lnTo>
                    <a:pt x="8198701" y="959739"/>
                  </a:lnTo>
                  <a:lnTo>
                    <a:pt x="8200568" y="957884"/>
                  </a:lnTo>
                  <a:lnTo>
                    <a:pt x="8201025" y="956754"/>
                  </a:lnTo>
                  <a:lnTo>
                    <a:pt x="8201025" y="954125"/>
                  </a:lnTo>
                  <a:close/>
                </a:path>
                <a:path w="9010650" h="1435735">
                  <a:moveTo>
                    <a:pt x="8201025" y="478790"/>
                  </a:moveTo>
                  <a:lnTo>
                    <a:pt x="8200568" y="477659"/>
                  </a:lnTo>
                  <a:lnTo>
                    <a:pt x="8198701" y="475805"/>
                  </a:lnTo>
                  <a:lnTo>
                    <a:pt x="8197583" y="475335"/>
                  </a:lnTo>
                  <a:lnTo>
                    <a:pt x="8194954" y="475335"/>
                  </a:lnTo>
                  <a:lnTo>
                    <a:pt x="8193824" y="475805"/>
                  </a:lnTo>
                  <a:lnTo>
                    <a:pt x="8191970" y="477659"/>
                  </a:lnTo>
                  <a:lnTo>
                    <a:pt x="8191500" y="478790"/>
                  </a:lnTo>
                  <a:lnTo>
                    <a:pt x="8191500" y="481418"/>
                  </a:lnTo>
                  <a:lnTo>
                    <a:pt x="8191970" y="482536"/>
                  </a:lnTo>
                  <a:lnTo>
                    <a:pt x="8193824" y="484403"/>
                  </a:lnTo>
                  <a:lnTo>
                    <a:pt x="8194954" y="484860"/>
                  </a:lnTo>
                  <a:lnTo>
                    <a:pt x="8197583" y="484860"/>
                  </a:lnTo>
                  <a:lnTo>
                    <a:pt x="8198701" y="484403"/>
                  </a:lnTo>
                  <a:lnTo>
                    <a:pt x="8200568" y="482536"/>
                  </a:lnTo>
                  <a:lnTo>
                    <a:pt x="8201025" y="481418"/>
                  </a:lnTo>
                  <a:lnTo>
                    <a:pt x="8201025" y="478790"/>
                  </a:lnTo>
                  <a:close/>
                </a:path>
                <a:path w="9010650" h="1435735">
                  <a:moveTo>
                    <a:pt x="8201025" y="3441"/>
                  </a:moveTo>
                  <a:lnTo>
                    <a:pt x="8200568" y="2324"/>
                  </a:lnTo>
                  <a:lnTo>
                    <a:pt x="8198701" y="457"/>
                  </a:lnTo>
                  <a:lnTo>
                    <a:pt x="8197583" y="0"/>
                  </a:lnTo>
                  <a:lnTo>
                    <a:pt x="8194954" y="0"/>
                  </a:lnTo>
                  <a:lnTo>
                    <a:pt x="8193824" y="457"/>
                  </a:lnTo>
                  <a:lnTo>
                    <a:pt x="8191970" y="2324"/>
                  </a:lnTo>
                  <a:lnTo>
                    <a:pt x="8191500" y="3441"/>
                  </a:lnTo>
                  <a:lnTo>
                    <a:pt x="8191500" y="6070"/>
                  </a:lnTo>
                  <a:lnTo>
                    <a:pt x="8191970" y="7200"/>
                  </a:lnTo>
                  <a:lnTo>
                    <a:pt x="8193824" y="9055"/>
                  </a:lnTo>
                  <a:lnTo>
                    <a:pt x="8194954" y="9525"/>
                  </a:lnTo>
                  <a:lnTo>
                    <a:pt x="8197583" y="9525"/>
                  </a:lnTo>
                  <a:lnTo>
                    <a:pt x="8198701" y="9055"/>
                  </a:lnTo>
                  <a:lnTo>
                    <a:pt x="8200568" y="7200"/>
                  </a:lnTo>
                  <a:lnTo>
                    <a:pt x="8201025" y="6070"/>
                  </a:lnTo>
                  <a:lnTo>
                    <a:pt x="8201025" y="3441"/>
                  </a:lnTo>
                  <a:close/>
                </a:path>
                <a:path w="9010650" h="1435735">
                  <a:moveTo>
                    <a:pt x="8248650" y="1429473"/>
                  </a:moveTo>
                  <a:lnTo>
                    <a:pt x="8248193" y="1428356"/>
                  </a:lnTo>
                  <a:lnTo>
                    <a:pt x="8246326" y="1426489"/>
                  </a:lnTo>
                  <a:lnTo>
                    <a:pt x="8245208" y="1426019"/>
                  </a:lnTo>
                  <a:lnTo>
                    <a:pt x="8242579" y="1426019"/>
                  </a:lnTo>
                  <a:lnTo>
                    <a:pt x="8241449" y="1426489"/>
                  </a:lnTo>
                  <a:lnTo>
                    <a:pt x="8239595" y="1428356"/>
                  </a:lnTo>
                  <a:lnTo>
                    <a:pt x="8239125" y="1429473"/>
                  </a:lnTo>
                  <a:lnTo>
                    <a:pt x="8239125" y="1432102"/>
                  </a:lnTo>
                  <a:lnTo>
                    <a:pt x="8239595" y="1433220"/>
                  </a:lnTo>
                  <a:lnTo>
                    <a:pt x="8241449" y="1435087"/>
                  </a:lnTo>
                  <a:lnTo>
                    <a:pt x="8242579" y="1435544"/>
                  </a:lnTo>
                  <a:lnTo>
                    <a:pt x="8245208" y="1435544"/>
                  </a:lnTo>
                  <a:lnTo>
                    <a:pt x="8246326" y="1435087"/>
                  </a:lnTo>
                  <a:lnTo>
                    <a:pt x="8248193" y="1433220"/>
                  </a:lnTo>
                  <a:lnTo>
                    <a:pt x="8248650" y="1432102"/>
                  </a:lnTo>
                  <a:lnTo>
                    <a:pt x="8248650" y="1429473"/>
                  </a:lnTo>
                  <a:close/>
                </a:path>
                <a:path w="9010650" h="1435735">
                  <a:moveTo>
                    <a:pt x="8248650" y="954125"/>
                  </a:moveTo>
                  <a:lnTo>
                    <a:pt x="8248193" y="953008"/>
                  </a:lnTo>
                  <a:lnTo>
                    <a:pt x="8246326" y="951153"/>
                  </a:lnTo>
                  <a:lnTo>
                    <a:pt x="8245208" y="950683"/>
                  </a:lnTo>
                  <a:lnTo>
                    <a:pt x="8242579" y="950683"/>
                  </a:lnTo>
                  <a:lnTo>
                    <a:pt x="8241449" y="951153"/>
                  </a:lnTo>
                  <a:lnTo>
                    <a:pt x="8239595" y="953008"/>
                  </a:lnTo>
                  <a:lnTo>
                    <a:pt x="8239125" y="954125"/>
                  </a:lnTo>
                  <a:lnTo>
                    <a:pt x="8239125" y="956754"/>
                  </a:lnTo>
                  <a:lnTo>
                    <a:pt x="8239595" y="957884"/>
                  </a:lnTo>
                  <a:lnTo>
                    <a:pt x="8241449" y="959739"/>
                  </a:lnTo>
                  <a:lnTo>
                    <a:pt x="8242579" y="960208"/>
                  </a:lnTo>
                  <a:lnTo>
                    <a:pt x="8245208" y="960208"/>
                  </a:lnTo>
                  <a:lnTo>
                    <a:pt x="8246326" y="959739"/>
                  </a:lnTo>
                  <a:lnTo>
                    <a:pt x="8248193" y="957884"/>
                  </a:lnTo>
                  <a:lnTo>
                    <a:pt x="8248650" y="956754"/>
                  </a:lnTo>
                  <a:lnTo>
                    <a:pt x="8248650" y="954125"/>
                  </a:lnTo>
                  <a:close/>
                </a:path>
                <a:path w="9010650" h="1435735">
                  <a:moveTo>
                    <a:pt x="8248650" y="478790"/>
                  </a:moveTo>
                  <a:lnTo>
                    <a:pt x="8248193" y="477659"/>
                  </a:lnTo>
                  <a:lnTo>
                    <a:pt x="8246326" y="475805"/>
                  </a:lnTo>
                  <a:lnTo>
                    <a:pt x="8245208" y="475335"/>
                  </a:lnTo>
                  <a:lnTo>
                    <a:pt x="8242579" y="475335"/>
                  </a:lnTo>
                  <a:lnTo>
                    <a:pt x="8241449" y="475805"/>
                  </a:lnTo>
                  <a:lnTo>
                    <a:pt x="8239595" y="477659"/>
                  </a:lnTo>
                  <a:lnTo>
                    <a:pt x="8239125" y="478790"/>
                  </a:lnTo>
                  <a:lnTo>
                    <a:pt x="8239125" y="481418"/>
                  </a:lnTo>
                  <a:lnTo>
                    <a:pt x="8239595" y="482536"/>
                  </a:lnTo>
                  <a:lnTo>
                    <a:pt x="8241449" y="484403"/>
                  </a:lnTo>
                  <a:lnTo>
                    <a:pt x="8242579" y="484860"/>
                  </a:lnTo>
                  <a:lnTo>
                    <a:pt x="8245208" y="484860"/>
                  </a:lnTo>
                  <a:lnTo>
                    <a:pt x="8246326" y="484403"/>
                  </a:lnTo>
                  <a:lnTo>
                    <a:pt x="8248193" y="482536"/>
                  </a:lnTo>
                  <a:lnTo>
                    <a:pt x="8248650" y="481418"/>
                  </a:lnTo>
                  <a:lnTo>
                    <a:pt x="8248650" y="478790"/>
                  </a:lnTo>
                  <a:close/>
                </a:path>
                <a:path w="9010650" h="1435735">
                  <a:moveTo>
                    <a:pt x="8248650" y="3441"/>
                  </a:moveTo>
                  <a:lnTo>
                    <a:pt x="8248193" y="2324"/>
                  </a:lnTo>
                  <a:lnTo>
                    <a:pt x="8246326" y="457"/>
                  </a:lnTo>
                  <a:lnTo>
                    <a:pt x="8245208" y="0"/>
                  </a:lnTo>
                  <a:lnTo>
                    <a:pt x="8242579" y="0"/>
                  </a:lnTo>
                  <a:lnTo>
                    <a:pt x="8241449" y="457"/>
                  </a:lnTo>
                  <a:lnTo>
                    <a:pt x="8239595" y="2324"/>
                  </a:lnTo>
                  <a:lnTo>
                    <a:pt x="8239125" y="3441"/>
                  </a:lnTo>
                  <a:lnTo>
                    <a:pt x="8239125" y="6070"/>
                  </a:lnTo>
                  <a:lnTo>
                    <a:pt x="8239595" y="7200"/>
                  </a:lnTo>
                  <a:lnTo>
                    <a:pt x="8241449" y="9055"/>
                  </a:lnTo>
                  <a:lnTo>
                    <a:pt x="8242579" y="9525"/>
                  </a:lnTo>
                  <a:lnTo>
                    <a:pt x="8245208" y="9525"/>
                  </a:lnTo>
                  <a:lnTo>
                    <a:pt x="8246326" y="9055"/>
                  </a:lnTo>
                  <a:lnTo>
                    <a:pt x="8248193" y="7200"/>
                  </a:lnTo>
                  <a:lnTo>
                    <a:pt x="8248650" y="6070"/>
                  </a:lnTo>
                  <a:lnTo>
                    <a:pt x="8248650" y="3441"/>
                  </a:lnTo>
                  <a:close/>
                </a:path>
                <a:path w="9010650" h="1435735">
                  <a:moveTo>
                    <a:pt x="8296275" y="1429473"/>
                  </a:moveTo>
                  <a:lnTo>
                    <a:pt x="8295818" y="1428356"/>
                  </a:lnTo>
                  <a:lnTo>
                    <a:pt x="8293951" y="1426489"/>
                  </a:lnTo>
                  <a:lnTo>
                    <a:pt x="8292833" y="1426019"/>
                  </a:lnTo>
                  <a:lnTo>
                    <a:pt x="8290204" y="1426019"/>
                  </a:lnTo>
                  <a:lnTo>
                    <a:pt x="8289074" y="1426489"/>
                  </a:lnTo>
                  <a:lnTo>
                    <a:pt x="8287220" y="1428356"/>
                  </a:lnTo>
                  <a:lnTo>
                    <a:pt x="8286750" y="1429473"/>
                  </a:lnTo>
                  <a:lnTo>
                    <a:pt x="8286750" y="1432102"/>
                  </a:lnTo>
                  <a:lnTo>
                    <a:pt x="8287220" y="1433220"/>
                  </a:lnTo>
                  <a:lnTo>
                    <a:pt x="8289074" y="1435087"/>
                  </a:lnTo>
                  <a:lnTo>
                    <a:pt x="8290204" y="1435544"/>
                  </a:lnTo>
                  <a:lnTo>
                    <a:pt x="8292833" y="1435544"/>
                  </a:lnTo>
                  <a:lnTo>
                    <a:pt x="8293951" y="1435087"/>
                  </a:lnTo>
                  <a:lnTo>
                    <a:pt x="8295818" y="1433220"/>
                  </a:lnTo>
                  <a:lnTo>
                    <a:pt x="8296275" y="1432102"/>
                  </a:lnTo>
                  <a:lnTo>
                    <a:pt x="8296275" y="1429473"/>
                  </a:lnTo>
                  <a:close/>
                </a:path>
                <a:path w="9010650" h="1435735">
                  <a:moveTo>
                    <a:pt x="8296275" y="954125"/>
                  </a:moveTo>
                  <a:lnTo>
                    <a:pt x="8295818" y="953008"/>
                  </a:lnTo>
                  <a:lnTo>
                    <a:pt x="8293951" y="951153"/>
                  </a:lnTo>
                  <a:lnTo>
                    <a:pt x="8292833" y="950683"/>
                  </a:lnTo>
                  <a:lnTo>
                    <a:pt x="8290204" y="950683"/>
                  </a:lnTo>
                  <a:lnTo>
                    <a:pt x="8289074" y="951153"/>
                  </a:lnTo>
                  <a:lnTo>
                    <a:pt x="8287220" y="953008"/>
                  </a:lnTo>
                  <a:lnTo>
                    <a:pt x="8286750" y="954125"/>
                  </a:lnTo>
                  <a:lnTo>
                    <a:pt x="8286750" y="956754"/>
                  </a:lnTo>
                  <a:lnTo>
                    <a:pt x="8287220" y="957884"/>
                  </a:lnTo>
                  <a:lnTo>
                    <a:pt x="8289074" y="959739"/>
                  </a:lnTo>
                  <a:lnTo>
                    <a:pt x="8290204" y="960208"/>
                  </a:lnTo>
                  <a:lnTo>
                    <a:pt x="8292833" y="960208"/>
                  </a:lnTo>
                  <a:lnTo>
                    <a:pt x="8293951" y="959739"/>
                  </a:lnTo>
                  <a:lnTo>
                    <a:pt x="8295818" y="957884"/>
                  </a:lnTo>
                  <a:lnTo>
                    <a:pt x="8296275" y="956754"/>
                  </a:lnTo>
                  <a:lnTo>
                    <a:pt x="8296275" y="954125"/>
                  </a:lnTo>
                  <a:close/>
                </a:path>
                <a:path w="9010650" h="1435735">
                  <a:moveTo>
                    <a:pt x="8296275" y="478790"/>
                  </a:moveTo>
                  <a:lnTo>
                    <a:pt x="8295818" y="477659"/>
                  </a:lnTo>
                  <a:lnTo>
                    <a:pt x="8293951" y="475805"/>
                  </a:lnTo>
                  <a:lnTo>
                    <a:pt x="8292833" y="475335"/>
                  </a:lnTo>
                  <a:lnTo>
                    <a:pt x="8290204" y="475335"/>
                  </a:lnTo>
                  <a:lnTo>
                    <a:pt x="8289074" y="475805"/>
                  </a:lnTo>
                  <a:lnTo>
                    <a:pt x="8287220" y="477659"/>
                  </a:lnTo>
                  <a:lnTo>
                    <a:pt x="8286750" y="478790"/>
                  </a:lnTo>
                  <a:lnTo>
                    <a:pt x="8286750" y="481418"/>
                  </a:lnTo>
                  <a:lnTo>
                    <a:pt x="8287220" y="482536"/>
                  </a:lnTo>
                  <a:lnTo>
                    <a:pt x="8289074" y="484403"/>
                  </a:lnTo>
                  <a:lnTo>
                    <a:pt x="8290204" y="484860"/>
                  </a:lnTo>
                  <a:lnTo>
                    <a:pt x="8292833" y="484860"/>
                  </a:lnTo>
                  <a:lnTo>
                    <a:pt x="8293951" y="484403"/>
                  </a:lnTo>
                  <a:lnTo>
                    <a:pt x="8295818" y="482536"/>
                  </a:lnTo>
                  <a:lnTo>
                    <a:pt x="8296275" y="481418"/>
                  </a:lnTo>
                  <a:lnTo>
                    <a:pt x="8296275" y="478790"/>
                  </a:lnTo>
                  <a:close/>
                </a:path>
                <a:path w="9010650" h="1435735">
                  <a:moveTo>
                    <a:pt x="8296275" y="3441"/>
                  </a:moveTo>
                  <a:lnTo>
                    <a:pt x="8295818" y="2324"/>
                  </a:lnTo>
                  <a:lnTo>
                    <a:pt x="8293951" y="457"/>
                  </a:lnTo>
                  <a:lnTo>
                    <a:pt x="8292833" y="0"/>
                  </a:lnTo>
                  <a:lnTo>
                    <a:pt x="8290204" y="0"/>
                  </a:lnTo>
                  <a:lnTo>
                    <a:pt x="8289074" y="457"/>
                  </a:lnTo>
                  <a:lnTo>
                    <a:pt x="8287220" y="2324"/>
                  </a:lnTo>
                  <a:lnTo>
                    <a:pt x="8286750" y="3441"/>
                  </a:lnTo>
                  <a:lnTo>
                    <a:pt x="8286750" y="6070"/>
                  </a:lnTo>
                  <a:lnTo>
                    <a:pt x="8287220" y="7200"/>
                  </a:lnTo>
                  <a:lnTo>
                    <a:pt x="8289074" y="9055"/>
                  </a:lnTo>
                  <a:lnTo>
                    <a:pt x="8290204" y="9525"/>
                  </a:lnTo>
                  <a:lnTo>
                    <a:pt x="8292833" y="9525"/>
                  </a:lnTo>
                  <a:lnTo>
                    <a:pt x="8293951" y="9055"/>
                  </a:lnTo>
                  <a:lnTo>
                    <a:pt x="8295818" y="7200"/>
                  </a:lnTo>
                  <a:lnTo>
                    <a:pt x="8296275" y="6070"/>
                  </a:lnTo>
                  <a:lnTo>
                    <a:pt x="8296275" y="3441"/>
                  </a:lnTo>
                  <a:close/>
                </a:path>
                <a:path w="9010650" h="1435735">
                  <a:moveTo>
                    <a:pt x="8343900" y="1429473"/>
                  </a:moveTo>
                  <a:lnTo>
                    <a:pt x="8343443" y="1428356"/>
                  </a:lnTo>
                  <a:lnTo>
                    <a:pt x="8341576" y="1426489"/>
                  </a:lnTo>
                  <a:lnTo>
                    <a:pt x="8340458" y="1426019"/>
                  </a:lnTo>
                  <a:lnTo>
                    <a:pt x="8337829" y="1426019"/>
                  </a:lnTo>
                  <a:lnTo>
                    <a:pt x="8336699" y="1426489"/>
                  </a:lnTo>
                  <a:lnTo>
                    <a:pt x="8334845" y="1428356"/>
                  </a:lnTo>
                  <a:lnTo>
                    <a:pt x="8334375" y="1429473"/>
                  </a:lnTo>
                  <a:lnTo>
                    <a:pt x="8334375" y="1432102"/>
                  </a:lnTo>
                  <a:lnTo>
                    <a:pt x="8334845" y="1433220"/>
                  </a:lnTo>
                  <a:lnTo>
                    <a:pt x="8336699" y="1435087"/>
                  </a:lnTo>
                  <a:lnTo>
                    <a:pt x="8337829" y="1435544"/>
                  </a:lnTo>
                  <a:lnTo>
                    <a:pt x="8340458" y="1435544"/>
                  </a:lnTo>
                  <a:lnTo>
                    <a:pt x="8341576" y="1435087"/>
                  </a:lnTo>
                  <a:lnTo>
                    <a:pt x="8343443" y="1433220"/>
                  </a:lnTo>
                  <a:lnTo>
                    <a:pt x="8343900" y="1432102"/>
                  </a:lnTo>
                  <a:lnTo>
                    <a:pt x="8343900" y="1429473"/>
                  </a:lnTo>
                  <a:close/>
                </a:path>
                <a:path w="9010650" h="1435735">
                  <a:moveTo>
                    <a:pt x="8343900" y="954125"/>
                  </a:moveTo>
                  <a:lnTo>
                    <a:pt x="8343443" y="953008"/>
                  </a:lnTo>
                  <a:lnTo>
                    <a:pt x="8341576" y="951153"/>
                  </a:lnTo>
                  <a:lnTo>
                    <a:pt x="8340458" y="950683"/>
                  </a:lnTo>
                  <a:lnTo>
                    <a:pt x="8337829" y="950683"/>
                  </a:lnTo>
                  <a:lnTo>
                    <a:pt x="8336699" y="951153"/>
                  </a:lnTo>
                  <a:lnTo>
                    <a:pt x="8334845" y="953008"/>
                  </a:lnTo>
                  <a:lnTo>
                    <a:pt x="8334375" y="954125"/>
                  </a:lnTo>
                  <a:lnTo>
                    <a:pt x="8334375" y="956754"/>
                  </a:lnTo>
                  <a:lnTo>
                    <a:pt x="8334845" y="957884"/>
                  </a:lnTo>
                  <a:lnTo>
                    <a:pt x="8336699" y="959739"/>
                  </a:lnTo>
                  <a:lnTo>
                    <a:pt x="8337829" y="960208"/>
                  </a:lnTo>
                  <a:lnTo>
                    <a:pt x="8340458" y="960208"/>
                  </a:lnTo>
                  <a:lnTo>
                    <a:pt x="8341576" y="959739"/>
                  </a:lnTo>
                  <a:lnTo>
                    <a:pt x="8343443" y="957884"/>
                  </a:lnTo>
                  <a:lnTo>
                    <a:pt x="8343900" y="956754"/>
                  </a:lnTo>
                  <a:lnTo>
                    <a:pt x="8343900" y="954125"/>
                  </a:lnTo>
                  <a:close/>
                </a:path>
                <a:path w="9010650" h="1435735">
                  <a:moveTo>
                    <a:pt x="8343900" y="478790"/>
                  </a:moveTo>
                  <a:lnTo>
                    <a:pt x="8343443" y="477659"/>
                  </a:lnTo>
                  <a:lnTo>
                    <a:pt x="8341576" y="475805"/>
                  </a:lnTo>
                  <a:lnTo>
                    <a:pt x="8340458" y="475335"/>
                  </a:lnTo>
                  <a:lnTo>
                    <a:pt x="8337829" y="475335"/>
                  </a:lnTo>
                  <a:lnTo>
                    <a:pt x="8336699" y="475805"/>
                  </a:lnTo>
                  <a:lnTo>
                    <a:pt x="8334845" y="477659"/>
                  </a:lnTo>
                  <a:lnTo>
                    <a:pt x="8334375" y="478790"/>
                  </a:lnTo>
                  <a:lnTo>
                    <a:pt x="8334375" y="481418"/>
                  </a:lnTo>
                  <a:lnTo>
                    <a:pt x="8334845" y="482536"/>
                  </a:lnTo>
                  <a:lnTo>
                    <a:pt x="8336699" y="484403"/>
                  </a:lnTo>
                  <a:lnTo>
                    <a:pt x="8337829" y="484860"/>
                  </a:lnTo>
                  <a:lnTo>
                    <a:pt x="8340458" y="484860"/>
                  </a:lnTo>
                  <a:lnTo>
                    <a:pt x="8341576" y="484403"/>
                  </a:lnTo>
                  <a:lnTo>
                    <a:pt x="8343443" y="482536"/>
                  </a:lnTo>
                  <a:lnTo>
                    <a:pt x="8343900" y="481418"/>
                  </a:lnTo>
                  <a:lnTo>
                    <a:pt x="8343900" y="478790"/>
                  </a:lnTo>
                  <a:close/>
                </a:path>
                <a:path w="9010650" h="1435735">
                  <a:moveTo>
                    <a:pt x="8343900" y="3441"/>
                  </a:moveTo>
                  <a:lnTo>
                    <a:pt x="8343443" y="2324"/>
                  </a:lnTo>
                  <a:lnTo>
                    <a:pt x="8341576" y="457"/>
                  </a:lnTo>
                  <a:lnTo>
                    <a:pt x="8340458" y="0"/>
                  </a:lnTo>
                  <a:lnTo>
                    <a:pt x="8337829" y="0"/>
                  </a:lnTo>
                  <a:lnTo>
                    <a:pt x="8336699" y="457"/>
                  </a:lnTo>
                  <a:lnTo>
                    <a:pt x="8334845" y="2324"/>
                  </a:lnTo>
                  <a:lnTo>
                    <a:pt x="8334375" y="3441"/>
                  </a:lnTo>
                  <a:lnTo>
                    <a:pt x="8334375" y="6070"/>
                  </a:lnTo>
                  <a:lnTo>
                    <a:pt x="8334845" y="7200"/>
                  </a:lnTo>
                  <a:lnTo>
                    <a:pt x="8336699" y="9055"/>
                  </a:lnTo>
                  <a:lnTo>
                    <a:pt x="8337829" y="9525"/>
                  </a:lnTo>
                  <a:lnTo>
                    <a:pt x="8340458" y="9525"/>
                  </a:lnTo>
                  <a:lnTo>
                    <a:pt x="8341576" y="9055"/>
                  </a:lnTo>
                  <a:lnTo>
                    <a:pt x="8343443" y="7200"/>
                  </a:lnTo>
                  <a:lnTo>
                    <a:pt x="8343900" y="6070"/>
                  </a:lnTo>
                  <a:lnTo>
                    <a:pt x="8343900" y="3441"/>
                  </a:lnTo>
                  <a:close/>
                </a:path>
                <a:path w="9010650" h="1435735">
                  <a:moveTo>
                    <a:pt x="8391525" y="1429473"/>
                  </a:moveTo>
                  <a:lnTo>
                    <a:pt x="8391068" y="1428356"/>
                  </a:lnTo>
                  <a:lnTo>
                    <a:pt x="8389201" y="1426489"/>
                  </a:lnTo>
                  <a:lnTo>
                    <a:pt x="8388083" y="1426019"/>
                  </a:lnTo>
                  <a:lnTo>
                    <a:pt x="8385454" y="1426019"/>
                  </a:lnTo>
                  <a:lnTo>
                    <a:pt x="8384324" y="1426489"/>
                  </a:lnTo>
                  <a:lnTo>
                    <a:pt x="8382470" y="1428356"/>
                  </a:lnTo>
                  <a:lnTo>
                    <a:pt x="8382000" y="1429473"/>
                  </a:lnTo>
                  <a:lnTo>
                    <a:pt x="8382000" y="1432102"/>
                  </a:lnTo>
                  <a:lnTo>
                    <a:pt x="8382470" y="1433220"/>
                  </a:lnTo>
                  <a:lnTo>
                    <a:pt x="8384324" y="1435087"/>
                  </a:lnTo>
                  <a:lnTo>
                    <a:pt x="8385454" y="1435544"/>
                  </a:lnTo>
                  <a:lnTo>
                    <a:pt x="8388083" y="1435544"/>
                  </a:lnTo>
                  <a:lnTo>
                    <a:pt x="8389201" y="1435087"/>
                  </a:lnTo>
                  <a:lnTo>
                    <a:pt x="8391068" y="1433220"/>
                  </a:lnTo>
                  <a:lnTo>
                    <a:pt x="8391525" y="1432102"/>
                  </a:lnTo>
                  <a:lnTo>
                    <a:pt x="8391525" y="1429473"/>
                  </a:lnTo>
                  <a:close/>
                </a:path>
                <a:path w="9010650" h="1435735">
                  <a:moveTo>
                    <a:pt x="8391525" y="954125"/>
                  </a:moveTo>
                  <a:lnTo>
                    <a:pt x="8391068" y="953008"/>
                  </a:lnTo>
                  <a:lnTo>
                    <a:pt x="8389201" y="951153"/>
                  </a:lnTo>
                  <a:lnTo>
                    <a:pt x="8388083" y="950683"/>
                  </a:lnTo>
                  <a:lnTo>
                    <a:pt x="8385454" y="950683"/>
                  </a:lnTo>
                  <a:lnTo>
                    <a:pt x="8384324" y="951153"/>
                  </a:lnTo>
                  <a:lnTo>
                    <a:pt x="8382470" y="953008"/>
                  </a:lnTo>
                  <a:lnTo>
                    <a:pt x="8382000" y="954125"/>
                  </a:lnTo>
                  <a:lnTo>
                    <a:pt x="8382000" y="956754"/>
                  </a:lnTo>
                  <a:lnTo>
                    <a:pt x="8382470" y="957884"/>
                  </a:lnTo>
                  <a:lnTo>
                    <a:pt x="8384324" y="959739"/>
                  </a:lnTo>
                  <a:lnTo>
                    <a:pt x="8385454" y="960208"/>
                  </a:lnTo>
                  <a:lnTo>
                    <a:pt x="8388083" y="960208"/>
                  </a:lnTo>
                  <a:lnTo>
                    <a:pt x="8389201" y="959739"/>
                  </a:lnTo>
                  <a:lnTo>
                    <a:pt x="8391068" y="957884"/>
                  </a:lnTo>
                  <a:lnTo>
                    <a:pt x="8391525" y="956754"/>
                  </a:lnTo>
                  <a:lnTo>
                    <a:pt x="8391525" y="954125"/>
                  </a:lnTo>
                  <a:close/>
                </a:path>
                <a:path w="9010650" h="1435735">
                  <a:moveTo>
                    <a:pt x="8391525" y="478790"/>
                  </a:moveTo>
                  <a:lnTo>
                    <a:pt x="8391068" y="477659"/>
                  </a:lnTo>
                  <a:lnTo>
                    <a:pt x="8389201" y="475805"/>
                  </a:lnTo>
                  <a:lnTo>
                    <a:pt x="8388083" y="475335"/>
                  </a:lnTo>
                  <a:lnTo>
                    <a:pt x="8385454" y="475335"/>
                  </a:lnTo>
                  <a:lnTo>
                    <a:pt x="8384324" y="475805"/>
                  </a:lnTo>
                  <a:lnTo>
                    <a:pt x="8382470" y="477659"/>
                  </a:lnTo>
                  <a:lnTo>
                    <a:pt x="8382000" y="478790"/>
                  </a:lnTo>
                  <a:lnTo>
                    <a:pt x="8382000" y="481418"/>
                  </a:lnTo>
                  <a:lnTo>
                    <a:pt x="8382470" y="482536"/>
                  </a:lnTo>
                  <a:lnTo>
                    <a:pt x="8384324" y="484403"/>
                  </a:lnTo>
                  <a:lnTo>
                    <a:pt x="8385454" y="484860"/>
                  </a:lnTo>
                  <a:lnTo>
                    <a:pt x="8388083" y="484860"/>
                  </a:lnTo>
                  <a:lnTo>
                    <a:pt x="8389201" y="484403"/>
                  </a:lnTo>
                  <a:lnTo>
                    <a:pt x="8391068" y="482536"/>
                  </a:lnTo>
                  <a:lnTo>
                    <a:pt x="8391525" y="481418"/>
                  </a:lnTo>
                  <a:lnTo>
                    <a:pt x="8391525" y="478790"/>
                  </a:lnTo>
                  <a:close/>
                </a:path>
                <a:path w="9010650" h="1435735">
                  <a:moveTo>
                    <a:pt x="8391525" y="3441"/>
                  </a:moveTo>
                  <a:lnTo>
                    <a:pt x="8391068" y="2324"/>
                  </a:lnTo>
                  <a:lnTo>
                    <a:pt x="8389201" y="457"/>
                  </a:lnTo>
                  <a:lnTo>
                    <a:pt x="8388083" y="0"/>
                  </a:lnTo>
                  <a:lnTo>
                    <a:pt x="8385454" y="0"/>
                  </a:lnTo>
                  <a:lnTo>
                    <a:pt x="8384324" y="457"/>
                  </a:lnTo>
                  <a:lnTo>
                    <a:pt x="8382470" y="2324"/>
                  </a:lnTo>
                  <a:lnTo>
                    <a:pt x="8382000" y="3441"/>
                  </a:lnTo>
                  <a:lnTo>
                    <a:pt x="8382000" y="6070"/>
                  </a:lnTo>
                  <a:lnTo>
                    <a:pt x="8382470" y="7200"/>
                  </a:lnTo>
                  <a:lnTo>
                    <a:pt x="8384324" y="9055"/>
                  </a:lnTo>
                  <a:lnTo>
                    <a:pt x="8385454" y="9525"/>
                  </a:lnTo>
                  <a:lnTo>
                    <a:pt x="8388083" y="9525"/>
                  </a:lnTo>
                  <a:lnTo>
                    <a:pt x="8389201" y="9055"/>
                  </a:lnTo>
                  <a:lnTo>
                    <a:pt x="8391068" y="7200"/>
                  </a:lnTo>
                  <a:lnTo>
                    <a:pt x="8391525" y="6070"/>
                  </a:lnTo>
                  <a:lnTo>
                    <a:pt x="8391525" y="3441"/>
                  </a:lnTo>
                  <a:close/>
                </a:path>
                <a:path w="9010650" h="1435735">
                  <a:moveTo>
                    <a:pt x="8439150" y="1429473"/>
                  </a:moveTo>
                  <a:lnTo>
                    <a:pt x="8438693" y="1428356"/>
                  </a:lnTo>
                  <a:lnTo>
                    <a:pt x="8436826" y="1426489"/>
                  </a:lnTo>
                  <a:lnTo>
                    <a:pt x="8435708" y="1426019"/>
                  </a:lnTo>
                  <a:lnTo>
                    <a:pt x="8433079" y="1426019"/>
                  </a:lnTo>
                  <a:lnTo>
                    <a:pt x="8431949" y="1426489"/>
                  </a:lnTo>
                  <a:lnTo>
                    <a:pt x="8430095" y="1428356"/>
                  </a:lnTo>
                  <a:lnTo>
                    <a:pt x="8429625" y="1429473"/>
                  </a:lnTo>
                  <a:lnTo>
                    <a:pt x="8429625" y="1432102"/>
                  </a:lnTo>
                  <a:lnTo>
                    <a:pt x="8430095" y="1433220"/>
                  </a:lnTo>
                  <a:lnTo>
                    <a:pt x="8431949" y="1435087"/>
                  </a:lnTo>
                  <a:lnTo>
                    <a:pt x="8433079" y="1435544"/>
                  </a:lnTo>
                  <a:lnTo>
                    <a:pt x="8435708" y="1435544"/>
                  </a:lnTo>
                  <a:lnTo>
                    <a:pt x="8436826" y="1435087"/>
                  </a:lnTo>
                  <a:lnTo>
                    <a:pt x="8438693" y="1433220"/>
                  </a:lnTo>
                  <a:lnTo>
                    <a:pt x="8439150" y="1432102"/>
                  </a:lnTo>
                  <a:lnTo>
                    <a:pt x="8439150" y="1429473"/>
                  </a:lnTo>
                  <a:close/>
                </a:path>
                <a:path w="9010650" h="1435735">
                  <a:moveTo>
                    <a:pt x="8439150" y="954125"/>
                  </a:moveTo>
                  <a:lnTo>
                    <a:pt x="8438693" y="953008"/>
                  </a:lnTo>
                  <a:lnTo>
                    <a:pt x="8436826" y="951153"/>
                  </a:lnTo>
                  <a:lnTo>
                    <a:pt x="8435708" y="950683"/>
                  </a:lnTo>
                  <a:lnTo>
                    <a:pt x="8433079" y="950683"/>
                  </a:lnTo>
                  <a:lnTo>
                    <a:pt x="8431949" y="951153"/>
                  </a:lnTo>
                  <a:lnTo>
                    <a:pt x="8430095" y="953008"/>
                  </a:lnTo>
                  <a:lnTo>
                    <a:pt x="8429625" y="954125"/>
                  </a:lnTo>
                  <a:lnTo>
                    <a:pt x="8429625" y="956754"/>
                  </a:lnTo>
                  <a:lnTo>
                    <a:pt x="8430095" y="957884"/>
                  </a:lnTo>
                  <a:lnTo>
                    <a:pt x="8431949" y="959739"/>
                  </a:lnTo>
                  <a:lnTo>
                    <a:pt x="8433079" y="960208"/>
                  </a:lnTo>
                  <a:lnTo>
                    <a:pt x="8435708" y="960208"/>
                  </a:lnTo>
                  <a:lnTo>
                    <a:pt x="8436826" y="959739"/>
                  </a:lnTo>
                  <a:lnTo>
                    <a:pt x="8438693" y="957884"/>
                  </a:lnTo>
                  <a:lnTo>
                    <a:pt x="8439150" y="956754"/>
                  </a:lnTo>
                  <a:lnTo>
                    <a:pt x="8439150" y="954125"/>
                  </a:lnTo>
                  <a:close/>
                </a:path>
                <a:path w="9010650" h="1435735">
                  <a:moveTo>
                    <a:pt x="8439150" y="478790"/>
                  </a:moveTo>
                  <a:lnTo>
                    <a:pt x="8438693" y="477659"/>
                  </a:lnTo>
                  <a:lnTo>
                    <a:pt x="8436826" y="475805"/>
                  </a:lnTo>
                  <a:lnTo>
                    <a:pt x="8435708" y="475335"/>
                  </a:lnTo>
                  <a:lnTo>
                    <a:pt x="8433079" y="475335"/>
                  </a:lnTo>
                  <a:lnTo>
                    <a:pt x="8431949" y="475805"/>
                  </a:lnTo>
                  <a:lnTo>
                    <a:pt x="8430095" y="477659"/>
                  </a:lnTo>
                  <a:lnTo>
                    <a:pt x="8429625" y="478790"/>
                  </a:lnTo>
                  <a:lnTo>
                    <a:pt x="8429625" y="481418"/>
                  </a:lnTo>
                  <a:lnTo>
                    <a:pt x="8430095" y="482536"/>
                  </a:lnTo>
                  <a:lnTo>
                    <a:pt x="8431949" y="484403"/>
                  </a:lnTo>
                  <a:lnTo>
                    <a:pt x="8433079" y="484860"/>
                  </a:lnTo>
                  <a:lnTo>
                    <a:pt x="8435708" y="484860"/>
                  </a:lnTo>
                  <a:lnTo>
                    <a:pt x="8436826" y="484403"/>
                  </a:lnTo>
                  <a:lnTo>
                    <a:pt x="8438693" y="482536"/>
                  </a:lnTo>
                  <a:lnTo>
                    <a:pt x="8439150" y="481418"/>
                  </a:lnTo>
                  <a:lnTo>
                    <a:pt x="8439150" y="478790"/>
                  </a:lnTo>
                  <a:close/>
                </a:path>
                <a:path w="9010650" h="1435735">
                  <a:moveTo>
                    <a:pt x="8439150" y="3441"/>
                  </a:moveTo>
                  <a:lnTo>
                    <a:pt x="8438693" y="2324"/>
                  </a:lnTo>
                  <a:lnTo>
                    <a:pt x="8436826" y="457"/>
                  </a:lnTo>
                  <a:lnTo>
                    <a:pt x="8435708" y="0"/>
                  </a:lnTo>
                  <a:lnTo>
                    <a:pt x="8433079" y="0"/>
                  </a:lnTo>
                  <a:lnTo>
                    <a:pt x="8431949" y="457"/>
                  </a:lnTo>
                  <a:lnTo>
                    <a:pt x="8430095" y="2324"/>
                  </a:lnTo>
                  <a:lnTo>
                    <a:pt x="8429625" y="3441"/>
                  </a:lnTo>
                  <a:lnTo>
                    <a:pt x="8429625" y="6070"/>
                  </a:lnTo>
                  <a:lnTo>
                    <a:pt x="8430095" y="7200"/>
                  </a:lnTo>
                  <a:lnTo>
                    <a:pt x="8431949" y="9055"/>
                  </a:lnTo>
                  <a:lnTo>
                    <a:pt x="8433079" y="9525"/>
                  </a:lnTo>
                  <a:lnTo>
                    <a:pt x="8435708" y="9525"/>
                  </a:lnTo>
                  <a:lnTo>
                    <a:pt x="8436826" y="9055"/>
                  </a:lnTo>
                  <a:lnTo>
                    <a:pt x="8438693" y="7200"/>
                  </a:lnTo>
                  <a:lnTo>
                    <a:pt x="8439150" y="6070"/>
                  </a:lnTo>
                  <a:lnTo>
                    <a:pt x="8439150" y="3441"/>
                  </a:lnTo>
                  <a:close/>
                </a:path>
                <a:path w="9010650" h="1435735">
                  <a:moveTo>
                    <a:pt x="8486775" y="1429473"/>
                  </a:moveTo>
                  <a:lnTo>
                    <a:pt x="8486318" y="1428356"/>
                  </a:lnTo>
                  <a:lnTo>
                    <a:pt x="8484451" y="1426489"/>
                  </a:lnTo>
                  <a:lnTo>
                    <a:pt x="8483333" y="1426019"/>
                  </a:lnTo>
                  <a:lnTo>
                    <a:pt x="8480704" y="1426019"/>
                  </a:lnTo>
                  <a:lnTo>
                    <a:pt x="8479574" y="1426489"/>
                  </a:lnTo>
                  <a:lnTo>
                    <a:pt x="8477720" y="1428356"/>
                  </a:lnTo>
                  <a:lnTo>
                    <a:pt x="8477250" y="1429473"/>
                  </a:lnTo>
                  <a:lnTo>
                    <a:pt x="8477250" y="1432102"/>
                  </a:lnTo>
                  <a:lnTo>
                    <a:pt x="8477720" y="1433220"/>
                  </a:lnTo>
                  <a:lnTo>
                    <a:pt x="8479574" y="1435087"/>
                  </a:lnTo>
                  <a:lnTo>
                    <a:pt x="8480704" y="1435544"/>
                  </a:lnTo>
                  <a:lnTo>
                    <a:pt x="8483333" y="1435544"/>
                  </a:lnTo>
                  <a:lnTo>
                    <a:pt x="8484451" y="1435087"/>
                  </a:lnTo>
                  <a:lnTo>
                    <a:pt x="8486318" y="1433220"/>
                  </a:lnTo>
                  <a:lnTo>
                    <a:pt x="8486775" y="1432102"/>
                  </a:lnTo>
                  <a:lnTo>
                    <a:pt x="8486775" y="1429473"/>
                  </a:lnTo>
                  <a:close/>
                </a:path>
                <a:path w="9010650" h="1435735">
                  <a:moveTo>
                    <a:pt x="8486775" y="954125"/>
                  </a:moveTo>
                  <a:lnTo>
                    <a:pt x="8486318" y="953008"/>
                  </a:lnTo>
                  <a:lnTo>
                    <a:pt x="8484451" y="951153"/>
                  </a:lnTo>
                  <a:lnTo>
                    <a:pt x="8483333" y="950683"/>
                  </a:lnTo>
                  <a:lnTo>
                    <a:pt x="8480704" y="950683"/>
                  </a:lnTo>
                  <a:lnTo>
                    <a:pt x="8479574" y="951153"/>
                  </a:lnTo>
                  <a:lnTo>
                    <a:pt x="8477720" y="953008"/>
                  </a:lnTo>
                  <a:lnTo>
                    <a:pt x="8477250" y="954125"/>
                  </a:lnTo>
                  <a:lnTo>
                    <a:pt x="8477250" y="956754"/>
                  </a:lnTo>
                  <a:lnTo>
                    <a:pt x="8477720" y="957884"/>
                  </a:lnTo>
                  <a:lnTo>
                    <a:pt x="8479574" y="959739"/>
                  </a:lnTo>
                  <a:lnTo>
                    <a:pt x="8480704" y="960208"/>
                  </a:lnTo>
                  <a:lnTo>
                    <a:pt x="8483333" y="960208"/>
                  </a:lnTo>
                  <a:lnTo>
                    <a:pt x="8484451" y="959739"/>
                  </a:lnTo>
                  <a:lnTo>
                    <a:pt x="8486318" y="957884"/>
                  </a:lnTo>
                  <a:lnTo>
                    <a:pt x="8486775" y="956754"/>
                  </a:lnTo>
                  <a:lnTo>
                    <a:pt x="8486775" y="954125"/>
                  </a:lnTo>
                  <a:close/>
                </a:path>
                <a:path w="9010650" h="1435735">
                  <a:moveTo>
                    <a:pt x="8486775" y="478790"/>
                  </a:moveTo>
                  <a:lnTo>
                    <a:pt x="8486318" y="477659"/>
                  </a:lnTo>
                  <a:lnTo>
                    <a:pt x="8484451" y="475805"/>
                  </a:lnTo>
                  <a:lnTo>
                    <a:pt x="8483333" y="475335"/>
                  </a:lnTo>
                  <a:lnTo>
                    <a:pt x="8480704" y="475335"/>
                  </a:lnTo>
                  <a:lnTo>
                    <a:pt x="8479574" y="475805"/>
                  </a:lnTo>
                  <a:lnTo>
                    <a:pt x="8477720" y="477659"/>
                  </a:lnTo>
                  <a:lnTo>
                    <a:pt x="8477250" y="478790"/>
                  </a:lnTo>
                  <a:lnTo>
                    <a:pt x="8477250" y="481418"/>
                  </a:lnTo>
                  <a:lnTo>
                    <a:pt x="8477720" y="482536"/>
                  </a:lnTo>
                  <a:lnTo>
                    <a:pt x="8479574" y="484403"/>
                  </a:lnTo>
                  <a:lnTo>
                    <a:pt x="8480704" y="484860"/>
                  </a:lnTo>
                  <a:lnTo>
                    <a:pt x="8483333" y="484860"/>
                  </a:lnTo>
                  <a:lnTo>
                    <a:pt x="8484451" y="484403"/>
                  </a:lnTo>
                  <a:lnTo>
                    <a:pt x="8486318" y="482536"/>
                  </a:lnTo>
                  <a:lnTo>
                    <a:pt x="8486775" y="481418"/>
                  </a:lnTo>
                  <a:lnTo>
                    <a:pt x="8486775" y="478790"/>
                  </a:lnTo>
                  <a:close/>
                </a:path>
                <a:path w="9010650" h="1435735">
                  <a:moveTo>
                    <a:pt x="8486775" y="3441"/>
                  </a:moveTo>
                  <a:lnTo>
                    <a:pt x="8486318" y="2324"/>
                  </a:lnTo>
                  <a:lnTo>
                    <a:pt x="8484451" y="457"/>
                  </a:lnTo>
                  <a:lnTo>
                    <a:pt x="8483333" y="0"/>
                  </a:lnTo>
                  <a:lnTo>
                    <a:pt x="8480704" y="0"/>
                  </a:lnTo>
                  <a:lnTo>
                    <a:pt x="8479574" y="457"/>
                  </a:lnTo>
                  <a:lnTo>
                    <a:pt x="8477720" y="2324"/>
                  </a:lnTo>
                  <a:lnTo>
                    <a:pt x="8477250" y="3441"/>
                  </a:lnTo>
                  <a:lnTo>
                    <a:pt x="8477250" y="6070"/>
                  </a:lnTo>
                  <a:lnTo>
                    <a:pt x="8477720" y="7200"/>
                  </a:lnTo>
                  <a:lnTo>
                    <a:pt x="8479574" y="9055"/>
                  </a:lnTo>
                  <a:lnTo>
                    <a:pt x="8480704" y="9525"/>
                  </a:lnTo>
                  <a:lnTo>
                    <a:pt x="8483333" y="9525"/>
                  </a:lnTo>
                  <a:lnTo>
                    <a:pt x="8484451" y="9055"/>
                  </a:lnTo>
                  <a:lnTo>
                    <a:pt x="8486318" y="7200"/>
                  </a:lnTo>
                  <a:lnTo>
                    <a:pt x="8486775" y="6070"/>
                  </a:lnTo>
                  <a:lnTo>
                    <a:pt x="8486775" y="3441"/>
                  </a:lnTo>
                  <a:close/>
                </a:path>
                <a:path w="9010650" h="1435735">
                  <a:moveTo>
                    <a:pt x="8534400" y="1429473"/>
                  </a:moveTo>
                  <a:lnTo>
                    <a:pt x="8533943" y="1428356"/>
                  </a:lnTo>
                  <a:lnTo>
                    <a:pt x="8532076" y="1426489"/>
                  </a:lnTo>
                  <a:lnTo>
                    <a:pt x="8530958" y="1426019"/>
                  </a:lnTo>
                  <a:lnTo>
                    <a:pt x="8528329" y="1426019"/>
                  </a:lnTo>
                  <a:lnTo>
                    <a:pt x="8527199" y="1426489"/>
                  </a:lnTo>
                  <a:lnTo>
                    <a:pt x="8525345" y="1428356"/>
                  </a:lnTo>
                  <a:lnTo>
                    <a:pt x="8524875" y="1429473"/>
                  </a:lnTo>
                  <a:lnTo>
                    <a:pt x="8524875" y="1432102"/>
                  </a:lnTo>
                  <a:lnTo>
                    <a:pt x="8525345" y="1433220"/>
                  </a:lnTo>
                  <a:lnTo>
                    <a:pt x="8527199" y="1435087"/>
                  </a:lnTo>
                  <a:lnTo>
                    <a:pt x="8528329" y="1435544"/>
                  </a:lnTo>
                  <a:lnTo>
                    <a:pt x="8530958" y="1435544"/>
                  </a:lnTo>
                  <a:lnTo>
                    <a:pt x="8532076" y="1435087"/>
                  </a:lnTo>
                  <a:lnTo>
                    <a:pt x="8533943" y="1433220"/>
                  </a:lnTo>
                  <a:lnTo>
                    <a:pt x="8534400" y="1432102"/>
                  </a:lnTo>
                  <a:lnTo>
                    <a:pt x="8534400" y="1429473"/>
                  </a:lnTo>
                  <a:close/>
                </a:path>
                <a:path w="9010650" h="1435735">
                  <a:moveTo>
                    <a:pt x="8534400" y="954125"/>
                  </a:moveTo>
                  <a:lnTo>
                    <a:pt x="8533943" y="953008"/>
                  </a:lnTo>
                  <a:lnTo>
                    <a:pt x="8532076" y="951153"/>
                  </a:lnTo>
                  <a:lnTo>
                    <a:pt x="8530958" y="950683"/>
                  </a:lnTo>
                  <a:lnTo>
                    <a:pt x="8528329" y="950683"/>
                  </a:lnTo>
                  <a:lnTo>
                    <a:pt x="8527199" y="951153"/>
                  </a:lnTo>
                  <a:lnTo>
                    <a:pt x="8525345" y="953008"/>
                  </a:lnTo>
                  <a:lnTo>
                    <a:pt x="8524875" y="954125"/>
                  </a:lnTo>
                  <a:lnTo>
                    <a:pt x="8524875" y="956754"/>
                  </a:lnTo>
                  <a:lnTo>
                    <a:pt x="8525345" y="957884"/>
                  </a:lnTo>
                  <a:lnTo>
                    <a:pt x="8527199" y="959739"/>
                  </a:lnTo>
                  <a:lnTo>
                    <a:pt x="8528329" y="960208"/>
                  </a:lnTo>
                  <a:lnTo>
                    <a:pt x="8530958" y="960208"/>
                  </a:lnTo>
                  <a:lnTo>
                    <a:pt x="8532076" y="959739"/>
                  </a:lnTo>
                  <a:lnTo>
                    <a:pt x="8533943" y="957884"/>
                  </a:lnTo>
                  <a:lnTo>
                    <a:pt x="8534400" y="956754"/>
                  </a:lnTo>
                  <a:lnTo>
                    <a:pt x="8534400" y="954125"/>
                  </a:lnTo>
                  <a:close/>
                </a:path>
                <a:path w="9010650" h="1435735">
                  <a:moveTo>
                    <a:pt x="8534400" y="478790"/>
                  </a:moveTo>
                  <a:lnTo>
                    <a:pt x="8533943" y="477659"/>
                  </a:lnTo>
                  <a:lnTo>
                    <a:pt x="8532076" y="475805"/>
                  </a:lnTo>
                  <a:lnTo>
                    <a:pt x="8530958" y="475335"/>
                  </a:lnTo>
                  <a:lnTo>
                    <a:pt x="8528329" y="475335"/>
                  </a:lnTo>
                  <a:lnTo>
                    <a:pt x="8527199" y="475805"/>
                  </a:lnTo>
                  <a:lnTo>
                    <a:pt x="8525345" y="477659"/>
                  </a:lnTo>
                  <a:lnTo>
                    <a:pt x="8524875" y="478790"/>
                  </a:lnTo>
                  <a:lnTo>
                    <a:pt x="8524875" y="481418"/>
                  </a:lnTo>
                  <a:lnTo>
                    <a:pt x="8525345" y="482536"/>
                  </a:lnTo>
                  <a:lnTo>
                    <a:pt x="8527199" y="484403"/>
                  </a:lnTo>
                  <a:lnTo>
                    <a:pt x="8528329" y="484860"/>
                  </a:lnTo>
                  <a:lnTo>
                    <a:pt x="8530958" y="484860"/>
                  </a:lnTo>
                  <a:lnTo>
                    <a:pt x="8532076" y="484403"/>
                  </a:lnTo>
                  <a:lnTo>
                    <a:pt x="8533943" y="482536"/>
                  </a:lnTo>
                  <a:lnTo>
                    <a:pt x="8534400" y="481418"/>
                  </a:lnTo>
                  <a:lnTo>
                    <a:pt x="8534400" y="478790"/>
                  </a:lnTo>
                  <a:close/>
                </a:path>
                <a:path w="9010650" h="1435735">
                  <a:moveTo>
                    <a:pt x="8534400" y="3441"/>
                  </a:moveTo>
                  <a:lnTo>
                    <a:pt x="8533943" y="2324"/>
                  </a:lnTo>
                  <a:lnTo>
                    <a:pt x="8532076" y="457"/>
                  </a:lnTo>
                  <a:lnTo>
                    <a:pt x="8530958" y="0"/>
                  </a:lnTo>
                  <a:lnTo>
                    <a:pt x="8528329" y="0"/>
                  </a:lnTo>
                  <a:lnTo>
                    <a:pt x="8527199" y="457"/>
                  </a:lnTo>
                  <a:lnTo>
                    <a:pt x="8525345" y="2324"/>
                  </a:lnTo>
                  <a:lnTo>
                    <a:pt x="8524875" y="3441"/>
                  </a:lnTo>
                  <a:lnTo>
                    <a:pt x="8524875" y="6070"/>
                  </a:lnTo>
                  <a:lnTo>
                    <a:pt x="8525345" y="7200"/>
                  </a:lnTo>
                  <a:lnTo>
                    <a:pt x="8527199" y="9055"/>
                  </a:lnTo>
                  <a:lnTo>
                    <a:pt x="8528329" y="9525"/>
                  </a:lnTo>
                  <a:lnTo>
                    <a:pt x="8530958" y="9525"/>
                  </a:lnTo>
                  <a:lnTo>
                    <a:pt x="8532076" y="9055"/>
                  </a:lnTo>
                  <a:lnTo>
                    <a:pt x="8533943" y="7200"/>
                  </a:lnTo>
                  <a:lnTo>
                    <a:pt x="8534400" y="6070"/>
                  </a:lnTo>
                  <a:lnTo>
                    <a:pt x="8534400" y="3441"/>
                  </a:lnTo>
                  <a:close/>
                </a:path>
                <a:path w="9010650" h="1435735">
                  <a:moveTo>
                    <a:pt x="8582025" y="1429473"/>
                  </a:moveTo>
                  <a:lnTo>
                    <a:pt x="8581568" y="1428356"/>
                  </a:lnTo>
                  <a:lnTo>
                    <a:pt x="8579701" y="1426489"/>
                  </a:lnTo>
                  <a:lnTo>
                    <a:pt x="8578583" y="1426019"/>
                  </a:lnTo>
                  <a:lnTo>
                    <a:pt x="8575954" y="1426019"/>
                  </a:lnTo>
                  <a:lnTo>
                    <a:pt x="8574824" y="1426489"/>
                  </a:lnTo>
                  <a:lnTo>
                    <a:pt x="8572970" y="1428356"/>
                  </a:lnTo>
                  <a:lnTo>
                    <a:pt x="8572500" y="1429473"/>
                  </a:lnTo>
                  <a:lnTo>
                    <a:pt x="8572500" y="1432102"/>
                  </a:lnTo>
                  <a:lnTo>
                    <a:pt x="8572970" y="1433220"/>
                  </a:lnTo>
                  <a:lnTo>
                    <a:pt x="8574824" y="1435087"/>
                  </a:lnTo>
                  <a:lnTo>
                    <a:pt x="8575954" y="1435544"/>
                  </a:lnTo>
                  <a:lnTo>
                    <a:pt x="8578583" y="1435544"/>
                  </a:lnTo>
                  <a:lnTo>
                    <a:pt x="8579701" y="1435087"/>
                  </a:lnTo>
                  <a:lnTo>
                    <a:pt x="8581568" y="1433220"/>
                  </a:lnTo>
                  <a:lnTo>
                    <a:pt x="8582025" y="1432102"/>
                  </a:lnTo>
                  <a:lnTo>
                    <a:pt x="8582025" y="1429473"/>
                  </a:lnTo>
                  <a:close/>
                </a:path>
                <a:path w="9010650" h="1435735">
                  <a:moveTo>
                    <a:pt x="8582025" y="954125"/>
                  </a:moveTo>
                  <a:lnTo>
                    <a:pt x="8581568" y="953008"/>
                  </a:lnTo>
                  <a:lnTo>
                    <a:pt x="8579701" y="951153"/>
                  </a:lnTo>
                  <a:lnTo>
                    <a:pt x="8578583" y="950683"/>
                  </a:lnTo>
                  <a:lnTo>
                    <a:pt x="8575954" y="950683"/>
                  </a:lnTo>
                  <a:lnTo>
                    <a:pt x="8574824" y="951153"/>
                  </a:lnTo>
                  <a:lnTo>
                    <a:pt x="8572970" y="953008"/>
                  </a:lnTo>
                  <a:lnTo>
                    <a:pt x="8572500" y="954125"/>
                  </a:lnTo>
                  <a:lnTo>
                    <a:pt x="8572500" y="956754"/>
                  </a:lnTo>
                  <a:lnTo>
                    <a:pt x="8572970" y="957884"/>
                  </a:lnTo>
                  <a:lnTo>
                    <a:pt x="8574824" y="959739"/>
                  </a:lnTo>
                  <a:lnTo>
                    <a:pt x="8575954" y="960208"/>
                  </a:lnTo>
                  <a:lnTo>
                    <a:pt x="8578583" y="960208"/>
                  </a:lnTo>
                  <a:lnTo>
                    <a:pt x="8579701" y="959739"/>
                  </a:lnTo>
                  <a:lnTo>
                    <a:pt x="8581568" y="957884"/>
                  </a:lnTo>
                  <a:lnTo>
                    <a:pt x="8582025" y="956754"/>
                  </a:lnTo>
                  <a:lnTo>
                    <a:pt x="8582025" y="954125"/>
                  </a:lnTo>
                  <a:close/>
                </a:path>
                <a:path w="9010650" h="1435735">
                  <a:moveTo>
                    <a:pt x="8582025" y="478790"/>
                  </a:moveTo>
                  <a:lnTo>
                    <a:pt x="8581568" y="477659"/>
                  </a:lnTo>
                  <a:lnTo>
                    <a:pt x="8579701" y="475805"/>
                  </a:lnTo>
                  <a:lnTo>
                    <a:pt x="8578583" y="475335"/>
                  </a:lnTo>
                  <a:lnTo>
                    <a:pt x="8575954" y="475335"/>
                  </a:lnTo>
                  <a:lnTo>
                    <a:pt x="8574824" y="475805"/>
                  </a:lnTo>
                  <a:lnTo>
                    <a:pt x="8572970" y="477659"/>
                  </a:lnTo>
                  <a:lnTo>
                    <a:pt x="8572500" y="478790"/>
                  </a:lnTo>
                  <a:lnTo>
                    <a:pt x="8572500" y="481418"/>
                  </a:lnTo>
                  <a:lnTo>
                    <a:pt x="8572970" y="482536"/>
                  </a:lnTo>
                  <a:lnTo>
                    <a:pt x="8574824" y="484403"/>
                  </a:lnTo>
                  <a:lnTo>
                    <a:pt x="8575954" y="484860"/>
                  </a:lnTo>
                  <a:lnTo>
                    <a:pt x="8578583" y="484860"/>
                  </a:lnTo>
                  <a:lnTo>
                    <a:pt x="8579701" y="484403"/>
                  </a:lnTo>
                  <a:lnTo>
                    <a:pt x="8581568" y="482536"/>
                  </a:lnTo>
                  <a:lnTo>
                    <a:pt x="8582025" y="481418"/>
                  </a:lnTo>
                  <a:lnTo>
                    <a:pt x="8582025" y="478790"/>
                  </a:lnTo>
                  <a:close/>
                </a:path>
                <a:path w="9010650" h="1435735">
                  <a:moveTo>
                    <a:pt x="8582025" y="3441"/>
                  </a:moveTo>
                  <a:lnTo>
                    <a:pt x="8581568" y="2324"/>
                  </a:lnTo>
                  <a:lnTo>
                    <a:pt x="8579701" y="457"/>
                  </a:lnTo>
                  <a:lnTo>
                    <a:pt x="8578583" y="0"/>
                  </a:lnTo>
                  <a:lnTo>
                    <a:pt x="8575954" y="0"/>
                  </a:lnTo>
                  <a:lnTo>
                    <a:pt x="8574824" y="457"/>
                  </a:lnTo>
                  <a:lnTo>
                    <a:pt x="8572970" y="2324"/>
                  </a:lnTo>
                  <a:lnTo>
                    <a:pt x="8572500" y="3441"/>
                  </a:lnTo>
                  <a:lnTo>
                    <a:pt x="8572500" y="6070"/>
                  </a:lnTo>
                  <a:lnTo>
                    <a:pt x="8572970" y="7200"/>
                  </a:lnTo>
                  <a:lnTo>
                    <a:pt x="8574824" y="9055"/>
                  </a:lnTo>
                  <a:lnTo>
                    <a:pt x="8575954" y="9525"/>
                  </a:lnTo>
                  <a:lnTo>
                    <a:pt x="8578583" y="9525"/>
                  </a:lnTo>
                  <a:lnTo>
                    <a:pt x="8579701" y="9055"/>
                  </a:lnTo>
                  <a:lnTo>
                    <a:pt x="8581568" y="7200"/>
                  </a:lnTo>
                  <a:lnTo>
                    <a:pt x="8582025" y="6070"/>
                  </a:lnTo>
                  <a:lnTo>
                    <a:pt x="8582025" y="3441"/>
                  </a:lnTo>
                  <a:close/>
                </a:path>
                <a:path w="9010650" h="1435735">
                  <a:moveTo>
                    <a:pt x="8629650" y="1429473"/>
                  </a:moveTo>
                  <a:lnTo>
                    <a:pt x="8629193" y="1428356"/>
                  </a:lnTo>
                  <a:lnTo>
                    <a:pt x="8627326" y="1426489"/>
                  </a:lnTo>
                  <a:lnTo>
                    <a:pt x="8626208" y="1426019"/>
                  </a:lnTo>
                  <a:lnTo>
                    <a:pt x="8623579" y="1426019"/>
                  </a:lnTo>
                  <a:lnTo>
                    <a:pt x="8622449" y="1426489"/>
                  </a:lnTo>
                  <a:lnTo>
                    <a:pt x="8620595" y="1428356"/>
                  </a:lnTo>
                  <a:lnTo>
                    <a:pt x="8620125" y="1429473"/>
                  </a:lnTo>
                  <a:lnTo>
                    <a:pt x="8620125" y="1432102"/>
                  </a:lnTo>
                  <a:lnTo>
                    <a:pt x="8620595" y="1433220"/>
                  </a:lnTo>
                  <a:lnTo>
                    <a:pt x="8622449" y="1435087"/>
                  </a:lnTo>
                  <a:lnTo>
                    <a:pt x="8623579" y="1435544"/>
                  </a:lnTo>
                  <a:lnTo>
                    <a:pt x="8626208" y="1435544"/>
                  </a:lnTo>
                  <a:lnTo>
                    <a:pt x="8627326" y="1435087"/>
                  </a:lnTo>
                  <a:lnTo>
                    <a:pt x="8629193" y="1433220"/>
                  </a:lnTo>
                  <a:lnTo>
                    <a:pt x="8629650" y="1432102"/>
                  </a:lnTo>
                  <a:lnTo>
                    <a:pt x="8629650" y="1429473"/>
                  </a:lnTo>
                  <a:close/>
                </a:path>
                <a:path w="9010650" h="1435735">
                  <a:moveTo>
                    <a:pt x="8629650" y="954125"/>
                  </a:moveTo>
                  <a:lnTo>
                    <a:pt x="8629193" y="953008"/>
                  </a:lnTo>
                  <a:lnTo>
                    <a:pt x="8627326" y="951153"/>
                  </a:lnTo>
                  <a:lnTo>
                    <a:pt x="8626208" y="950683"/>
                  </a:lnTo>
                  <a:lnTo>
                    <a:pt x="8623579" y="950683"/>
                  </a:lnTo>
                  <a:lnTo>
                    <a:pt x="8622449" y="951153"/>
                  </a:lnTo>
                  <a:lnTo>
                    <a:pt x="8620595" y="953008"/>
                  </a:lnTo>
                  <a:lnTo>
                    <a:pt x="8620125" y="954125"/>
                  </a:lnTo>
                  <a:lnTo>
                    <a:pt x="8620125" y="956754"/>
                  </a:lnTo>
                  <a:lnTo>
                    <a:pt x="8620595" y="957884"/>
                  </a:lnTo>
                  <a:lnTo>
                    <a:pt x="8622449" y="959739"/>
                  </a:lnTo>
                  <a:lnTo>
                    <a:pt x="8623579" y="960208"/>
                  </a:lnTo>
                  <a:lnTo>
                    <a:pt x="8626208" y="960208"/>
                  </a:lnTo>
                  <a:lnTo>
                    <a:pt x="8627326" y="959739"/>
                  </a:lnTo>
                  <a:lnTo>
                    <a:pt x="8629193" y="957884"/>
                  </a:lnTo>
                  <a:lnTo>
                    <a:pt x="8629650" y="956754"/>
                  </a:lnTo>
                  <a:lnTo>
                    <a:pt x="8629650" y="954125"/>
                  </a:lnTo>
                  <a:close/>
                </a:path>
                <a:path w="9010650" h="1435735">
                  <a:moveTo>
                    <a:pt x="8629650" y="478790"/>
                  </a:moveTo>
                  <a:lnTo>
                    <a:pt x="8629193" y="477659"/>
                  </a:lnTo>
                  <a:lnTo>
                    <a:pt x="8627326" y="475805"/>
                  </a:lnTo>
                  <a:lnTo>
                    <a:pt x="8626208" y="475335"/>
                  </a:lnTo>
                  <a:lnTo>
                    <a:pt x="8623579" y="475335"/>
                  </a:lnTo>
                  <a:lnTo>
                    <a:pt x="8622449" y="475805"/>
                  </a:lnTo>
                  <a:lnTo>
                    <a:pt x="8620595" y="477659"/>
                  </a:lnTo>
                  <a:lnTo>
                    <a:pt x="8620125" y="478790"/>
                  </a:lnTo>
                  <a:lnTo>
                    <a:pt x="8620125" y="481418"/>
                  </a:lnTo>
                  <a:lnTo>
                    <a:pt x="8620595" y="482536"/>
                  </a:lnTo>
                  <a:lnTo>
                    <a:pt x="8622449" y="484403"/>
                  </a:lnTo>
                  <a:lnTo>
                    <a:pt x="8623579" y="484860"/>
                  </a:lnTo>
                  <a:lnTo>
                    <a:pt x="8626208" y="484860"/>
                  </a:lnTo>
                  <a:lnTo>
                    <a:pt x="8627326" y="484403"/>
                  </a:lnTo>
                  <a:lnTo>
                    <a:pt x="8629193" y="482536"/>
                  </a:lnTo>
                  <a:lnTo>
                    <a:pt x="8629650" y="481418"/>
                  </a:lnTo>
                  <a:lnTo>
                    <a:pt x="8629650" y="478790"/>
                  </a:lnTo>
                  <a:close/>
                </a:path>
                <a:path w="9010650" h="1435735">
                  <a:moveTo>
                    <a:pt x="8629650" y="3441"/>
                  </a:moveTo>
                  <a:lnTo>
                    <a:pt x="8629193" y="2324"/>
                  </a:lnTo>
                  <a:lnTo>
                    <a:pt x="8627326" y="457"/>
                  </a:lnTo>
                  <a:lnTo>
                    <a:pt x="8626208" y="0"/>
                  </a:lnTo>
                  <a:lnTo>
                    <a:pt x="8623579" y="0"/>
                  </a:lnTo>
                  <a:lnTo>
                    <a:pt x="8622449" y="457"/>
                  </a:lnTo>
                  <a:lnTo>
                    <a:pt x="8620595" y="2324"/>
                  </a:lnTo>
                  <a:lnTo>
                    <a:pt x="8620125" y="3441"/>
                  </a:lnTo>
                  <a:lnTo>
                    <a:pt x="8620125" y="6070"/>
                  </a:lnTo>
                  <a:lnTo>
                    <a:pt x="8620595" y="7200"/>
                  </a:lnTo>
                  <a:lnTo>
                    <a:pt x="8622449" y="9055"/>
                  </a:lnTo>
                  <a:lnTo>
                    <a:pt x="8623579" y="9525"/>
                  </a:lnTo>
                  <a:lnTo>
                    <a:pt x="8626208" y="9525"/>
                  </a:lnTo>
                  <a:lnTo>
                    <a:pt x="8627326" y="9055"/>
                  </a:lnTo>
                  <a:lnTo>
                    <a:pt x="8629193" y="7200"/>
                  </a:lnTo>
                  <a:lnTo>
                    <a:pt x="8629650" y="6070"/>
                  </a:lnTo>
                  <a:lnTo>
                    <a:pt x="8629650" y="3441"/>
                  </a:lnTo>
                  <a:close/>
                </a:path>
                <a:path w="9010650" h="1435735">
                  <a:moveTo>
                    <a:pt x="8677275" y="1429473"/>
                  </a:moveTo>
                  <a:lnTo>
                    <a:pt x="8676818" y="1428356"/>
                  </a:lnTo>
                  <a:lnTo>
                    <a:pt x="8674951" y="1426489"/>
                  </a:lnTo>
                  <a:lnTo>
                    <a:pt x="8673833" y="1426019"/>
                  </a:lnTo>
                  <a:lnTo>
                    <a:pt x="8671204" y="1426019"/>
                  </a:lnTo>
                  <a:lnTo>
                    <a:pt x="8670074" y="1426489"/>
                  </a:lnTo>
                  <a:lnTo>
                    <a:pt x="8668220" y="1428356"/>
                  </a:lnTo>
                  <a:lnTo>
                    <a:pt x="8667750" y="1429473"/>
                  </a:lnTo>
                  <a:lnTo>
                    <a:pt x="8667750" y="1432102"/>
                  </a:lnTo>
                  <a:lnTo>
                    <a:pt x="8668220" y="1433220"/>
                  </a:lnTo>
                  <a:lnTo>
                    <a:pt x="8670074" y="1435087"/>
                  </a:lnTo>
                  <a:lnTo>
                    <a:pt x="8671204" y="1435544"/>
                  </a:lnTo>
                  <a:lnTo>
                    <a:pt x="8673833" y="1435544"/>
                  </a:lnTo>
                  <a:lnTo>
                    <a:pt x="8674951" y="1435087"/>
                  </a:lnTo>
                  <a:lnTo>
                    <a:pt x="8676818" y="1433220"/>
                  </a:lnTo>
                  <a:lnTo>
                    <a:pt x="8677275" y="1432102"/>
                  </a:lnTo>
                  <a:lnTo>
                    <a:pt x="8677275" y="1429473"/>
                  </a:lnTo>
                  <a:close/>
                </a:path>
                <a:path w="9010650" h="1435735">
                  <a:moveTo>
                    <a:pt x="8677275" y="954125"/>
                  </a:moveTo>
                  <a:lnTo>
                    <a:pt x="8676818" y="953008"/>
                  </a:lnTo>
                  <a:lnTo>
                    <a:pt x="8674951" y="951153"/>
                  </a:lnTo>
                  <a:lnTo>
                    <a:pt x="8673833" y="950683"/>
                  </a:lnTo>
                  <a:lnTo>
                    <a:pt x="8671204" y="950683"/>
                  </a:lnTo>
                  <a:lnTo>
                    <a:pt x="8670074" y="951153"/>
                  </a:lnTo>
                  <a:lnTo>
                    <a:pt x="8668220" y="953008"/>
                  </a:lnTo>
                  <a:lnTo>
                    <a:pt x="8667750" y="954125"/>
                  </a:lnTo>
                  <a:lnTo>
                    <a:pt x="8667750" y="956754"/>
                  </a:lnTo>
                  <a:lnTo>
                    <a:pt x="8668220" y="957884"/>
                  </a:lnTo>
                  <a:lnTo>
                    <a:pt x="8670074" y="959739"/>
                  </a:lnTo>
                  <a:lnTo>
                    <a:pt x="8671204" y="960208"/>
                  </a:lnTo>
                  <a:lnTo>
                    <a:pt x="8673833" y="960208"/>
                  </a:lnTo>
                  <a:lnTo>
                    <a:pt x="8674951" y="959739"/>
                  </a:lnTo>
                  <a:lnTo>
                    <a:pt x="8676818" y="957884"/>
                  </a:lnTo>
                  <a:lnTo>
                    <a:pt x="8677275" y="956754"/>
                  </a:lnTo>
                  <a:lnTo>
                    <a:pt x="8677275" y="954125"/>
                  </a:lnTo>
                  <a:close/>
                </a:path>
                <a:path w="9010650" h="1435735">
                  <a:moveTo>
                    <a:pt x="8677275" y="478790"/>
                  </a:moveTo>
                  <a:lnTo>
                    <a:pt x="8676818" y="477659"/>
                  </a:lnTo>
                  <a:lnTo>
                    <a:pt x="8674951" y="475805"/>
                  </a:lnTo>
                  <a:lnTo>
                    <a:pt x="8673833" y="475335"/>
                  </a:lnTo>
                  <a:lnTo>
                    <a:pt x="8671204" y="475335"/>
                  </a:lnTo>
                  <a:lnTo>
                    <a:pt x="8670074" y="475805"/>
                  </a:lnTo>
                  <a:lnTo>
                    <a:pt x="8668220" y="477659"/>
                  </a:lnTo>
                  <a:lnTo>
                    <a:pt x="8667750" y="478790"/>
                  </a:lnTo>
                  <a:lnTo>
                    <a:pt x="8667750" y="481418"/>
                  </a:lnTo>
                  <a:lnTo>
                    <a:pt x="8668220" y="482536"/>
                  </a:lnTo>
                  <a:lnTo>
                    <a:pt x="8670074" y="484403"/>
                  </a:lnTo>
                  <a:lnTo>
                    <a:pt x="8671204" y="484860"/>
                  </a:lnTo>
                  <a:lnTo>
                    <a:pt x="8673833" y="484860"/>
                  </a:lnTo>
                  <a:lnTo>
                    <a:pt x="8674951" y="484403"/>
                  </a:lnTo>
                  <a:lnTo>
                    <a:pt x="8676818" y="482536"/>
                  </a:lnTo>
                  <a:lnTo>
                    <a:pt x="8677275" y="481418"/>
                  </a:lnTo>
                  <a:lnTo>
                    <a:pt x="8677275" y="478790"/>
                  </a:lnTo>
                  <a:close/>
                </a:path>
                <a:path w="9010650" h="1435735">
                  <a:moveTo>
                    <a:pt x="8677275" y="3441"/>
                  </a:moveTo>
                  <a:lnTo>
                    <a:pt x="8676818" y="2324"/>
                  </a:lnTo>
                  <a:lnTo>
                    <a:pt x="8674951" y="457"/>
                  </a:lnTo>
                  <a:lnTo>
                    <a:pt x="8673833" y="0"/>
                  </a:lnTo>
                  <a:lnTo>
                    <a:pt x="8671204" y="0"/>
                  </a:lnTo>
                  <a:lnTo>
                    <a:pt x="8670074" y="457"/>
                  </a:lnTo>
                  <a:lnTo>
                    <a:pt x="8668220" y="2324"/>
                  </a:lnTo>
                  <a:lnTo>
                    <a:pt x="8667750" y="3441"/>
                  </a:lnTo>
                  <a:lnTo>
                    <a:pt x="8667750" y="6070"/>
                  </a:lnTo>
                  <a:lnTo>
                    <a:pt x="8668220" y="7200"/>
                  </a:lnTo>
                  <a:lnTo>
                    <a:pt x="8670074" y="9055"/>
                  </a:lnTo>
                  <a:lnTo>
                    <a:pt x="8671204" y="9525"/>
                  </a:lnTo>
                  <a:lnTo>
                    <a:pt x="8673833" y="9525"/>
                  </a:lnTo>
                  <a:lnTo>
                    <a:pt x="8674951" y="9055"/>
                  </a:lnTo>
                  <a:lnTo>
                    <a:pt x="8676818" y="7200"/>
                  </a:lnTo>
                  <a:lnTo>
                    <a:pt x="8677275" y="6070"/>
                  </a:lnTo>
                  <a:lnTo>
                    <a:pt x="8677275" y="3441"/>
                  </a:lnTo>
                  <a:close/>
                </a:path>
                <a:path w="9010650" h="1435735">
                  <a:moveTo>
                    <a:pt x="8724900" y="1429473"/>
                  </a:moveTo>
                  <a:lnTo>
                    <a:pt x="8724443" y="1428356"/>
                  </a:lnTo>
                  <a:lnTo>
                    <a:pt x="8722576" y="1426489"/>
                  </a:lnTo>
                  <a:lnTo>
                    <a:pt x="8721458" y="1426019"/>
                  </a:lnTo>
                  <a:lnTo>
                    <a:pt x="8718829" y="1426019"/>
                  </a:lnTo>
                  <a:lnTo>
                    <a:pt x="8717699" y="1426489"/>
                  </a:lnTo>
                  <a:lnTo>
                    <a:pt x="8715845" y="1428356"/>
                  </a:lnTo>
                  <a:lnTo>
                    <a:pt x="8715375" y="1429473"/>
                  </a:lnTo>
                  <a:lnTo>
                    <a:pt x="8715375" y="1432102"/>
                  </a:lnTo>
                  <a:lnTo>
                    <a:pt x="8715845" y="1433220"/>
                  </a:lnTo>
                  <a:lnTo>
                    <a:pt x="8717699" y="1435087"/>
                  </a:lnTo>
                  <a:lnTo>
                    <a:pt x="8718829" y="1435544"/>
                  </a:lnTo>
                  <a:lnTo>
                    <a:pt x="8721458" y="1435544"/>
                  </a:lnTo>
                  <a:lnTo>
                    <a:pt x="8722576" y="1435087"/>
                  </a:lnTo>
                  <a:lnTo>
                    <a:pt x="8724443" y="1433220"/>
                  </a:lnTo>
                  <a:lnTo>
                    <a:pt x="8724900" y="1432102"/>
                  </a:lnTo>
                  <a:lnTo>
                    <a:pt x="8724900" y="1429473"/>
                  </a:lnTo>
                  <a:close/>
                </a:path>
                <a:path w="9010650" h="1435735">
                  <a:moveTo>
                    <a:pt x="8724900" y="954125"/>
                  </a:moveTo>
                  <a:lnTo>
                    <a:pt x="8724443" y="953008"/>
                  </a:lnTo>
                  <a:lnTo>
                    <a:pt x="8722576" y="951153"/>
                  </a:lnTo>
                  <a:lnTo>
                    <a:pt x="8721458" y="950683"/>
                  </a:lnTo>
                  <a:lnTo>
                    <a:pt x="8718829" y="950683"/>
                  </a:lnTo>
                  <a:lnTo>
                    <a:pt x="8717699" y="951153"/>
                  </a:lnTo>
                  <a:lnTo>
                    <a:pt x="8715845" y="953008"/>
                  </a:lnTo>
                  <a:lnTo>
                    <a:pt x="8715375" y="954125"/>
                  </a:lnTo>
                  <a:lnTo>
                    <a:pt x="8715375" y="956754"/>
                  </a:lnTo>
                  <a:lnTo>
                    <a:pt x="8715845" y="957884"/>
                  </a:lnTo>
                  <a:lnTo>
                    <a:pt x="8717699" y="959739"/>
                  </a:lnTo>
                  <a:lnTo>
                    <a:pt x="8718829" y="960208"/>
                  </a:lnTo>
                  <a:lnTo>
                    <a:pt x="8721458" y="960208"/>
                  </a:lnTo>
                  <a:lnTo>
                    <a:pt x="8722576" y="959739"/>
                  </a:lnTo>
                  <a:lnTo>
                    <a:pt x="8724443" y="957884"/>
                  </a:lnTo>
                  <a:lnTo>
                    <a:pt x="8724900" y="956754"/>
                  </a:lnTo>
                  <a:lnTo>
                    <a:pt x="8724900" y="954125"/>
                  </a:lnTo>
                  <a:close/>
                </a:path>
                <a:path w="9010650" h="1435735">
                  <a:moveTo>
                    <a:pt x="8724900" y="478790"/>
                  </a:moveTo>
                  <a:lnTo>
                    <a:pt x="8724443" y="477659"/>
                  </a:lnTo>
                  <a:lnTo>
                    <a:pt x="8722576" y="475805"/>
                  </a:lnTo>
                  <a:lnTo>
                    <a:pt x="8721458" y="475335"/>
                  </a:lnTo>
                  <a:lnTo>
                    <a:pt x="8718829" y="475335"/>
                  </a:lnTo>
                  <a:lnTo>
                    <a:pt x="8717699" y="475805"/>
                  </a:lnTo>
                  <a:lnTo>
                    <a:pt x="8715845" y="477659"/>
                  </a:lnTo>
                  <a:lnTo>
                    <a:pt x="8715375" y="478790"/>
                  </a:lnTo>
                  <a:lnTo>
                    <a:pt x="8715375" y="481418"/>
                  </a:lnTo>
                  <a:lnTo>
                    <a:pt x="8715845" y="482536"/>
                  </a:lnTo>
                  <a:lnTo>
                    <a:pt x="8717699" y="484403"/>
                  </a:lnTo>
                  <a:lnTo>
                    <a:pt x="8718829" y="484860"/>
                  </a:lnTo>
                  <a:lnTo>
                    <a:pt x="8721458" y="484860"/>
                  </a:lnTo>
                  <a:lnTo>
                    <a:pt x="8722576" y="484403"/>
                  </a:lnTo>
                  <a:lnTo>
                    <a:pt x="8724443" y="482536"/>
                  </a:lnTo>
                  <a:lnTo>
                    <a:pt x="8724900" y="481418"/>
                  </a:lnTo>
                  <a:lnTo>
                    <a:pt x="8724900" y="478790"/>
                  </a:lnTo>
                  <a:close/>
                </a:path>
                <a:path w="9010650" h="1435735">
                  <a:moveTo>
                    <a:pt x="8724900" y="3441"/>
                  </a:moveTo>
                  <a:lnTo>
                    <a:pt x="8724443" y="2324"/>
                  </a:lnTo>
                  <a:lnTo>
                    <a:pt x="8722576" y="457"/>
                  </a:lnTo>
                  <a:lnTo>
                    <a:pt x="8721458" y="0"/>
                  </a:lnTo>
                  <a:lnTo>
                    <a:pt x="8718829" y="0"/>
                  </a:lnTo>
                  <a:lnTo>
                    <a:pt x="8717699" y="457"/>
                  </a:lnTo>
                  <a:lnTo>
                    <a:pt x="8715845" y="2324"/>
                  </a:lnTo>
                  <a:lnTo>
                    <a:pt x="8715375" y="3441"/>
                  </a:lnTo>
                  <a:lnTo>
                    <a:pt x="8715375" y="6070"/>
                  </a:lnTo>
                  <a:lnTo>
                    <a:pt x="8715845" y="7200"/>
                  </a:lnTo>
                  <a:lnTo>
                    <a:pt x="8717699" y="9055"/>
                  </a:lnTo>
                  <a:lnTo>
                    <a:pt x="8718829" y="9525"/>
                  </a:lnTo>
                  <a:lnTo>
                    <a:pt x="8721458" y="9525"/>
                  </a:lnTo>
                  <a:lnTo>
                    <a:pt x="8722576" y="9055"/>
                  </a:lnTo>
                  <a:lnTo>
                    <a:pt x="8724443" y="7200"/>
                  </a:lnTo>
                  <a:lnTo>
                    <a:pt x="8724900" y="6070"/>
                  </a:lnTo>
                  <a:lnTo>
                    <a:pt x="8724900" y="3441"/>
                  </a:lnTo>
                  <a:close/>
                </a:path>
                <a:path w="9010650" h="1435735">
                  <a:moveTo>
                    <a:pt x="8772525" y="1429473"/>
                  </a:moveTo>
                  <a:lnTo>
                    <a:pt x="8772068" y="1428356"/>
                  </a:lnTo>
                  <a:lnTo>
                    <a:pt x="8770201" y="1426489"/>
                  </a:lnTo>
                  <a:lnTo>
                    <a:pt x="8769083" y="1426019"/>
                  </a:lnTo>
                  <a:lnTo>
                    <a:pt x="8766454" y="1426019"/>
                  </a:lnTo>
                  <a:lnTo>
                    <a:pt x="8765324" y="1426489"/>
                  </a:lnTo>
                  <a:lnTo>
                    <a:pt x="8763470" y="1428356"/>
                  </a:lnTo>
                  <a:lnTo>
                    <a:pt x="8763000" y="1429473"/>
                  </a:lnTo>
                  <a:lnTo>
                    <a:pt x="8763000" y="1432102"/>
                  </a:lnTo>
                  <a:lnTo>
                    <a:pt x="8763470" y="1433220"/>
                  </a:lnTo>
                  <a:lnTo>
                    <a:pt x="8765324" y="1435087"/>
                  </a:lnTo>
                  <a:lnTo>
                    <a:pt x="8766454" y="1435544"/>
                  </a:lnTo>
                  <a:lnTo>
                    <a:pt x="8769083" y="1435544"/>
                  </a:lnTo>
                  <a:lnTo>
                    <a:pt x="8770201" y="1435087"/>
                  </a:lnTo>
                  <a:lnTo>
                    <a:pt x="8772068" y="1433220"/>
                  </a:lnTo>
                  <a:lnTo>
                    <a:pt x="8772525" y="1432102"/>
                  </a:lnTo>
                  <a:lnTo>
                    <a:pt x="8772525" y="1429473"/>
                  </a:lnTo>
                  <a:close/>
                </a:path>
                <a:path w="9010650" h="1435735">
                  <a:moveTo>
                    <a:pt x="8772525" y="954125"/>
                  </a:moveTo>
                  <a:lnTo>
                    <a:pt x="8772068" y="953008"/>
                  </a:lnTo>
                  <a:lnTo>
                    <a:pt x="8770201" y="951153"/>
                  </a:lnTo>
                  <a:lnTo>
                    <a:pt x="8769083" y="950683"/>
                  </a:lnTo>
                  <a:lnTo>
                    <a:pt x="8766454" y="950683"/>
                  </a:lnTo>
                  <a:lnTo>
                    <a:pt x="8765324" y="951153"/>
                  </a:lnTo>
                  <a:lnTo>
                    <a:pt x="8763470" y="953008"/>
                  </a:lnTo>
                  <a:lnTo>
                    <a:pt x="8763000" y="954125"/>
                  </a:lnTo>
                  <a:lnTo>
                    <a:pt x="8763000" y="956754"/>
                  </a:lnTo>
                  <a:lnTo>
                    <a:pt x="8763470" y="957884"/>
                  </a:lnTo>
                  <a:lnTo>
                    <a:pt x="8765324" y="959739"/>
                  </a:lnTo>
                  <a:lnTo>
                    <a:pt x="8766454" y="960208"/>
                  </a:lnTo>
                  <a:lnTo>
                    <a:pt x="8769083" y="960208"/>
                  </a:lnTo>
                  <a:lnTo>
                    <a:pt x="8770201" y="959739"/>
                  </a:lnTo>
                  <a:lnTo>
                    <a:pt x="8772068" y="957884"/>
                  </a:lnTo>
                  <a:lnTo>
                    <a:pt x="8772525" y="956754"/>
                  </a:lnTo>
                  <a:lnTo>
                    <a:pt x="8772525" y="954125"/>
                  </a:lnTo>
                  <a:close/>
                </a:path>
                <a:path w="9010650" h="1435735">
                  <a:moveTo>
                    <a:pt x="8772525" y="478790"/>
                  </a:moveTo>
                  <a:lnTo>
                    <a:pt x="8772068" y="477659"/>
                  </a:lnTo>
                  <a:lnTo>
                    <a:pt x="8770201" y="475805"/>
                  </a:lnTo>
                  <a:lnTo>
                    <a:pt x="8769083" y="475335"/>
                  </a:lnTo>
                  <a:lnTo>
                    <a:pt x="8766454" y="475335"/>
                  </a:lnTo>
                  <a:lnTo>
                    <a:pt x="8765324" y="475805"/>
                  </a:lnTo>
                  <a:lnTo>
                    <a:pt x="8763470" y="477659"/>
                  </a:lnTo>
                  <a:lnTo>
                    <a:pt x="8763000" y="478790"/>
                  </a:lnTo>
                  <a:lnTo>
                    <a:pt x="8763000" y="481418"/>
                  </a:lnTo>
                  <a:lnTo>
                    <a:pt x="8763470" y="482536"/>
                  </a:lnTo>
                  <a:lnTo>
                    <a:pt x="8765324" y="484403"/>
                  </a:lnTo>
                  <a:lnTo>
                    <a:pt x="8766454" y="484860"/>
                  </a:lnTo>
                  <a:lnTo>
                    <a:pt x="8769083" y="484860"/>
                  </a:lnTo>
                  <a:lnTo>
                    <a:pt x="8770201" y="484403"/>
                  </a:lnTo>
                  <a:lnTo>
                    <a:pt x="8772068" y="482536"/>
                  </a:lnTo>
                  <a:lnTo>
                    <a:pt x="8772525" y="481418"/>
                  </a:lnTo>
                  <a:lnTo>
                    <a:pt x="8772525" y="478790"/>
                  </a:lnTo>
                  <a:close/>
                </a:path>
                <a:path w="9010650" h="1435735">
                  <a:moveTo>
                    <a:pt x="8772525" y="3441"/>
                  </a:moveTo>
                  <a:lnTo>
                    <a:pt x="8772068" y="2324"/>
                  </a:lnTo>
                  <a:lnTo>
                    <a:pt x="8770201" y="457"/>
                  </a:lnTo>
                  <a:lnTo>
                    <a:pt x="8769083" y="0"/>
                  </a:lnTo>
                  <a:lnTo>
                    <a:pt x="8766454" y="0"/>
                  </a:lnTo>
                  <a:lnTo>
                    <a:pt x="8765324" y="457"/>
                  </a:lnTo>
                  <a:lnTo>
                    <a:pt x="8763470" y="2324"/>
                  </a:lnTo>
                  <a:lnTo>
                    <a:pt x="8763000" y="3441"/>
                  </a:lnTo>
                  <a:lnTo>
                    <a:pt x="8763000" y="6070"/>
                  </a:lnTo>
                  <a:lnTo>
                    <a:pt x="8763470" y="7200"/>
                  </a:lnTo>
                  <a:lnTo>
                    <a:pt x="8765324" y="9055"/>
                  </a:lnTo>
                  <a:lnTo>
                    <a:pt x="8766454" y="9525"/>
                  </a:lnTo>
                  <a:lnTo>
                    <a:pt x="8769083" y="9525"/>
                  </a:lnTo>
                  <a:lnTo>
                    <a:pt x="8770201" y="9055"/>
                  </a:lnTo>
                  <a:lnTo>
                    <a:pt x="8772068" y="7200"/>
                  </a:lnTo>
                  <a:lnTo>
                    <a:pt x="8772525" y="6070"/>
                  </a:lnTo>
                  <a:lnTo>
                    <a:pt x="8772525" y="3441"/>
                  </a:lnTo>
                  <a:close/>
                </a:path>
                <a:path w="9010650" h="1435735">
                  <a:moveTo>
                    <a:pt x="8820150" y="1429473"/>
                  </a:moveTo>
                  <a:lnTo>
                    <a:pt x="8819693" y="1428356"/>
                  </a:lnTo>
                  <a:lnTo>
                    <a:pt x="8817826" y="1426489"/>
                  </a:lnTo>
                  <a:lnTo>
                    <a:pt x="8816708" y="1426019"/>
                  </a:lnTo>
                  <a:lnTo>
                    <a:pt x="8814079" y="1426019"/>
                  </a:lnTo>
                  <a:lnTo>
                    <a:pt x="8812949" y="1426489"/>
                  </a:lnTo>
                  <a:lnTo>
                    <a:pt x="8811095" y="1428356"/>
                  </a:lnTo>
                  <a:lnTo>
                    <a:pt x="8810625" y="1429473"/>
                  </a:lnTo>
                  <a:lnTo>
                    <a:pt x="8810625" y="1432102"/>
                  </a:lnTo>
                  <a:lnTo>
                    <a:pt x="8811095" y="1433220"/>
                  </a:lnTo>
                  <a:lnTo>
                    <a:pt x="8812949" y="1435087"/>
                  </a:lnTo>
                  <a:lnTo>
                    <a:pt x="8814079" y="1435544"/>
                  </a:lnTo>
                  <a:lnTo>
                    <a:pt x="8816708" y="1435544"/>
                  </a:lnTo>
                  <a:lnTo>
                    <a:pt x="8817826" y="1435087"/>
                  </a:lnTo>
                  <a:lnTo>
                    <a:pt x="8819693" y="1433220"/>
                  </a:lnTo>
                  <a:lnTo>
                    <a:pt x="8820150" y="1432102"/>
                  </a:lnTo>
                  <a:lnTo>
                    <a:pt x="8820150" y="1429473"/>
                  </a:lnTo>
                  <a:close/>
                </a:path>
                <a:path w="9010650" h="1435735">
                  <a:moveTo>
                    <a:pt x="8820150" y="954125"/>
                  </a:moveTo>
                  <a:lnTo>
                    <a:pt x="8819693" y="953008"/>
                  </a:lnTo>
                  <a:lnTo>
                    <a:pt x="8817826" y="951153"/>
                  </a:lnTo>
                  <a:lnTo>
                    <a:pt x="8816708" y="950683"/>
                  </a:lnTo>
                  <a:lnTo>
                    <a:pt x="8814079" y="950683"/>
                  </a:lnTo>
                  <a:lnTo>
                    <a:pt x="8812949" y="951153"/>
                  </a:lnTo>
                  <a:lnTo>
                    <a:pt x="8811095" y="953008"/>
                  </a:lnTo>
                  <a:lnTo>
                    <a:pt x="8810625" y="954125"/>
                  </a:lnTo>
                  <a:lnTo>
                    <a:pt x="8810625" y="956754"/>
                  </a:lnTo>
                  <a:lnTo>
                    <a:pt x="8811095" y="957884"/>
                  </a:lnTo>
                  <a:lnTo>
                    <a:pt x="8812949" y="959739"/>
                  </a:lnTo>
                  <a:lnTo>
                    <a:pt x="8814079" y="960208"/>
                  </a:lnTo>
                  <a:lnTo>
                    <a:pt x="8816708" y="960208"/>
                  </a:lnTo>
                  <a:lnTo>
                    <a:pt x="8817826" y="959739"/>
                  </a:lnTo>
                  <a:lnTo>
                    <a:pt x="8819693" y="957884"/>
                  </a:lnTo>
                  <a:lnTo>
                    <a:pt x="8820150" y="956754"/>
                  </a:lnTo>
                  <a:lnTo>
                    <a:pt x="8820150" y="954125"/>
                  </a:lnTo>
                  <a:close/>
                </a:path>
                <a:path w="9010650" h="1435735">
                  <a:moveTo>
                    <a:pt x="8820150" y="478790"/>
                  </a:moveTo>
                  <a:lnTo>
                    <a:pt x="8819693" y="477659"/>
                  </a:lnTo>
                  <a:lnTo>
                    <a:pt x="8817826" y="475805"/>
                  </a:lnTo>
                  <a:lnTo>
                    <a:pt x="8816708" y="475335"/>
                  </a:lnTo>
                  <a:lnTo>
                    <a:pt x="8814079" y="475335"/>
                  </a:lnTo>
                  <a:lnTo>
                    <a:pt x="8812949" y="475805"/>
                  </a:lnTo>
                  <a:lnTo>
                    <a:pt x="8811095" y="477659"/>
                  </a:lnTo>
                  <a:lnTo>
                    <a:pt x="8810625" y="478790"/>
                  </a:lnTo>
                  <a:lnTo>
                    <a:pt x="8810625" y="481418"/>
                  </a:lnTo>
                  <a:lnTo>
                    <a:pt x="8811095" y="482536"/>
                  </a:lnTo>
                  <a:lnTo>
                    <a:pt x="8812949" y="484403"/>
                  </a:lnTo>
                  <a:lnTo>
                    <a:pt x="8814079" y="484860"/>
                  </a:lnTo>
                  <a:lnTo>
                    <a:pt x="8816708" y="484860"/>
                  </a:lnTo>
                  <a:lnTo>
                    <a:pt x="8817826" y="484403"/>
                  </a:lnTo>
                  <a:lnTo>
                    <a:pt x="8819693" y="482536"/>
                  </a:lnTo>
                  <a:lnTo>
                    <a:pt x="8820150" y="481418"/>
                  </a:lnTo>
                  <a:lnTo>
                    <a:pt x="8820150" y="478790"/>
                  </a:lnTo>
                  <a:close/>
                </a:path>
                <a:path w="9010650" h="1435735">
                  <a:moveTo>
                    <a:pt x="8820150" y="3441"/>
                  </a:moveTo>
                  <a:lnTo>
                    <a:pt x="8819693" y="2324"/>
                  </a:lnTo>
                  <a:lnTo>
                    <a:pt x="8817826" y="457"/>
                  </a:lnTo>
                  <a:lnTo>
                    <a:pt x="8816708" y="0"/>
                  </a:lnTo>
                  <a:lnTo>
                    <a:pt x="8814079" y="0"/>
                  </a:lnTo>
                  <a:lnTo>
                    <a:pt x="8812949" y="457"/>
                  </a:lnTo>
                  <a:lnTo>
                    <a:pt x="8811095" y="2324"/>
                  </a:lnTo>
                  <a:lnTo>
                    <a:pt x="8810625" y="3441"/>
                  </a:lnTo>
                  <a:lnTo>
                    <a:pt x="8810625" y="6070"/>
                  </a:lnTo>
                  <a:lnTo>
                    <a:pt x="8811095" y="7200"/>
                  </a:lnTo>
                  <a:lnTo>
                    <a:pt x="8812949" y="9055"/>
                  </a:lnTo>
                  <a:lnTo>
                    <a:pt x="8814079" y="9525"/>
                  </a:lnTo>
                  <a:lnTo>
                    <a:pt x="8816708" y="9525"/>
                  </a:lnTo>
                  <a:lnTo>
                    <a:pt x="8817826" y="9055"/>
                  </a:lnTo>
                  <a:lnTo>
                    <a:pt x="8819693" y="7200"/>
                  </a:lnTo>
                  <a:lnTo>
                    <a:pt x="8820150" y="6070"/>
                  </a:lnTo>
                  <a:lnTo>
                    <a:pt x="8820150" y="3441"/>
                  </a:lnTo>
                  <a:close/>
                </a:path>
                <a:path w="9010650" h="1435735">
                  <a:moveTo>
                    <a:pt x="8867775" y="1429473"/>
                  </a:moveTo>
                  <a:lnTo>
                    <a:pt x="8867318" y="1428356"/>
                  </a:lnTo>
                  <a:lnTo>
                    <a:pt x="8865451" y="1426489"/>
                  </a:lnTo>
                  <a:lnTo>
                    <a:pt x="8864333" y="1426019"/>
                  </a:lnTo>
                  <a:lnTo>
                    <a:pt x="8861704" y="1426019"/>
                  </a:lnTo>
                  <a:lnTo>
                    <a:pt x="8860574" y="1426489"/>
                  </a:lnTo>
                  <a:lnTo>
                    <a:pt x="8858720" y="1428356"/>
                  </a:lnTo>
                  <a:lnTo>
                    <a:pt x="8858250" y="1429473"/>
                  </a:lnTo>
                  <a:lnTo>
                    <a:pt x="8858250" y="1432102"/>
                  </a:lnTo>
                  <a:lnTo>
                    <a:pt x="8858720" y="1433220"/>
                  </a:lnTo>
                  <a:lnTo>
                    <a:pt x="8860574" y="1435087"/>
                  </a:lnTo>
                  <a:lnTo>
                    <a:pt x="8861704" y="1435544"/>
                  </a:lnTo>
                  <a:lnTo>
                    <a:pt x="8864333" y="1435544"/>
                  </a:lnTo>
                  <a:lnTo>
                    <a:pt x="8865451" y="1435087"/>
                  </a:lnTo>
                  <a:lnTo>
                    <a:pt x="8867318" y="1433220"/>
                  </a:lnTo>
                  <a:lnTo>
                    <a:pt x="8867775" y="1432102"/>
                  </a:lnTo>
                  <a:lnTo>
                    <a:pt x="8867775" y="1429473"/>
                  </a:lnTo>
                  <a:close/>
                </a:path>
                <a:path w="9010650" h="1435735">
                  <a:moveTo>
                    <a:pt x="8867775" y="954125"/>
                  </a:moveTo>
                  <a:lnTo>
                    <a:pt x="8867318" y="953008"/>
                  </a:lnTo>
                  <a:lnTo>
                    <a:pt x="8865451" y="951153"/>
                  </a:lnTo>
                  <a:lnTo>
                    <a:pt x="8864333" y="950683"/>
                  </a:lnTo>
                  <a:lnTo>
                    <a:pt x="8861704" y="950683"/>
                  </a:lnTo>
                  <a:lnTo>
                    <a:pt x="8860574" y="951153"/>
                  </a:lnTo>
                  <a:lnTo>
                    <a:pt x="8858720" y="953008"/>
                  </a:lnTo>
                  <a:lnTo>
                    <a:pt x="8858250" y="954125"/>
                  </a:lnTo>
                  <a:lnTo>
                    <a:pt x="8858250" y="956754"/>
                  </a:lnTo>
                  <a:lnTo>
                    <a:pt x="8858720" y="957884"/>
                  </a:lnTo>
                  <a:lnTo>
                    <a:pt x="8860574" y="959739"/>
                  </a:lnTo>
                  <a:lnTo>
                    <a:pt x="8861704" y="960208"/>
                  </a:lnTo>
                  <a:lnTo>
                    <a:pt x="8864333" y="960208"/>
                  </a:lnTo>
                  <a:lnTo>
                    <a:pt x="8865451" y="959739"/>
                  </a:lnTo>
                  <a:lnTo>
                    <a:pt x="8867318" y="957884"/>
                  </a:lnTo>
                  <a:lnTo>
                    <a:pt x="8867775" y="956754"/>
                  </a:lnTo>
                  <a:lnTo>
                    <a:pt x="8867775" y="954125"/>
                  </a:lnTo>
                  <a:close/>
                </a:path>
                <a:path w="9010650" h="1435735">
                  <a:moveTo>
                    <a:pt x="8867775" y="478790"/>
                  </a:moveTo>
                  <a:lnTo>
                    <a:pt x="8867318" y="477659"/>
                  </a:lnTo>
                  <a:lnTo>
                    <a:pt x="8865451" y="475805"/>
                  </a:lnTo>
                  <a:lnTo>
                    <a:pt x="8864333" y="475335"/>
                  </a:lnTo>
                  <a:lnTo>
                    <a:pt x="8861704" y="475335"/>
                  </a:lnTo>
                  <a:lnTo>
                    <a:pt x="8860574" y="475805"/>
                  </a:lnTo>
                  <a:lnTo>
                    <a:pt x="8858720" y="477659"/>
                  </a:lnTo>
                  <a:lnTo>
                    <a:pt x="8858250" y="478790"/>
                  </a:lnTo>
                  <a:lnTo>
                    <a:pt x="8858250" y="481418"/>
                  </a:lnTo>
                  <a:lnTo>
                    <a:pt x="8858720" y="482536"/>
                  </a:lnTo>
                  <a:lnTo>
                    <a:pt x="8860574" y="484403"/>
                  </a:lnTo>
                  <a:lnTo>
                    <a:pt x="8861704" y="484860"/>
                  </a:lnTo>
                  <a:lnTo>
                    <a:pt x="8864333" y="484860"/>
                  </a:lnTo>
                  <a:lnTo>
                    <a:pt x="8865451" y="484403"/>
                  </a:lnTo>
                  <a:lnTo>
                    <a:pt x="8867318" y="482536"/>
                  </a:lnTo>
                  <a:lnTo>
                    <a:pt x="8867775" y="481418"/>
                  </a:lnTo>
                  <a:lnTo>
                    <a:pt x="8867775" y="478790"/>
                  </a:lnTo>
                  <a:close/>
                </a:path>
                <a:path w="9010650" h="1435735">
                  <a:moveTo>
                    <a:pt x="8867775" y="3441"/>
                  </a:moveTo>
                  <a:lnTo>
                    <a:pt x="8867318" y="2324"/>
                  </a:lnTo>
                  <a:lnTo>
                    <a:pt x="8865451" y="457"/>
                  </a:lnTo>
                  <a:lnTo>
                    <a:pt x="8864333" y="0"/>
                  </a:lnTo>
                  <a:lnTo>
                    <a:pt x="8861704" y="0"/>
                  </a:lnTo>
                  <a:lnTo>
                    <a:pt x="8860574" y="457"/>
                  </a:lnTo>
                  <a:lnTo>
                    <a:pt x="8858720" y="2324"/>
                  </a:lnTo>
                  <a:lnTo>
                    <a:pt x="8858250" y="3441"/>
                  </a:lnTo>
                  <a:lnTo>
                    <a:pt x="8858250" y="6070"/>
                  </a:lnTo>
                  <a:lnTo>
                    <a:pt x="8858720" y="7200"/>
                  </a:lnTo>
                  <a:lnTo>
                    <a:pt x="8860574" y="9055"/>
                  </a:lnTo>
                  <a:lnTo>
                    <a:pt x="8861704" y="9525"/>
                  </a:lnTo>
                  <a:lnTo>
                    <a:pt x="8864333" y="9525"/>
                  </a:lnTo>
                  <a:lnTo>
                    <a:pt x="8865451" y="9055"/>
                  </a:lnTo>
                  <a:lnTo>
                    <a:pt x="8867318" y="7200"/>
                  </a:lnTo>
                  <a:lnTo>
                    <a:pt x="8867775" y="6070"/>
                  </a:lnTo>
                  <a:lnTo>
                    <a:pt x="8867775" y="3441"/>
                  </a:lnTo>
                  <a:close/>
                </a:path>
                <a:path w="9010650" h="1435735">
                  <a:moveTo>
                    <a:pt x="8915400" y="1429473"/>
                  </a:moveTo>
                  <a:lnTo>
                    <a:pt x="8914943" y="1428356"/>
                  </a:lnTo>
                  <a:lnTo>
                    <a:pt x="8913076" y="1426489"/>
                  </a:lnTo>
                  <a:lnTo>
                    <a:pt x="8911958" y="1426019"/>
                  </a:lnTo>
                  <a:lnTo>
                    <a:pt x="8909329" y="1426019"/>
                  </a:lnTo>
                  <a:lnTo>
                    <a:pt x="8908199" y="1426489"/>
                  </a:lnTo>
                  <a:lnTo>
                    <a:pt x="8906345" y="1428356"/>
                  </a:lnTo>
                  <a:lnTo>
                    <a:pt x="8905875" y="1429473"/>
                  </a:lnTo>
                  <a:lnTo>
                    <a:pt x="8905875" y="1432102"/>
                  </a:lnTo>
                  <a:lnTo>
                    <a:pt x="8906345" y="1433220"/>
                  </a:lnTo>
                  <a:lnTo>
                    <a:pt x="8908199" y="1435087"/>
                  </a:lnTo>
                  <a:lnTo>
                    <a:pt x="8909329" y="1435544"/>
                  </a:lnTo>
                  <a:lnTo>
                    <a:pt x="8911958" y="1435544"/>
                  </a:lnTo>
                  <a:lnTo>
                    <a:pt x="8913076" y="1435087"/>
                  </a:lnTo>
                  <a:lnTo>
                    <a:pt x="8914943" y="1433220"/>
                  </a:lnTo>
                  <a:lnTo>
                    <a:pt x="8915400" y="1432102"/>
                  </a:lnTo>
                  <a:lnTo>
                    <a:pt x="8915400" y="1429473"/>
                  </a:lnTo>
                  <a:close/>
                </a:path>
                <a:path w="9010650" h="1435735">
                  <a:moveTo>
                    <a:pt x="8915400" y="954125"/>
                  </a:moveTo>
                  <a:lnTo>
                    <a:pt x="8914943" y="953008"/>
                  </a:lnTo>
                  <a:lnTo>
                    <a:pt x="8913076" y="951153"/>
                  </a:lnTo>
                  <a:lnTo>
                    <a:pt x="8911958" y="950683"/>
                  </a:lnTo>
                  <a:lnTo>
                    <a:pt x="8909329" y="950683"/>
                  </a:lnTo>
                  <a:lnTo>
                    <a:pt x="8908199" y="951153"/>
                  </a:lnTo>
                  <a:lnTo>
                    <a:pt x="8906345" y="953008"/>
                  </a:lnTo>
                  <a:lnTo>
                    <a:pt x="8905875" y="954125"/>
                  </a:lnTo>
                  <a:lnTo>
                    <a:pt x="8905875" y="956754"/>
                  </a:lnTo>
                  <a:lnTo>
                    <a:pt x="8906345" y="957884"/>
                  </a:lnTo>
                  <a:lnTo>
                    <a:pt x="8908199" y="959739"/>
                  </a:lnTo>
                  <a:lnTo>
                    <a:pt x="8909329" y="960208"/>
                  </a:lnTo>
                  <a:lnTo>
                    <a:pt x="8911958" y="960208"/>
                  </a:lnTo>
                  <a:lnTo>
                    <a:pt x="8913076" y="959739"/>
                  </a:lnTo>
                  <a:lnTo>
                    <a:pt x="8914943" y="957884"/>
                  </a:lnTo>
                  <a:lnTo>
                    <a:pt x="8915400" y="956754"/>
                  </a:lnTo>
                  <a:lnTo>
                    <a:pt x="8915400" y="954125"/>
                  </a:lnTo>
                  <a:close/>
                </a:path>
                <a:path w="9010650" h="1435735">
                  <a:moveTo>
                    <a:pt x="8915400" y="478790"/>
                  </a:moveTo>
                  <a:lnTo>
                    <a:pt x="8914943" y="477659"/>
                  </a:lnTo>
                  <a:lnTo>
                    <a:pt x="8913076" y="475805"/>
                  </a:lnTo>
                  <a:lnTo>
                    <a:pt x="8911958" y="475335"/>
                  </a:lnTo>
                  <a:lnTo>
                    <a:pt x="8909329" y="475335"/>
                  </a:lnTo>
                  <a:lnTo>
                    <a:pt x="8908199" y="475805"/>
                  </a:lnTo>
                  <a:lnTo>
                    <a:pt x="8906345" y="477659"/>
                  </a:lnTo>
                  <a:lnTo>
                    <a:pt x="8905875" y="478790"/>
                  </a:lnTo>
                  <a:lnTo>
                    <a:pt x="8905875" y="481418"/>
                  </a:lnTo>
                  <a:lnTo>
                    <a:pt x="8906345" y="482536"/>
                  </a:lnTo>
                  <a:lnTo>
                    <a:pt x="8908199" y="484403"/>
                  </a:lnTo>
                  <a:lnTo>
                    <a:pt x="8909329" y="484860"/>
                  </a:lnTo>
                  <a:lnTo>
                    <a:pt x="8911958" y="484860"/>
                  </a:lnTo>
                  <a:lnTo>
                    <a:pt x="8913076" y="484403"/>
                  </a:lnTo>
                  <a:lnTo>
                    <a:pt x="8914943" y="482536"/>
                  </a:lnTo>
                  <a:lnTo>
                    <a:pt x="8915400" y="481418"/>
                  </a:lnTo>
                  <a:lnTo>
                    <a:pt x="8915400" y="478790"/>
                  </a:lnTo>
                  <a:close/>
                </a:path>
                <a:path w="9010650" h="1435735">
                  <a:moveTo>
                    <a:pt x="8915400" y="3441"/>
                  </a:moveTo>
                  <a:lnTo>
                    <a:pt x="8914943" y="2324"/>
                  </a:lnTo>
                  <a:lnTo>
                    <a:pt x="8913076" y="457"/>
                  </a:lnTo>
                  <a:lnTo>
                    <a:pt x="8911958" y="0"/>
                  </a:lnTo>
                  <a:lnTo>
                    <a:pt x="8909329" y="0"/>
                  </a:lnTo>
                  <a:lnTo>
                    <a:pt x="8908199" y="457"/>
                  </a:lnTo>
                  <a:lnTo>
                    <a:pt x="8906345" y="2324"/>
                  </a:lnTo>
                  <a:lnTo>
                    <a:pt x="8905875" y="3441"/>
                  </a:lnTo>
                  <a:lnTo>
                    <a:pt x="8905875" y="6070"/>
                  </a:lnTo>
                  <a:lnTo>
                    <a:pt x="8906345" y="7200"/>
                  </a:lnTo>
                  <a:lnTo>
                    <a:pt x="8908199" y="9055"/>
                  </a:lnTo>
                  <a:lnTo>
                    <a:pt x="8909329" y="9525"/>
                  </a:lnTo>
                  <a:lnTo>
                    <a:pt x="8911958" y="9525"/>
                  </a:lnTo>
                  <a:lnTo>
                    <a:pt x="8913076" y="9055"/>
                  </a:lnTo>
                  <a:lnTo>
                    <a:pt x="8914943" y="7200"/>
                  </a:lnTo>
                  <a:lnTo>
                    <a:pt x="8915400" y="6070"/>
                  </a:lnTo>
                  <a:lnTo>
                    <a:pt x="8915400" y="3441"/>
                  </a:lnTo>
                  <a:close/>
                </a:path>
                <a:path w="9010650" h="1435735">
                  <a:moveTo>
                    <a:pt x="8963025" y="1429473"/>
                  </a:moveTo>
                  <a:lnTo>
                    <a:pt x="8962568" y="1428356"/>
                  </a:lnTo>
                  <a:lnTo>
                    <a:pt x="8960701" y="1426489"/>
                  </a:lnTo>
                  <a:lnTo>
                    <a:pt x="8959583" y="1426019"/>
                  </a:lnTo>
                  <a:lnTo>
                    <a:pt x="8956954" y="1426019"/>
                  </a:lnTo>
                  <a:lnTo>
                    <a:pt x="8955824" y="1426489"/>
                  </a:lnTo>
                  <a:lnTo>
                    <a:pt x="8953970" y="1428356"/>
                  </a:lnTo>
                  <a:lnTo>
                    <a:pt x="8953500" y="1429473"/>
                  </a:lnTo>
                  <a:lnTo>
                    <a:pt x="8953500" y="1432102"/>
                  </a:lnTo>
                  <a:lnTo>
                    <a:pt x="8953970" y="1433220"/>
                  </a:lnTo>
                  <a:lnTo>
                    <a:pt x="8955824" y="1435087"/>
                  </a:lnTo>
                  <a:lnTo>
                    <a:pt x="8956954" y="1435544"/>
                  </a:lnTo>
                  <a:lnTo>
                    <a:pt x="8959583" y="1435544"/>
                  </a:lnTo>
                  <a:lnTo>
                    <a:pt x="8960701" y="1435087"/>
                  </a:lnTo>
                  <a:lnTo>
                    <a:pt x="8962568" y="1433220"/>
                  </a:lnTo>
                  <a:lnTo>
                    <a:pt x="8963025" y="1432102"/>
                  </a:lnTo>
                  <a:lnTo>
                    <a:pt x="8963025" y="1429473"/>
                  </a:lnTo>
                  <a:close/>
                </a:path>
                <a:path w="9010650" h="1435735">
                  <a:moveTo>
                    <a:pt x="8963025" y="954125"/>
                  </a:moveTo>
                  <a:lnTo>
                    <a:pt x="8962568" y="953008"/>
                  </a:lnTo>
                  <a:lnTo>
                    <a:pt x="8960701" y="951153"/>
                  </a:lnTo>
                  <a:lnTo>
                    <a:pt x="8959583" y="950683"/>
                  </a:lnTo>
                  <a:lnTo>
                    <a:pt x="8956954" y="950683"/>
                  </a:lnTo>
                  <a:lnTo>
                    <a:pt x="8955824" y="951153"/>
                  </a:lnTo>
                  <a:lnTo>
                    <a:pt x="8953970" y="953008"/>
                  </a:lnTo>
                  <a:lnTo>
                    <a:pt x="8953500" y="954125"/>
                  </a:lnTo>
                  <a:lnTo>
                    <a:pt x="8953500" y="956754"/>
                  </a:lnTo>
                  <a:lnTo>
                    <a:pt x="8953970" y="957884"/>
                  </a:lnTo>
                  <a:lnTo>
                    <a:pt x="8955824" y="959739"/>
                  </a:lnTo>
                  <a:lnTo>
                    <a:pt x="8956954" y="960208"/>
                  </a:lnTo>
                  <a:lnTo>
                    <a:pt x="8959583" y="960208"/>
                  </a:lnTo>
                  <a:lnTo>
                    <a:pt x="8960701" y="959739"/>
                  </a:lnTo>
                  <a:lnTo>
                    <a:pt x="8962568" y="957884"/>
                  </a:lnTo>
                  <a:lnTo>
                    <a:pt x="8963025" y="956754"/>
                  </a:lnTo>
                  <a:lnTo>
                    <a:pt x="8963025" y="954125"/>
                  </a:lnTo>
                  <a:close/>
                </a:path>
                <a:path w="9010650" h="1435735">
                  <a:moveTo>
                    <a:pt x="8963025" y="478790"/>
                  </a:moveTo>
                  <a:lnTo>
                    <a:pt x="8962568" y="477659"/>
                  </a:lnTo>
                  <a:lnTo>
                    <a:pt x="8960701" y="475805"/>
                  </a:lnTo>
                  <a:lnTo>
                    <a:pt x="8959583" y="475335"/>
                  </a:lnTo>
                  <a:lnTo>
                    <a:pt x="8956954" y="475335"/>
                  </a:lnTo>
                  <a:lnTo>
                    <a:pt x="8955824" y="475805"/>
                  </a:lnTo>
                  <a:lnTo>
                    <a:pt x="8953970" y="477659"/>
                  </a:lnTo>
                  <a:lnTo>
                    <a:pt x="8953500" y="478790"/>
                  </a:lnTo>
                  <a:lnTo>
                    <a:pt x="8953500" y="481418"/>
                  </a:lnTo>
                  <a:lnTo>
                    <a:pt x="8953970" y="482536"/>
                  </a:lnTo>
                  <a:lnTo>
                    <a:pt x="8955824" y="484403"/>
                  </a:lnTo>
                  <a:lnTo>
                    <a:pt x="8956954" y="484860"/>
                  </a:lnTo>
                  <a:lnTo>
                    <a:pt x="8959583" y="484860"/>
                  </a:lnTo>
                  <a:lnTo>
                    <a:pt x="8960701" y="484403"/>
                  </a:lnTo>
                  <a:lnTo>
                    <a:pt x="8962568" y="482536"/>
                  </a:lnTo>
                  <a:lnTo>
                    <a:pt x="8963025" y="481418"/>
                  </a:lnTo>
                  <a:lnTo>
                    <a:pt x="8963025" y="478790"/>
                  </a:lnTo>
                  <a:close/>
                </a:path>
                <a:path w="9010650" h="1435735">
                  <a:moveTo>
                    <a:pt x="8963025" y="3441"/>
                  </a:moveTo>
                  <a:lnTo>
                    <a:pt x="8962568" y="2324"/>
                  </a:lnTo>
                  <a:lnTo>
                    <a:pt x="8960701" y="457"/>
                  </a:lnTo>
                  <a:lnTo>
                    <a:pt x="8959583" y="0"/>
                  </a:lnTo>
                  <a:lnTo>
                    <a:pt x="8956954" y="0"/>
                  </a:lnTo>
                  <a:lnTo>
                    <a:pt x="8955824" y="457"/>
                  </a:lnTo>
                  <a:lnTo>
                    <a:pt x="8953970" y="2324"/>
                  </a:lnTo>
                  <a:lnTo>
                    <a:pt x="8953500" y="3441"/>
                  </a:lnTo>
                  <a:lnTo>
                    <a:pt x="8953500" y="6070"/>
                  </a:lnTo>
                  <a:lnTo>
                    <a:pt x="8953970" y="7200"/>
                  </a:lnTo>
                  <a:lnTo>
                    <a:pt x="8955824" y="9055"/>
                  </a:lnTo>
                  <a:lnTo>
                    <a:pt x="8956954" y="9525"/>
                  </a:lnTo>
                  <a:lnTo>
                    <a:pt x="8959583" y="9525"/>
                  </a:lnTo>
                  <a:lnTo>
                    <a:pt x="8960701" y="9055"/>
                  </a:lnTo>
                  <a:lnTo>
                    <a:pt x="8962568" y="7200"/>
                  </a:lnTo>
                  <a:lnTo>
                    <a:pt x="8963025" y="6070"/>
                  </a:lnTo>
                  <a:lnTo>
                    <a:pt x="8963025" y="3441"/>
                  </a:lnTo>
                  <a:close/>
                </a:path>
                <a:path w="9010650" h="1435735">
                  <a:moveTo>
                    <a:pt x="9010650" y="1429473"/>
                  </a:moveTo>
                  <a:lnTo>
                    <a:pt x="9010193" y="1428356"/>
                  </a:lnTo>
                  <a:lnTo>
                    <a:pt x="9008326" y="1426489"/>
                  </a:lnTo>
                  <a:lnTo>
                    <a:pt x="9007208" y="1426019"/>
                  </a:lnTo>
                  <a:lnTo>
                    <a:pt x="9004579" y="1426019"/>
                  </a:lnTo>
                  <a:lnTo>
                    <a:pt x="9003449" y="1426489"/>
                  </a:lnTo>
                  <a:lnTo>
                    <a:pt x="9001595" y="1428356"/>
                  </a:lnTo>
                  <a:lnTo>
                    <a:pt x="9001125" y="1429473"/>
                  </a:lnTo>
                  <a:lnTo>
                    <a:pt x="9001125" y="1432102"/>
                  </a:lnTo>
                  <a:lnTo>
                    <a:pt x="9001595" y="1433220"/>
                  </a:lnTo>
                  <a:lnTo>
                    <a:pt x="9003449" y="1435087"/>
                  </a:lnTo>
                  <a:lnTo>
                    <a:pt x="9004579" y="1435544"/>
                  </a:lnTo>
                  <a:lnTo>
                    <a:pt x="9007208" y="1435544"/>
                  </a:lnTo>
                  <a:lnTo>
                    <a:pt x="9008326" y="1435087"/>
                  </a:lnTo>
                  <a:lnTo>
                    <a:pt x="9010193" y="1433220"/>
                  </a:lnTo>
                  <a:lnTo>
                    <a:pt x="9010650" y="1432102"/>
                  </a:lnTo>
                  <a:lnTo>
                    <a:pt x="9010650" y="1429473"/>
                  </a:lnTo>
                  <a:close/>
                </a:path>
                <a:path w="9010650" h="1435735">
                  <a:moveTo>
                    <a:pt x="9010650" y="954125"/>
                  </a:moveTo>
                  <a:lnTo>
                    <a:pt x="9010193" y="953008"/>
                  </a:lnTo>
                  <a:lnTo>
                    <a:pt x="9008326" y="951153"/>
                  </a:lnTo>
                  <a:lnTo>
                    <a:pt x="9007208" y="950683"/>
                  </a:lnTo>
                  <a:lnTo>
                    <a:pt x="9004579" y="950683"/>
                  </a:lnTo>
                  <a:lnTo>
                    <a:pt x="9003449" y="951153"/>
                  </a:lnTo>
                  <a:lnTo>
                    <a:pt x="9001595" y="953008"/>
                  </a:lnTo>
                  <a:lnTo>
                    <a:pt x="9001125" y="954125"/>
                  </a:lnTo>
                  <a:lnTo>
                    <a:pt x="9001125" y="956754"/>
                  </a:lnTo>
                  <a:lnTo>
                    <a:pt x="9001595" y="957884"/>
                  </a:lnTo>
                  <a:lnTo>
                    <a:pt x="9003449" y="959739"/>
                  </a:lnTo>
                  <a:lnTo>
                    <a:pt x="9004579" y="960208"/>
                  </a:lnTo>
                  <a:lnTo>
                    <a:pt x="9007208" y="960208"/>
                  </a:lnTo>
                  <a:lnTo>
                    <a:pt x="9008326" y="959739"/>
                  </a:lnTo>
                  <a:lnTo>
                    <a:pt x="9010193" y="957884"/>
                  </a:lnTo>
                  <a:lnTo>
                    <a:pt x="9010650" y="956754"/>
                  </a:lnTo>
                  <a:lnTo>
                    <a:pt x="9010650" y="954125"/>
                  </a:lnTo>
                  <a:close/>
                </a:path>
                <a:path w="9010650" h="1435735">
                  <a:moveTo>
                    <a:pt x="9010650" y="478790"/>
                  </a:moveTo>
                  <a:lnTo>
                    <a:pt x="9010193" y="477659"/>
                  </a:lnTo>
                  <a:lnTo>
                    <a:pt x="9008326" y="475805"/>
                  </a:lnTo>
                  <a:lnTo>
                    <a:pt x="9007208" y="475335"/>
                  </a:lnTo>
                  <a:lnTo>
                    <a:pt x="9004579" y="475335"/>
                  </a:lnTo>
                  <a:lnTo>
                    <a:pt x="9003449" y="475805"/>
                  </a:lnTo>
                  <a:lnTo>
                    <a:pt x="9001595" y="477659"/>
                  </a:lnTo>
                  <a:lnTo>
                    <a:pt x="9001125" y="478790"/>
                  </a:lnTo>
                  <a:lnTo>
                    <a:pt x="9001125" y="481418"/>
                  </a:lnTo>
                  <a:lnTo>
                    <a:pt x="9001595" y="482536"/>
                  </a:lnTo>
                  <a:lnTo>
                    <a:pt x="9003449" y="484403"/>
                  </a:lnTo>
                  <a:lnTo>
                    <a:pt x="9004579" y="484860"/>
                  </a:lnTo>
                  <a:lnTo>
                    <a:pt x="9007208" y="484860"/>
                  </a:lnTo>
                  <a:lnTo>
                    <a:pt x="9008326" y="484403"/>
                  </a:lnTo>
                  <a:lnTo>
                    <a:pt x="9010193" y="482536"/>
                  </a:lnTo>
                  <a:lnTo>
                    <a:pt x="9010650" y="481418"/>
                  </a:lnTo>
                  <a:lnTo>
                    <a:pt x="9010650" y="478790"/>
                  </a:lnTo>
                  <a:close/>
                </a:path>
                <a:path w="9010650" h="1435735">
                  <a:moveTo>
                    <a:pt x="9010650" y="3441"/>
                  </a:moveTo>
                  <a:lnTo>
                    <a:pt x="9010193" y="2324"/>
                  </a:lnTo>
                  <a:lnTo>
                    <a:pt x="9008326" y="457"/>
                  </a:lnTo>
                  <a:lnTo>
                    <a:pt x="9007208" y="0"/>
                  </a:lnTo>
                  <a:lnTo>
                    <a:pt x="9004579" y="0"/>
                  </a:lnTo>
                  <a:lnTo>
                    <a:pt x="9003449" y="457"/>
                  </a:lnTo>
                  <a:lnTo>
                    <a:pt x="9001595" y="2324"/>
                  </a:lnTo>
                  <a:lnTo>
                    <a:pt x="9001125" y="3441"/>
                  </a:lnTo>
                  <a:lnTo>
                    <a:pt x="9001125" y="6070"/>
                  </a:lnTo>
                  <a:lnTo>
                    <a:pt x="9001595" y="7200"/>
                  </a:lnTo>
                  <a:lnTo>
                    <a:pt x="9003449" y="9055"/>
                  </a:lnTo>
                  <a:lnTo>
                    <a:pt x="9004579" y="9525"/>
                  </a:lnTo>
                  <a:lnTo>
                    <a:pt x="9007208" y="9525"/>
                  </a:lnTo>
                  <a:lnTo>
                    <a:pt x="9008326" y="9055"/>
                  </a:lnTo>
                  <a:lnTo>
                    <a:pt x="9010193" y="7200"/>
                  </a:lnTo>
                  <a:lnTo>
                    <a:pt x="9010650" y="6070"/>
                  </a:lnTo>
                  <a:lnTo>
                    <a:pt x="9010650" y="3441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812057" y="5189863"/>
            <a:ext cx="248920" cy="1113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4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2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812057" y="4714520"/>
            <a:ext cx="248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6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11745" y="4878461"/>
            <a:ext cx="177800" cy="10318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4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 de </a:t>
            </a:r>
            <a:r>
              <a:rPr sz="1200" spc="-45" dirty="0">
                <a:solidFill>
                  <a:srgbClr val="252423"/>
                </a:solidFill>
                <a:latin typeface="Trebuchet MS"/>
                <a:cs typeface="Trebuchet MS"/>
              </a:rPr>
              <a:t>Vendas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530311" y="6251575"/>
            <a:ext cx="3702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janeiro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195733" y="6251575"/>
            <a:ext cx="469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fevereiro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974861" y="6251575"/>
            <a:ext cx="341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março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737765" y="6251575"/>
            <a:ext cx="24637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abril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37567" y="6251575"/>
            <a:ext cx="276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maio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133945" y="6251575"/>
            <a:ext cx="3143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junho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867531" y="6251575"/>
            <a:ext cx="2774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julho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535186" y="6251575"/>
            <a:ext cx="372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agosto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184089" y="6251575"/>
            <a:ext cx="5048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setembro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934343" y="6251575"/>
            <a:ext cx="4349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outubro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594706" y="6251575"/>
            <a:ext cx="5441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novembro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1313706" y="6251575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dezembro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305809" y="4298187"/>
            <a:ext cx="8638540" cy="2304415"/>
            <a:chOff x="3305809" y="4298187"/>
            <a:chExt cx="8638540" cy="2304415"/>
          </a:xfrm>
        </p:grpSpPr>
        <p:sp>
          <p:nvSpPr>
            <p:cNvPr id="61" name="object 61"/>
            <p:cNvSpPr/>
            <p:nvPr/>
          </p:nvSpPr>
          <p:spPr>
            <a:xfrm>
              <a:off x="3353015" y="6259525"/>
              <a:ext cx="8591550" cy="342900"/>
            </a:xfrm>
            <a:custGeom>
              <a:avLst/>
              <a:gdLst/>
              <a:ahLst/>
              <a:cxnLst/>
              <a:rect l="l" t="t" r="r" b="b"/>
              <a:pathLst>
                <a:path w="8591550" h="342900">
                  <a:moveTo>
                    <a:pt x="9525" y="336816"/>
                  </a:moveTo>
                  <a:lnTo>
                    <a:pt x="9067" y="335699"/>
                  </a:lnTo>
                  <a:lnTo>
                    <a:pt x="7200" y="333832"/>
                  </a:lnTo>
                  <a:lnTo>
                    <a:pt x="6083" y="333375"/>
                  </a:lnTo>
                  <a:lnTo>
                    <a:pt x="3454" y="333375"/>
                  </a:lnTo>
                  <a:lnTo>
                    <a:pt x="2324" y="333832"/>
                  </a:lnTo>
                  <a:lnTo>
                    <a:pt x="469" y="335699"/>
                  </a:lnTo>
                  <a:lnTo>
                    <a:pt x="0" y="336816"/>
                  </a:lnTo>
                  <a:lnTo>
                    <a:pt x="0" y="339445"/>
                  </a:lnTo>
                  <a:lnTo>
                    <a:pt x="469" y="340563"/>
                  </a:lnTo>
                  <a:lnTo>
                    <a:pt x="2324" y="342430"/>
                  </a:lnTo>
                  <a:lnTo>
                    <a:pt x="3454" y="342900"/>
                  </a:lnTo>
                  <a:lnTo>
                    <a:pt x="6083" y="342900"/>
                  </a:lnTo>
                  <a:lnTo>
                    <a:pt x="7200" y="342430"/>
                  </a:lnTo>
                  <a:lnTo>
                    <a:pt x="9067" y="340563"/>
                  </a:lnTo>
                  <a:lnTo>
                    <a:pt x="9525" y="339445"/>
                  </a:lnTo>
                  <a:lnTo>
                    <a:pt x="9525" y="336816"/>
                  </a:lnTo>
                  <a:close/>
                </a:path>
                <a:path w="8591550" h="342900">
                  <a:moveTo>
                    <a:pt x="9525" y="289191"/>
                  </a:moveTo>
                  <a:lnTo>
                    <a:pt x="9067" y="288074"/>
                  </a:lnTo>
                  <a:lnTo>
                    <a:pt x="7200" y="286207"/>
                  </a:lnTo>
                  <a:lnTo>
                    <a:pt x="6083" y="285750"/>
                  </a:lnTo>
                  <a:lnTo>
                    <a:pt x="3454" y="285750"/>
                  </a:lnTo>
                  <a:lnTo>
                    <a:pt x="2324" y="286207"/>
                  </a:lnTo>
                  <a:lnTo>
                    <a:pt x="469" y="288074"/>
                  </a:lnTo>
                  <a:lnTo>
                    <a:pt x="0" y="289191"/>
                  </a:lnTo>
                  <a:lnTo>
                    <a:pt x="0" y="291820"/>
                  </a:lnTo>
                  <a:lnTo>
                    <a:pt x="469" y="292938"/>
                  </a:lnTo>
                  <a:lnTo>
                    <a:pt x="2324" y="294805"/>
                  </a:lnTo>
                  <a:lnTo>
                    <a:pt x="3454" y="295275"/>
                  </a:lnTo>
                  <a:lnTo>
                    <a:pt x="6083" y="295275"/>
                  </a:lnTo>
                  <a:lnTo>
                    <a:pt x="7200" y="294805"/>
                  </a:lnTo>
                  <a:lnTo>
                    <a:pt x="9067" y="292938"/>
                  </a:lnTo>
                  <a:lnTo>
                    <a:pt x="9525" y="291820"/>
                  </a:lnTo>
                  <a:lnTo>
                    <a:pt x="9525" y="289191"/>
                  </a:lnTo>
                  <a:close/>
                </a:path>
                <a:path w="8591550" h="342900">
                  <a:moveTo>
                    <a:pt x="9525" y="241566"/>
                  </a:moveTo>
                  <a:lnTo>
                    <a:pt x="9067" y="240449"/>
                  </a:lnTo>
                  <a:lnTo>
                    <a:pt x="7200" y="238582"/>
                  </a:lnTo>
                  <a:lnTo>
                    <a:pt x="6083" y="238125"/>
                  </a:lnTo>
                  <a:lnTo>
                    <a:pt x="3454" y="238125"/>
                  </a:lnTo>
                  <a:lnTo>
                    <a:pt x="2324" y="238582"/>
                  </a:lnTo>
                  <a:lnTo>
                    <a:pt x="469" y="240449"/>
                  </a:lnTo>
                  <a:lnTo>
                    <a:pt x="0" y="241566"/>
                  </a:lnTo>
                  <a:lnTo>
                    <a:pt x="0" y="244195"/>
                  </a:lnTo>
                  <a:lnTo>
                    <a:pt x="469" y="245313"/>
                  </a:lnTo>
                  <a:lnTo>
                    <a:pt x="2324" y="247180"/>
                  </a:lnTo>
                  <a:lnTo>
                    <a:pt x="3454" y="247650"/>
                  </a:lnTo>
                  <a:lnTo>
                    <a:pt x="6083" y="247650"/>
                  </a:lnTo>
                  <a:lnTo>
                    <a:pt x="7200" y="247180"/>
                  </a:lnTo>
                  <a:lnTo>
                    <a:pt x="9067" y="245313"/>
                  </a:lnTo>
                  <a:lnTo>
                    <a:pt x="9525" y="244195"/>
                  </a:lnTo>
                  <a:lnTo>
                    <a:pt x="9525" y="241566"/>
                  </a:lnTo>
                  <a:close/>
                </a:path>
                <a:path w="8591550" h="342900">
                  <a:moveTo>
                    <a:pt x="9525" y="193941"/>
                  </a:moveTo>
                  <a:lnTo>
                    <a:pt x="9067" y="192824"/>
                  </a:lnTo>
                  <a:lnTo>
                    <a:pt x="7200" y="190957"/>
                  </a:lnTo>
                  <a:lnTo>
                    <a:pt x="6083" y="190500"/>
                  </a:lnTo>
                  <a:lnTo>
                    <a:pt x="3454" y="190500"/>
                  </a:lnTo>
                  <a:lnTo>
                    <a:pt x="2324" y="190957"/>
                  </a:lnTo>
                  <a:lnTo>
                    <a:pt x="469" y="192824"/>
                  </a:lnTo>
                  <a:lnTo>
                    <a:pt x="0" y="193941"/>
                  </a:lnTo>
                  <a:lnTo>
                    <a:pt x="0" y="196570"/>
                  </a:lnTo>
                  <a:lnTo>
                    <a:pt x="469" y="197688"/>
                  </a:lnTo>
                  <a:lnTo>
                    <a:pt x="2324" y="199555"/>
                  </a:lnTo>
                  <a:lnTo>
                    <a:pt x="3454" y="200025"/>
                  </a:lnTo>
                  <a:lnTo>
                    <a:pt x="6083" y="200025"/>
                  </a:lnTo>
                  <a:lnTo>
                    <a:pt x="7200" y="199555"/>
                  </a:lnTo>
                  <a:lnTo>
                    <a:pt x="9067" y="197688"/>
                  </a:lnTo>
                  <a:lnTo>
                    <a:pt x="9525" y="196570"/>
                  </a:lnTo>
                  <a:lnTo>
                    <a:pt x="9525" y="193941"/>
                  </a:lnTo>
                  <a:close/>
                </a:path>
                <a:path w="8591550" h="342900">
                  <a:moveTo>
                    <a:pt x="9525" y="146316"/>
                  </a:moveTo>
                  <a:lnTo>
                    <a:pt x="9067" y="145199"/>
                  </a:lnTo>
                  <a:lnTo>
                    <a:pt x="7200" y="143332"/>
                  </a:lnTo>
                  <a:lnTo>
                    <a:pt x="6083" y="142875"/>
                  </a:lnTo>
                  <a:lnTo>
                    <a:pt x="3454" y="142875"/>
                  </a:lnTo>
                  <a:lnTo>
                    <a:pt x="2324" y="143332"/>
                  </a:lnTo>
                  <a:lnTo>
                    <a:pt x="469" y="145199"/>
                  </a:lnTo>
                  <a:lnTo>
                    <a:pt x="0" y="146316"/>
                  </a:lnTo>
                  <a:lnTo>
                    <a:pt x="0" y="148945"/>
                  </a:lnTo>
                  <a:lnTo>
                    <a:pt x="469" y="150063"/>
                  </a:lnTo>
                  <a:lnTo>
                    <a:pt x="2324" y="151930"/>
                  </a:lnTo>
                  <a:lnTo>
                    <a:pt x="3454" y="152400"/>
                  </a:lnTo>
                  <a:lnTo>
                    <a:pt x="6083" y="152400"/>
                  </a:lnTo>
                  <a:lnTo>
                    <a:pt x="7200" y="151930"/>
                  </a:lnTo>
                  <a:lnTo>
                    <a:pt x="9067" y="150063"/>
                  </a:lnTo>
                  <a:lnTo>
                    <a:pt x="9525" y="148945"/>
                  </a:lnTo>
                  <a:lnTo>
                    <a:pt x="9525" y="146316"/>
                  </a:lnTo>
                  <a:close/>
                </a:path>
                <a:path w="8591550" h="342900">
                  <a:moveTo>
                    <a:pt x="9525" y="98691"/>
                  </a:moveTo>
                  <a:lnTo>
                    <a:pt x="9067" y="97574"/>
                  </a:lnTo>
                  <a:lnTo>
                    <a:pt x="7200" y="95707"/>
                  </a:lnTo>
                  <a:lnTo>
                    <a:pt x="6083" y="95250"/>
                  </a:lnTo>
                  <a:lnTo>
                    <a:pt x="3454" y="95250"/>
                  </a:lnTo>
                  <a:lnTo>
                    <a:pt x="2324" y="95707"/>
                  </a:lnTo>
                  <a:lnTo>
                    <a:pt x="469" y="97574"/>
                  </a:lnTo>
                  <a:lnTo>
                    <a:pt x="0" y="98691"/>
                  </a:lnTo>
                  <a:lnTo>
                    <a:pt x="0" y="101320"/>
                  </a:lnTo>
                  <a:lnTo>
                    <a:pt x="469" y="102438"/>
                  </a:lnTo>
                  <a:lnTo>
                    <a:pt x="2324" y="104305"/>
                  </a:lnTo>
                  <a:lnTo>
                    <a:pt x="3454" y="104775"/>
                  </a:lnTo>
                  <a:lnTo>
                    <a:pt x="6083" y="104775"/>
                  </a:lnTo>
                  <a:lnTo>
                    <a:pt x="7200" y="104305"/>
                  </a:lnTo>
                  <a:lnTo>
                    <a:pt x="9067" y="102438"/>
                  </a:lnTo>
                  <a:lnTo>
                    <a:pt x="9525" y="101320"/>
                  </a:lnTo>
                  <a:lnTo>
                    <a:pt x="9525" y="98691"/>
                  </a:lnTo>
                  <a:close/>
                </a:path>
                <a:path w="8591550" h="342900">
                  <a:moveTo>
                    <a:pt x="9525" y="51066"/>
                  </a:moveTo>
                  <a:lnTo>
                    <a:pt x="9067" y="49949"/>
                  </a:lnTo>
                  <a:lnTo>
                    <a:pt x="7200" y="48082"/>
                  </a:lnTo>
                  <a:lnTo>
                    <a:pt x="6083" y="47625"/>
                  </a:lnTo>
                  <a:lnTo>
                    <a:pt x="3454" y="47625"/>
                  </a:lnTo>
                  <a:lnTo>
                    <a:pt x="2324" y="48082"/>
                  </a:lnTo>
                  <a:lnTo>
                    <a:pt x="469" y="49949"/>
                  </a:lnTo>
                  <a:lnTo>
                    <a:pt x="0" y="51066"/>
                  </a:lnTo>
                  <a:lnTo>
                    <a:pt x="0" y="53695"/>
                  </a:lnTo>
                  <a:lnTo>
                    <a:pt x="469" y="54813"/>
                  </a:lnTo>
                  <a:lnTo>
                    <a:pt x="2324" y="56680"/>
                  </a:lnTo>
                  <a:lnTo>
                    <a:pt x="3454" y="57150"/>
                  </a:lnTo>
                  <a:lnTo>
                    <a:pt x="6083" y="57150"/>
                  </a:lnTo>
                  <a:lnTo>
                    <a:pt x="7200" y="56680"/>
                  </a:lnTo>
                  <a:lnTo>
                    <a:pt x="9067" y="54813"/>
                  </a:lnTo>
                  <a:lnTo>
                    <a:pt x="9525" y="53695"/>
                  </a:lnTo>
                  <a:lnTo>
                    <a:pt x="9525" y="51066"/>
                  </a:lnTo>
                  <a:close/>
                </a:path>
                <a:path w="8591550" h="342900">
                  <a:moveTo>
                    <a:pt x="9525" y="3441"/>
                  </a:moveTo>
                  <a:lnTo>
                    <a:pt x="9067" y="2324"/>
                  </a:lnTo>
                  <a:lnTo>
                    <a:pt x="7200" y="457"/>
                  </a:lnTo>
                  <a:lnTo>
                    <a:pt x="6083" y="0"/>
                  </a:lnTo>
                  <a:lnTo>
                    <a:pt x="3454" y="0"/>
                  </a:lnTo>
                  <a:lnTo>
                    <a:pt x="2324" y="457"/>
                  </a:lnTo>
                  <a:lnTo>
                    <a:pt x="469" y="2324"/>
                  </a:lnTo>
                  <a:lnTo>
                    <a:pt x="0" y="3441"/>
                  </a:lnTo>
                  <a:lnTo>
                    <a:pt x="0" y="6070"/>
                  </a:lnTo>
                  <a:lnTo>
                    <a:pt x="469" y="7188"/>
                  </a:lnTo>
                  <a:lnTo>
                    <a:pt x="2324" y="9055"/>
                  </a:lnTo>
                  <a:lnTo>
                    <a:pt x="3454" y="9525"/>
                  </a:lnTo>
                  <a:lnTo>
                    <a:pt x="6083" y="9525"/>
                  </a:lnTo>
                  <a:lnTo>
                    <a:pt x="7200" y="9055"/>
                  </a:lnTo>
                  <a:lnTo>
                    <a:pt x="9067" y="7188"/>
                  </a:lnTo>
                  <a:lnTo>
                    <a:pt x="9525" y="6070"/>
                  </a:lnTo>
                  <a:lnTo>
                    <a:pt x="9525" y="3441"/>
                  </a:lnTo>
                  <a:close/>
                </a:path>
                <a:path w="8591550" h="342900">
                  <a:moveTo>
                    <a:pt x="8591105" y="336816"/>
                  </a:moveTo>
                  <a:lnTo>
                    <a:pt x="8590636" y="335699"/>
                  </a:lnTo>
                  <a:lnTo>
                    <a:pt x="8588781" y="333832"/>
                  </a:lnTo>
                  <a:lnTo>
                    <a:pt x="8587651" y="333375"/>
                  </a:lnTo>
                  <a:lnTo>
                    <a:pt x="8585022" y="333375"/>
                  </a:lnTo>
                  <a:lnTo>
                    <a:pt x="8583905" y="333832"/>
                  </a:lnTo>
                  <a:lnTo>
                    <a:pt x="8582038" y="335699"/>
                  </a:lnTo>
                  <a:lnTo>
                    <a:pt x="8581580" y="336816"/>
                  </a:lnTo>
                  <a:lnTo>
                    <a:pt x="8581580" y="339445"/>
                  </a:lnTo>
                  <a:lnTo>
                    <a:pt x="8582038" y="340563"/>
                  </a:lnTo>
                  <a:lnTo>
                    <a:pt x="8583905" y="342430"/>
                  </a:lnTo>
                  <a:lnTo>
                    <a:pt x="8585022" y="342900"/>
                  </a:lnTo>
                  <a:lnTo>
                    <a:pt x="8587651" y="342900"/>
                  </a:lnTo>
                  <a:lnTo>
                    <a:pt x="8588781" y="342430"/>
                  </a:lnTo>
                  <a:lnTo>
                    <a:pt x="8590636" y="340563"/>
                  </a:lnTo>
                  <a:lnTo>
                    <a:pt x="8591105" y="339445"/>
                  </a:lnTo>
                  <a:lnTo>
                    <a:pt x="8591105" y="336816"/>
                  </a:lnTo>
                  <a:close/>
                </a:path>
                <a:path w="8591550" h="342900">
                  <a:moveTo>
                    <a:pt x="8591105" y="289191"/>
                  </a:moveTo>
                  <a:lnTo>
                    <a:pt x="8590636" y="288074"/>
                  </a:lnTo>
                  <a:lnTo>
                    <a:pt x="8588781" y="286207"/>
                  </a:lnTo>
                  <a:lnTo>
                    <a:pt x="8587651" y="285750"/>
                  </a:lnTo>
                  <a:lnTo>
                    <a:pt x="8585022" y="285750"/>
                  </a:lnTo>
                  <a:lnTo>
                    <a:pt x="8583905" y="286207"/>
                  </a:lnTo>
                  <a:lnTo>
                    <a:pt x="8582038" y="288074"/>
                  </a:lnTo>
                  <a:lnTo>
                    <a:pt x="8581580" y="289191"/>
                  </a:lnTo>
                  <a:lnTo>
                    <a:pt x="8581580" y="291820"/>
                  </a:lnTo>
                  <a:lnTo>
                    <a:pt x="8582038" y="292938"/>
                  </a:lnTo>
                  <a:lnTo>
                    <a:pt x="8583905" y="294805"/>
                  </a:lnTo>
                  <a:lnTo>
                    <a:pt x="8585022" y="295275"/>
                  </a:lnTo>
                  <a:lnTo>
                    <a:pt x="8587651" y="295275"/>
                  </a:lnTo>
                  <a:lnTo>
                    <a:pt x="8588781" y="294805"/>
                  </a:lnTo>
                  <a:lnTo>
                    <a:pt x="8590636" y="292938"/>
                  </a:lnTo>
                  <a:lnTo>
                    <a:pt x="8591105" y="291820"/>
                  </a:lnTo>
                  <a:lnTo>
                    <a:pt x="8591105" y="289191"/>
                  </a:lnTo>
                  <a:close/>
                </a:path>
                <a:path w="8591550" h="342900">
                  <a:moveTo>
                    <a:pt x="8591105" y="241566"/>
                  </a:moveTo>
                  <a:lnTo>
                    <a:pt x="8590636" y="240449"/>
                  </a:lnTo>
                  <a:lnTo>
                    <a:pt x="8588781" y="238582"/>
                  </a:lnTo>
                  <a:lnTo>
                    <a:pt x="8587651" y="238125"/>
                  </a:lnTo>
                  <a:lnTo>
                    <a:pt x="8585022" y="238125"/>
                  </a:lnTo>
                  <a:lnTo>
                    <a:pt x="8583905" y="238582"/>
                  </a:lnTo>
                  <a:lnTo>
                    <a:pt x="8582038" y="240449"/>
                  </a:lnTo>
                  <a:lnTo>
                    <a:pt x="8581580" y="241566"/>
                  </a:lnTo>
                  <a:lnTo>
                    <a:pt x="8581580" y="244195"/>
                  </a:lnTo>
                  <a:lnTo>
                    <a:pt x="8582038" y="245313"/>
                  </a:lnTo>
                  <a:lnTo>
                    <a:pt x="8583905" y="247180"/>
                  </a:lnTo>
                  <a:lnTo>
                    <a:pt x="8585022" y="247650"/>
                  </a:lnTo>
                  <a:lnTo>
                    <a:pt x="8587651" y="247650"/>
                  </a:lnTo>
                  <a:lnTo>
                    <a:pt x="8588781" y="247180"/>
                  </a:lnTo>
                  <a:lnTo>
                    <a:pt x="8590636" y="245313"/>
                  </a:lnTo>
                  <a:lnTo>
                    <a:pt x="8591105" y="244195"/>
                  </a:lnTo>
                  <a:lnTo>
                    <a:pt x="8591105" y="241566"/>
                  </a:lnTo>
                  <a:close/>
                </a:path>
                <a:path w="8591550" h="342900">
                  <a:moveTo>
                    <a:pt x="8591105" y="193941"/>
                  </a:moveTo>
                  <a:lnTo>
                    <a:pt x="8590636" y="192824"/>
                  </a:lnTo>
                  <a:lnTo>
                    <a:pt x="8588781" y="190957"/>
                  </a:lnTo>
                  <a:lnTo>
                    <a:pt x="8587651" y="190500"/>
                  </a:lnTo>
                  <a:lnTo>
                    <a:pt x="8585022" y="190500"/>
                  </a:lnTo>
                  <a:lnTo>
                    <a:pt x="8583905" y="190957"/>
                  </a:lnTo>
                  <a:lnTo>
                    <a:pt x="8582038" y="192824"/>
                  </a:lnTo>
                  <a:lnTo>
                    <a:pt x="8581580" y="193941"/>
                  </a:lnTo>
                  <a:lnTo>
                    <a:pt x="8581580" y="196570"/>
                  </a:lnTo>
                  <a:lnTo>
                    <a:pt x="8582038" y="197688"/>
                  </a:lnTo>
                  <a:lnTo>
                    <a:pt x="8583905" y="199555"/>
                  </a:lnTo>
                  <a:lnTo>
                    <a:pt x="8585022" y="200025"/>
                  </a:lnTo>
                  <a:lnTo>
                    <a:pt x="8587651" y="200025"/>
                  </a:lnTo>
                  <a:lnTo>
                    <a:pt x="8588781" y="199555"/>
                  </a:lnTo>
                  <a:lnTo>
                    <a:pt x="8590636" y="197688"/>
                  </a:lnTo>
                  <a:lnTo>
                    <a:pt x="8591105" y="196570"/>
                  </a:lnTo>
                  <a:lnTo>
                    <a:pt x="8591105" y="193941"/>
                  </a:lnTo>
                  <a:close/>
                </a:path>
                <a:path w="8591550" h="342900">
                  <a:moveTo>
                    <a:pt x="8591105" y="146316"/>
                  </a:moveTo>
                  <a:lnTo>
                    <a:pt x="8590636" y="145199"/>
                  </a:lnTo>
                  <a:lnTo>
                    <a:pt x="8588781" y="143332"/>
                  </a:lnTo>
                  <a:lnTo>
                    <a:pt x="8587651" y="142875"/>
                  </a:lnTo>
                  <a:lnTo>
                    <a:pt x="8585022" y="142875"/>
                  </a:lnTo>
                  <a:lnTo>
                    <a:pt x="8583905" y="143332"/>
                  </a:lnTo>
                  <a:lnTo>
                    <a:pt x="8582038" y="145199"/>
                  </a:lnTo>
                  <a:lnTo>
                    <a:pt x="8581580" y="146316"/>
                  </a:lnTo>
                  <a:lnTo>
                    <a:pt x="8581580" y="148945"/>
                  </a:lnTo>
                  <a:lnTo>
                    <a:pt x="8582038" y="150063"/>
                  </a:lnTo>
                  <a:lnTo>
                    <a:pt x="8583905" y="151930"/>
                  </a:lnTo>
                  <a:lnTo>
                    <a:pt x="8585022" y="152400"/>
                  </a:lnTo>
                  <a:lnTo>
                    <a:pt x="8587651" y="152400"/>
                  </a:lnTo>
                  <a:lnTo>
                    <a:pt x="8588781" y="151930"/>
                  </a:lnTo>
                  <a:lnTo>
                    <a:pt x="8590636" y="150063"/>
                  </a:lnTo>
                  <a:lnTo>
                    <a:pt x="8591105" y="148945"/>
                  </a:lnTo>
                  <a:lnTo>
                    <a:pt x="8591105" y="146316"/>
                  </a:lnTo>
                  <a:close/>
                </a:path>
                <a:path w="8591550" h="342900">
                  <a:moveTo>
                    <a:pt x="8591105" y="98691"/>
                  </a:moveTo>
                  <a:lnTo>
                    <a:pt x="8590636" y="97574"/>
                  </a:lnTo>
                  <a:lnTo>
                    <a:pt x="8588781" y="95707"/>
                  </a:lnTo>
                  <a:lnTo>
                    <a:pt x="8587651" y="95250"/>
                  </a:lnTo>
                  <a:lnTo>
                    <a:pt x="8585022" y="95250"/>
                  </a:lnTo>
                  <a:lnTo>
                    <a:pt x="8583905" y="95707"/>
                  </a:lnTo>
                  <a:lnTo>
                    <a:pt x="8582038" y="97574"/>
                  </a:lnTo>
                  <a:lnTo>
                    <a:pt x="8581580" y="98691"/>
                  </a:lnTo>
                  <a:lnTo>
                    <a:pt x="8581580" y="101320"/>
                  </a:lnTo>
                  <a:lnTo>
                    <a:pt x="8582038" y="102438"/>
                  </a:lnTo>
                  <a:lnTo>
                    <a:pt x="8583905" y="104305"/>
                  </a:lnTo>
                  <a:lnTo>
                    <a:pt x="8585022" y="104775"/>
                  </a:lnTo>
                  <a:lnTo>
                    <a:pt x="8587651" y="104775"/>
                  </a:lnTo>
                  <a:lnTo>
                    <a:pt x="8588781" y="104305"/>
                  </a:lnTo>
                  <a:lnTo>
                    <a:pt x="8590636" y="102438"/>
                  </a:lnTo>
                  <a:lnTo>
                    <a:pt x="8591105" y="101320"/>
                  </a:lnTo>
                  <a:lnTo>
                    <a:pt x="8591105" y="98691"/>
                  </a:lnTo>
                  <a:close/>
                </a:path>
                <a:path w="8591550" h="342900">
                  <a:moveTo>
                    <a:pt x="8591105" y="51066"/>
                  </a:moveTo>
                  <a:lnTo>
                    <a:pt x="8590636" y="49949"/>
                  </a:lnTo>
                  <a:lnTo>
                    <a:pt x="8588781" y="48082"/>
                  </a:lnTo>
                  <a:lnTo>
                    <a:pt x="8587651" y="47625"/>
                  </a:lnTo>
                  <a:lnTo>
                    <a:pt x="8585022" y="47625"/>
                  </a:lnTo>
                  <a:lnTo>
                    <a:pt x="8583905" y="48082"/>
                  </a:lnTo>
                  <a:lnTo>
                    <a:pt x="8582038" y="49949"/>
                  </a:lnTo>
                  <a:lnTo>
                    <a:pt x="8581580" y="51066"/>
                  </a:lnTo>
                  <a:lnTo>
                    <a:pt x="8581580" y="53695"/>
                  </a:lnTo>
                  <a:lnTo>
                    <a:pt x="8582038" y="54813"/>
                  </a:lnTo>
                  <a:lnTo>
                    <a:pt x="8583905" y="56680"/>
                  </a:lnTo>
                  <a:lnTo>
                    <a:pt x="8585022" y="57150"/>
                  </a:lnTo>
                  <a:lnTo>
                    <a:pt x="8587651" y="57150"/>
                  </a:lnTo>
                  <a:lnTo>
                    <a:pt x="8588781" y="56680"/>
                  </a:lnTo>
                  <a:lnTo>
                    <a:pt x="8590636" y="54813"/>
                  </a:lnTo>
                  <a:lnTo>
                    <a:pt x="8591105" y="53695"/>
                  </a:lnTo>
                  <a:lnTo>
                    <a:pt x="8591105" y="51066"/>
                  </a:lnTo>
                  <a:close/>
                </a:path>
                <a:path w="8591550" h="342900">
                  <a:moveTo>
                    <a:pt x="8591105" y="3441"/>
                  </a:moveTo>
                  <a:lnTo>
                    <a:pt x="8590636" y="2324"/>
                  </a:lnTo>
                  <a:lnTo>
                    <a:pt x="8588781" y="457"/>
                  </a:lnTo>
                  <a:lnTo>
                    <a:pt x="8587651" y="0"/>
                  </a:lnTo>
                  <a:lnTo>
                    <a:pt x="8585022" y="0"/>
                  </a:lnTo>
                  <a:lnTo>
                    <a:pt x="8583905" y="457"/>
                  </a:lnTo>
                  <a:lnTo>
                    <a:pt x="8582038" y="2324"/>
                  </a:lnTo>
                  <a:lnTo>
                    <a:pt x="8581580" y="3441"/>
                  </a:lnTo>
                  <a:lnTo>
                    <a:pt x="8581580" y="6070"/>
                  </a:lnTo>
                  <a:lnTo>
                    <a:pt x="8582038" y="7188"/>
                  </a:lnTo>
                  <a:lnTo>
                    <a:pt x="8583905" y="9055"/>
                  </a:lnTo>
                  <a:lnTo>
                    <a:pt x="8585022" y="9525"/>
                  </a:lnTo>
                  <a:lnTo>
                    <a:pt x="8587651" y="9525"/>
                  </a:lnTo>
                  <a:lnTo>
                    <a:pt x="8588781" y="9055"/>
                  </a:lnTo>
                  <a:lnTo>
                    <a:pt x="8590636" y="7188"/>
                  </a:lnTo>
                  <a:lnTo>
                    <a:pt x="8591105" y="6070"/>
                  </a:lnTo>
                  <a:lnTo>
                    <a:pt x="8591105" y="3441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429292" y="6183109"/>
              <a:ext cx="7979409" cy="43180"/>
            </a:xfrm>
            <a:custGeom>
              <a:avLst/>
              <a:gdLst/>
              <a:ahLst/>
              <a:cxnLst/>
              <a:rect l="l" t="t" r="r" b="b"/>
              <a:pathLst>
                <a:path w="7979409" h="43179">
                  <a:moveTo>
                    <a:pt x="112636" y="11925"/>
                  </a:moveTo>
                  <a:lnTo>
                    <a:pt x="0" y="11925"/>
                  </a:lnTo>
                  <a:lnTo>
                    <a:pt x="0" y="43065"/>
                  </a:lnTo>
                  <a:lnTo>
                    <a:pt x="112636" y="43065"/>
                  </a:lnTo>
                  <a:lnTo>
                    <a:pt x="112636" y="11925"/>
                  </a:lnTo>
                  <a:close/>
                </a:path>
                <a:path w="7979409" h="43179">
                  <a:moveTo>
                    <a:pt x="827773" y="22898"/>
                  </a:moveTo>
                  <a:lnTo>
                    <a:pt x="715137" y="22898"/>
                  </a:lnTo>
                  <a:lnTo>
                    <a:pt x="715137" y="43065"/>
                  </a:lnTo>
                  <a:lnTo>
                    <a:pt x="827773" y="43065"/>
                  </a:lnTo>
                  <a:lnTo>
                    <a:pt x="827773" y="22898"/>
                  </a:lnTo>
                  <a:close/>
                </a:path>
                <a:path w="7979409" h="43179">
                  <a:moveTo>
                    <a:pt x="1542897" y="25006"/>
                  </a:moveTo>
                  <a:lnTo>
                    <a:pt x="1430261" y="25006"/>
                  </a:lnTo>
                  <a:lnTo>
                    <a:pt x="1430261" y="43065"/>
                  </a:lnTo>
                  <a:lnTo>
                    <a:pt x="1542897" y="43065"/>
                  </a:lnTo>
                  <a:lnTo>
                    <a:pt x="1542897" y="25006"/>
                  </a:lnTo>
                  <a:close/>
                </a:path>
                <a:path w="7979409" h="43179">
                  <a:moveTo>
                    <a:pt x="2258034" y="10464"/>
                  </a:moveTo>
                  <a:lnTo>
                    <a:pt x="2145398" y="10464"/>
                  </a:lnTo>
                  <a:lnTo>
                    <a:pt x="2145398" y="43065"/>
                  </a:lnTo>
                  <a:lnTo>
                    <a:pt x="2258034" y="43065"/>
                  </a:lnTo>
                  <a:lnTo>
                    <a:pt x="2258034" y="10464"/>
                  </a:lnTo>
                  <a:close/>
                </a:path>
                <a:path w="7979409" h="43179">
                  <a:moveTo>
                    <a:pt x="2973159" y="22072"/>
                  </a:moveTo>
                  <a:lnTo>
                    <a:pt x="2860522" y="22072"/>
                  </a:lnTo>
                  <a:lnTo>
                    <a:pt x="2860522" y="43065"/>
                  </a:lnTo>
                  <a:lnTo>
                    <a:pt x="2973159" y="43065"/>
                  </a:lnTo>
                  <a:lnTo>
                    <a:pt x="2973159" y="22072"/>
                  </a:lnTo>
                  <a:close/>
                </a:path>
                <a:path w="7979409" h="43179">
                  <a:moveTo>
                    <a:pt x="3688296" y="0"/>
                  </a:moveTo>
                  <a:lnTo>
                    <a:pt x="3575659" y="0"/>
                  </a:lnTo>
                  <a:lnTo>
                    <a:pt x="3575659" y="43065"/>
                  </a:lnTo>
                  <a:lnTo>
                    <a:pt x="3688296" y="43065"/>
                  </a:lnTo>
                  <a:lnTo>
                    <a:pt x="3688296" y="0"/>
                  </a:lnTo>
                  <a:close/>
                </a:path>
                <a:path w="7979409" h="43179">
                  <a:moveTo>
                    <a:pt x="4403420" y="20447"/>
                  </a:moveTo>
                  <a:lnTo>
                    <a:pt x="4290784" y="20447"/>
                  </a:lnTo>
                  <a:lnTo>
                    <a:pt x="4290784" y="43065"/>
                  </a:lnTo>
                  <a:lnTo>
                    <a:pt x="4403420" y="43065"/>
                  </a:lnTo>
                  <a:lnTo>
                    <a:pt x="4403420" y="20447"/>
                  </a:lnTo>
                  <a:close/>
                </a:path>
                <a:path w="7979409" h="43179">
                  <a:moveTo>
                    <a:pt x="5118557" y="16243"/>
                  </a:moveTo>
                  <a:lnTo>
                    <a:pt x="5005921" y="16243"/>
                  </a:lnTo>
                  <a:lnTo>
                    <a:pt x="5005921" y="43065"/>
                  </a:lnTo>
                  <a:lnTo>
                    <a:pt x="5118557" y="43065"/>
                  </a:lnTo>
                  <a:lnTo>
                    <a:pt x="5118557" y="16243"/>
                  </a:lnTo>
                  <a:close/>
                </a:path>
                <a:path w="7979409" h="43179">
                  <a:moveTo>
                    <a:pt x="5833681" y="20459"/>
                  </a:moveTo>
                  <a:lnTo>
                    <a:pt x="5721045" y="20459"/>
                  </a:lnTo>
                  <a:lnTo>
                    <a:pt x="5721045" y="43065"/>
                  </a:lnTo>
                  <a:lnTo>
                    <a:pt x="5833681" y="43065"/>
                  </a:lnTo>
                  <a:lnTo>
                    <a:pt x="5833681" y="20459"/>
                  </a:lnTo>
                  <a:close/>
                </a:path>
                <a:path w="7979409" h="43179">
                  <a:moveTo>
                    <a:pt x="6548818" y="10274"/>
                  </a:moveTo>
                  <a:lnTo>
                    <a:pt x="6436182" y="10274"/>
                  </a:lnTo>
                  <a:lnTo>
                    <a:pt x="6436182" y="43065"/>
                  </a:lnTo>
                  <a:lnTo>
                    <a:pt x="6548818" y="43065"/>
                  </a:lnTo>
                  <a:lnTo>
                    <a:pt x="6548818" y="10274"/>
                  </a:lnTo>
                  <a:close/>
                </a:path>
                <a:path w="7979409" h="43179">
                  <a:moveTo>
                    <a:pt x="7263943" y="15265"/>
                  </a:moveTo>
                  <a:lnTo>
                    <a:pt x="7151306" y="15265"/>
                  </a:lnTo>
                  <a:lnTo>
                    <a:pt x="7151306" y="43065"/>
                  </a:lnTo>
                  <a:lnTo>
                    <a:pt x="7263943" y="43065"/>
                  </a:lnTo>
                  <a:lnTo>
                    <a:pt x="7263943" y="15265"/>
                  </a:lnTo>
                  <a:close/>
                </a:path>
                <a:path w="7979409" h="43179">
                  <a:moveTo>
                    <a:pt x="7979080" y="8483"/>
                  </a:moveTo>
                  <a:lnTo>
                    <a:pt x="7866443" y="8483"/>
                  </a:lnTo>
                  <a:lnTo>
                    <a:pt x="7866443" y="43065"/>
                  </a:lnTo>
                  <a:lnTo>
                    <a:pt x="7979080" y="43065"/>
                  </a:lnTo>
                  <a:lnTo>
                    <a:pt x="7979080" y="8483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541928" y="5678627"/>
              <a:ext cx="7979409" cy="548005"/>
            </a:xfrm>
            <a:custGeom>
              <a:avLst/>
              <a:gdLst/>
              <a:ahLst/>
              <a:cxnLst/>
              <a:rect l="l" t="t" r="r" b="b"/>
              <a:pathLst>
                <a:path w="7979409" h="548004">
                  <a:moveTo>
                    <a:pt x="112636" y="335356"/>
                  </a:moveTo>
                  <a:lnTo>
                    <a:pt x="0" y="335356"/>
                  </a:lnTo>
                  <a:lnTo>
                    <a:pt x="0" y="547547"/>
                  </a:lnTo>
                  <a:lnTo>
                    <a:pt x="112636" y="547547"/>
                  </a:lnTo>
                  <a:lnTo>
                    <a:pt x="112636" y="335356"/>
                  </a:lnTo>
                  <a:close/>
                </a:path>
                <a:path w="7979409" h="548004">
                  <a:moveTo>
                    <a:pt x="827760" y="327418"/>
                  </a:moveTo>
                  <a:lnTo>
                    <a:pt x="715137" y="327418"/>
                  </a:lnTo>
                  <a:lnTo>
                    <a:pt x="715137" y="547547"/>
                  </a:lnTo>
                  <a:lnTo>
                    <a:pt x="827760" y="547547"/>
                  </a:lnTo>
                  <a:lnTo>
                    <a:pt x="827760" y="327418"/>
                  </a:lnTo>
                  <a:close/>
                </a:path>
                <a:path w="7979409" h="548004">
                  <a:moveTo>
                    <a:pt x="1542897" y="291553"/>
                  </a:moveTo>
                  <a:lnTo>
                    <a:pt x="1430261" y="291553"/>
                  </a:lnTo>
                  <a:lnTo>
                    <a:pt x="1430261" y="547547"/>
                  </a:lnTo>
                  <a:lnTo>
                    <a:pt x="1542897" y="547547"/>
                  </a:lnTo>
                  <a:lnTo>
                    <a:pt x="1542897" y="291553"/>
                  </a:lnTo>
                  <a:close/>
                </a:path>
                <a:path w="7979409" h="548004">
                  <a:moveTo>
                    <a:pt x="2258022" y="155536"/>
                  </a:moveTo>
                  <a:lnTo>
                    <a:pt x="2145398" y="155536"/>
                  </a:lnTo>
                  <a:lnTo>
                    <a:pt x="2145398" y="547547"/>
                  </a:lnTo>
                  <a:lnTo>
                    <a:pt x="2258022" y="547547"/>
                  </a:lnTo>
                  <a:lnTo>
                    <a:pt x="2258022" y="155536"/>
                  </a:lnTo>
                  <a:close/>
                </a:path>
                <a:path w="7979409" h="548004">
                  <a:moveTo>
                    <a:pt x="2973159" y="316166"/>
                  </a:moveTo>
                  <a:lnTo>
                    <a:pt x="2860522" y="316166"/>
                  </a:lnTo>
                  <a:lnTo>
                    <a:pt x="2860522" y="547547"/>
                  </a:lnTo>
                  <a:lnTo>
                    <a:pt x="2973159" y="547547"/>
                  </a:lnTo>
                  <a:lnTo>
                    <a:pt x="2973159" y="316166"/>
                  </a:lnTo>
                  <a:close/>
                </a:path>
                <a:path w="7979409" h="548004">
                  <a:moveTo>
                    <a:pt x="3688283" y="247624"/>
                  </a:moveTo>
                  <a:lnTo>
                    <a:pt x="3575659" y="247624"/>
                  </a:lnTo>
                  <a:lnTo>
                    <a:pt x="3575659" y="547547"/>
                  </a:lnTo>
                  <a:lnTo>
                    <a:pt x="3688283" y="547547"/>
                  </a:lnTo>
                  <a:lnTo>
                    <a:pt x="3688283" y="247624"/>
                  </a:lnTo>
                  <a:close/>
                </a:path>
                <a:path w="7979409" h="548004">
                  <a:moveTo>
                    <a:pt x="4403420" y="130098"/>
                  </a:moveTo>
                  <a:lnTo>
                    <a:pt x="4290784" y="130098"/>
                  </a:lnTo>
                  <a:lnTo>
                    <a:pt x="4290784" y="547547"/>
                  </a:lnTo>
                  <a:lnTo>
                    <a:pt x="4403420" y="547547"/>
                  </a:lnTo>
                  <a:lnTo>
                    <a:pt x="4403420" y="130098"/>
                  </a:lnTo>
                  <a:close/>
                </a:path>
                <a:path w="7979409" h="548004">
                  <a:moveTo>
                    <a:pt x="5118544" y="294982"/>
                  </a:moveTo>
                  <a:lnTo>
                    <a:pt x="5005921" y="294982"/>
                  </a:lnTo>
                  <a:lnTo>
                    <a:pt x="5005921" y="547547"/>
                  </a:lnTo>
                  <a:lnTo>
                    <a:pt x="5118544" y="547547"/>
                  </a:lnTo>
                  <a:lnTo>
                    <a:pt x="5118544" y="294982"/>
                  </a:lnTo>
                  <a:close/>
                </a:path>
                <a:path w="7979409" h="548004">
                  <a:moveTo>
                    <a:pt x="5833681" y="358101"/>
                  </a:moveTo>
                  <a:lnTo>
                    <a:pt x="5721045" y="358101"/>
                  </a:lnTo>
                  <a:lnTo>
                    <a:pt x="5721045" y="547547"/>
                  </a:lnTo>
                  <a:lnTo>
                    <a:pt x="5833681" y="547547"/>
                  </a:lnTo>
                  <a:lnTo>
                    <a:pt x="5833681" y="358101"/>
                  </a:lnTo>
                  <a:close/>
                </a:path>
                <a:path w="7979409" h="548004">
                  <a:moveTo>
                    <a:pt x="6548806" y="86550"/>
                  </a:moveTo>
                  <a:lnTo>
                    <a:pt x="6436182" y="86550"/>
                  </a:lnTo>
                  <a:lnTo>
                    <a:pt x="6436182" y="547547"/>
                  </a:lnTo>
                  <a:lnTo>
                    <a:pt x="6548806" y="547547"/>
                  </a:lnTo>
                  <a:lnTo>
                    <a:pt x="6548806" y="86550"/>
                  </a:lnTo>
                  <a:close/>
                </a:path>
                <a:path w="7979409" h="548004">
                  <a:moveTo>
                    <a:pt x="7263943" y="328587"/>
                  </a:moveTo>
                  <a:lnTo>
                    <a:pt x="7151306" y="328587"/>
                  </a:lnTo>
                  <a:lnTo>
                    <a:pt x="7151306" y="547547"/>
                  </a:lnTo>
                  <a:lnTo>
                    <a:pt x="7263943" y="547547"/>
                  </a:lnTo>
                  <a:lnTo>
                    <a:pt x="7263943" y="328587"/>
                  </a:lnTo>
                  <a:close/>
                </a:path>
                <a:path w="7979409" h="548004">
                  <a:moveTo>
                    <a:pt x="7979080" y="0"/>
                  </a:moveTo>
                  <a:lnTo>
                    <a:pt x="7866443" y="0"/>
                  </a:lnTo>
                  <a:lnTo>
                    <a:pt x="7866443" y="547547"/>
                  </a:lnTo>
                  <a:lnTo>
                    <a:pt x="7979080" y="547547"/>
                  </a:lnTo>
                  <a:lnTo>
                    <a:pt x="7979080" y="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654564" y="4764455"/>
              <a:ext cx="7979409" cy="1461770"/>
            </a:xfrm>
            <a:custGeom>
              <a:avLst/>
              <a:gdLst/>
              <a:ahLst/>
              <a:cxnLst/>
              <a:rect l="l" t="t" r="r" b="b"/>
              <a:pathLst>
                <a:path w="7979409" h="1461770">
                  <a:moveTo>
                    <a:pt x="112636" y="821524"/>
                  </a:moveTo>
                  <a:lnTo>
                    <a:pt x="0" y="821524"/>
                  </a:lnTo>
                  <a:lnTo>
                    <a:pt x="0" y="1461719"/>
                  </a:lnTo>
                  <a:lnTo>
                    <a:pt x="112636" y="1461719"/>
                  </a:lnTo>
                  <a:lnTo>
                    <a:pt x="112636" y="821524"/>
                  </a:lnTo>
                  <a:close/>
                </a:path>
                <a:path w="7979409" h="1461770">
                  <a:moveTo>
                    <a:pt x="827760" y="751281"/>
                  </a:moveTo>
                  <a:lnTo>
                    <a:pt x="715124" y="751281"/>
                  </a:lnTo>
                  <a:lnTo>
                    <a:pt x="715124" y="1461719"/>
                  </a:lnTo>
                  <a:lnTo>
                    <a:pt x="827760" y="1461719"/>
                  </a:lnTo>
                  <a:lnTo>
                    <a:pt x="827760" y="751281"/>
                  </a:lnTo>
                  <a:close/>
                </a:path>
                <a:path w="7979409" h="1461770">
                  <a:moveTo>
                    <a:pt x="1542897" y="927658"/>
                  </a:moveTo>
                  <a:lnTo>
                    <a:pt x="1430261" y="927658"/>
                  </a:lnTo>
                  <a:lnTo>
                    <a:pt x="1430261" y="1461719"/>
                  </a:lnTo>
                  <a:lnTo>
                    <a:pt x="1542897" y="1461719"/>
                  </a:lnTo>
                  <a:lnTo>
                    <a:pt x="1542897" y="927658"/>
                  </a:lnTo>
                  <a:close/>
                </a:path>
                <a:path w="7979409" h="1461770">
                  <a:moveTo>
                    <a:pt x="2258022" y="996810"/>
                  </a:moveTo>
                  <a:lnTo>
                    <a:pt x="2145385" y="996810"/>
                  </a:lnTo>
                  <a:lnTo>
                    <a:pt x="2145385" y="1461719"/>
                  </a:lnTo>
                  <a:lnTo>
                    <a:pt x="2258022" y="1461719"/>
                  </a:lnTo>
                  <a:lnTo>
                    <a:pt x="2258022" y="996810"/>
                  </a:lnTo>
                  <a:close/>
                </a:path>
                <a:path w="7979409" h="1461770">
                  <a:moveTo>
                    <a:pt x="2973159" y="794740"/>
                  </a:moveTo>
                  <a:lnTo>
                    <a:pt x="2860522" y="794740"/>
                  </a:lnTo>
                  <a:lnTo>
                    <a:pt x="2860522" y="1461719"/>
                  </a:lnTo>
                  <a:lnTo>
                    <a:pt x="2973159" y="1461719"/>
                  </a:lnTo>
                  <a:lnTo>
                    <a:pt x="2973159" y="794740"/>
                  </a:lnTo>
                  <a:close/>
                </a:path>
                <a:path w="7979409" h="1461770">
                  <a:moveTo>
                    <a:pt x="3688283" y="370497"/>
                  </a:moveTo>
                  <a:lnTo>
                    <a:pt x="3575647" y="370497"/>
                  </a:lnTo>
                  <a:lnTo>
                    <a:pt x="3575647" y="1461719"/>
                  </a:lnTo>
                  <a:lnTo>
                    <a:pt x="3688283" y="1461719"/>
                  </a:lnTo>
                  <a:lnTo>
                    <a:pt x="3688283" y="370497"/>
                  </a:lnTo>
                  <a:close/>
                </a:path>
                <a:path w="7979409" h="1461770">
                  <a:moveTo>
                    <a:pt x="4403420" y="741616"/>
                  </a:moveTo>
                  <a:lnTo>
                    <a:pt x="4290784" y="741616"/>
                  </a:lnTo>
                  <a:lnTo>
                    <a:pt x="4290784" y="1461719"/>
                  </a:lnTo>
                  <a:lnTo>
                    <a:pt x="4403420" y="1461719"/>
                  </a:lnTo>
                  <a:lnTo>
                    <a:pt x="4403420" y="741616"/>
                  </a:lnTo>
                  <a:close/>
                </a:path>
                <a:path w="7979409" h="1461770">
                  <a:moveTo>
                    <a:pt x="5118544" y="964920"/>
                  </a:moveTo>
                  <a:lnTo>
                    <a:pt x="5005908" y="964920"/>
                  </a:lnTo>
                  <a:lnTo>
                    <a:pt x="5005908" y="1461719"/>
                  </a:lnTo>
                  <a:lnTo>
                    <a:pt x="5118544" y="1461719"/>
                  </a:lnTo>
                  <a:lnTo>
                    <a:pt x="5118544" y="964920"/>
                  </a:lnTo>
                  <a:close/>
                </a:path>
                <a:path w="7979409" h="1461770">
                  <a:moveTo>
                    <a:pt x="5833681" y="691311"/>
                  </a:moveTo>
                  <a:lnTo>
                    <a:pt x="5721045" y="691311"/>
                  </a:lnTo>
                  <a:lnTo>
                    <a:pt x="5721045" y="1461719"/>
                  </a:lnTo>
                  <a:lnTo>
                    <a:pt x="5833681" y="1461719"/>
                  </a:lnTo>
                  <a:lnTo>
                    <a:pt x="5833681" y="691311"/>
                  </a:lnTo>
                  <a:close/>
                </a:path>
                <a:path w="7979409" h="1461770">
                  <a:moveTo>
                    <a:pt x="6548806" y="0"/>
                  </a:moveTo>
                  <a:lnTo>
                    <a:pt x="6436169" y="0"/>
                  </a:lnTo>
                  <a:lnTo>
                    <a:pt x="6436169" y="1461719"/>
                  </a:lnTo>
                  <a:lnTo>
                    <a:pt x="6548806" y="1461719"/>
                  </a:lnTo>
                  <a:lnTo>
                    <a:pt x="6548806" y="0"/>
                  </a:lnTo>
                  <a:close/>
                </a:path>
                <a:path w="7979409" h="1461770">
                  <a:moveTo>
                    <a:pt x="7263943" y="1057592"/>
                  </a:moveTo>
                  <a:lnTo>
                    <a:pt x="7151306" y="1057592"/>
                  </a:lnTo>
                  <a:lnTo>
                    <a:pt x="7151306" y="1461719"/>
                  </a:lnTo>
                  <a:lnTo>
                    <a:pt x="7263943" y="1461719"/>
                  </a:lnTo>
                  <a:lnTo>
                    <a:pt x="7263943" y="1057592"/>
                  </a:lnTo>
                  <a:close/>
                </a:path>
                <a:path w="7979409" h="1461770">
                  <a:moveTo>
                    <a:pt x="7979067" y="54089"/>
                  </a:moveTo>
                  <a:lnTo>
                    <a:pt x="7866431" y="54089"/>
                  </a:lnTo>
                  <a:lnTo>
                    <a:pt x="7866431" y="1461719"/>
                  </a:lnTo>
                  <a:lnTo>
                    <a:pt x="7979067" y="1461719"/>
                  </a:lnTo>
                  <a:lnTo>
                    <a:pt x="7979067" y="54089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767201" y="6151727"/>
              <a:ext cx="7979409" cy="74930"/>
            </a:xfrm>
            <a:custGeom>
              <a:avLst/>
              <a:gdLst/>
              <a:ahLst/>
              <a:cxnLst/>
              <a:rect l="l" t="t" r="r" b="b"/>
              <a:pathLst>
                <a:path w="7979409" h="74929">
                  <a:moveTo>
                    <a:pt x="112623" y="47078"/>
                  </a:moveTo>
                  <a:lnTo>
                    <a:pt x="0" y="47078"/>
                  </a:lnTo>
                  <a:lnTo>
                    <a:pt x="0" y="74447"/>
                  </a:lnTo>
                  <a:lnTo>
                    <a:pt x="112623" y="74447"/>
                  </a:lnTo>
                  <a:lnTo>
                    <a:pt x="112623" y="47078"/>
                  </a:lnTo>
                  <a:close/>
                </a:path>
                <a:path w="7979409" h="74929">
                  <a:moveTo>
                    <a:pt x="827760" y="48425"/>
                  </a:moveTo>
                  <a:lnTo>
                    <a:pt x="715124" y="48425"/>
                  </a:lnTo>
                  <a:lnTo>
                    <a:pt x="715124" y="74447"/>
                  </a:lnTo>
                  <a:lnTo>
                    <a:pt x="827760" y="74447"/>
                  </a:lnTo>
                  <a:lnTo>
                    <a:pt x="827760" y="48425"/>
                  </a:lnTo>
                  <a:close/>
                </a:path>
                <a:path w="7979409" h="74929">
                  <a:moveTo>
                    <a:pt x="1542884" y="46291"/>
                  </a:moveTo>
                  <a:lnTo>
                    <a:pt x="1430261" y="46291"/>
                  </a:lnTo>
                  <a:lnTo>
                    <a:pt x="1430261" y="74447"/>
                  </a:lnTo>
                  <a:lnTo>
                    <a:pt x="1542884" y="74447"/>
                  </a:lnTo>
                  <a:lnTo>
                    <a:pt x="1542884" y="46291"/>
                  </a:lnTo>
                  <a:close/>
                </a:path>
                <a:path w="7979409" h="74929">
                  <a:moveTo>
                    <a:pt x="2258022" y="34734"/>
                  </a:moveTo>
                  <a:lnTo>
                    <a:pt x="2145385" y="34734"/>
                  </a:lnTo>
                  <a:lnTo>
                    <a:pt x="2145385" y="74447"/>
                  </a:lnTo>
                  <a:lnTo>
                    <a:pt x="2258022" y="74447"/>
                  </a:lnTo>
                  <a:lnTo>
                    <a:pt x="2258022" y="34734"/>
                  </a:lnTo>
                  <a:close/>
                </a:path>
                <a:path w="7979409" h="74929">
                  <a:moveTo>
                    <a:pt x="2973146" y="53251"/>
                  </a:moveTo>
                  <a:lnTo>
                    <a:pt x="2860522" y="53251"/>
                  </a:lnTo>
                  <a:lnTo>
                    <a:pt x="2860522" y="74447"/>
                  </a:lnTo>
                  <a:lnTo>
                    <a:pt x="2973146" y="74447"/>
                  </a:lnTo>
                  <a:lnTo>
                    <a:pt x="2973146" y="53251"/>
                  </a:lnTo>
                  <a:close/>
                </a:path>
                <a:path w="7979409" h="74929">
                  <a:moveTo>
                    <a:pt x="3688283" y="0"/>
                  </a:moveTo>
                  <a:lnTo>
                    <a:pt x="3575647" y="0"/>
                  </a:lnTo>
                  <a:lnTo>
                    <a:pt x="3575647" y="74447"/>
                  </a:lnTo>
                  <a:lnTo>
                    <a:pt x="3688283" y="74447"/>
                  </a:lnTo>
                  <a:lnTo>
                    <a:pt x="3688283" y="0"/>
                  </a:lnTo>
                  <a:close/>
                </a:path>
                <a:path w="7979409" h="74929">
                  <a:moveTo>
                    <a:pt x="4403407" y="43307"/>
                  </a:moveTo>
                  <a:lnTo>
                    <a:pt x="4290784" y="43307"/>
                  </a:lnTo>
                  <a:lnTo>
                    <a:pt x="4290784" y="74447"/>
                  </a:lnTo>
                  <a:lnTo>
                    <a:pt x="4403407" y="74447"/>
                  </a:lnTo>
                  <a:lnTo>
                    <a:pt x="4403407" y="43307"/>
                  </a:lnTo>
                  <a:close/>
                </a:path>
                <a:path w="7979409" h="74929">
                  <a:moveTo>
                    <a:pt x="5118544" y="40233"/>
                  </a:moveTo>
                  <a:lnTo>
                    <a:pt x="5005908" y="40233"/>
                  </a:lnTo>
                  <a:lnTo>
                    <a:pt x="5005908" y="74447"/>
                  </a:lnTo>
                  <a:lnTo>
                    <a:pt x="5118544" y="74447"/>
                  </a:lnTo>
                  <a:lnTo>
                    <a:pt x="5118544" y="40233"/>
                  </a:lnTo>
                  <a:close/>
                </a:path>
                <a:path w="7979409" h="74929">
                  <a:moveTo>
                    <a:pt x="5833669" y="47967"/>
                  </a:moveTo>
                  <a:lnTo>
                    <a:pt x="5721045" y="47967"/>
                  </a:lnTo>
                  <a:lnTo>
                    <a:pt x="5721045" y="74447"/>
                  </a:lnTo>
                  <a:lnTo>
                    <a:pt x="5833669" y="74447"/>
                  </a:lnTo>
                  <a:lnTo>
                    <a:pt x="5833669" y="47967"/>
                  </a:lnTo>
                  <a:close/>
                </a:path>
                <a:path w="7979409" h="74929">
                  <a:moveTo>
                    <a:pt x="6548806" y="28028"/>
                  </a:moveTo>
                  <a:lnTo>
                    <a:pt x="6436169" y="28028"/>
                  </a:lnTo>
                  <a:lnTo>
                    <a:pt x="6436169" y="74447"/>
                  </a:lnTo>
                  <a:lnTo>
                    <a:pt x="6548806" y="74447"/>
                  </a:lnTo>
                  <a:lnTo>
                    <a:pt x="6548806" y="28028"/>
                  </a:lnTo>
                  <a:close/>
                </a:path>
                <a:path w="7979409" h="74929">
                  <a:moveTo>
                    <a:pt x="7263943" y="43510"/>
                  </a:moveTo>
                  <a:lnTo>
                    <a:pt x="7151306" y="43510"/>
                  </a:lnTo>
                  <a:lnTo>
                    <a:pt x="7151306" y="74447"/>
                  </a:lnTo>
                  <a:lnTo>
                    <a:pt x="7263943" y="74447"/>
                  </a:lnTo>
                  <a:lnTo>
                    <a:pt x="7263943" y="43510"/>
                  </a:lnTo>
                  <a:close/>
                </a:path>
                <a:path w="7979409" h="74929">
                  <a:moveTo>
                    <a:pt x="7979067" y="24320"/>
                  </a:moveTo>
                  <a:lnTo>
                    <a:pt x="7866431" y="24320"/>
                  </a:lnTo>
                  <a:lnTo>
                    <a:pt x="7866431" y="74447"/>
                  </a:lnTo>
                  <a:lnTo>
                    <a:pt x="7979067" y="74447"/>
                  </a:lnTo>
                  <a:lnTo>
                    <a:pt x="7979067" y="24320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879824" y="5286743"/>
              <a:ext cx="7979409" cy="939800"/>
            </a:xfrm>
            <a:custGeom>
              <a:avLst/>
              <a:gdLst/>
              <a:ahLst/>
              <a:cxnLst/>
              <a:rect l="l" t="t" r="r" b="b"/>
              <a:pathLst>
                <a:path w="7979409" h="939800">
                  <a:moveTo>
                    <a:pt x="112636" y="279882"/>
                  </a:moveTo>
                  <a:lnTo>
                    <a:pt x="0" y="279882"/>
                  </a:lnTo>
                  <a:lnTo>
                    <a:pt x="0" y="939431"/>
                  </a:lnTo>
                  <a:lnTo>
                    <a:pt x="112636" y="939431"/>
                  </a:lnTo>
                  <a:lnTo>
                    <a:pt x="112636" y="279882"/>
                  </a:lnTo>
                  <a:close/>
                </a:path>
                <a:path w="7979409" h="939800">
                  <a:moveTo>
                    <a:pt x="827773" y="181787"/>
                  </a:moveTo>
                  <a:lnTo>
                    <a:pt x="715137" y="181787"/>
                  </a:lnTo>
                  <a:lnTo>
                    <a:pt x="715137" y="939431"/>
                  </a:lnTo>
                  <a:lnTo>
                    <a:pt x="827773" y="939431"/>
                  </a:lnTo>
                  <a:lnTo>
                    <a:pt x="827773" y="181787"/>
                  </a:lnTo>
                  <a:close/>
                </a:path>
                <a:path w="7979409" h="939800">
                  <a:moveTo>
                    <a:pt x="1542897" y="447890"/>
                  </a:moveTo>
                  <a:lnTo>
                    <a:pt x="1430261" y="447890"/>
                  </a:lnTo>
                  <a:lnTo>
                    <a:pt x="1430261" y="939431"/>
                  </a:lnTo>
                  <a:lnTo>
                    <a:pt x="1542897" y="939431"/>
                  </a:lnTo>
                  <a:lnTo>
                    <a:pt x="1542897" y="447890"/>
                  </a:lnTo>
                  <a:close/>
                </a:path>
                <a:path w="7979409" h="939800">
                  <a:moveTo>
                    <a:pt x="2258034" y="213372"/>
                  </a:moveTo>
                  <a:lnTo>
                    <a:pt x="2145398" y="213372"/>
                  </a:lnTo>
                  <a:lnTo>
                    <a:pt x="2145398" y="939431"/>
                  </a:lnTo>
                  <a:lnTo>
                    <a:pt x="2258034" y="939431"/>
                  </a:lnTo>
                  <a:lnTo>
                    <a:pt x="2258034" y="213372"/>
                  </a:lnTo>
                  <a:close/>
                </a:path>
                <a:path w="7979409" h="939800">
                  <a:moveTo>
                    <a:pt x="2973159" y="404025"/>
                  </a:moveTo>
                  <a:lnTo>
                    <a:pt x="2860522" y="404025"/>
                  </a:lnTo>
                  <a:lnTo>
                    <a:pt x="2860522" y="939431"/>
                  </a:lnTo>
                  <a:lnTo>
                    <a:pt x="2973159" y="939431"/>
                  </a:lnTo>
                  <a:lnTo>
                    <a:pt x="2973159" y="404025"/>
                  </a:lnTo>
                  <a:close/>
                </a:path>
                <a:path w="7979409" h="939800">
                  <a:moveTo>
                    <a:pt x="3688296" y="185762"/>
                  </a:moveTo>
                  <a:lnTo>
                    <a:pt x="3575659" y="185762"/>
                  </a:lnTo>
                  <a:lnTo>
                    <a:pt x="3575659" y="939431"/>
                  </a:lnTo>
                  <a:lnTo>
                    <a:pt x="3688296" y="939431"/>
                  </a:lnTo>
                  <a:lnTo>
                    <a:pt x="3688296" y="185762"/>
                  </a:lnTo>
                  <a:close/>
                </a:path>
                <a:path w="7979409" h="939800">
                  <a:moveTo>
                    <a:pt x="4403420" y="204952"/>
                  </a:moveTo>
                  <a:lnTo>
                    <a:pt x="4290784" y="204952"/>
                  </a:lnTo>
                  <a:lnTo>
                    <a:pt x="4290784" y="939431"/>
                  </a:lnTo>
                  <a:lnTo>
                    <a:pt x="4403420" y="939431"/>
                  </a:lnTo>
                  <a:lnTo>
                    <a:pt x="4403420" y="204952"/>
                  </a:lnTo>
                  <a:close/>
                </a:path>
                <a:path w="7979409" h="939800">
                  <a:moveTo>
                    <a:pt x="5118557" y="355993"/>
                  </a:moveTo>
                  <a:lnTo>
                    <a:pt x="5005921" y="355993"/>
                  </a:lnTo>
                  <a:lnTo>
                    <a:pt x="5005921" y="939431"/>
                  </a:lnTo>
                  <a:lnTo>
                    <a:pt x="5118557" y="939431"/>
                  </a:lnTo>
                  <a:lnTo>
                    <a:pt x="5118557" y="355993"/>
                  </a:lnTo>
                  <a:close/>
                </a:path>
                <a:path w="7979409" h="939800">
                  <a:moveTo>
                    <a:pt x="5833681" y="427621"/>
                  </a:moveTo>
                  <a:lnTo>
                    <a:pt x="5721045" y="427621"/>
                  </a:lnTo>
                  <a:lnTo>
                    <a:pt x="5721045" y="939431"/>
                  </a:lnTo>
                  <a:lnTo>
                    <a:pt x="5833681" y="939431"/>
                  </a:lnTo>
                  <a:lnTo>
                    <a:pt x="5833681" y="427621"/>
                  </a:lnTo>
                  <a:close/>
                </a:path>
                <a:path w="7979409" h="939800">
                  <a:moveTo>
                    <a:pt x="6548818" y="0"/>
                  </a:moveTo>
                  <a:lnTo>
                    <a:pt x="6436182" y="0"/>
                  </a:lnTo>
                  <a:lnTo>
                    <a:pt x="6436182" y="939431"/>
                  </a:lnTo>
                  <a:lnTo>
                    <a:pt x="6548818" y="939431"/>
                  </a:lnTo>
                  <a:lnTo>
                    <a:pt x="6548818" y="0"/>
                  </a:lnTo>
                  <a:close/>
                </a:path>
                <a:path w="7979409" h="939800">
                  <a:moveTo>
                    <a:pt x="7263943" y="341617"/>
                  </a:moveTo>
                  <a:lnTo>
                    <a:pt x="7151319" y="341617"/>
                  </a:lnTo>
                  <a:lnTo>
                    <a:pt x="7151319" y="939431"/>
                  </a:lnTo>
                  <a:lnTo>
                    <a:pt x="7263943" y="939431"/>
                  </a:lnTo>
                  <a:lnTo>
                    <a:pt x="7263943" y="341617"/>
                  </a:lnTo>
                  <a:close/>
                </a:path>
                <a:path w="7979409" h="939800">
                  <a:moveTo>
                    <a:pt x="7979080" y="127596"/>
                  </a:moveTo>
                  <a:lnTo>
                    <a:pt x="7866443" y="127596"/>
                  </a:lnTo>
                  <a:lnTo>
                    <a:pt x="7866443" y="939431"/>
                  </a:lnTo>
                  <a:lnTo>
                    <a:pt x="7979080" y="939431"/>
                  </a:lnTo>
                  <a:lnTo>
                    <a:pt x="7979080" y="127596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5809" y="4298187"/>
              <a:ext cx="95249" cy="95249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884" y="4298187"/>
              <a:ext cx="95249" cy="95249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5609" y="4298187"/>
              <a:ext cx="95249" cy="95249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7510412" y="6380713"/>
            <a:ext cx="276860" cy="4222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355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2014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00" spc="-25" dirty="0">
                <a:solidFill>
                  <a:srgbClr val="252423"/>
                </a:solidFill>
                <a:latin typeface="Trebuchet MS"/>
                <a:cs typeface="Trebuchet MS"/>
              </a:rPr>
              <a:t>Mês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606674" y="3933888"/>
            <a:ext cx="3870960" cy="49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Vendas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10" dirty="0">
                <a:solidFill>
                  <a:srgbClr val="252423"/>
                </a:solidFill>
                <a:latin typeface="Trebuchet MS"/>
                <a:cs typeface="Trebuchet MS"/>
              </a:rPr>
              <a:t>Ano,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52423"/>
                </a:solidFill>
                <a:latin typeface="Trebuchet MS"/>
                <a:cs typeface="Trebuchet MS"/>
              </a:rPr>
              <a:t>Mês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e </a:t>
            </a:r>
            <a:r>
              <a:rPr sz="1400" spc="-10" dirty="0">
                <a:solidFill>
                  <a:srgbClr val="252423"/>
                </a:solidFill>
                <a:latin typeface="Trebuchet MS"/>
                <a:cs typeface="Trebuchet MS"/>
              </a:rPr>
              <a:t>Segmento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  <a:tabLst>
                <a:tab pos="815975" algn="l"/>
                <a:tab pos="2172335" algn="l"/>
                <a:tab pos="3023870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Segmento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CHANNEL</a:t>
            </a:r>
            <a:r>
              <a:rPr sz="1000" spc="-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PARTNERS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ENTERPRISE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GOVERNMENT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72" name="object 7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25259" y="4298187"/>
            <a:ext cx="95249" cy="95249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6625034" y="4251356"/>
            <a:ext cx="7385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MIDMARKET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74" name="object 7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11084" y="4298187"/>
            <a:ext cx="95249" cy="95249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7511454" y="4251356"/>
            <a:ext cx="998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SMALL</a:t>
            </a:r>
            <a:r>
              <a:rPr sz="1000" spc="-4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BUSINESS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07847" y="863600"/>
            <a:ext cx="121132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  <a:tabLst>
                <a:tab pos="1949450" algn="l"/>
              </a:tabLst>
            </a:pPr>
            <a:r>
              <a:rPr sz="1200" spc="-100" dirty="0">
                <a:solidFill>
                  <a:srgbClr val="252423"/>
                </a:solidFill>
                <a:latin typeface="Trebuchet MS"/>
                <a:cs typeface="Trebuchet MS"/>
              </a:rPr>
              <a:t>Ano,</a:t>
            </a:r>
            <a:r>
              <a:rPr sz="1200" spc="-5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252423"/>
                </a:solidFill>
                <a:latin typeface="Trebuchet MS"/>
                <a:cs typeface="Trebuchet MS"/>
              </a:rPr>
              <a:t>Mês</a:t>
            </a:r>
            <a:r>
              <a:rPr sz="1200" dirty="0">
                <a:solidFill>
                  <a:srgbClr val="252423"/>
                </a:solidFill>
                <a:latin typeface="Trebuchet MS"/>
                <a:cs typeface="Trebuchet MS"/>
              </a:rPr>
              <a:t>	</a:t>
            </a:r>
            <a:r>
              <a:rPr sz="1350" spc="390" baseline="3086" dirty="0">
                <a:solidFill>
                  <a:srgbClr val="605D5C"/>
                </a:solidFill>
                <a:latin typeface="Lucida Sans Unicode"/>
                <a:cs typeface="Lucida Sans Unicode"/>
              </a:rPr>
              <a:t>V</a:t>
            </a:r>
            <a:endParaRPr sz="1350" baseline="3086">
              <a:latin typeface="Lucida Sans Unicode"/>
              <a:cs typeface="Lucida Sans Unicode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19100" y="1017905"/>
            <a:ext cx="1415415" cy="361632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35"/>
              </a:spcBef>
            </a:pPr>
            <a:r>
              <a:rPr sz="1800" baseline="-4629" dirty="0">
                <a:solidFill>
                  <a:srgbClr val="787774"/>
                </a:solidFill>
                <a:latin typeface="Lucida Sans Unicode"/>
                <a:cs typeface="Lucida Sans Unicode"/>
              </a:rPr>
              <a:t></a:t>
            </a:r>
            <a:r>
              <a:rPr sz="1800" spc="322" baseline="-4629" dirty="0">
                <a:solidFill>
                  <a:srgbClr val="787774"/>
                </a:solidFill>
                <a:latin typeface="Lucida Sans Unicode"/>
                <a:cs typeface="Lucida Sans Unicode"/>
              </a:rPr>
              <a:t> </a:t>
            </a:r>
            <a:r>
              <a:rPr sz="1800" baseline="-6944" dirty="0">
                <a:solidFill>
                  <a:srgbClr val="787774"/>
                </a:solidFill>
                <a:latin typeface="Lucida Sans Unicode"/>
                <a:cs typeface="Lucida Sans Unicode"/>
              </a:rPr>
              <a:t></a:t>
            </a:r>
            <a:r>
              <a:rPr sz="1800" spc="322" baseline="-6944" dirty="0">
                <a:solidFill>
                  <a:srgbClr val="787774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252423"/>
                </a:solidFill>
                <a:latin typeface="Segoe UI"/>
                <a:cs typeface="Segoe UI"/>
              </a:rPr>
              <a:t>2013</a:t>
            </a:r>
            <a:endParaRPr sz="1200">
              <a:latin typeface="Segoe UI"/>
              <a:cs typeface="Segoe UI"/>
            </a:endParaRPr>
          </a:p>
          <a:p>
            <a:pPr marL="683895" indent="-227329">
              <a:lnSpc>
                <a:spcPct val="100000"/>
              </a:lnSpc>
              <a:spcBef>
                <a:spcPts val="735"/>
              </a:spcBef>
              <a:buClr>
                <a:srgbClr val="787774"/>
              </a:buClr>
              <a:buFont typeface="Lucida Sans Unicode"/>
              <a:buChar char="☐"/>
              <a:tabLst>
                <a:tab pos="683895" algn="l"/>
              </a:tabLst>
            </a:pPr>
            <a:r>
              <a:rPr sz="1200" spc="-10" dirty="0">
                <a:solidFill>
                  <a:srgbClr val="252423"/>
                </a:solidFill>
                <a:latin typeface="Segoe UI"/>
                <a:cs typeface="Segoe UI"/>
              </a:rPr>
              <a:t>janeiro</a:t>
            </a:r>
            <a:endParaRPr sz="1200">
              <a:latin typeface="Segoe UI"/>
              <a:cs typeface="Segoe UI"/>
            </a:endParaRPr>
          </a:p>
          <a:p>
            <a:pPr marL="683895" indent="-227329">
              <a:lnSpc>
                <a:spcPct val="100000"/>
              </a:lnSpc>
              <a:spcBef>
                <a:spcPts val="735"/>
              </a:spcBef>
              <a:buClr>
                <a:srgbClr val="787774"/>
              </a:buClr>
              <a:buFont typeface="Lucida Sans Unicode"/>
              <a:buChar char="☐"/>
              <a:tabLst>
                <a:tab pos="683895" algn="l"/>
              </a:tabLst>
            </a:pPr>
            <a:r>
              <a:rPr sz="1200" spc="-10" dirty="0">
                <a:solidFill>
                  <a:srgbClr val="252423"/>
                </a:solidFill>
                <a:latin typeface="Segoe UI"/>
                <a:cs typeface="Segoe UI"/>
              </a:rPr>
              <a:t>fevereiro</a:t>
            </a:r>
            <a:endParaRPr sz="1200">
              <a:latin typeface="Segoe UI"/>
              <a:cs typeface="Segoe UI"/>
            </a:endParaRPr>
          </a:p>
          <a:p>
            <a:pPr marL="683895" indent="-227329">
              <a:lnSpc>
                <a:spcPct val="100000"/>
              </a:lnSpc>
              <a:spcBef>
                <a:spcPts val="735"/>
              </a:spcBef>
              <a:buClr>
                <a:srgbClr val="787774"/>
              </a:buClr>
              <a:buFont typeface="Lucida Sans Unicode"/>
              <a:buChar char="☐"/>
              <a:tabLst>
                <a:tab pos="683895" algn="l"/>
              </a:tabLst>
            </a:pPr>
            <a:r>
              <a:rPr sz="1200" spc="-10" dirty="0">
                <a:solidFill>
                  <a:srgbClr val="252423"/>
                </a:solidFill>
                <a:latin typeface="Segoe UI"/>
                <a:cs typeface="Segoe UI"/>
              </a:rPr>
              <a:t>março</a:t>
            </a:r>
            <a:endParaRPr sz="1200">
              <a:latin typeface="Segoe UI"/>
              <a:cs typeface="Segoe UI"/>
            </a:endParaRPr>
          </a:p>
          <a:p>
            <a:pPr marL="683895" indent="-227329">
              <a:lnSpc>
                <a:spcPct val="100000"/>
              </a:lnSpc>
              <a:spcBef>
                <a:spcPts val="735"/>
              </a:spcBef>
              <a:buClr>
                <a:srgbClr val="787774"/>
              </a:buClr>
              <a:buFont typeface="Lucida Sans Unicode"/>
              <a:buChar char="☐"/>
              <a:tabLst>
                <a:tab pos="683895" algn="l"/>
              </a:tabLst>
            </a:pPr>
            <a:r>
              <a:rPr sz="1200" spc="-10" dirty="0">
                <a:solidFill>
                  <a:srgbClr val="252423"/>
                </a:solidFill>
                <a:latin typeface="Segoe UI"/>
                <a:cs typeface="Segoe UI"/>
              </a:rPr>
              <a:t>abril</a:t>
            </a:r>
            <a:endParaRPr sz="1200">
              <a:latin typeface="Segoe UI"/>
              <a:cs typeface="Segoe UI"/>
            </a:endParaRPr>
          </a:p>
          <a:p>
            <a:pPr marL="683895" indent="-227329">
              <a:lnSpc>
                <a:spcPct val="100000"/>
              </a:lnSpc>
              <a:spcBef>
                <a:spcPts val="735"/>
              </a:spcBef>
              <a:buClr>
                <a:srgbClr val="787774"/>
              </a:buClr>
              <a:buFont typeface="Lucida Sans Unicode"/>
              <a:buChar char="☐"/>
              <a:tabLst>
                <a:tab pos="683895" algn="l"/>
              </a:tabLst>
            </a:pPr>
            <a:r>
              <a:rPr sz="1200" spc="-20" dirty="0">
                <a:solidFill>
                  <a:srgbClr val="252423"/>
                </a:solidFill>
                <a:latin typeface="Segoe UI"/>
                <a:cs typeface="Segoe UI"/>
              </a:rPr>
              <a:t>maio</a:t>
            </a:r>
            <a:endParaRPr sz="1200">
              <a:latin typeface="Segoe UI"/>
              <a:cs typeface="Segoe UI"/>
            </a:endParaRPr>
          </a:p>
          <a:p>
            <a:pPr marL="683895" indent="-227329">
              <a:lnSpc>
                <a:spcPct val="100000"/>
              </a:lnSpc>
              <a:spcBef>
                <a:spcPts val="735"/>
              </a:spcBef>
              <a:buClr>
                <a:srgbClr val="787774"/>
              </a:buClr>
              <a:buFont typeface="Lucida Sans Unicode"/>
              <a:buChar char="☐"/>
              <a:tabLst>
                <a:tab pos="683895" algn="l"/>
              </a:tabLst>
            </a:pPr>
            <a:r>
              <a:rPr sz="1200" spc="-10" dirty="0">
                <a:solidFill>
                  <a:srgbClr val="252423"/>
                </a:solidFill>
                <a:latin typeface="Segoe UI"/>
                <a:cs typeface="Segoe UI"/>
              </a:rPr>
              <a:t>junho</a:t>
            </a:r>
            <a:endParaRPr sz="1200">
              <a:latin typeface="Segoe UI"/>
              <a:cs typeface="Segoe UI"/>
            </a:endParaRPr>
          </a:p>
          <a:p>
            <a:pPr marL="683895" indent="-227329">
              <a:lnSpc>
                <a:spcPct val="100000"/>
              </a:lnSpc>
              <a:spcBef>
                <a:spcPts val="735"/>
              </a:spcBef>
              <a:buClr>
                <a:srgbClr val="787774"/>
              </a:buClr>
              <a:buFont typeface="Lucida Sans Unicode"/>
              <a:buChar char="☐"/>
              <a:tabLst>
                <a:tab pos="683895" algn="l"/>
              </a:tabLst>
            </a:pPr>
            <a:r>
              <a:rPr sz="1200" spc="-10" dirty="0">
                <a:solidFill>
                  <a:srgbClr val="252423"/>
                </a:solidFill>
                <a:latin typeface="Segoe UI"/>
                <a:cs typeface="Segoe UI"/>
              </a:rPr>
              <a:t>julho</a:t>
            </a:r>
            <a:endParaRPr sz="1200">
              <a:latin typeface="Segoe UI"/>
              <a:cs typeface="Segoe UI"/>
            </a:endParaRPr>
          </a:p>
          <a:p>
            <a:pPr marL="683895" indent="-227329">
              <a:lnSpc>
                <a:spcPct val="100000"/>
              </a:lnSpc>
              <a:spcBef>
                <a:spcPts val="735"/>
              </a:spcBef>
              <a:buClr>
                <a:srgbClr val="787774"/>
              </a:buClr>
              <a:buFont typeface="Lucida Sans Unicode"/>
              <a:buChar char="☐"/>
              <a:tabLst>
                <a:tab pos="683895" algn="l"/>
              </a:tabLst>
            </a:pPr>
            <a:r>
              <a:rPr sz="1200" spc="-10" dirty="0">
                <a:solidFill>
                  <a:srgbClr val="252423"/>
                </a:solidFill>
                <a:latin typeface="Segoe UI"/>
                <a:cs typeface="Segoe UI"/>
              </a:rPr>
              <a:t>agosto</a:t>
            </a:r>
            <a:endParaRPr sz="1200">
              <a:latin typeface="Segoe UI"/>
              <a:cs typeface="Segoe UI"/>
            </a:endParaRPr>
          </a:p>
          <a:p>
            <a:pPr marL="683895" indent="-227329">
              <a:lnSpc>
                <a:spcPct val="100000"/>
              </a:lnSpc>
              <a:spcBef>
                <a:spcPts val="735"/>
              </a:spcBef>
              <a:buClr>
                <a:srgbClr val="787774"/>
              </a:buClr>
              <a:buFont typeface="Lucida Sans Unicode"/>
              <a:buChar char="☐"/>
              <a:tabLst>
                <a:tab pos="683895" algn="l"/>
              </a:tabLst>
            </a:pPr>
            <a:r>
              <a:rPr sz="1200" spc="-10" dirty="0">
                <a:solidFill>
                  <a:srgbClr val="252423"/>
                </a:solidFill>
                <a:latin typeface="Segoe UI"/>
                <a:cs typeface="Segoe UI"/>
              </a:rPr>
              <a:t>setembro</a:t>
            </a:r>
            <a:endParaRPr sz="1200">
              <a:latin typeface="Segoe UI"/>
              <a:cs typeface="Segoe UI"/>
            </a:endParaRPr>
          </a:p>
          <a:p>
            <a:pPr marL="683895" indent="-227329">
              <a:lnSpc>
                <a:spcPct val="100000"/>
              </a:lnSpc>
              <a:spcBef>
                <a:spcPts val="735"/>
              </a:spcBef>
              <a:buClr>
                <a:srgbClr val="787774"/>
              </a:buClr>
              <a:buFont typeface="Lucida Sans Unicode"/>
              <a:buChar char="☐"/>
              <a:tabLst>
                <a:tab pos="683895" algn="l"/>
              </a:tabLst>
            </a:pPr>
            <a:r>
              <a:rPr sz="1200" spc="-10" dirty="0">
                <a:solidFill>
                  <a:srgbClr val="252423"/>
                </a:solidFill>
                <a:latin typeface="Segoe UI"/>
                <a:cs typeface="Segoe UI"/>
              </a:rPr>
              <a:t>outubro</a:t>
            </a:r>
            <a:endParaRPr sz="1200">
              <a:latin typeface="Segoe UI"/>
              <a:cs typeface="Segoe UI"/>
            </a:endParaRPr>
          </a:p>
          <a:p>
            <a:pPr marL="683895" indent="-227329">
              <a:lnSpc>
                <a:spcPct val="100000"/>
              </a:lnSpc>
              <a:spcBef>
                <a:spcPts val="735"/>
              </a:spcBef>
              <a:buClr>
                <a:srgbClr val="787774"/>
              </a:buClr>
              <a:buFont typeface="Lucida Sans Unicode"/>
              <a:buChar char="☐"/>
              <a:tabLst>
                <a:tab pos="683895" algn="l"/>
              </a:tabLst>
            </a:pPr>
            <a:r>
              <a:rPr sz="1200" spc="-10" dirty="0">
                <a:solidFill>
                  <a:srgbClr val="252423"/>
                </a:solidFill>
                <a:latin typeface="Segoe UI"/>
                <a:cs typeface="Segoe UI"/>
              </a:rPr>
              <a:t>novembro</a:t>
            </a:r>
            <a:endParaRPr sz="1200">
              <a:latin typeface="Segoe UI"/>
              <a:cs typeface="Segoe UI"/>
            </a:endParaRPr>
          </a:p>
          <a:p>
            <a:pPr marL="683895" indent="-227329">
              <a:lnSpc>
                <a:spcPct val="100000"/>
              </a:lnSpc>
              <a:spcBef>
                <a:spcPts val="735"/>
              </a:spcBef>
              <a:buClr>
                <a:srgbClr val="787774"/>
              </a:buClr>
              <a:buFont typeface="Lucida Sans Unicode"/>
              <a:buChar char="☐"/>
              <a:tabLst>
                <a:tab pos="683895" algn="l"/>
              </a:tabLst>
            </a:pPr>
            <a:r>
              <a:rPr sz="1200" spc="-10" dirty="0">
                <a:solidFill>
                  <a:srgbClr val="252423"/>
                </a:solidFill>
                <a:latin typeface="Segoe UI"/>
                <a:cs typeface="Segoe UI"/>
              </a:rPr>
              <a:t>dezembro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19100" y="4702175"/>
            <a:ext cx="875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607" baseline="-4629" dirty="0">
                <a:solidFill>
                  <a:srgbClr val="787774"/>
                </a:solidFill>
                <a:latin typeface="Lucida Sans Unicode"/>
                <a:cs typeface="Lucida Sans Unicode"/>
              </a:rPr>
              <a:t>V</a:t>
            </a:r>
            <a:r>
              <a:rPr sz="1800" spc="322" baseline="-4629" dirty="0">
                <a:solidFill>
                  <a:srgbClr val="787774"/>
                </a:solidFill>
                <a:latin typeface="Lucida Sans Unicode"/>
                <a:cs typeface="Lucida Sans Unicode"/>
              </a:rPr>
              <a:t> </a:t>
            </a:r>
            <a:r>
              <a:rPr sz="1800" spc="367" baseline="-6944" dirty="0">
                <a:solidFill>
                  <a:srgbClr val="202020"/>
                </a:solidFill>
                <a:latin typeface="Lucida Sans Unicode"/>
                <a:cs typeface="Lucida Sans Unicode"/>
              </a:rPr>
              <a:t>■</a:t>
            </a:r>
            <a:r>
              <a:rPr sz="1800" spc="330" baseline="-6944" dirty="0">
                <a:solidFill>
                  <a:srgbClr val="202020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252423"/>
                </a:solidFill>
                <a:latin typeface="Segoe UI"/>
                <a:cs typeface="Segoe UI"/>
              </a:rPr>
              <a:t>2014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307847" y="374650"/>
            <a:ext cx="12113260" cy="709930"/>
            <a:chOff x="307847" y="374650"/>
            <a:chExt cx="12113260" cy="709930"/>
          </a:xfrm>
        </p:grpSpPr>
        <p:sp>
          <p:nvSpPr>
            <p:cNvPr id="80" name="object 80"/>
            <p:cNvSpPr/>
            <p:nvPr/>
          </p:nvSpPr>
          <p:spPr>
            <a:xfrm>
              <a:off x="307835" y="374649"/>
              <a:ext cx="12113260" cy="709930"/>
            </a:xfrm>
            <a:custGeom>
              <a:avLst/>
              <a:gdLst/>
              <a:ahLst/>
              <a:cxnLst/>
              <a:rect l="l" t="t" r="r" b="b"/>
              <a:pathLst>
                <a:path w="12113260" h="709930">
                  <a:moveTo>
                    <a:pt x="12112752" y="0"/>
                  </a:moveTo>
                  <a:lnTo>
                    <a:pt x="11960352" y="0"/>
                  </a:lnTo>
                  <a:lnTo>
                    <a:pt x="11960352" y="101600"/>
                  </a:lnTo>
                  <a:lnTo>
                    <a:pt x="11960352" y="472440"/>
                  </a:lnTo>
                  <a:lnTo>
                    <a:pt x="92202" y="472440"/>
                  </a:lnTo>
                  <a:lnTo>
                    <a:pt x="92202" y="101600"/>
                  </a:lnTo>
                  <a:lnTo>
                    <a:pt x="11960352" y="101600"/>
                  </a:lnTo>
                  <a:lnTo>
                    <a:pt x="11960352" y="0"/>
                  </a:lnTo>
                  <a:lnTo>
                    <a:pt x="0" y="0"/>
                  </a:lnTo>
                  <a:lnTo>
                    <a:pt x="0" y="101600"/>
                  </a:lnTo>
                  <a:lnTo>
                    <a:pt x="0" y="472440"/>
                  </a:lnTo>
                  <a:lnTo>
                    <a:pt x="0" y="709930"/>
                  </a:lnTo>
                  <a:lnTo>
                    <a:pt x="12112752" y="709930"/>
                  </a:lnTo>
                  <a:lnTo>
                    <a:pt x="12112752" y="473075"/>
                  </a:lnTo>
                  <a:lnTo>
                    <a:pt x="12112752" y="472440"/>
                  </a:lnTo>
                  <a:lnTo>
                    <a:pt x="12112752" y="101600"/>
                  </a:lnTo>
                  <a:lnTo>
                    <a:pt x="12112752" y="0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00049" y="466724"/>
              <a:ext cx="11868150" cy="390525"/>
            </a:xfrm>
            <a:custGeom>
              <a:avLst/>
              <a:gdLst/>
              <a:ahLst/>
              <a:cxnLst/>
              <a:rect l="l" t="t" r="r" b="b"/>
              <a:pathLst>
                <a:path w="11868150" h="390525">
                  <a:moveTo>
                    <a:pt x="11868149" y="390524"/>
                  </a:moveTo>
                  <a:lnTo>
                    <a:pt x="0" y="390524"/>
                  </a:lnTo>
                  <a:lnTo>
                    <a:pt x="0" y="0"/>
                  </a:lnTo>
                  <a:lnTo>
                    <a:pt x="11868149" y="0"/>
                  </a:lnTo>
                  <a:lnTo>
                    <a:pt x="11868149" y="390524"/>
                  </a:lnTo>
                  <a:close/>
                </a:path>
              </a:pathLst>
            </a:custGeom>
            <a:solidFill>
              <a:srgbClr val="C39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2144374" y="514349"/>
              <a:ext cx="76200" cy="285750"/>
            </a:xfrm>
            <a:custGeom>
              <a:avLst/>
              <a:gdLst/>
              <a:ahLst/>
              <a:cxnLst/>
              <a:rect l="l" t="t" r="r" b="b"/>
              <a:pathLst>
                <a:path w="76200" h="285750">
                  <a:moveTo>
                    <a:pt x="761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285749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858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Relatório</a:t>
            </a:r>
            <a:r>
              <a:rPr spc="-50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20" dirty="0"/>
              <a:t>Vendas</a:t>
            </a:r>
            <a:r>
              <a:rPr spc="-50" dirty="0"/>
              <a:t> </a:t>
            </a:r>
            <a:r>
              <a:rPr spc="-10" dirty="0"/>
              <a:t>Considerando</a:t>
            </a:r>
            <a:r>
              <a:rPr spc="-50" dirty="0"/>
              <a:t> </a:t>
            </a:r>
            <a:r>
              <a:rPr dirty="0"/>
              <a:t>Produtos</a:t>
            </a:r>
            <a:r>
              <a:rPr spc="-5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-10" dirty="0"/>
              <a:t>Segmento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600" y="228600"/>
            <a:ext cx="12192000" cy="323850"/>
            <a:chOff x="228600" y="228600"/>
            <a:chExt cx="12192000" cy="323850"/>
          </a:xfrm>
        </p:grpSpPr>
        <p:sp>
          <p:nvSpPr>
            <p:cNvPr id="3" name="object 3"/>
            <p:cNvSpPr/>
            <p:nvPr/>
          </p:nvSpPr>
          <p:spPr>
            <a:xfrm>
              <a:off x="228600" y="228600"/>
              <a:ext cx="12192000" cy="323850"/>
            </a:xfrm>
            <a:custGeom>
              <a:avLst/>
              <a:gdLst/>
              <a:ahLst/>
              <a:cxnLst/>
              <a:rect l="l" t="t" r="r" b="b"/>
              <a:pathLst>
                <a:path w="12192000" h="323850">
                  <a:moveTo>
                    <a:pt x="1219199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3849"/>
                  </a:lnTo>
                  <a:close/>
                </a:path>
              </a:pathLst>
            </a:custGeom>
            <a:solidFill>
              <a:srgbClr val="3B3A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00" y="548640"/>
              <a:ext cx="12192000" cy="3810"/>
            </a:xfrm>
            <a:custGeom>
              <a:avLst/>
              <a:gdLst/>
              <a:ahLst/>
              <a:cxnLst/>
              <a:rect l="l" t="t" r="r" b="b"/>
              <a:pathLst>
                <a:path w="12192000" h="3809">
                  <a:moveTo>
                    <a:pt x="0" y="3809"/>
                  </a:moveTo>
                  <a:lnTo>
                    <a:pt x="12191999" y="380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00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28600" y="552449"/>
            <a:ext cx="12192000" cy="1273810"/>
            <a:chOff x="228600" y="552449"/>
            <a:chExt cx="12192000" cy="1273810"/>
          </a:xfrm>
        </p:grpSpPr>
        <p:sp>
          <p:nvSpPr>
            <p:cNvPr id="6" name="object 6"/>
            <p:cNvSpPr/>
            <p:nvPr/>
          </p:nvSpPr>
          <p:spPr>
            <a:xfrm>
              <a:off x="228600" y="1762124"/>
              <a:ext cx="12192000" cy="8255"/>
            </a:xfrm>
            <a:custGeom>
              <a:avLst/>
              <a:gdLst/>
              <a:ahLst/>
              <a:cxnLst/>
              <a:rect l="l" t="t" r="r" b="b"/>
              <a:pathLst>
                <a:path w="12192000" h="8255">
                  <a:moveTo>
                    <a:pt x="0" y="8255"/>
                  </a:moveTo>
                  <a:lnTo>
                    <a:pt x="12191999" y="8255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8255"/>
                  </a:lnTo>
                  <a:close/>
                </a:path>
              </a:pathLst>
            </a:custGeom>
            <a:solidFill>
              <a:srgbClr val="00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" y="1762124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5">
                  <a:moveTo>
                    <a:pt x="0" y="64135"/>
                  </a:moveTo>
                  <a:lnTo>
                    <a:pt x="12191999" y="64135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4135"/>
                  </a:lnTo>
                  <a:close/>
                </a:path>
              </a:pathLst>
            </a:custGeom>
            <a:solidFill>
              <a:srgbClr val="000000">
                <a:alpha val="129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600" y="552449"/>
              <a:ext cx="12192000" cy="1209675"/>
            </a:xfrm>
            <a:custGeom>
              <a:avLst/>
              <a:gdLst/>
              <a:ahLst/>
              <a:cxnLst/>
              <a:rect l="l" t="t" r="r" b="b"/>
              <a:pathLst>
                <a:path w="12192000" h="1209675">
                  <a:moveTo>
                    <a:pt x="12191999" y="1209674"/>
                  </a:moveTo>
                  <a:lnTo>
                    <a:pt x="0" y="120967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209674"/>
                  </a:lnTo>
                  <a:close/>
                </a:path>
              </a:pathLst>
            </a:custGeom>
            <a:solidFill>
              <a:srgbClr val="F2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8600" y="228600"/>
            <a:ext cx="12192000" cy="6858000"/>
            <a:chOff x="228600" y="228600"/>
            <a:chExt cx="12192000" cy="6858000"/>
          </a:xfrm>
        </p:grpSpPr>
        <p:sp>
          <p:nvSpPr>
            <p:cNvPr id="11" name="object 11"/>
            <p:cNvSpPr/>
            <p:nvPr/>
          </p:nvSpPr>
          <p:spPr>
            <a:xfrm>
              <a:off x="228600" y="22860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685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6811" y="374649"/>
              <a:ext cx="11741150" cy="709930"/>
            </a:xfrm>
            <a:custGeom>
              <a:avLst/>
              <a:gdLst/>
              <a:ahLst/>
              <a:cxnLst/>
              <a:rect l="l" t="t" r="r" b="b"/>
              <a:pathLst>
                <a:path w="11741150" h="709930">
                  <a:moveTo>
                    <a:pt x="11740896" y="0"/>
                  </a:moveTo>
                  <a:lnTo>
                    <a:pt x="11514201" y="0"/>
                  </a:lnTo>
                  <a:lnTo>
                    <a:pt x="11514201" y="101600"/>
                  </a:lnTo>
                  <a:lnTo>
                    <a:pt x="11514201" y="472440"/>
                  </a:lnTo>
                  <a:lnTo>
                    <a:pt x="93726" y="472440"/>
                  </a:lnTo>
                  <a:lnTo>
                    <a:pt x="93726" y="101600"/>
                  </a:lnTo>
                  <a:lnTo>
                    <a:pt x="11514201" y="101600"/>
                  </a:lnTo>
                  <a:lnTo>
                    <a:pt x="11514201" y="0"/>
                  </a:lnTo>
                  <a:lnTo>
                    <a:pt x="0" y="0"/>
                  </a:lnTo>
                  <a:lnTo>
                    <a:pt x="0" y="101600"/>
                  </a:lnTo>
                  <a:lnTo>
                    <a:pt x="0" y="472440"/>
                  </a:lnTo>
                  <a:lnTo>
                    <a:pt x="0" y="709930"/>
                  </a:lnTo>
                  <a:lnTo>
                    <a:pt x="11740896" y="709930"/>
                  </a:lnTo>
                  <a:lnTo>
                    <a:pt x="11740896" y="473075"/>
                  </a:lnTo>
                  <a:lnTo>
                    <a:pt x="11740896" y="472440"/>
                  </a:lnTo>
                  <a:lnTo>
                    <a:pt x="11740896" y="101600"/>
                  </a:lnTo>
                  <a:lnTo>
                    <a:pt x="11740896" y="0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0549" y="466725"/>
              <a:ext cx="11420475" cy="390525"/>
            </a:xfrm>
            <a:custGeom>
              <a:avLst/>
              <a:gdLst/>
              <a:ahLst/>
              <a:cxnLst/>
              <a:rect l="l" t="t" r="r" b="b"/>
              <a:pathLst>
                <a:path w="11420475" h="390525">
                  <a:moveTo>
                    <a:pt x="11420474" y="390524"/>
                  </a:moveTo>
                  <a:lnTo>
                    <a:pt x="0" y="390524"/>
                  </a:lnTo>
                  <a:lnTo>
                    <a:pt x="0" y="0"/>
                  </a:lnTo>
                  <a:lnTo>
                    <a:pt x="11420474" y="0"/>
                  </a:lnTo>
                  <a:lnTo>
                    <a:pt x="11420474" y="390524"/>
                  </a:lnTo>
                  <a:close/>
                </a:path>
              </a:pathLst>
            </a:custGeom>
            <a:solidFill>
              <a:srgbClr val="C39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887199" y="514350"/>
              <a:ext cx="76200" cy="285750"/>
            </a:xfrm>
            <a:custGeom>
              <a:avLst/>
              <a:gdLst/>
              <a:ahLst/>
              <a:cxnLst/>
              <a:rect l="l" t="t" r="r" b="b"/>
              <a:pathLst>
                <a:path w="76200" h="285750">
                  <a:moveTo>
                    <a:pt x="761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285749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1840">
              <a:lnSpc>
                <a:spcPct val="100000"/>
              </a:lnSpc>
              <a:spcBef>
                <a:spcPts val="100"/>
              </a:spcBef>
            </a:pPr>
            <a:r>
              <a:rPr dirty="0"/>
              <a:t>Relatório</a:t>
            </a:r>
            <a:r>
              <a:rPr spc="-50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20" dirty="0"/>
              <a:t>Vendas</a:t>
            </a:r>
            <a:r>
              <a:rPr spc="-50" dirty="0"/>
              <a:t> </a:t>
            </a:r>
            <a:r>
              <a:rPr spc="-10" dirty="0"/>
              <a:t>Considerando</a:t>
            </a:r>
            <a:r>
              <a:rPr spc="-50" dirty="0"/>
              <a:t> </a:t>
            </a:r>
            <a:r>
              <a:rPr dirty="0"/>
              <a:t>Países</a:t>
            </a:r>
            <a:r>
              <a:rPr spc="-5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spc="-10" dirty="0"/>
              <a:t>Lucro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80268" y="1947068"/>
            <a:ext cx="2173605" cy="9398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4500" spc="-295" dirty="0">
                <a:solidFill>
                  <a:srgbClr val="252423"/>
                </a:solidFill>
                <a:latin typeface="Trebuchet MS"/>
                <a:cs typeface="Trebuchet MS"/>
              </a:rPr>
              <a:t>118,73</a:t>
            </a:r>
            <a:r>
              <a:rPr sz="4500" spc="-30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4500" spc="-85" dirty="0">
                <a:solidFill>
                  <a:srgbClr val="252423"/>
                </a:solidFill>
                <a:latin typeface="Trebuchet MS"/>
                <a:cs typeface="Trebuchet MS"/>
              </a:rPr>
              <a:t>Mi</a:t>
            </a:r>
            <a:endParaRPr sz="45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Soma</a:t>
            </a:r>
            <a:r>
              <a:rPr sz="12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de</a:t>
            </a:r>
            <a:r>
              <a:rPr sz="1200" spc="29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605D5C"/>
                </a:solidFill>
                <a:latin typeface="Segoe UI"/>
                <a:cs typeface="Segoe UI"/>
              </a:rPr>
              <a:t>Sales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25801" y="1942306"/>
            <a:ext cx="1340485" cy="9398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4500" spc="-175" dirty="0">
                <a:solidFill>
                  <a:srgbClr val="252423"/>
                </a:solidFill>
                <a:latin typeface="Trebuchet MS"/>
                <a:cs typeface="Trebuchet MS"/>
              </a:rPr>
              <a:t>1</a:t>
            </a:r>
            <a:r>
              <a:rPr sz="4500" spc="-31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4500" spc="-25" dirty="0">
                <a:solidFill>
                  <a:srgbClr val="252423"/>
                </a:solidFill>
                <a:latin typeface="Trebuchet MS"/>
                <a:cs typeface="Trebuchet MS"/>
              </a:rPr>
              <a:t>Mi</a:t>
            </a:r>
            <a:endParaRPr sz="45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Soma</a:t>
            </a:r>
            <a:r>
              <a:rPr sz="12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de</a:t>
            </a:r>
            <a:r>
              <a:rPr sz="12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Units</a:t>
            </a:r>
            <a:r>
              <a:rPr sz="12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605D5C"/>
                </a:solidFill>
                <a:latin typeface="Segoe UI"/>
                <a:cs typeface="Segoe UI"/>
              </a:rPr>
              <a:t>Sold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33615" y="1042669"/>
            <a:ext cx="5404485" cy="2840990"/>
            <a:chOff x="6833615" y="1042669"/>
            <a:chExt cx="5404485" cy="2840990"/>
          </a:xfrm>
        </p:grpSpPr>
        <p:sp>
          <p:nvSpPr>
            <p:cNvPr id="19" name="object 19"/>
            <p:cNvSpPr/>
            <p:nvPr/>
          </p:nvSpPr>
          <p:spPr>
            <a:xfrm>
              <a:off x="6833603" y="1042669"/>
              <a:ext cx="5404485" cy="2840990"/>
            </a:xfrm>
            <a:custGeom>
              <a:avLst/>
              <a:gdLst/>
              <a:ahLst/>
              <a:cxnLst/>
              <a:rect l="l" t="t" r="r" b="b"/>
              <a:pathLst>
                <a:path w="5404484" h="2840990">
                  <a:moveTo>
                    <a:pt x="5404104" y="0"/>
                  </a:moveTo>
                  <a:lnTo>
                    <a:pt x="0" y="0"/>
                  </a:lnTo>
                  <a:lnTo>
                    <a:pt x="0" y="90170"/>
                  </a:lnTo>
                  <a:lnTo>
                    <a:pt x="0" y="2614930"/>
                  </a:lnTo>
                  <a:lnTo>
                    <a:pt x="0" y="2840990"/>
                  </a:lnTo>
                  <a:lnTo>
                    <a:pt x="5404104" y="2840990"/>
                  </a:lnTo>
                  <a:lnTo>
                    <a:pt x="5404104" y="2614930"/>
                  </a:lnTo>
                  <a:lnTo>
                    <a:pt x="5404104" y="90805"/>
                  </a:lnTo>
                  <a:lnTo>
                    <a:pt x="5177409" y="90805"/>
                  </a:lnTo>
                  <a:lnTo>
                    <a:pt x="5177409" y="2614930"/>
                  </a:lnTo>
                  <a:lnTo>
                    <a:pt x="91059" y="2614930"/>
                  </a:lnTo>
                  <a:lnTo>
                    <a:pt x="91059" y="90170"/>
                  </a:lnTo>
                  <a:lnTo>
                    <a:pt x="5404104" y="90170"/>
                  </a:lnTo>
                  <a:lnTo>
                    <a:pt x="5404104" y="0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24674" y="1133474"/>
              <a:ext cx="5086350" cy="2524125"/>
            </a:xfrm>
            <a:custGeom>
              <a:avLst/>
              <a:gdLst/>
              <a:ahLst/>
              <a:cxnLst/>
              <a:rect l="l" t="t" r="r" b="b"/>
              <a:pathLst>
                <a:path w="5086350" h="2524125">
                  <a:moveTo>
                    <a:pt x="5086349" y="2524124"/>
                  </a:moveTo>
                  <a:lnTo>
                    <a:pt x="0" y="2524124"/>
                  </a:lnTo>
                  <a:lnTo>
                    <a:pt x="0" y="0"/>
                  </a:lnTo>
                  <a:lnTo>
                    <a:pt x="5086349" y="0"/>
                  </a:lnTo>
                  <a:lnTo>
                    <a:pt x="5086349" y="2524124"/>
                  </a:lnTo>
                  <a:close/>
                </a:path>
              </a:pathLst>
            </a:custGeom>
            <a:solidFill>
              <a:srgbClr val="C399C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959600" y="1095438"/>
            <a:ext cx="1706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Lucro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252423"/>
                </a:solidFill>
                <a:latin typeface="Trebuchet MS"/>
                <a:cs typeface="Trebuchet MS"/>
              </a:rPr>
              <a:t>País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709006" y="1647570"/>
            <a:ext cx="1845310" cy="1747520"/>
            <a:chOff x="7709006" y="1647570"/>
            <a:chExt cx="1845310" cy="1747520"/>
          </a:xfrm>
        </p:grpSpPr>
        <p:sp>
          <p:nvSpPr>
            <p:cNvPr id="23" name="object 23"/>
            <p:cNvSpPr/>
            <p:nvPr/>
          </p:nvSpPr>
          <p:spPr>
            <a:xfrm>
              <a:off x="8715374" y="1647570"/>
              <a:ext cx="827405" cy="838835"/>
            </a:xfrm>
            <a:custGeom>
              <a:avLst/>
              <a:gdLst/>
              <a:ahLst/>
              <a:cxnLst/>
              <a:rect l="l" t="t" r="r" b="b"/>
              <a:pathLst>
                <a:path w="827404" h="838835">
                  <a:moveTo>
                    <a:pt x="0" y="838454"/>
                  </a:moveTo>
                  <a:lnTo>
                    <a:pt x="0" y="0"/>
                  </a:lnTo>
                  <a:lnTo>
                    <a:pt x="18426" y="202"/>
                  </a:lnTo>
                  <a:lnTo>
                    <a:pt x="36834" y="809"/>
                  </a:lnTo>
                  <a:lnTo>
                    <a:pt x="91934" y="5055"/>
                  </a:lnTo>
                  <a:lnTo>
                    <a:pt x="146627" y="12920"/>
                  </a:lnTo>
                  <a:lnTo>
                    <a:pt x="200682" y="24370"/>
                  </a:lnTo>
                  <a:lnTo>
                    <a:pt x="253875" y="39358"/>
                  </a:lnTo>
                  <a:lnTo>
                    <a:pt x="305964" y="57819"/>
                  </a:lnTo>
                  <a:lnTo>
                    <a:pt x="356717" y="79666"/>
                  </a:lnTo>
                  <a:lnTo>
                    <a:pt x="405920" y="104809"/>
                  </a:lnTo>
                  <a:lnTo>
                    <a:pt x="453368" y="133143"/>
                  </a:lnTo>
                  <a:lnTo>
                    <a:pt x="498846" y="164541"/>
                  </a:lnTo>
                  <a:lnTo>
                    <a:pt x="542150" y="198861"/>
                  </a:lnTo>
                  <a:lnTo>
                    <a:pt x="583100" y="235959"/>
                  </a:lnTo>
                  <a:lnTo>
                    <a:pt x="621523" y="275679"/>
                  </a:lnTo>
                  <a:lnTo>
                    <a:pt x="657246" y="317845"/>
                  </a:lnTo>
                  <a:lnTo>
                    <a:pt x="690109" y="362266"/>
                  </a:lnTo>
                  <a:lnTo>
                    <a:pt x="719974" y="408754"/>
                  </a:lnTo>
                  <a:lnTo>
                    <a:pt x="746718" y="457116"/>
                  </a:lnTo>
                  <a:lnTo>
                    <a:pt x="770216" y="507135"/>
                  </a:lnTo>
                  <a:lnTo>
                    <a:pt x="790366" y="558585"/>
                  </a:lnTo>
                  <a:lnTo>
                    <a:pt x="807084" y="611250"/>
                  </a:lnTo>
                  <a:lnTo>
                    <a:pt x="820298" y="664911"/>
                  </a:lnTo>
                  <a:lnTo>
                    <a:pt x="827129" y="701115"/>
                  </a:lnTo>
                  <a:lnTo>
                    <a:pt x="0" y="838454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15374" y="2348686"/>
              <a:ext cx="838835" cy="920115"/>
            </a:xfrm>
            <a:custGeom>
              <a:avLst/>
              <a:gdLst/>
              <a:ahLst/>
              <a:cxnLst/>
              <a:rect l="l" t="t" r="r" b="b"/>
              <a:pathLst>
                <a:path w="838834" h="920114">
                  <a:moveTo>
                    <a:pt x="300468" y="920106"/>
                  </a:moveTo>
                  <a:lnTo>
                    <a:pt x="0" y="137338"/>
                  </a:lnTo>
                  <a:lnTo>
                    <a:pt x="827129" y="0"/>
                  </a:lnTo>
                  <a:lnTo>
                    <a:pt x="829878" y="17724"/>
                  </a:lnTo>
                  <a:lnTo>
                    <a:pt x="835840" y="71178"/>
                  </a:lnTo>
                  <a:lnTo>
                    <a:pt x="838362" y="124904"/>
                  </a:lnTo>
                  <a:lnTo>
                    <a:pt x="838436" y="142840"/>
                  </a:lnTo>
                  <a:lnTo>
                    <a:pt x="838127" y="160774"/>
                  </a:lnTo>
                  <a:lnTo>
                    <a:pt x="834899" y="214462"/>
                  </a:lnTo>
                  <a:lnTo>
                    <a:pt x="828237" y="267833"/>
                  </a:lnTo>
                  <a:lnTo>
                    <a:pt x="818165" y="320675"/>
                  </a:lnTo>
                  <a:lnTo>
                    <a:pt x="804724" y="372762"/>
                  </a:lnTo>
                  <a:lnTo>
                    <a:pt x="787974" y="423873"/>
                  </a:lnTo>
                  <a:lnTo>
                    <a:pt x="767982" y="473804"/>
                  </a:lnTo>
                  <a:lnTo>
                    <a:pt x="744826" y="522358"/>
                  </a:lnTo>
                  <a:lnTo>
                    <a:pt x="718603" y="569328"/>
                  </a:lnTo>
                  <a:lnTo>
                    <a:pt x="689428" y="614512"/>
                  </a:lnTo>
                  <a:lnTo>
                    <a:pt x="657415" y="657733"/>
                  </a:lnTo>
                  <a:lnTo>
                    <a:pt x="622692" y="698818"/>
                  </a:lnTo>
                  <a:lnTo>
                    <a:pt x="585406" y="737593"/>
                  </a:lnTo>
                  <a:lnTo>
                    <a:pt x="545716" y="773891"/>
                  </a:lnTo>
                  <a:lnTo>
                    <a:pt x="503781" y="807570"/>
                  </a:lnTo>
                  <a:lnTo>
                    <a:pt x="459766" y="838495"/>
                  </a:lnTo>
                  <a:lnTo>
                    <a:pt x="413858" y="866535"/>
                  </a:lnTo>
                  <a:lnTo>
                    <a:pt x="366254" y="891568"/>
                  </a:lnTo>
                  <a:lnTo>
                    <a:pt x="317143" y="913499"/>
                  </a:lnTo>
                  <a:lnTo>
                    <a:pt x="300468" y="920106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035271" y="2486024"/>
              <a:ext cx="981075" cy="838835"/>
            </a:xfrm>
            <a:custGeom>
              <a:avLst/>
              <a:gdLst/>
              <a:ahLst/>
              <a:cxnLst/>
              <a:rect l="l" t="t" r="r" b="b"/>
              <a:pathLst>
                <a:path w="981075" h="838835">
                  <a:moveTo>
                    <a:pt x="677872" y="838451"/>
                  </a:moveTo>
                  <a:lnTo>
                    <a:pt x="626316" y="836727"/>
                  </a:lnTo>
                  <a:lnTo>
                    <a:pt x="574972" y="831837"/>
                  </a:lnTo>
                  <a:lnTo>
                    <a:pt x="524025" y="823799"/>
                  </a:lnTo>
                  <a:lnTo>
                    <a:pt x="473661" y="812642"/>
                  </a:lnTo>
                  <a:lnTo>
                    <a:pt x="424080" y="798409"/>
                  </a:lnTo>
                  <a:lnTo>
                    <a:pt x="375473" y="781157"/>
                  </a:lnTo>
                  <a:lnTo>
                    <a:pt x="328020" y="760949"/>
                  </a:lnTo>
                  <a:lnTo>
                    <a:pt x="281893" y="737858"/>
                  </a:lnTo>
                  <a:lnTo>
                    <a:pt x="237272" y="711974"/>
                  </a:lnTo>
                  <a:lnTo>
                    <a:pt x="194334" y="683399"/>
                  </a:lnTo>
                  <a:lnTo>
                    <a:pt x="153234" y="652238"/>
                  </a:lnTo>
                  <a:lnTo>
                    <a:pt x="114123" y="618605"/>
                  </a:lnTo>
                  <a:lnTo>
                    <a:pt x="77153" y="582630"/>
                  </a:lnTo>
                  <a:lnTo>
                    <a:pt x="42471" y="544455"/>
                  </a:lnTo>
                  <a:lnTo>
                    <a:pt x="10201" y="504220"/>
                  </a:lnTo>
                  <a:lnTo>
                    <a:pt x="0" y="490372"/>
                  </a:lnTo>
                  <a:lnTo>
                    <a:pt x="680103" y="0"/>
                  </a:lnTo>
                  <a:lnTo>
                    <a:pt x="980571" y="782767"/>
                  </a:lnTo>
                  <a:lnTo>
                    <a:pt x="964451" y="788766"/>
                  </a:lnTo>
                  <a:lnTo>
                    <a:pt x="915416" y="804756"/>
                  </a:lnTo>
                  <a:lnTo>
                    <a:pt x="865490" y="817702"/>
                  </a:lnTo>
                  <a:lnTo>
                    <a:pt x="814855" y="827555"/>
                  </a:lnTo>
                  <a:lnTo>
                    <a:pt x="763710" y="834275"/>
                  </a:lnTo>
                  <a:lnTo>
                    <a:pt x="712257" y="837837"/>
                  </a:lnTo>
                  <a:lnTo>
                    <a:pt x="677872" y="838451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76919" y="2091858"/>
              <a:ext cx="838835" cy="884555"/>
            </a:xfrm>
            <a:custGeom>
              <a:avLst/>
              <a:gdLst/>
              <a:ahLst/>
              <a:cxnLst/>
              <a:rect l="l" t="t" r="r" b="b"/>
              <a:pathLst>
                <a:path w="838834" h="884555">
                  <a:moveTo>
                    <a:pt x="158352" y="884539"/>
                  </a:moveTo>
                  <a:lnTo>
                    <a:pt x="125879" y="836033"/>
                  </a:lnTo>
                  <a:lnTo>
                    <a:pt x="96865" y="785383"/>
                  </a:lnTo>
                  <a:lnTo>
                    <a:pt x="71440" y="732839"/>
                  </a:lnTo>
                  <a:lnTo>
                    <a:pt x="49738" y="678652"/>
                  </a:lnTo>
                  <a:lnTo>
                    <a:pt x="31854" y="623087"/>
                  </a:lnTo>
                  <a:lnTo>
                    <a:pt x="17883" y="566412"/>
                  </a:lnTo>
                  <a:lnTo>
                    <a:pt x="7885" y="508903"/>
                  </a:lnTo>
                  <a:lnTo>
                    <a:pt x="1918" y="450837"/>
                  </a:lnTo>
                  <a:lnTo>
                    <a:pt x="0" y="392497"/>
                  </a:lnTo>
                  <a:lnTo>
                    <a:pt x="566" y="363330"/>
                  </a:lnTo>
                  <a:lnTo>
                    <a:pt x="4746" y="305072"/>
                  </a:lnTo>
                  <a:lnTo>
                    <a:pt x="12959" y="247317"/>
                  </a:lnTo>
                  <a:lnTo>
                    <a:pt x="25185" y="190204"/>
                  </a:lnTo>
                  <a:lnTo>
                    <a:pt x="41336" y="134148"/>
                  </a:lnTo>
                  <a:lnTo>
                    <a:pt x="61372" y="79285"/>
                  </a:lnTo>
                  <a:lnTo>
                    <a:pt x="85148" y="26013"/>
                  </a:lnTo>
                  <a:lnTo>
                    <a:pt x="98429" y="0"/>
                  </a:lnTo>
                  <a:lnTo>
                    <a:pt x="838455" y="394166"/>
                  </a:lnTo>
                  <a:lnTo>
                    <a:pt x="158352" y="884539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975348" y="1647570"/>
              <a:ext cx="740410" cy="838835"/>
            </a:xfrm>
            <a:custGeom>
              <a:avLst/>
              <a:gdLst/>
              <a:ahLst/>
              <a:cxnLst/>
              <a:rect l="l" t="t" r="r" b="b"/>
              <a:pathLst>
                <a:path w="740409" h="838835">
                  <a:moveTo>
                    <a:pt x="740025" y="838454"/>
                  </a:moveTo>
                  <a:lnTo>
                    <a:pt x="0" y="444287"/>
                  </a:lnTo>
                  <a:lnTo>
                    <a:pt x="13747" y="419495"/>
                  </a:lnTo>
                  <a:lnTo>
                    <a:pt x="28307" y="395208"/>
                  </a:lnTo>
                  <a:lnTo>
                    <a:pt x="59868" y="348156"/>
                  </a:lnTo>
                  <a:lnTo>
                    <a:pt x="94532" y="303340"/>
                  </a:lnTo>
                  <a:lnTo>
                    <a:pt x="132146" y="260970"/>
                  </a:lnTo>
                  <a:lnTo>
                    <a:pt x="172532" y="221233"/>
                  </a:lnTo>
                  <a:lnTo>
                    <a:pt x="215513" y="184319"/>
                  </a:lnTo>
                  <a:lnTo>
                    <a:pt x="260886" y="150388"/>
                  </a:lnTo>
                  <a:lnTo>
                    <a:pt x="308450" y="119602"/>
                  </a:lnTo>
                  <a:lnTo>
                    <a:pt x="357982" y="92095"/>
                  </a:lnTo>
                  <a:lnTo>
                    <a:pt x="409260" y="68000"/>
                  </a:lnTo>
                  <a:lnTo>
                    <a:pt x="462047" y="47418"/>
                  </a:lnTo>
                  <a:lnTo>
                    <a:pt x="516105" y="30453"/>
                  </a:lnTo>
                  <a:lnTo>
                    <a:pt x="571184" y="17173"/>
                  </a:lnTo>
                  <a:lnTo>
                    <a:pt x="627034" y="7648"/>
                  </a:lnTo>
                  <a:lnTo>
                    <a:pt x="683401" y="1912"/>
                  </a:lnTo>
                  <a:lnTo>
                    <a:pt x="740025" y="0"/>
                  </a:lnTo>
                  <a:lnTo>
                    <a:pt x="740025" y="838454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713768" y="1677316"/>
              <a:ext cx="1730375" cy="1713230"/>
            </a:xfrm>
            <a:custGeom>
              <a:avLst/>
              <a:gdLst/>
              <a:ahLst/>
              <a:cxnLst/>
              <a:rect l="l" t="t" r="r" b="b"/>
              <a:pathLst>
                <a:path w="1730375" h="1713229">
                  <a:moveTo>
                    <a:pt x="1557310" y="153125"/>
                  </a:moveTo>
                  <a:lnTo>
                    <a:pt x="1611525" y="89166"/>
                  </a:lnTo>
                  <a:lnTo>
                    <a:pt x="1725825" y="89166"/>
                  </a:lnTo>
                </a:path>
                <a:path w="1730375" h="1713229">
                  <a:moveTo>
                    <a:pt x="1560965" y="1461175"/>
                  </a:moveTo>
                  <a:lnTo>
                    <a:pt x="1615537" y="1524830"/>
                  </a:lnTo>
                  <a:lnTo>
                    <a:pt x="1729837" y="1524830"/>
                  </a:lnTo>
                </a:path>
                <a:path w="1730375" h="1713229">
                  <a:moveTo>
                    <a:pt x="756024" y="1632289"/>
                  </a:moveTo>
                  <a:lnTo>
                    <a:pt x="732065" y="1712638"/>
                  </a:lnTo>
                  <a:lnTo>
                    <a:pt x="617765" y="1712638"/>
                  </a:lnTo>
                </a:path>
                <a:path w="1730375" h="1713229">
                  <a:moveTo>
                    <a:pt x="193171" y="1100306"/>
                  </a:moveTo>
                  <a:lnTo>
                    <a:pt x="114299" y="1128754"/>
                  </a:lnTo>
                  <a:lnTo>
                    <a:pt x="0" y="1128754"/>
                  </a:lnTo>
                </a:path>
                <a:path w="1730375" h="1713229">
                  <a:moveTo>
                    <a:pt x="559241" y="71885"/>
                  </a:moveTo>
                  <a:lnTo>
                    <a:pt x="516083" y="0"/>
                  </a:lnTo>
                  <a:lnTo>
                    <a:pt x="401783" y="0"/>
                  </a:lnTo>
                </a:path>
              </a:pathLst>
            </a:custGeom>
            <a:ln w="952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464993" y="1687107"/>
            <a:ext cx="862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3,78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(22,38%)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69005" y="3122771"/>
            <a:ext cx="862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3,68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(21,79%)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44319" y="3310579"/>
            <a:ext cx="862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3,53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(20,89%)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28337" y="1597941"/>
            <a:ext cx="862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2,91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(17,21%)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29133" y="2635256"/>
            <a:ext cx="459740" cy="3302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3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(17,73%)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0468609" y="2040001"/>
            <a:ext cx="95250" cy="1057275"/>
            <a:chOff x="10468609" y="2040001"/>
            <a:chExt cx="95250" cy="105727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68609" y="2040001"/>
              <a:ext cx="95249" cy="9524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68609" y="2287651"/>
              <a:ext cx="95249" cy="9524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68609" y="2525776"/>
              <a:ext cx="95249" cy="9524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68609" y="2763901"/>
              <a:ext cx="95249" cy="9524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68609" y="3002026"/>
              <a:ext cx="95249" cy="95249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0445749" y="1746243"/>
            <a:ext cx="1428115" cy="13970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000" b="1" spc="-20" dirty="0">
                <a:solidFill>
                  <a:srgbClr val="605D5C"/>
                </a:solidFill>
                <a:latin typeface="Segoe UI"/>
                <a:cs typeface="Segoe UI"/>
              </a:rPr>
              <a:t>País</a:t>
            </a:r>
            <a:endParaRPr sz="1000">
              <a:latin typeface="Segoe UI"/>
              <a:cs typeface="Segoe UI"/>
            </a:endParaRPr>
          </a:p>
          <a:p>
            <a:pPr marL="137160">
              <a:lnSpc>
                <a:spcPct val="100000"/>
              </a:lnSpc>
              <a:spcBef>
                <a:spcPts val="37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France</a:t>
            </a:r>
            <a:endParaRPr sz="1000">
              <a:latin typeface="Segoe UI"/>
              <a:cs typeface="Segoe UI"/>
            </a:endParaRPr>
          </a:p>
          <a:p>
            <a:pPr marL="137160" marR="777240">
              <a:lnSpc>
                <a:spcPct val="156300"/>
              </a:lnSpc>
              <a:spcBef>
                <a:spcPts val="7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Germany Canada</a:t>
            </a:r>
            <a:endParaRPr sz="1000">
              <a:latin typeface="Segoe UI"/>
              <a:cs typeface="Segoe UI"/>
            </a:endParaRPr>
          </a:p>
          <a:p>
            <a:pPr marL="137160" marR="5080">
              <a:lnSpc>
                <a:spcPts val="1950"/>
              </a:lnSpc>
              <a:spcBef>
                <a:spcPts val="25"/>
              </a:spcBef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United</a:t>
            </a:r>
            <a:r>
              <a:rPr sz="10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States</a:t>
            </a:r>
            <a:r>
              <a:rPr sz="10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Ame…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Mexico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96811" y="3907789"/>
            <a:ext cx="7425055" cy="3178810"/>
          </a:xfrm>
          <a:custGeom>
            <a:avLst/>
            <a:gdLst/>
            <a:ahLst/>
            <a:cxnLst/>
            <a:rect l="l" t="t" r="r" b="b"/>
            <a:pathLst>
              <a:path w="7425055" h="3178809">
                <a:moveTo>
                  <a:pt x="7424928" y="102235"/>
                </a:moveTo>
                <a:lnTo>
                  <a:pt x="7199376" y="102235"/>
                </a:lnTo>
                <a:lnTo>
                  <a:pt x="7199376" y="2988310"/>
                </a:lnTo>
                <a:lnTo>
                  <a:pt x="93726" y="2988310"/>
                </a:lnTo>
                <a:lnTo>
                  <a:pt x="93726" y="101612"/>
                </a:lnTo>
                <a:lnTo>
                  <a:pt x="0" y="101612"/>
                </a:lnTo>
                <a:lnTo>
                  <a:pt x="0" y="2988310"/>
                </a:lnTo>
                <a:lnTo>
                  <a:pt x="0" y="3178810"/>
                </a:lnTo>
                <a:lnTo>
                  <a:pt x="7424928" y="3178810"/>
                </a:lnTo>
                <a:lnTo>
                  <a:pt x="7424928" y="2988310"/>
                </a:lnTo>
                <a:lnTo>
                  <a:pt x="7424928" y="102235"/>
                </a:lnTo>
                <a:close/>
              </a:path>
              <a:path w="7425055" h="3178809">
                <a:moveTo>
                  <a:pt x="7424928" y="0"/>
                </a:moveTo>
                <a:lnTo>
                  <a:pt x="0" y="0"/>
                </a:lnTo>
                <a:lnTo>
                  <a:pt x="0" y="101600"/>
                </a:lnTo>
                <a:lnTo>
                  <a:pt x="7424928" y="101600"/>
                </a:lnTo>
                <a:lnTo>
                  <a:pt x="7424928" y="0"/>
                </a:lnTo>
                <a:close/>
              </a:path>
            </a:pathLst>
          </a:custGeom>
          <a:solidFill>
            <a:srgbClr val="252423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25474" y="3962463"/>
            <a:ext cx="21507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Lucro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rebuchet MS"/>
                <a:cs typeface="Trebuchet MS"/>
              </a:rPr>
              <a:t>Ano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252423"/>
                </a:solidFill>
                <a:latin typeface="Trebuchet MS"/>
                <a:cs typeface="Trebuchet MS"/>
              </a:rPr>
              <a:t>Mês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57274" y="4621529"/>
            <a:ext cx="6486525" cy="1236345"/>
          </a:xfrm>
          <a:custGeom>
            <a:avLst/>
            <a:gdLst/>
            <a:ahLst/>
            <a:cxnLst/>
            <a:rect l="l" t="t" r="r" b="b"/>
            <a:pathLst>
              <a:path w="6486525" h="1236345">
                <a:moveTo>
                  <a:pt x="9525" y="1230274"/>
                </a:moveTo>
                <a:lnTo>
                  <a:pt x="9067" y="1229156"/>
                </a:lnTo>
                <a:lnTo>
                  <a:pt x="7200" y="1227289"/>
                </a:lnTo>
                <a:lnTo>
                  <a:pt x="6083" y="1226820"/>
                </a:lnTo>
                <a:lnTo>
                  <a:pt x="3454" y="1226820"/>
                </a:lnTo>
                <a:lnTo>
                  <a:pt x="2336" y="1227289"/>
                </a:lnTo>
                <a:lnTo>
                  <a:pt x="469" y="1229156"/>
                </a:lnTo>
                <a:lnTo>
                  <a:pt x="0" y="1230274"/>
                </a:lnTo>
                <a:lnTo>
                  <a:pt x="0" y="1232903"/>
                </a:lnTo>
                <a:lnTo>
                  <a:pt x="469" y="1234020"/>
                </a:lnTo>
                <a:lnTo>
                  <a:pt x="2336" y="1235887"/>
                </a:lnTo>
                <a:lnTo>
                  <a:pt x="3454" y="1236345"/>
                </a:lnTo>
                <a:lnTo>
                  <a:pt x="6083" y="1236345"/>
                </a:lnTo>
                <a:lnTo>
                  <a:pt x="7200" y="1235887"/>
                </a:lnTo>
                <a:lnTo>
                  <a:pt x="9067" y="1234020"/>
                </a:lnTo>
                <a:lnTo>
                  <a:pt x="9525" y="1232903"/>
                </a:lnTo>
                <a:lnTo>
                  <a:pt x="9525" y="1230274"/>
                </a:lnTo>
                <a:close/>
              </a:path>
              <a:path w="6486525" h="1236345">
                <a:moveTo>
                  <a:pt x="9525" y="616864"/>
                </a:moveTo>
                <a:lnTo>
                  <a:pt x="9067" y="615746"/>
                </a:lnTo>
                <a:lnTo>
                  <a:pt x="7200" y="613879"/>
                </a:lnTo>
                <a:lnTo>
                  <a:pt x="6083" y="613410"/>
                </a:lnTo>
                <a:lnTo>
                  <a:pt x="3454" y="613410"/>
                </a:lnTo>
                <a:lnTo>
                  <a:pt x="2336" y="613879"/>
                </a:lnTo>
                <a:lnTo>
                  <a:pt x="469" y="615746"/>
                </a:lnTo>
                <a:lnTo>
                  <a:pt x="0" y="616864"/>
                </a:lnTo>
                <a:lnTo>
                  <a:pt x="0" y="619493"/>
                </a:lnTo>
                <a:lnTo>
                  <a:pt x="469" y="620610"/>
                </a:lnTo>
                <a:lnTo>
                  <a:pt x="2336" y="622477"/>
                </a:lnTo>
                <a:lnTo>
                  <a:pt x="3454" y="622935"/>
                </a:lnTo>
                <a:lnTo>
                  <a:pt x="6083" y="622935"/>
                </a:lnTo>
                <a:lnTo>
                  <a:pt x="7200" y="622477"/>
                </a:lnTo>
                <a:lnTo>
                  <a:pt x="9067" y="620610"/>
                </a:lnTo>
                <a:lnTo>
                  <a:pt x="9525" y="619493"/>
                </a:lnTo>
                <a:lnTo>
                  <a:pt x="9525" y="616864"/>
                </a:lnTo>
                <a:close/>
              </a:path>
              <a:path w="6486525" h="1236345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6486525" h="1236345">
                <a:moveTo>
                  <a:pt x="57150" y="1230274"/>
                </a:moveTo>
                <a:lnTo>
                  <a:pt x="56692" y="1229156"/>
                </a:lnTo>
                <a:lnTo>
                  <a:pt x="54825" y="1227289"/>
                </a:lnTo>
                <a:lnTo>
                  <a:pt x="53708" y="1226820"/>
                </a:lnTo>
                <a:lnTo>
                  <a:pt x="51079" y="1226820"/>
                </a:lnTo>
                <a:lnTo>
                  <a:pt x="49961" y="1227289"/>
                </a:lnTo>
                <a:lnTo>
                  <a:pt x="48094" y="1229156"/>
                </a:lnTo>
                <a:lnTo>
                  <a:pt x="47625" y="1230274"/>
                </a:lnTo>
                <a:lnTo>
                  <a:pt x="47625" y="1232903"/>
                </a:lnTo>
                <a:lnTo>
                  <a:pt x="48094" y="1234020"/>
                </a:lnTo>
                <a:lnTo>
                  <a:pt x="49961" y="1235887"/>
                </a:lnTo>
                <a:lnTo>
                  <a:pt x="51079" y="1236345"/>
                </a:lnTo>
                <a:lnTo>
                  <a:pt x="53708" y="1236345"/>
                </a:lnTo>
                <a:lnTo>
                  <a:pt x="54825" y="1235887"/>
                </a:lnTo>
                <a:lnTo>
                  <a:pt x="56692" y="1234020"/>
                </a:lnTo>
                <a:lnTo>
                  <a:pt x="57150" y="1232903"/>
                </a:lnTo>
                <a:lnTo>
                  <a:pt x="57150" y="1230274"/>
                </a:lnTo>
                <a:close/>
              </a:path>
              <a:path w="6486525" h="1236345">
                <a:moveTo>
                  <a:pt x="57150" y="616864"/>
                </a:moveTo>
                <a:lnTo>
                  <a:pt x="56692" y="615746"/>
                </a:lnTo>
                <a:lnTo>
                  <a:pt x="54825" y="613879"/>
                </a:lnTo>
                <a:lnTo>
                  <a:pt x="53708" y="613410"/>
                </a:lnTo>
                <a:lnTo>
                  <a:pt x="51079" y="613410"/>
                </a:lnTo>
                <a:lnTo>
                  <a:pt x="49961" y="613879"/>
                </a:lnTo>
                <a:lnTo>
                  <a:pt x="48094" y="615746"/>
                </a:lnTo>
                <a:lnTo>
                  <a:pt x="47625" y="616864"/>
                </a:lnTo>
                <a:lnTo>
                  <a:pt x="47625" y="619493"/>
                </a:lnTo>
                <a:lnTo>
                  <a:pt x="48094" y="620610"/>
                </a:lnTo>
                <a:lnTo>
                  <a:pt x="49961" y="622477"/>
                </a:lnTo>
                <a:lnTo>
                  <a:pt x="51079" y="622935"/>
                </a:lnTo>
                <a:lnTo>
                  <a:pt x="53708" y="622935"/>
                </a:lnTo>
                <a:lnTo>
                  <a:pt x="54825" y="622477"/>
                </a:lnTo>
                <a:lnTo>
                  <a:pt x="56692" y="620610"/>
                </a:lnTo>
                <a:lnTo>
                  <a:pt x="57150" y="619493"/>
                </a:lnTo>
                <a:lnTo>
                  <a:pt x="57150" y="616864"/>
                </a:lnTo>
                <a:close/>
              </a:path>
              <a:path w="6486525" h="1236345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6486525" h="1236345">
                <a:moveTo>
                  <a:pt x="104775" y="1230274"/>
                </a:moveTo>
                <a:lnTo>
                  <a:pt x="104317" y="1229156"/>
                </a:lnTo>
                <a:lnTo>
                  <a:pt x="102450" y="1227289"/>
                </a:lnTo>
                <a:lnTo>
                  <a:pt x="101333" y="1226820"/>
                </a:lnTo>
                <a:lnTo>
                  <a:pt x="98704" y="1226820"/>
                </a:lnTo>
                <a:lnTo>
                  <a:pt x="97586" y="1227289"/>
                </a:lnTo>
                <a:lnTo>
                  <a:pt x="95719" y="1229156"/>
                </a:lnTo>
                <a:lnTo>
                  <a:pt x="95250" y="1230274"/>
                </a:lnTo>
                <a:lnTo>
                  <a:pt x="95250" y="1232903"/>
                </a:lnTo>
                <a:lnTo>
                  <a:pt x="95719" y="1234020"/>
                </a:lnTo>
                <a:lnTo>
                  <a:pt x="97586" y="1235887"/>
                </a:lnTo>
                <a:lnTo>
                  <a:pt x="98704" y="1236345"/>
                </a:lnTo>
                <a:lnTo>
                  <a:pt x="101333" y="1236345"/>
                </a:lnTo>
                <a:lnTo>
                  <a:pt x="102450" y="1235887"/>
                </a:lnTo>
                <a:lnTo>
                  <a:pt x="104317" y="1234020"/>
                </a:lnTo>
                <a:lnTo>
                  <a:pt x="104775" y="1232903"/>
                </a:lnTo>
                <a:lnTo>
                  <a:pt x="104775" y="1230274"/>
                </a:lnTo>
                <a:close/>
              </a:path>
              <a:path w="6486525" h="1236345">
                <a:moveTo>
                  <a:pt x="104775" y="616864"/>
                </a:moveTo>
                <a:lnTo>
                  <a:pt x="104317" y="615746"/>
                </a:lnTo>
                <a:lnTo>
                  <a:pt x="102450" y="613879"/>
                </a:lnTo>
                <a:lnTo>
                  <a:pt x="101333" y="613410"/>
                </a:lnTo>
                <a:lnTo>
                  <a:pt x="98704" y="613410"/>
                </a:lnTo>
                <a:lnTo>
                  <a:pt x="97586" y="613879"/>
                </a:lnTo>
                <a:lnTo>
                  <a:pt x="95719" y="615746"/>
                </a:lnTo>
                <a:lnTo>
                  <a:pt x="95250" y="616864"/>
                </a:lnTo>
                <a:lnTo>
                  <a:pt x="95250" y="619493"/>
                </a:lnTo>
                <a:lnTo>
                  <a:pt x="95719" y="620610"/>
                </a:lnTo>
                <a:lnTo>
                  <a:pt x="97586" y="622477"/>
                </a:lnTo>
                <a:lnTo>
                  <a:pt x="98704" y="622935"/>
                </a:lnTo>
                <a:lnTo>
                  <a:pt x="101333" y="622935"/>
                </a:lnTo>
                <a:lnTo>
                  <a:pt x="102450" y="622477"/>
                </a:lnTo>
                <a:lnTo>
                  <a:pt x="104317" y="620610"/>
                </a:lnTo>
                <a:lnTo>
                  <a:pt x="104775" y="619493"/>
                </a:lnTo>
                <a:lnTo>
                  <a:pt x="104775" y="616864"/>
                </a:lnTo>
                <a:close/>
              </a:path>
              <a:path w="6486525" h="1236345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6486525" h="1236345">
                <a:moveTo>
                  <a:pt x="152400" y="1230274"/>
                </a:moveTo>
                <a:lnTo>
                  <a:pt x="151942" y="1229156"/>
                </a:lnTo>
                <a:lnTo>
                  <a:pt x="150075" y="1227289"/>
                </a:lnTo>
                <a:lnTo>
                  <a:pt x="148958" y="1226820"/>
                </a:lnTo>
                <a:lnTo>
                  <a:pt x="146329" y="1226820"/>
                </a:lnTo>
                <a:lnTo>
                  <a:pt x="145211" y="1227289"/>
                </a:lnTo>
                <a:lnTo>
                  <a:pt x="143344" y="1229156"/>
                </a:lnTo>
                <a:lnTo>
                  <a:pt x="142875" y="1230274"/>
                </a:lnTo>
                <a:lnTo>
                  <a:pt x="142875" y="1232903"/>
                </a:lnTo>
                <a:lnTo>
                  <a:pt x="143344" y="1234020"/>
                </a:lnTo>
                <a:lnTo>
                  <a:pt x="145211" y="1235887"/>
                </a:lnTo>
                <a:lnTo>
                  <a:pt x="146329" y="1236345"/>
                </a:lnTo>
                <a:lnTo>
                  <a:pt x="148958" y="1236345"/>
                </a:lnTo>
                <a:lnTo>
                  <a:pt x="150075" y="1235887"/>
                </a:lnTo>
                <a:lnTo>
                  <a:pt x="151942" y="1234020"/>
                </a:lnTo>
                <a:lnTo>
                  <a:pt x="152400" y="1232903"/>
                </a:lnTo>
                <a:lnTo>
                  <a:pt x="152400" y="1230274"/>
                </a:lnTo>
                <a:close/>
              </a:path>
              <a:path w="6486525" h="1236345">
                <a:moveTo>
                  <a:pt x="152400" y="616864"/>
                </a:moveTo>
                <a:lnTo>
                  <a:pt x="151942" y="615746"/>
                </a:lnTo>
                <a:lnTo>
                  <a:pt x="150075" y="613879"/>
                </a:lnTo>
                <a:lnTo>
                  <a:pt x="148958" y="613410"/>
                </a:lnTo>
                <a:lnTo>
                  <a:pt x="146329" y="613410"/>
                </a:lnTo>
                <a:lnTo>
                  <a:pt x="145211" y="613879"/>
                </a:lnTo>
                <a:lnTo>
                  <a:pt x="143344" y="615746"/>
                </a:lnTo>
                <a:lnTo>
                  <a:pt x="142875" y="616864"/>
                </a:lnTo>
                <a:lnTo>
                  <a:pt x="142875" y="619493"/>
                </a:lnTo>
                <a:lnTo>
                  <a:pt x="143344" y="620610"/>
                </a:lnTo>
                <a:lnTo>
                  <a:pt x="145211" y="622477"/>
                </a:lnTo>
                <a:lnTo>
                  <a:pt x="146329" y="622935"/>
                </a:lnTo>
                <a:lnTo>
                  <a:pt x="148958" y="622935"/>
                </a:lnTo>
                <a:lnTo>
                  <a:pt x="150075" y="622477"/>
                </a:lnTo>
                <a:lnTo>
                  <a:pt x="151942" y="620610"/>
                </a:lnTo>
                <a:lnTo>
                  <a:pt x="152400" y="619493"/>
                </a:lnTo>
                <a:lnTo>
                  <a:pt x="152400" y="616864"/>
                </a:lnTo>
                <a:close/>
              </a:path>
              <a:path w="6486525" h="1236345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6486525" h="1236345">
                <a:moveTo>
                  <a:pt x="200025" y="1230274"/>
                </a:moveTo>
                <a:lnTo>
                  <a:pt x="199567" y="1229156"/>
                </a:lnTo>
                <a:lnTo>
                  <a:pt x="197700" y="1227289"/>
                </a:lnTo>
                <a:lnTo>
                  <a:pt x="196583" y="1226820"/>
                </a:lnTo>
                <a:lnTo>
                  <a:pt x="193954" y="1226820"/>
                </a:lnTo>
                <a:lnTo>
                  <a:pt x="192836" y="1227289"/>
                </a:lnTo>
                <a:lnTo>
                  <a:pt x="190969" y="1229156"/>
                </a:lnTo>
                <a:lnTo>
                  <a:pt x="190500" y="1230274"/>
                </a:lnTo>
                <a:lnTo>
                  <a:pt x="190500" y="1232903"/>
                </a:lnTo>
                <a:lnTo>
                  <a:pt x="190969" y="1234020"/>
                </a:lnTo>
                <a:lnTo>
                  <a:pt x="192836" y="1235887"/>
                </a:lnTo>
                <a:lnTo>
                  <a:pt x="193954" y="1236345"/>
                </a:lnTo>
                <a:lnTo>
                  <a:pt x="196583" y="1236345"/>
                </a:lnTo>
                <a:lnTo>
                  <a:pt x="197700" y="1235887"/>
                </a:lnTo>
                <a:lnTo>
                  <a:pt x="199567" y="1234020"/>
                </a:lnTo>
                <a:lnTo>
                  <a:pt x="200025" y="1232903"/>
                </a:lnTo>
                <a:lnTo>
                  <a:pt x="200025" y="1230274"/>
                </a:lnTo>
                <a:close/>
              </a:path>
              <a:path w="6486525" h="1236345">
                <a:moveTo>
                  <a:pt x="200025" y="616864"/>
                </a:moveTo>
                <a:lnTo>
                  <a:pt x="199567" y="615746"/>
                </a:lnTo>
                <a:lnTo>
                  <a:pt x="197700" y="613879"/>
                </a:lnTo>
                <a:lnTo>
                  <a:pt x="196583" y="613410"/>
                </a:lnTo>
                <a:lnTo>
                  <a:pt x="193954" y="613410"/>
                </a:lnTo>
                <a:lnTo>
                  <a:pt x="192836" y="613879"/>
                </a:lnTo>
                <a:lnTo>
                  <a:pt x="190969" y="615746"/>
                </a:lnTo>
                <a:lnTo>
                  <a:pt x="190500" y="616864"/>
                </a:lnTo>
                <a:lnTo>
                  <a:pt x="190500" y="619493"/>
                </a:lnTo>
                <a:lnTo>
                  <a:pt x="190969" y="620610"/>
                </a:lnTo>
                <a:lnTo>
                  <a:pt x="192836" y="622477"/>
                </a:lnTo>
                <a:lnTo>
                  <a:pt x="193954" y="622935"/>
                </a:lnTo>
                <a:lnTo>
                  <a:pt x="196583" y="622935"/>
                </a:lnTo>
                <a:lnTo>
                  <a:pt x="197700" y="622477"/>
                </a:lnTo>
                <a:lnTo>
                  <a:pt x="199567" y="620610"/>
                </a:lnTo>
                <a:lnTo>
                  <a:pt x="200025" y="619493"/>
                </a:lnTo>
                <a:lnTo>
                  <a:pt x="200025" y="616864"/>
                </a:lnTo>
                <a:close/>
              </a:path>
              <a:path w="6486525" h="1236345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6486525" h="1236345">
                <a:moveTo>
                  <a:pt x="247650" y="1230274"/>
                </a:moveTo>
                <a:lnTo>
                  <a:pt x="247192" y="1229156"/>
                </a:lnTo>
                <a:lnTo>
                  <a:pt x="245325" y="1227289"/>
                </a:lnTo>
                <a:lnTo>
                  <a:pt x="244208" y="1226820"/>
                </a:lnTo>
                <a:lnTo>
                  <a:pt x="241579" y="1226820"/>
                </a:lnTo>
                <a:lnTo>
                  <a:pt x="240461" y="1227289"/>
                </a:lnTo>
                <a:lnTo>
                  <a:pt x="238594" y="1229156"/>
                </a:lnTo>
                <a:lnTo>
                  <a:pt x="238125" y="1230274"/>
                </a:lnTo>
                <a:lnTo>
                  <a:pt x="238125" y="1232903"/>
                </a:lnTo>
                <a:lnTo>
                  <a:pt x="238594" y="1234020"/>
                </a:lnTo>
                <a:lnTo>
                  <a:pt x="240461" y="1235887"/>
                </a:lnTo>
                <a:lnTo>
                  <a:pt x="241579" y="1236345"/>
                </a:lnTo>
                <a:lnTo>
                  <a:pt x="244208" y="1236345"/>
                </a:lnTo>
                <a:lnTo>
                  <a:pt x="245325" y="1235887"/>
                </a:lnTo>
                <a:lnTo>
                  <a:pt x="247192" y="1234020"/>
                </a:lnTo>
                <a:lnTo>
                  <a:pt x="247650" y="1232903"/>
                </a:lnTo>
                <a:lnTo>
                  <a:pt x="247650" y="1230274"/>
                </a:lnTo>
                <a:close/>
              </a:path>
              <a:path w="6486525" h="1236345">
                <a:moveTo>
                  <a:pt x="247650" y="616864"/>
                </a:moveTo>
                <a:lnTo>
                  <a:pt x="247192" y="615746"/>
                </a:lnTo>
                <a:lnTo>
                  <a:pt x="245325" y="613879"/>
                </a:lnTo>
                <a:lnTo>
                  <a:pt x="244208" y="613410"/>
                </a:lnTo>
                <a:lnTo>
                  <a:pt x="241579" y="613410"/>
                </a:lnTo>
                <a:lnTo>
                  <a:pt x="240461" y="613879"/>
                </a:lnTo>
                <a:lnTo>
                  <a:pt x="238594" y="615746"/>
                </a:lnTo>
                <a:lnTo>
                  <a:pt x="238125" y="616864"/>
                </a:lnTo>
                <a:lnTo>
                  <a:pt x="238125" y="619493"/>
                </a:lnTo>
                <a:lnTo>
                  <a:pt x="238594" y="620610"/>
                </a:lnTo>
                <a:lnTo>
                  <a:pt x="240461" y="622477"/>
                </a:lnTo>
                <a:lnTo>
                  <a:pt x="241579" y="622935"/>
                </a:lnTo>
                <a:lnTo>
                  <a:pt x="244208" y="622935"/>
                </a:lnTo>
                <a:lnTo>
                  <a:pt x="245325" y="622477"/>
                </a:lnTo>
                <a:lnTo>
                  <a:pt x="247192" y="620610"/>
                </a:lnTo>
                <a:lnTo>
                  <a:pt x="247650" y="619493"/>
                </a:lnTo>
                <a:lnTo>
                  <a:pt x="247650" y="616864"/>
                </a:lnTo>
                <a:close/>
              </a:path>
              <a:path w="6486525" h="1236345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6486525" h="1236345">
                <a:moveTo>
                  <a:pt x="295275" y="1230274"/>
                </a:moveTo>
                <a:lnTo>
                  <a:pt x="294817" y="1229156"/>
                </a:lnTo>
                <a:lnTo>
                  <a:pt x="292950" y="1227289"/>
                </a:lnTo>
                <a:lnTo>
                  <a:pt x="291833" y="1226820"/>
                </a:lnTo>
                <a:lnTo>
                  <a:pt x="289204" y="1226820"/>
                </a:lnTo>
                <a:lnTo>
                  <a:pt x="288086" y="1227289"/>
                </a:lnTo>
                <a:lnTo>
                  <a:pt x="286219" y="1229156"/>
                </a:lnTo>
                <a:lnTo>
                  <a:pt x="285750" y="1230274"/>
                </a:lnTo>
                <a:lnTo>
                  <a:pt x="285750" y="1232903"/>
                </a:lnTo>
                <a:lnTo>
                  <a:pt x="286219" y="1234020"/>
                </a:lnTo>
                <a:lnTo>
                  <a:pt x="288086" y="1235887"/>
                </a:lnTo>
                <a:lnTo>
                  <a:pt x="289204" y="1236345"/>
                </a:lnTo>
                <a:lnTo>
                  <a:pt x="291833" y="1236345"/>
                </a:lnTo>
                <a:lnTo>
                  <a:pt x="292950" y="1235887"/>
                </a:lnTo>
                <a:lnTo>
                  <a:pt x="294817" y="1234020"/>
                </a:lnTo>
                <a:lnTo>
                  <a:pt x="295275" y="1232903"/>
                </a:lnTo>
                <a:lnTo>
                  <a:pt x="295275" y="1230274"/>
                </a:lnTo>
                <a:close/>
              </a:path>
              <a:path w="6486525" h="1236345">
                <a:moveTo>
                  <a:pt x="295275" y="616864"/>
                </a:moveTo>
                <a:lnTo>
                  <a:pt x="294817" y="615746"/>
                </a:lnTo>
                <a:lnTo>
                  <a:pt x="292950" y="613879"/>
                </a:lnTo>
                <a:lnTo>
                  <a:pt x="291833" y="613410"/>
                </a:lnTo>
                <a:lnTo>
                  <a:pt x="289204" y="613410"/>
                </a:lnTo>
                <a:lnTo>
                  <a:pt x="288086" y="613879"/>
                </a:lnTo>
                <a:lnTo>
                  <a:pt x="286219" y="615746"/>
                </a:lnTo>
                <a:lnTo>
                  <a:pt x="285750" y="616864"/>
                </a:lnTo>
                <a:lnTo>
                  <a:pt x="285750" y="619493"/>
                </a:lnTo>
                <a:lnTo>
                  <a:pt x="286219" y="620610"/>
                </a:lnTo>
                <a:lnTo>
                  <a:pt x="288086" y="622477"/>
                </a:lnTo>
                <a:lnTo>
                  <a:pt x="289204" y="622935"/>
                </a:lnTo>
                <a:lnTo>
                  <a:pt x="291833" y="622935"/>
                </a:lnTo>
                <a:lnTo>
                  <a:pt x="292950" y="622477"/>
                </a:lnTo>
                <a:lnTo>
                  <a:pt x="294817" y="620610"/>
                </a:lnTo>
                <a:lnTo>
                  <a:pt x="295275" y="619493"/>
                </a:lnTo>
                <a:lnTo>
                  <a:pt x="295275" y="616864"/>
                </a:lnTo>
                <a:close/>
              </a:path>
              <a:path w="6486525" h="1236345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6486525" h="1236345">
                <a:moveTo>
                  <a:pt x="342900" y="1230274"/>
                </a:moveTo>
                <a:lnTo>
                  <a:pt x="342442" y="1229156"/>
                </a:lnTo>
                <a:lnTo>
                  <a:pt x="340575" y="1227289"/>
                </a:lnTo>
                <a:lnTo>
                  <a:pt x="339458" y="1226820"/>
                </a:lnTo>
                <a:lnTo>
                  <a:pt x="336829" y="1226820"/>
                </a:lnTo>
                <a:lnTo>
                  <a:pt x="335711" y="1227289"/>
                </a:lnTo>
                <a:lnTo>
                  <a:pt x="333844" y="1229156"/>
                </a:lnTo>
                <a:lnTo>
                  <a:pt x="333375" y="1230274"/>
                </a:lnTo>
                <a:lnTo>
                  <a:pt x="333375" y="1232903"/>
                </a:lnTo>
                <a:lnTo>
                  <a:pt x="333844" y="1234020"/>
                </a:lnTo>
                <a:lnTo>
                  <a:pt x="335711" y="1235887"/>
                </a:lnTo>
                <a:lnTo>
                  <a:pt x="336829" y="1236345"/>
                </a:lnTo>
                <a:lnTo>
                  <a:pt x="339458" y="1236345"/>
                </a:lnTo>
                <a:lnTo>
                  <a:pt x="340575" y="1235887"/>
                </a:lnTo>
                <a:lnTo>
                  <a:pt x="342442" y="1234020"/>
                </a:lnTo>
                <a:lnTo>
                  <a:pt x="342900" y="1232903"/>
                </a:lnTo>
                <a:lnTo>
                  <a:pt x="342900" y="1230274"/>
                </a:lnTo>
                <a:close/>
              </a:path>
              <a:path w="6486525" h="1236345">
                <a:moveTo>
                  <a:pt x="342900" y="616864"/>
                </a:moveTo>
                <a:lnTo>
                  <a:pt x="342442" y="615746"/>
                </a:lnTo>
                <a:lnTo>
                  <a:pt x="340575" y="613879"/>
                </a:lnTo>
                <a:lnTo>
                  <a:pt x="339458" y="613410"/>
                </a:lnTo>
                <a:lnTo>
                  <a:pt x="336829" y="613410"/>
                </a:lnTo>
                <a:lnTo>
                  <a:pt x="335711" y="613879"/>
                </a:lnTo>
                <a:lnTo>
                  <a:pt x="333844" y="615746"/>
                </a:lnTo>
                <a:lnTo>
                  <a:pt x="333375" y="616864"/>
                </a:lnTo>
                <a:lnTo>
                  <a:pt x="333375" y="619493"/>
                </a:lnTo>
                <a:lnTo>
                  <a:pt x="333844" y="620610"/>
                </a:lnTo>
                <a:lnTo>
                  <a:pt x="335711" y="622477"/>
                </a:lnTo>
                <a:lnTo>
                  <a:pt x="336829" y="622935"/>
                </a:lnTo>
                <a:lnTo>
                  <a:pt x="339458" y="622935"/>
                </a:lnTo>
                <a:lnTo>
                  <a:pt x="340575" y="622477"/>
                </a:lnTo>
                <a:lnTo>
                  <a:pt x="342442" y="620610"/>
                </a:lnTo>
                <a:lnTo>
                  <a:pt x="342900" y="619493"/>
                </a:lnTo>
                <a:lnTo>
                  <a:pt x="342900" y="616864"/>
                </a:lnTo>
                <a:close/>
              </a:path>
              <a:path w="6486525" h="1236345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6486525" h="1236345">
                <a:moveTo>
                  <a:pt x="390525" y="1230274"/>
                </a:moveTo>
                <a:lnTo>
                  <a:pt x="390067" y="1229156"/>
                </a:lnTo>
                <a:lnTo>
                  <a:pt x="388200" y="1227289"/>
                </a:lnTo>
                <a:lnTo>
                  <a:pt x="387083" y="1226820"/>
                </a:lnTo>
                <a:lnTo>
                  <a:pt x="384454" y="1226820"/>
                </a:lnTo>
                <a:lnTo>
                  <a:pt x="383336" y="1227289"/>
                </a:lnTo>
                <a:lnTo>
                  <a:pt x="381469" y="1229156"/>
                </a:lnTo>
                <a:lnTo>
                  <a:pt x="381000" y="1230274"/>
                </a:lnTo>
                <a:lnTo>
                  <a:pt x="381000" y="1232903"/>
                </a:lnTo>
                <a:lnTo>
                  <a:pt x="381469" y="1234020"/>
                </a:lnTo>
                <a:lnTo>
                  <a:pt x="383336" y="1235887"/>
                </a:lnTo>
                <a:lnTo>
                  <a:pt x="384454" y="1236345"/>
                </a:lnTo>
                <a:lnTo>
                  <a:pt x="387083" y="1236345"/>
                </a:lnTo>
                <a:lnTo>
                  <a:pt x="388200" y="1235887"/>
                </a:lnTo>
                <a:lnTo>
                  <a:pt x="390067" y="1234020"/>
                </a:lnTo>
                <a:lnTo>
                  <a:pt x="390525" y="1232903"/>
                </a:lnTo>
                <a:lnTo>
                  <a:pt x="390525" y="1230274"/>
                </a:lnTo>
                <a:close/>
              </a:path>
              <a:path w="6486525" h="1236345">
                <a:moveTo>
                  <a:pt x="390525" y="616864"/>
                </a:moveTo>
                <a:lnTo>
                  <a:pt x="390067" y="615746"/>
                </a:lnTo>
                <a:lnTo>
                  <a:pt x="388200" y="613879"/>
                </a:lnTo>
                <a:lnTo>
                  <a:pt x="387083" y="613410"/>
                </a:lnTo>
                <a:lnTo>
                  <a:pt x="384454" y="613410"/>
                </a:lnTo>
                <a:lnTo>
                  <a:pt x="383336" y="613879"/>
                </a:lnTo>
                <a:lnTo>
                  <a:pt x="381469" y="615746"/>
                </a:lnTo>
                <a:lnTo>
                  <a:pt x="381000" y="616864"/>
                </a:lnTo>
                <a:lnTo>
                  <a:pt x="381000" y="619493"/>
                </a:lnTo>
                <a:lnTo>
                  <a:pt x="381469" y="620610"/>
                </a:lnTo>
                <a:lnTo>
                  <a:pt x="383336" y="622477"/>
                </a:lnTo>
                <a:lnTo>
                  <a:pt x="384454" y="622935"/>
                </a:lnTo>
                <a:lnTo>
                  <a:pt x="387083" y="622935"/>
                </a:lnTo>
                <a:lnTo>
                  <a:pt x="388200" y="622477"/>
                </a:lnTo>
                <a:lnTo>
                  <a:pt x="390067" y="620610"/>
                </a:lnTo>
                <a:lnTo>
                  <a:pt x="390525" y="619493"/>
                </a:lnTo>
                <a:lnTo>
                  <a:pt x="390525" y="616864"/>
                </a:lnTo>
                <a:close/>
              </a:path>
              <a:path w="6486525" h="1236345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6486525" h="1236345">
                <a:moveTo>
                  <a:pt x="438150" y="1230274"/>
                </a:moveTo>
                <a:lnTo>
                  <a:pt x="437692" y="1229156"/>
                </a:lnTo>
                <a:lnTo>
                  <a:pt x="435825" y="1227289"/>
                </a:lnTo>
                <a:lnTo>
                  <a:pt x="434708" y="1226820"/>
                </a:lnTo>
                <a:lnTo>
                  <a:pt x="432079" y="1226820"/>
                </a:lnTo>
                <a:lnTo>
                  <a:pt x="430961" y="1227289"/>
                </a:lnTo>
                <a:lnTo>
                  <a:pt x="429094" y="1229156"/>
                </a:lnTo>
                <a:lnTo>
                  <a:pt x="428625" y="1230274"/>
                </a:lnTo>
                <a:lnTo>
                  <a:pt x="428625" y="1232903"/>
                </a:lnTo>
                <a:lnTo>
                  <a:pt x="429094" y="1234020"/>
                </a:lnTo>
                <a:lnTo>
                  <a:pt x="430961" y="1235887"/>
                </a:lnTo>
                <a:lnTo>
                  <a:pt x="432079" y="1236345"/>
                </a:lnTo>
                <a:lnTo>
                  <a:pt x="434708" y="1236345"/>
                </a:lnTo>
                <a:lnTo>
                  <a:pt x="435825" y="1235887"/>
                </a:lnTo>
                <a:lnTo>
                  <a:pt x="437692" y="1234020"/>
                </a:lnTo>
                <a:lnTo>
                  <a:pt x="438150" y="1232903"/>
                </a:lnTo>
                <a:lnTo>
                  <a:pt x="438150" y="1230274"/>
                </a:lnTo>
                <a:close/>
              </a:path>
              <a:path w="6486525" h="1236345">
                <a:moveTo>
                  <a:pt x="438150" y="616864"/>
                </a:moveTo>
                <a:lnTo>
                  <a:pt x="437692" y="615746"/>
                </a:lnTo>
                <a:lnTo>
                  <a:pt x="435825" y="613879"/>
                </a:lnTo>
                <a:lnTo>
                  <a:pt x="434708" y="613410"/>
                </a:lnTo>
                <a:lnTo>
                  <a:pt x="432079" y="613410"/>
                </a:lnTo>
                <a:lnTo>
                  <a:pt x="430961" y="613879"/>
                </a:lnTo>
                <a:lnTo>
                  <a:pt x="429094" y="615746"/>
                </a:lnTo>
                <a:lnTo>
                  <a:pt x="428625" y="616864"/>
                </a:lnTo>
                <a:lnTo>
                  <a:pt x="428625" y="619493"/>
                </a:lnTo>
                <a:lnTo>
                  <a:pt x="429094" y="620610"/>
                </a:lnTo>
                <a:lnTo>
                  <a:pt x="430961" y="622477"/>
                </a:lnTo>
                <a:lnTo>
                  <a:pt x="432079" y="622935"/>
                </a:lnTo>
                <a:lnTo>
                  <a:pt x="434708" y="622935"/>
                </a:lnTo>
                <a:lnTo>
                  <a:pt x="435825" y="622477"/>
                </a:lnTo>
                <a:lnTo>
                  <a:pt x="437692" y="620610"/>
                </a:lnTo>
                <a:lnTo>
                  <a:pt x="438150" y="619493"/>
                </a:lnTo>
                <a:lnTo>
                  <a:pt x="438150" y="616864"/>
                </a:lnTo>
                <a:close/>
              </a:path>
              <a:path w="6486525" h="1236345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6486525" h="1236345">
                <a:moveTo>
                  <a:pt x="485775" y="1230274"/>
                </a:moveTo>
                <a:lnTo>
                  <a:pt x="485317" y="1229156"/>
                </a:lnTo>
                <a:lnTo>
                  <a:pt x="483450" y="1227289"/>
                </a:lnTo>
                <a:lnTo>
                  <a:pt x="482333" y="1226820"/>
                </a:lnTo>
                <a:lnTo>
                  <a:pt x="479704" y="1226820"/>
                </a:lnTo>
                <a:lnTo>
                  <a:pt x="478586" y="1227289"/>
                </a:lnTo>
                <a:lnTo>
                  <a:pt x="476719" y="1229156"/>
                </a:lnTo>
                <a:lnTo>
                  <a:pt x="476250" y="1230274"/>
                </a:lnTo>
                <a:lnTo>
                  <a:pt x="476250" y="1232903"/>
                </a:lnTo>
                <a:lnTo>
                  <a:pt x="476719" y="1234020"/>
                </a:lnTo>
                <a:lnTo>
                  <a:pt x="478586" y="1235887"/>
                </a:lnTo>
                <a:lnTo>
                  <a:pt x="479704" y="1236345"/>
                </a:lnTo>
                <a:lnTo>
                  <a:pt x="482333" y="1236345"/>
                </a:lnTo>
                <a:lnTo>
                  <a:pt x="483450" y="1235887"/>
                </a:lnTo>
                <a:lnTo>
                  <a:pt x="485317" y="1234020"/>
                </a:lnTo>
                <a:lnTo>
                  <a:pt x="485775" y="1232903"/>
                </a:lnTo>
                <a:lnTo>
                  <a:pt x="485775" y="1230274"/>
                </a:lnTo>
                <a:close/>
              </a:path>
              <a:path w="6486525" h="1236345">
                <a:moveTo>
                  <a:pt x="485775" y="616864"/>
                </a:moveTo>
                <a:lnTo>
                  <a:pt x="485317" y="615746"/>
                </a:lnTo>
                <a:lnTo>
                  <a:pt x="483450" y="613879"/>
                </a:lnTo>
                <a:lnTo>
                  <a:pt x="482333" y="613410"/>
                </a:lnTo>
                <a:lnTo>
                  <a:pt x="479704" y="613410"/>
                </a:lnTo>
                <a:lnTo>
                  <a:pt x="478586" y="613879"/>
                </a:lnTo>
                <a:lnTo>
                  <a:pt x="476719" y="615746"/>
                </a:lnTo>
                <a:lnTo>
                  <a:pt x="476250" y="616864"/>
                </a:lnTo>
                <a:lnTo>
                  <a:pt x="476250" y="619493"/>
                </a:lnTo>
                <a:lnTo>
                  <a:pt x="476719" y="620610"/>
                </a:lnTo>
                <a:lnTo>
                  <a:pt x="478586" y="622477"/>
                </a:lnTo>
                <a:lnTo>
                  <a:pt x="479704" y="622935"/>
                </a:lnTo>
                <a:lnTo>
                  <a:pt x="482333" y="622935"/>
                </a:lnTo>
                <a:lnTo>
                  <a:pt x="483450" y="622477"/>
                </a:lnTo>
                <a:lnTo>
                  <a:pt x="485317" y="620610"/>
                </a:lnTo>
                <a:lnTo>
                  <a:pt x="485775" y="619493"/>
                </a:lnTo>
                <a:lnTo>
                  <a:pt x="485775" y="616864"/>
                </a:lnTo>
                <a:close/>
              </a:path>
              <a:path w="6486525" h="1236345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6486525" h="1236345">
                <a:moveTo>
                  <a:pt x="533400" y="1230274"/>
                </a:moveTo>
                <a:lnTo>
                  <a:pt x="532942" y="1229156"/>
                </a:lnTo>
                <a:lnTo>
                  <a:pt x="531075" y="1227289"/>
                </a:lnTo>
                <a:lnTo>
                  <a:pt x="529958" y="1226820"/>
                </a:lnTo>
                <a:lnTo>
                  <a:pt x="527329" y="1226820"/>
                </a:lnTo>
                <a:lnTo>
                  <a:pt x="526211" y="1227289"/>
                </a:lnTo>
                <a:lnTo>
                  <a:pt x="524344" y="1229156"/>
                </a:lnTo>
                <a:lnTo>
                  <a:pt x="523875" y="1230274"/>
                </a:lnTo>
                <a:lnTo>
                  <a:pt x="523875" y="1232903"/>
                </a:lnTo>
                <a:lnTo>
                  <a:pt x="524344" y="1234020"/>
                </a:lnTo>
                <a:lnTo>
                  <a:pt x="526211" y="1235887"/>
                </a:lnTo>
                <a:lnTo>
                  <a:pt x="527329" y="1236345"/>
                </a:lnTo>
                <a:lnTo>
                  <a:pt x="529958" y="1236345"/>
                </a:lnTo>
                <a:lnTo>
                  <a:pt x="531075" y="1235887"/>
                </a:lnTo>
                <a:lnTo>
                  <a:pt x="532942" y="1234020"/>
                </a:lnTo>
                <a:lnTo>
                  <a:pt x="533400" y="1232903"/>
                </a:lnTo>
                <a:lnTo>
                  <a:pt x="533400" y="1230274"/>
                </a:lnTo>
                <a:close/>
              </a:path>
              <a:path w="6486525" h="1236345">
                <a:moveTo>
                  <a:pt x="533400" y="616864"/>
                </a:moveTo>
                <a:lnTo>
                  <a:pt x="532942" y="615746"/>
                </a:lnTo>
                <a:lnTo>
                  <a:pt x="531075" y="613879"/>
                </a:lnTo>
                <a:lnTo>
                  <a:pt x="529958" y="613410"/>
                </a:lnTo>
                <a:lnTo>
                  <a:pt x="527329" y="613410"/>
                </a:lnTo>
                <a:lnTo>
                  <a:pt x="526211" y="613879"/>
                </a:lnTo>
                <a:lnTo>
                  <a:pt x="524344" y="615746"/>
                </a:lnTo>
                <a:lnTo>
                  <a:pt x="523875" y="616864"/>
                </a:lnTo>
                <a:lnTo>
                  <a:pt x="523875" y="619493"/>
                </a:lnTo>
                <a:lnTo>
                  <a:pt x="524344" y="620610"/>
                </a:lnTo>
                <a:lnTo>
                  <a:pt x="526211" y="622477"/>
                </a:lnTo>
                <a:lnTo>
                  <a:pt x="527329" y="622935"/>
                </a:lnTo>
                <a:lnTo>
                  <a:pt x="529958" y="622935"/>
                </a:lnTo>
                <a:lnTo>
                  <a:pt x="531075" y="622477"/>
                </a:lnTo>
                <a:lnTo>
                  <a:pt x="532942" y="620610"/>
                </a:lnTo>
                <a:lnTo>
                  <a:pt x="533400" y="619493"/>
                </a:lnTo>
                <a:lnTo>
                  <a:pt x="533400" y="616864"/>
                </a:lnTo>
                <a:close/>
              </a:path>
              <a:path w="6486525" h="1236345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6486525" h="1236345">
                <a:moveTo>
                  <a:pt x="581025" y="1230274"/>
                </a:moveTo>
                <a:lnTo>
                  <a:pt x="580567" y="1229156"/>
                </a:lnTo>
                <a:lnTo>
                  <a:pt x="578700" y="1227289"/>
                </a:lnTo>
                <a:lnTo>
                  <a:pt x="577583" y="1226820"/>
                </a:lnTo>
                <a:lnTo>
                  <a:pt x="574954" y="1226820"/>
                </a:lnTo>
                <a:lnTo>
                  <a:pt x="573836" y="1227289"/>
                </a:lnTo>
                <a:lnTo>
                  <a:pt x="571969" y="1229156"/>
                </a:lnTo>
                <a:lnTo>
                  <a:pt x="571500" y="1230274"/>
                </a:lnTo>
                <a:lnTo>
                  <a:pt x="571500" y="1232903"/>
                </a:lnTo>
                <a:lnTo>
                  <a:pt x="571969" y="1234020"/>
                </a:lnTo>
                <a:lnTo>
                  <a:pt x="573836" y="1235887"/>
                </a:lnTo>
                <a:lnTo>
                  <a:pt x="574954" y="1236345"/>
                </a:lnTo>
                <a:lnTo>
                  <a:pt x="577583" y="1236345"/>
                </a:lnTo>
                <a:lnTo>
                  <a:pt x="578700" y="1235887"/>
                </a:lnTo>
                <a:lnTo>
                  <a:pt x="580567" y="1234020"/>
                </a:lnTo>
                <a:lnTo>
                  <a:pt x="581025" y="1232903"/>
                </a:lnTo>
                <a:lnTo>
                  <a:pt x="581025" y="1230274"/>
                </a:lnTo>
                <a:close/>
              </a:path>
              <a:path w="6486525" h="1236345">
                <a:moveTo>
                  <a:pt x="581025" y="616864"/>
                </a:moveTo>
                <a:lnTo>
                  <a:pt x="580567" y="615746"/>
                </a:lnTo>
                <a:lnTo>
                  <a:pt x="578700" y="613879"/>
                </a:lnTo>
                <a:lnTo>
                  <a:pt x="577583" y="613410"/>
                </a:lnTo>
                <a:lnTo>
                  <a:pt x="574954" y="613410"/>
                </a:lnTo>
                <a:lnTo>
                  <a:pt x="573836" y="613879"/>
                </a:lnTo>
                <a:lnTo>
                  <a:pt x="571969" y="615746"/>
                </a:lnTo>
                <a:lnTo>
                  <a:pt x="571500" y="616864"/>
                </a:lnTo>
                <a:lnTo>
                  <a:pt x="571500" y="619493"/>
                </a:lnTo>
                <a:lnTo>
                  <a:pt x="571969" y="620610"/>
                </a:lnTo>
                <a:lnTo>
                  <a:pt x="573836" y="622477"/>
                </a:lnTo>
                <a:lnTo>
                  <a:pt x="574954" y="622935"/>
                </a:lnTo>
                <a:lnTo>
                  <a:pt x="577583" y="622935"/>
                </a:lnTo>
                <a:lnTo>
                  <a:pt x="578700" y="622477"/>
                </a:lnTo>
                <a:lnTo>
                  <a:pt x="580567" y="620610"/>
                </a:lnTo>
                <a:lnTo>
                  <a:pt x="581025" y="619493"/>
                </a:lnTo>
                <a:lnTo>
                  <a:pt x="581025" y="616864"/>
                </a:lnTo>
                <a:close/>
              </a:path>
              <a:path w="6486525" h="1236345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6486525" h="1236345">
                <a:moveTo>
                  <a:pt x="628650" y="1230274"/>
                </a:moveTo>
                <a:lnTo>
                  <a:pt x="628192" y="1229156"/>
                </a:lnTo>
                <a:lnTo>
                  <a:pt x="626325" y="1227289"/>
                </a:lnTo>
                <a:lnTo>
                  <a:pt x="625208" y="1226820"/>
                </a:lnTo>
                <a:lnTo>
                  <a:pt x="622579" y="1226820"/>
                </a:lnTo>
                <a:lnTo>
                  <a:pt x="621461" y="1227289"/>
                </a:lnTo>
                <a:lnTo>
                  <a:pt x="619594" y="1229156"/>
                </a:lnTo>
                <a:lnTo>
                  <a:pt x="619125" y="1230274"/>
                </a:lnTo>
                <a:lnTo>
                  <a:pt x="619125" y="1232903"/>
                </a:lnTo>
                <a:lnTo>
                  <a:pt x="619594" y="1234020"/>
                </a:lnTo>
                <a:lnTo>
                  <a:pt x="621461" y="1235887"/>
                </a:lnTo>
                <a:lnTo>
                  <a:pt x="622579" y="1236345"/>
                </a:lnTo>
                <a:lnTo>
                  <a:pt x="625208" y="1236345"/>
                </a:lnTo>
                <a:lnTo>
                  <a:pt x="626325" y="1235887"/>
                </a:lnTo>
                <a:lnTo>
                  <a:pt x="628192" y="1234020"/>
                </a:lnTo>
                <a:lnTo>
                  <a:pt x="628650" y="1232903"/>
                </a:lnTo>
                <a:lnTo>
                  <a:pt x="628650" y="1230274"/>
                </a:lnTo>
                <a:close/>
              </a:path>
              <a:path w="6486525" h="1236345">
                <a:moveTo>
                  <a:pt x="628650" y="616864"/>
                </a:moveTo>
                <a:lnTo>
                  <a:pt x="628192" y="615746"/>
                </a:lnTo>
                <a:lnTo>
                  <a:pt x="626325" y="613879"/>
                </a:lnTo>
                <a:lnTo>
                  <a:pt x="625208" y="613410"/>
                </a:lnTo>
                <a:lnTo>
                  <a:pt x="622579" y="613410"/>
                </a:lnTo>
                <a:lnTo>
                  <a:pt x="621461" y="613879"/>
                </a:lnTo>
                <a:lnTo>
                  <a:pt x="619594" y="615746"/>
                </a:lnTo>
                <a:lnTo>
                  <a:pt x="619125" y="616864"/>
                </a:lnTo>
                <a:lnTo>
                  <a:pt x="619125" y="619493"/>
                </a:lnTo>
                <a:lnTo>
                  <a:pt x="619594" y="620610"/>
                </a:lnTo>
                <a:lnTo>
                  <a:pt x="621461" y="622477"/>
                </a:lnTo>
                <a:lnTo>
                  <a:pt x="622579" y="622935"/>
                </a:lnTo>
                <a:lnTo>
                  <a:pt x="625208" y="622935"/>
                </a:lnTo>
                <a:lnTo>
                  <a:pt x="626325" y="622477"/>
                </a:lnTo>
                <a:lnTo>
                  <a:pt x="628192" y="620610"/>
                </a:lnTo>
                <a:lnTo>
                  <a:pt x="628650" y="619493"/>
                </a:lnTo>
                <a:lnTo>
                  <a:pt x="628650" y="616864"/>
                </a:lnTo>
                <a:close/>
              </a:path>
              <a:path w="6486525" h="1236345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6486525" h="1236345">
                <a:moveTo>
                  <a:pt x="676275" y="1230274"/>
                </a:moveTo>
                <a:lnTo>
                  <a:pt x="675817" y="1229156"/>
                </a:lnTo>
                <a:lnTo>
                  <a:pt x="673950" y="1227289"/>
                </a:lnTo>
                <a:lnTo>
                  <a:pt x="672833" y="1226820"/>
                </a:lnTo>
                <a:lnTo>
                  <a:pt x="670204" y="1226820"/>
                </a:lnTo>
                <a:lnTo>
                  <a:pt x="669086" y="1227289"/>
                </a:lnTo>
                <a:lnTo>
                  <a:pt x="667219" y="1229156"/>
                </a:lnTo>
                <a:lnTo>
                  <a:pt x="666750" y="1230274"/>
                </a:lnTo>
                <a:lnTo>
                  <a:pt x="666750" y="1232903"/>
                </a:lnTo>
                <a:lnTo>
                  <a:pt x="667219" y="1234020"/>
                </a:lnTo>
                <a:lnTo>
                  <a:pt x="669086" y="1235887"/>
                </a:lnTo>
                <a:lnTo>
                  <a:pt x="670204" y="1236345"/>
                </a:lnTo>
                <a:lnTo>
                  <a:pt x="672833" y="1236345"/>
                </a:lnTo>
                <a:lnTo>
                  <a:pt x="673950" y="1235887"/>
                </a:lnTo>
                <a:lnTo>
                  <a:pt x="675817" y="1234020"/>
                </a:lnTo>
                <a:lnTo>
                  <a:pt x="676275" y="1232903"/>
                </a:lnTo>
                <a:lnTo>
                  <a:pt x="676275" y="1230274"/>
                </a:lnTo>
                <a:close/>
              </a:path>
              <a:path w="6486525" h="1236345">
                <a:moveTo>
                  <a:pt x="676275" y="616864"/>
                </a:moveTo>
                <a:lnTo>
                  <a:pt x="675817" y="615746"/>
                </a:lnTo>
                <a:lnTo>
                  <a:pt x="673950" y="613879"/>
                </a:lnTo>
                <a:lnTo>
                  <a:pt x="672833" y="613410"/>
                </a:lnTo>
                <a:lnTo>
                  <a:pt x="670204" y="613410"/>
                </a:lnTo>
                <a:lnTo>
                  <a:pt x="669086" y="613879"/>
                </a:lnTo>
                <a:lnTo>
                  <a:pt x="667219" y="615746"/>
                </a:lnTo>
                <a:lnTo>
                  <a:pt x="666750" y="616864"/>
                </a:lnTo>
                <a:lnTo>
                  <a:pt x="666750" y="619493"/>
                </a:lnTo>
                <a:lnTo>
                  <a:pt x="667219" y="620610"/>
                </a:lnTo>
                <a:lnTo>
                  <a:pt x="669086" y="622477"/>
                </a:lnTo>
                <a:lnTo>
                  <a:pt x="670204" y="622935"/>
                </a:lnTo>
                <a:lnTo>
                  <a:pt x="672833" y="622935"/>
                </a:lnTo>
                <a:lnTo>
                  <a:pt x="673950" y="622477"/>
                </a:lnTo>
                <a:lnTo>
                  <a:pt x="675817" y="620610"/>
                </a:lnTo>
                <a:lnTo>
                  <a:pt x="676275" y="619493"/>
                </a:lnTo>
                <a:lnTo>
                  <a:pt x="676275" y="616864"/>
                </a:lnTo>
                <a:close/>
              </a:path>
              <a:path w="6486525" h="1236345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6486525" h="1236345">
                <a:moveTo>
                  <a:pt x="723900" y="1230274"/>
                </a:moveTo>
                <a:lnTo>
                  <a:pt x="723442" y="1229156"/>
                </a:lnTo>
                <a:lnTo>
                  <a:pt x="721575" y="1227289"/>
                </a:lnTo>
                <a:lnTo>
                  <a:pt x="720458" y="1226820"/>
                </a:lnTo>
                <a:lnTo>
                  <a:pt x="717829" y="1226820"/>
                </a:lnTo>
                <a:lnTo>
                  <a:pt x="716711" y="1227289"/>
                </a:lnTo>
                <a:lnTo>
                  <a:pt x="714844" y="1229156"/>
                </a:lnTo>
                <a:lnTo>
                  <a:pt x="714375" y="1230274"/>
                </a:lnTo>
                <a:lnTo>
                  <a:pt x="714375" y="1232903"/>
                </a:lnTo>
                <a:lnTo>
                  <a:pt x="714844" y="1234020"/>
                </a:lnTo>
                <a:lnTo>
                  <a:pt x="716711" y="1235887"/>
                </a:lnTo>
                <a:lnTo>
                  <a:pt x="717829" y="1236345"/>
                </a:lnTo>
                <a:lnTo>
                  <a:pt x="720458" y="1236345"/>
                </a:lnTo>
                <a:lnTo>
                  <a:pt x="721575" y="1235887"/>
                </a:lnTo>
                <a:lnTo>
                  <a:pt x="723442" y="1234020"/>
                </a:lnTo>
                <a:lnTo>
                  <a:pt x="723900" y="1232903"/>
                </a:lnTo>
                <a:lnTo>
                  <a:pt x="723900" y="1230274"/>
                </a:lnTo>
                <a:close/>
              </a:path>
              <a:path w="6486525" h="1236345">
                <a:moveTo>
                  <a:pt x="723900" y="616864"/>
                </a:moveTo>
                <a:lnTo>
                  <a:pt x="723442" y="615746"/>
                </a:lnTo>
                <a:lnTo>
                  <a:pt x="721575" y="613879"/>
                </a:lnTo>
                <a:lnTo>
                  <a:pt x="720458" y="613410"/>
                </a:lnTo>
                <a:lnTo>
                  <a:pt x="717829" y="613410"/>
                </a:lnTo>
                <a:lnTo>
                  <a:pt x="716711" y="613879"/>
                </a:lnTo>
                <a:lnTo>
                  <a:pt x="714844" y="615746"/>
                </a:lnTo>
                <a:lnTo>
                  <a:pt x="714375" y="616864"/>
                </a:lnTo>
                <a:lnTo>
                  <a:pt x="714375" y="619493"/>
                </a:lnTo>
                <a:lnTo>
                  <a:pt x="714844" y="620610"/>
                </a:lnTo>
                <a:lnTo>
                  <a:pt x="716711" y="622477"/>
                </a:lnTo>
                <a:lnTo>
                  <a:pt x="717829" y="622935"/>
                </a:lnTo>
                <a:lnTo>
                  <a:pt x="720458" y="622935"/>
                </a:lnTo>
                <a:lnTo>
                  <a:pt x="721575" y="622477"/>
                </a:lnTo>
                <a:lnTo>
                  <a:pt x="723442" y="620610"/>
                </a:lnTo>
                <a:lnTo>
                  <a:pt x="723900" y="619493"/>
                </a:lnTo>
                <a:lnTo>
                  <a:pt x="723900" y="616864"/>
                </a:lnTo>
                <a:close/>
              </a:path>
              <a:path w="6486525" h="1236345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6486525" h="1236345">
                <a:moveTo>
                  <a:pt x="771525" y="1230274"/>
                </a:moveTo>
                <a:lnTo>
                  <a:pt x="771067" y="1229156"/>
                </a:lnTo>
                <a:lnTo>
                  <a:pt x="769200" y="1227289"/>
                </a:lnTo>
                <a:lnTo>
                  <a:pt x="768083" y="1226820"/>
                </a:lnTo>
                <a:lnTo>
                  <a:pt x="765454" y="1226820"/>
                </a:lnTo>
                <a:lnTo>
                  <a:pt x="764336" y="1227289"/>
                </a:lnTo>
                <a:lnTo>
                  <a:pt x="762469" y="1229156"/>
                </a:lnTo>
                <a:lnTo>
                  <a:pt x="762000" y="1230274"/>
                </a:lnTo>
                <a:lnTo>
                  <a:pt x="762000" y="1232903"/>
                </a:lnTo>
                <a:lnTo>
                  <a:pt x="762469" y="1234020"/>
                </a:lnTo>
                <a:lnTo>
                  <a:pt x="764336" y="1235887"/>
                </a:lnTo>
                <a:lnTo>
                  <a:pt x="765454" y="1236345"/>
                </a:lnTo>
                <a:lnTo>
                  <a:pt x="768083" y="1236345"/>
                </a:lnTo>
                <a:lnTo>
                  <a:pt x="769200" y="1235887"/>
                </a:lnTo>
                <a:lnTo>
                  <a:pt x="771067" y="1234020"/>
                </a:lnTo>
                <a:lnTo>
                  <a:pt x="771525" y="1232903"/>
                </a:lnTo>
                <a:lnTo>
                  <a:pt x="771525" y="1230274"/>
                </a:lnTo>
                <a:close/>
              </a:path>
              <a:path w="6486525" h="1236345">
                <a:moveTo>
                  <a:pt x="771525" y="616864"/>
                </a:moveTo>
                <a:lnTo>
                  <a:pt x="771067" y="615746"/>
                </a:lnTo>
                <a:lnTo>
                  <a:pt x="769200" y="613879"/>
                </a:lnTo>
                <a:lnTo>
                  <a:pt x="768083" y="613410"/>
                </a:lnTo>
                <a:lnTo>
                  <a:pt x="765454" y="613410"/>
                </a:lnTo>
                <a:lnTo>
                  <a:pt x="764336" y="613879"/>
                </a:lnTo>
                <a:lnTo>
                  <a:pt x="762469" y="615746"/>
                </a:lnTo>
                <a:lnTo>
                  <a:pt x="762000" y="616864"/>
                </a:lnTo>
                <a:lnTo>
                  <a:pt x="762000" y="619493"/>
                </a:lnTo>
                <a:lnTo>
                  <a:pt x="762469" y="620610"/>
                </a:lnTo>
                <a:lnTo>
                  <a:pt x="764336" y="622477"/>
                </a:lnTo>
                <a:lnTo>
                  <a:pt x="765454" y="622935"/>
                </a:lnTo>
                <a:lnTo>
                  <a:pt x="768083" y="622935"/>
                </a:lnTo>
                <a:lnTo>
                  <a:pt x="769200" y="622477"/>
                </a:lnTo>
                <a:lnTo>
                  <a:pt x="771067" y="620610"/>
                </a:lnTo>
                <a:lnTo>
                  <a:pt x="771525" y="619493"/>
                </a:lnTo>
                <a:lnTo>
                  <a:pt x="771525" y="616864"/>
                </a:lnTo>
                <a:close/>
              </a:path>
              <a:path w="6486525" h="1236345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6486525" h="1236345">
                <a:moveTo>
                  <a:pt x="819150" y="1230274"/>
                </a:moveTo>
                <a:lnTo>
                  <a:pt x="818692" y="1229156"/>
                </a:lnTo>
                <a:lnTo>
                  <a:pt x="816825" y="1227289"/>
                </a:lnTo>
                <a:lnTo>
                  <a:pt x="815708" y="1226820"/>
                </a:lnTo>
                <a:lnTo>
                  <a:pt x="813079" y="1226820"/>
                </a:lnTo>
                <a:lnTo>
                  <a:pt x="811961" y="1227289"/>
                </a:lnTo>
                <a:lnTo>
                  <a:pt x="810094" y="1229156"/>
                </a:lnTo>
                <a:lnTo>
                  <a:pt x="809625" y="1230274"/>
                </a:lnTo>
                <a:lnTo>
                  <a:pt x="809625" y="1232903"/>
                </a:lnTo>
                <a:lnTo>
                  <a:pt x="810094" y="1234020"/>
                </a:lnTo>
                <a:lnTo>
                  <a:pt x="811961" y="1235887"/>
                </a:lnTo>
                <a:lnTo>
                  <a:pt x="813079" y="1236345"/>
                </a:lnTo>
                <a:lnTo>
                  <a:pt x="815708" y="1236345"/>
                </a:lnTo>
                <a:lnTo>
                  <a:pt x="816825" y="1235887"/>
                </a:lnTo>
                <a:lnTo>
                  <a:pt x="818692" y="1234020"/>
                </a:lnTo>
                <a:lnTo>
                  <a:pt x="819150" y="1232903"/>
                </a:lnTo>
                <a:lnTo>
                  <a:pt x="819150" y="1230274"/>
                </a:lnTo>
                <a:close/>
              </a:path>
              <a:path w="6486525" h="1236345">
                <a:moveTo>
                  <a:pt x="819150" y="616864"/>
                </a:moveTo>
                <a:lnTo>
                  <a:pt x="818692" y="615746"/>
                </a:lnTo>
                <a:lnTo>
                  <a:pt x="816825" y="613879"/>
                </a:lnTo>
                <a:lnTo>
                  <a:pt x="815708" y="613410"/>
                </a:lnTo>
                <a:lnTo>
                  <a:pt x="813079" y="613410"/>
                </a:lnTo>
                <a:lnTo>
                  <a:pt x="811961" y="613879"/>
                </a:lnTo>
                <a:lnTo>
                  <a:pt x="810094" y="615746"/>
                </a:lnTo>
                <a:lnTo>
                  <a:pt x="809625" y="616864"/>
                </a:lnTo>
                <a:lnTo>
                  <a:pt x="809625" y="619493"/>
                </a:lnTo>
                <a:lnTo>
                  <a:pt x="810094" y="620610"/>
                </a:lnTo>
                <a:lnTo>
                  <a:pt x="811961" y="622477"/>
                </a:lnTo>
                <a:lnTo>
                  <a:pt x="813079" y="622935"/>
                </a:lnTo>
                <a:lnTo>
                  <a:pt x="815708" y="622935"/>
                </a:lnTo>
                <a:lnTo>
                  <a:pt x="816825" y="622477"/>
                </a:lnTo>
                <a:lnTo>
                  <a:pt x="818692" y="620610"/>
                </a:lnTo>
                <a:lnTo>
                  <a:pt x="819150" y="619493"/>
                </a:lnTo>
                <a:lnTo>
                  <a:pt x="819150" y="616864"/>
                </a:lnTo>
                <a:close/>
              </a:path>
              <a:path w="6486525" h="1236345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6486525" h="1236345">
                <a:moveTo>
                  <a:pt x="866775" y="1230274"/>
                </a:moveTo>
                <a:lnTo>
                  <a:pt x="866317" y="1229156"/>
                </a:lnTo>
                <a:lnTo>
                  <a:pt x="864450" y="1227289"/>
                </a:lnTo>
                <a:lnTo>
                  <a:pt x="863333" y="1226820"/>
                </a:lnTo>
                <a:lnTo>
                  <a:pt x="860704" y="1226820"/>
                </a:lnTo>
                <a:lnTo>
                  <a:pt x="859586" y="1227289"/>
                </a:lnTo>
                <a:lnTo>
                  <a:pt x="857719" y="1229156"/>
                </a:lnTo>
                <a:lnTo>
                  <a:pt x="857250" y="1230274"/>
                </a:lnTo>
                <a:lnTo>
                  <a:pt x="857250" y="1232903"/>
                </a:lnTo>
                <a:lnTo>
                  <a:pt x="857719" y="1234020"/>
                </a:lnTo>
                <a:lnTo>
                  <a:pt x="859586" y="1235887"/>
                </a:lnTo>
                <a:lnTo>
                  <a:pt x="860704" y="1236345"/>
                </a:lnTo>
                <a:lnTo>
                  <a:pt x="863333" y="1236345"/>
                </a:lnTo>
                <a:lnTo>
                  <a:pt x="864450" y="1235887"/>
                </a:lnTo>
                <a:lnTo>
                  <a:pt x="866317" y="1234020"/>
                </a:lnTo>
                <a:lnTo>
                  <a:pt x="866775" y="1232903"/>
                </a:lnTo>
                <a:lnTo>
                  <a:pt x="866775" y="1230274"/>
                </a:lnTo>
                <a:close/>
              </a:path>
              <a:path w="6486525" h="1236345">
                <a:moveTo>
                  <a:pt x="866775" y="616864"/>
                </a:moveTo>
                <a:lnTo>
                  <a:pt x="866317" y="615746"/>
                </a:lnTo>
                <a:lnTo>
                  <a:pt x="864450" y="613879"/>
                </a:lnTo>
                <a:lnTo>
                  <a:pt x="863333" y="613410"/>
                </a:lnTo>
                <a:lnTo>
                  <a:pt x="860704" y="613410"/>
                </a:lnTo>
                <a:lnTo>
                  <a:pt x="859586" y="613879"/>
                </a:lnTo>
                <a:lnTo>
                  <a:pt x="857719" y="615746"/>
                </a:lnTo>
                <a:lnTo>
                  <a:pt x="857250" y="616864"/>
                </a:lnTo>
                <a:lnTo>
                  <a:pt x="857250" y="619493"/>
                </a:lnTo>
                <a:lnTo>
                  <a:pt x="857719" y="620610"/>
                </a:lnTo>
                <a:lnTo>
                  <a:pt x="859586" y="622477"/>
                </a:lnTo>
                <a:lnTo>
                  <a:pt x="860704" y="622935"/>
                </a:lnTo>
                <a:lnTo>
                  <a:pt x="863333" y="622935"/>
                </a:lnTo>
                <a:lnTo>
                  <a:pt x="864450" y="622477"/>
                </a:lnTo>
                <a:lnTo>
                  <a:pt x="866317" y="620610"/>
                </a:lnTo>
                <a:lnTo>
                  <a:pt x="866775" y="619493"/>
                </a:lnTo>
                <a:lnTo>
                  <a:pt x="866775" y="616864"/>
                </a:lnTo>
                <a:close/>
              </a:path>
              <a:path w="6486525" h="1236345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6486525" h="1236345">
                <a:moveTo>
                  <a:pt x="914400" y="1230274"/>
                </a:moveTo>
                <a:lnTo>
                  <a:pt x="913942" y="1229156"/>
                </a:lnTo>
                <a:lnTo>
                  <a:pt x="912075" y="1227289"/>
                </a:lnTo>
                <a:lnTo>
                  <a:pt x="910958" y="1226820"/>
                </a:lnTo>
                <a:lnTo>
                  <a:pt x="908329" y="1226820"/>
                </a:lnTo>
                <a:lnTo>
                  <a:pt x="907211" y="1227289"/>
                </a:lnTo>
                <a:lnTo>
                  <a:pt x="905344" y="1229156"/>
                </a:lnTo>
                <a:lnTo>
                  <a:pt x="904875" y="1230274"/>
                </a:lnTo>
                <a:lnTo>
                  <a:pt x="904875" y="1232903"/>
                </a:lnTo>
                <a:lnTo>
                  <a:pt x="905344" y="1234020"/>
                </a:lnTo>
                <a:lnTo>
                  <a:pt x="907211" y="1235887"/>
                </a:lnTo>
                <a:lnTo>
                  <a:pt x="908329" y="1236345"/>
                </a:lnTo>
                <a:lnTo>
                  <a:pt x="910958" y="1236345"/>
                </a:lnTo>
                <a:lnTo>
                  <a:pt x="912075" y="1235887"/>
                </a:lnTo>
                <a:lnTo>
                  <a:pt x="913942" y="1234020"/>
                </a:lnTo>
                <a:lnTo>
                  <a:pt x="914400" y="1232903"/>
                </a:lnTo>
                <a:lnTo>
                  <a:pt x="914400" y="1230274"/>
                </a:lnTo>
                <a:close/>
              </a:path>
              <a:path w="6486525" h="1236345">
                <a:moveTo>
                  <a:pt x="914400" y="616864"/>
                </a:moveTo>
                <a:lnTo>
                  <a:pt x="913942" y="615746"/>
                </a:lnTo>
                <a:lnTo>
                  <a:pt x="912075" y="613879"/>
                </a:lnTo>
                <a:lnTo>
                  <a:pt x="910958" y="613410"/>
                </a:lnTo>
                <a:lnTo>
                  <a:pt x="908329" y="613410"/>
                </a:lnTo>
                <a:lnTo>
                  <a:pt x="907211" y="613879"/>
                </a:lnTo>
                <a:lnTo>
                  <a:pt x="905344" y="615746"/>
                </a:lnTo>
                <a:lnTo>
                  <a:pt x="904875" y="616864"/>
                </a:lnTo>
                <a:lnTo>
                  <a:pt x="904875" y="619493"/>
                </a:lnTo>
                <a:lnTo>
                  <a:pt x="905344" y="620610"/>
                </a:lnTo>
                <a:lnTo>
                  <a:pt x="907211" y="622477"/>
                </a:lnTo>
                <a:lnTo>
                  <a:pt x="908329" y="622935"/>
                </a:lnTo>
                <a:lnTo>
                  <a:pt x="910958" y="622935"/>
                </a:lnTo>
                <a:lnTo>
                  <a:pt x="912075" y="622477"/>
                </a:lnTo>
                <a:lnTo>
                  <a:pt x="913942" y="620610"/>
                </a:lnTo>
                <a:lnTo>
                  <a:pt x="914400" y="619493"/>
                </a:lnTo>
                <a:lnTo>
                  <a:pt x="914400" y="616864"/>
                </a:lnTo>
                <a:close/>
              </a:path>
              <a:path w="6486525" h="1236345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6486525" h="1236345">
                <a:moveTo>
                  <a:pt x="962025" y="1230274"/>
                </a:moveTo>
                <a:lnTo>
                  <a:pt x="961567" y="1229156"/>
                </a:lnTo>
                <a:lnTo>
                  <a:pt x="959700" y="1227289"/>
                </a:lnTo>
                <a:lnTo>
                  <a:pt x="958583" y="1226820"/>
                </a:lnTo>
                <a:lnTo>
                  <a:pt x="955954" y="1226820"/>
                </a:lnTo>
                <a:lnTo>
                  <a:pt x="954836" y="1227289"/>
                </a:lnTo>
                <a:lnTo>
                  <a:pt x="952969" y="1229156"/>
                </a:lnTo>
                <a:lnTo>
                  <a:pt x="952500" y="1230274"/>
                </a:lnTo>
                <a:lnTo>
                  <a:pt x="952500" y="1232903"/>
                </a:lnTo>
                <a:lnTo>
                  <a:pt x="952969" y="1234020"/>
                </a:lnTo>
                <a:lnTo>
                  <a:pt x="954836" y="1235887"/>
                </a:lnTo>
                <a:lnTo>
                  <a:pt x="955954" y="1236345"/>
                </a:lnTo>
                <a:lnTo>
                  <a:pt x="958583" y="1236345"/>
                </a:lnTo>
                <a:lnTo>
                  <a:pt x="959700" y="1235887"/>
                </a:lnTo>
                <a:lnTo>
                  <a:pt x="961567" y="1234020"/>
                </a:lnTo>
                <a:lnTo>
                  <a:pt x="962025" y="1232903"/>
                </a:lnTo>
                <a:lnTo>
                  <a:pt x="962025" y="1230274"/>
                </a:lnTo>
                <a:close/>
              </a:path>
              <a:path w="6486525" h="1236345">
                <a:moveTo>
                  <a:pt x="962025" y="616864"/>
                </a:moveTo>
                <a:lnTo>
                  <a:pt x="961567" y="615746"/>
                </a:lnTo>
                <a:lnTo>
                  <a:pt x="959700" y="613879"/>
                </a:lnTo>
                <a:lnTo>
                  <a:pt x="958583" y="613410"/>
                </a:lnTo>
                <a:lnTo>
                  <a:pt x="955954" y="613410"/>
                </a:lnTo>
                <a:lnTo>
                  <a:pt x="954836" y="613879"/>
                </a:lnTo>
                <a:lnTo>
                  <a:pt x="952969" y="615746"/>
                </a:lnTo>
                <a:lnTo>
                  <a:pt x="952500" y="616864"/>
                </a:lnTo>
                <a:lnTo>
                  <a:pt x="952500" y="619493"/>
                </a:lnTo>
                <a:lnTo>
                  <a:pt x="952969" y="620610"/>
                </a:lnTo>
                <a:lnTo>
                  <a:pt x="954836" y="622477"/>
                </a:lnTo>
                <a:lnTo>
                  <a:pt x="955954" y="622935"/>
                </a:lnTo>
                <a:lnTo>
                  <a:pt x="958583" y="622935"/>
                </a:lnTo>
                <a:lnTo>
                  <a:pt x="959700" y="622477"/>
                </a:lnTo>
                <a:lnTo>
                  <a:pt x="961567" y="620610"/>
                </a:lnTo>
                <a:lnTo>
                  <a:pt x="962025" y="619493"/>
                </a:lnTo>
                <a:lnTo>
                  <a:pt x="962025" y="616864"/>
                </a:lnTo>
                <a:close/>
              </a:path>
              <a:path w="6486525" h="1236345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6486525" h="1236345">
                <a:moveTo>
                  <a:pt x="1009650" y="1230274"/>
                </a:moveTo>
                <a:lnTo>
                  <a:pt x="1009192" y="1229156"/>
                </a:lnTo>
                <a:lnTo>
                  <a:pt x="1007325" y="1227289"/>
                </a:lnTo>
                <a:lnTo>
                  <a:pt x="1006208" y="1226820"/>
                </a:lnTo>
                <a:lnTo>
                  <a:pt x="1003579" y="1226820"/>
                </a:lnTo>
                <a:lnTo>
                  <a:pt x="1002461" y="1227289"/>
                </a:lnTo>
                <a:lnTo>
                  <a:pt x="1000594" y="1229156"/>
                </a:lnTo>
                <a:lnTo>
                  <a:pt x="1000125" y="1230274"/>
                </a:lnTo>
                <a:lnTo>
                  <a:pt x="1000125" y="1232903"/>
                </a:lnTo>
                <a:lnTo>
                  <a:pt x="1000594" y="1234020"/>
                </a:lnTo>
                <a:lnTo>
                  <a:pt x="1002461" y="1235887"/>
                </a:lnTo>
                <a:lnTo>
                  <a:pt x="1003579" y="1236345"/>
                </a:lnTo>
                <a:lnTo>
                  <a:pt x="1006208" y="1236345"/>
                </a:lnTo>
                <a:lnTo>
                  <a:pt x="1007325" y="1235887"/>
                </a:lnTo>
                <a:lnTo>
                  <a:pt x="1009192" y="1234020"/>
                </a:lnTo>
                <a:lnTo>
                  <a:pt x="1009650" y="1232903"/>
                </a:lnTo>
                <a:lnTo>
                  <a:pt x="1009650" y="1230274"/>
                </a:lnTo>
                <a:close/>
              </a:path>
              <a:path w="6486525" h="1236345">
                <a:moveTo>
                  <a:pt x="1009650" y="616864"/>
                </a:moveTo>
                <a:lnTo>
                  <a:pt x="1009192" y="615746"/>
                </a:lnTo>
                <a:lnTo>
                  <a:pt x="1007325" y="613879"/>
                </a:lnTo>
                <a:lnTo>
                  <a:pt x="1006208" y="613410"/>
                </a:lnTo>
                <a:lnTo>
                  <a:pt x="1003579" y="613410"/>
                </a:lnTo>
                <a:lnTo>
                  <a:pt x="1002461" y="613879"/>
                </a:lnTo>
                <a:lnTo>
                  <a:pt x="1000594" y="615746"/>
                </a:lnTo>
                <a:lnTo>
                  <a:pt x="1000125" y="616864"/>
                </a:lnTo>
                <a:lnTo>
                  <a:pt x="1000125" y="619493"/>
                </a:lnTo>
                <a:lnTo>
                  <a:pt x="1000594" y="620610"/>
                </a:lnTo>
                <a:lnTo>
                  <a:pt x="1002461" y="622477"/>
                </a:lnTo>
                <a:lnTo>
                  <a:pt x="1003579" y="622935"/>
                </a:lnTo>
                <a:lnTo>
                  <a:pt x="1006208" y="622935"/>
                </a:lnTo>
                <a:lnTo>
                  <a:pt x="1007325" y="622477"/>
                </a:lnTo>
                <a:lnTo>
                  <a:pt x="1009192" y="620610"/>
                </a:lnTo>
                <a:lnTo>
                  <a:pt x="1009650" y="619493"/>
                </a:lnTo>
                <a:lnTo>
                  <a:pt x="1009650" y="616864"/>
                </a:lnTo>
                <a:close/>
              </a:path>
              <a:path w="6486525" h="1236345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6486525" h="1236345">
                <a:moveTo>
                  <a:pt x="1057275" y="1230274"/>
                </a:moveTo>
                <a:lnTo>
                  <a:pt x="1056817" y="1229156"/>
                </a:lnTo>
                <a:lnTo>
                  <a:pt x="1054950" y="1227289"/>
                </a:lnTo>
                <a:lnTo>
                  <a:pt x="1053833" y="1226820"/>
                </a:lnTo>
                <a:lnTo>
                  <a:pt x="1051204" y="1226820"/>
                </a:lnTo>
                <a:lnTo>
                  <a:pt x="1050086" y="1227289"/>
                </a:lnTo>
                <a:lnTo>
                  <a:pt x="1048219" y="1229156"/>
                </a:lnTo>
                <a:lnTo>
                  <a:pt x="1047750" y="1230274"/>
                </a:lnTo>
                <a:lnTo>
                  <a:pt x="1047750" y="1232903"/>
                </a:lnTo>
                <a:lnTo>
                  <a:pt x="1048219" y="1234020"/>
                </a:lnTo>
                <a:lnTo>
                  <a:pt x="1050086" y="1235887"/>
                </a:lnTo>
                <a:lnTo>
                  <a:pt x="1051204" y="1236345"/>
                </a:lnTo>
                <a:lnTo>
                  <a:pt x="1053833" y="1236345"/>
                </a:lnTo>
                <a:lnTo>
                  <a:pt x="1054950" y="1235887"/>
                </a:lnTo>
                <a:lnTo>
                  <a:pt x="1056817" y="1234020"/>
                </a:lnTo>
                <a:lnTo>
                  <a:pt x="1057275" y="1232903"/>
                </a:lnTo>
                <a:lnTo>
                  <a:pt x="1057275" y="1230274"/>
                </a:lnTo>
                <a:close/>
              </a:path>
              <a:path w="6486525" h="1236345">
                <a:moveTo>
                  <a:pt x="1057275" y="616864"/>
                </a:moveTo>
                <a:lnTo>
                  <a:pt x="1056817" y="615746"/>
                </a:lnTo>
                <a:lnTo>
                  <a:pt x="1054950" y="613879"/>
                </a:lnTo>
                <a:lnTo>
                  <a:pt x="1053833" y="613410"/>
                </a:lnTo>
                <a:lnTo>
                  <a:pt x="1051204" y="613410"/>
                </a:lnTo>
                <a:lnTo>
                  <a:pt x="1050086" y="613879"/>
                </a:lnTo>
                <a:lnTo>
                  <a:pt x="1048219" y="615746"/>
                </a:lnTo>
                <a:lnTo>
                  <a:pt x="1047750" y="616864"/>
                </a:lnTo>
                <a:lnTo>
                  <a:pt x="1047750" y="619493"/>
                </a:lnTo>
                <a:lnTo>
                  <a:pt x="1048219" y="620610"/>
                </a:lnTo>
                <a:lnTo>
                  <a:pt x="1050086" y="622477"/>
                </a:lnTo>
                <a:lnTo>
                  <a:pt x="1051204" y="622935"/>
                </a:lnTo>
                <a:lnTo>
                  <a:pt x="1053833" y="622935"/>
                </a:lnTo>
                <a:lnTo>
                  <a:pt x="1054950" y="622477"/>
                </a:lnTo>
                <a:lnTo>
                  <a:pt x="1056817" y="620610"/>
                </a:lnTo>
                <a:lnTo>
                  <a:pt x="1057275" y="619493"/>
                </a:lnTo>
                <a:lnTo>
                  <a:pt x="1057275" y="616864"/>
                </a:lnTo>
                <a:close/>
              </a:path>
              <a:path w="6486525" h="1236345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6486525" h="1236345">
                <a:moveTo>
                  <a:pt x="1104900" y="1230274"/>
                </a:moveTo>
                <a:lnTo>
                  <a:pt x="1104442" y="1229156"/>
                </a:lnTo>
                <a:lnTo>
                  <a:pt x="1102575" y="1227289"/>
                </a:lnTo>
                <a:lnTo>
                  <a:pt x="1101458" y="1226820"/>
                </a:lnTo>
                <a:lnTo>
                  <a:pt x="1098829" y="1226820"/>
                </a:lnTo>
                <a:lnTo>
                  <a:pt x="1097711" y="1227289"/>
                </a:lnTo>
                <a:lnTo>
                  <a:pt x="1095844" y="1229156"/>
                </a:lnTo>
                <a:lnTo>
                  <a:pt x="1095375" y="1230274"/>
                </a:lnTo>
                <a:lnTo>
                  <a:pt x="1095375" y="1232903"/>
                </a:lnTo>
                <a:lnTo>
                  <a:pt x="1095844" y="1234020"/>
                </a:lnTo>
                <a:lnTo>
                  <a:pt x="1097711" y="1235887"/>
                </a:lnTo>
                <a:lnTo>
                  <a:pt x="1098829" y="1236345"/>
                </a:lnTo>
                <a:lnTo>
                  <a:pt x="1101458" y="1236345"/>
                </a:lnTo>
                <a:lnTo>
                  <a:pt x="1102575" y="1235887"/>
                </a:lnTo>
                <a:lnTo>
                  <a:pt x="1104442" y="1234020"/>
                </a:lnTo>
                <a:lnTo>
                  <a:pt x="1104900" y="1232903"/>
                </a:lnTo>
                <a:lnTo>
                  <a:pt x="1104900" y="1230274"/>
                </a:lnTo>
                <a:close/>
              </a:path>
              <a:path w="6486525" h="1236345">
                <a:moveTo>
                  <a:pt x="1104900" y="616864"/>
                </a:moveTo>
                <a:lnTo>
                  <a:pt x="1104442" y="615746"/>
                </a:lnTo>
                <a:lnTo>
                  <a:pt x="1102575" y="613879"/>
                </a:lnTo>
                <a:lnTo>
                  <a:pt x="1101458" y="613410"/>
                </a:lnTo>
                <a:lnTo>
                  <a:pt x="1098829" y="613410"/>
                </a:lnTo>
                <a:lnTo>
                  <a:pt x="1097711" y="613879"/>
                </a:lnTo>
                <a:lnTo>
                  <a:pt x="1095844" y="615746"/>
                </a:lnTo>
                <a:lnTo>
                  <a:pt x="1095375" y="616864"/>
                </a:lnTo>
                <a:lnTo>
                  <a:pt x="1095375" y="619493"/>
                </a:lnTo>
                <a:lnTo>
                  <a:pt x="1095844" y="620610"/>
                </a:lnTo>
                <a:lnTo>
                  <a:pt x="1097711" y="622477"/>
                </a:lnTo>
                <a:lnTo>
                  <a:pt x="1098829" y="622935"/>
                </a:lnTo>
                <a:lnTo>
                  <a:pt x="1101458" y="622935"/>
                </a:lnTo>
                <a:lnTo>
                  <a:pt x="1102575" y="622477"/>
                </a:lnTo>
                <a:lnTo>
                  <a:pt x="1104442" y="620610"/>
                </a:lnTo>
                <a:lnTo>
                  <a:pt x="1104900" y="619493"/>
                </a:lnTo>
                <a:lnTo>
                  <a:pt x="1104900" y="616864"/>
                </a:lnTo>
                <a:close/>
              </a:path>
              <a:path w="6486525" h="1236345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6486525" h="1236345">
                <a:moveTo>
                  <a:pt x="1152525" y="1230274"/>
                </a:moveTo>
                <a:lnTo>
                  <a:pt x="1152067" y="1229156"/>
                </a:lnTo>
                <a:lnTo>
                  <a:pt x="1150200" y="1227289"/>
                </a:lnTo>
                <a:lnTo>
                  <a:pt x="1149083" y="1226820"/>
                </a:lnTo>
                <a:lnTo>
                  <a:pt x="1146454" y="1226820"/>
                </a:lnTo>
                <a:lnTo>
                  <a:pt x="1145336" y="1227289"/>
                </a:lnTo>
                <a:lnTo>
                  <a:pt x="1143469" y="1229156"/>
                </a:lnTo>
                <a:lnTo>
                  <a:pt x="1143000" y="1230274"/>
                </a:lnTo>
                <a:lnTo>
                  <a:pt x="1143000" y="1232903"/>
                </a:lnTo>
                <a:lnTo>
                  <a:pt x="1143469" y="1234020"/>
                </a:lnTo>
                <a:lnTo>
                  <a:pt x="1145336" y="1235887"/>
                </a:lnTo>
                <a:lnTo>
                  <a:pt x="1146454" y="1236345"/>
                </a:lnTo>
                <a:lnTo>
                  <a:pt x="1149083" y="1236345"/>
                </a:lnTo>
                <a:lnTo>
                  <a:pt x="1150200" y="1235887"/>
                </a:lnTo>
                <a:lnTo>
                  <a:pt x="1152067" y="1234020"/>
                </a:lnTo>
                <a:lnTo>
                  <a:pt x="1152525" y="1232903"/>
                </a:lnTo>
                <a:lnTo>
                  <a:pt x="1152525" y="1230274"/>
                </a:lnTo>
                <a:close/>
              </a:path>
              <a:path w="6486525" h="1236345">
                <a:moveTo>
                  <a:pt x="1152525" y="616864"/>
                </a:moveTo>
                <a:lnTo>
                  <a:pt x="1152067" y="615746"/>
                </a:lnTo>
                <a:lnTo>
                  <a:pt x="1150200" y="613879"/>
                </a:lnTo>
                <a:lnTo>
                  <a:pt x="1149083" y="613410"/>
                </a:lnTo>
                <a:lnTo>
                  <a:pt x="1146454" y="613410"/>
                </a:lnTo>
                <a:lnTo>
                  <a:pt x="1145336" y="613879"/>
                </a:lnTo>
                <a:lnTo>
                  <a:pt x="1143469" y="615746"/>
                </a:lnTo>
                <a:lnTo>
                  <a:pt x="1143000" y="616864"/>
                </a:lnTo>
                <a:lnTo>
                  <a:pt x="1143000" y="619493"/>
                </a:lnTo>
                <a:lnTo>
                  <a:pt x="1143469" y="620610"/>
                </a:lnTo>
                <a:lnTo>
                  <a:pt x="1145336" y="622477"/>
                </a:lnTo>
                <a:lnTo>
                  <a:pt x="1146454" y="622935"/>
                </a:lnTo>
                <a:lnTo>
                  <a:pt x="1149083" y="622935"/>
                </a:lnTo>
                <a:lnTo>
                  <a:pt x="1150200" y="622477"/>
                </a:lnTo>
                <a:lnTo>
                  <a:pt x="1152067" y="620610"/>
                </a:lnTo>
                <a:lnTo>
                  <a:pt x="1152525" y="619493"/>
                </a:lnTo>
                <a:lnTo>
                  <a:pt x="1152525" y="616864"/>
                </a:lnTo>
                <a:close/>
              </a:path>
              <a:path w="6486525" h="1236345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6486525" h="1236345">
                <a:moveTo>
                  <a:pt x="1200150" y="1230274"/>
                </a:moveTo>
                <a:lnTo>
                  <a:pt x="1199692" y="1229156"/>
                </a:lnTo>
                <a:lnTo>
                  <a:pt x="1197825" y="1227289"/>
                </a:lnTo>
                <a:lnTo>
                  <a:pt x="1196708" y="1226820"/>
                </a:lnTo>
                <a:lnTo>
                  <a:pt x="1194079" y="1226820"/>
                </a:lnTo>
                <a:lnTo>
                  <a:pt x="1192961" y="1227289"/>
                </a:lnTo>
                <a:lnTo>
                  <a:pt x="1191094" y="1229156"/>
                </a:lnTo>
                <a:lnTo>
                  <a:pt x="1190625" y="1230274"/>
                </a:lnTo>
                <a:lnTo>
                  <a:pt x="1190625" y="1232903"/>
                </a:lnTo>
                <a:lnTo>
                  <a:pt x="1191094" y="1234020"/>
                </a:lnTo>
                <a:lnTo>
                  <a:pt x="1192961" y="1235887"/>
                </a:lnTo>
                <a:lnTo>
                  <a:pt x="1194079" y="1236345"/>
                </a:lnTo>
                <a:lnTo>
                  <a:pt x="1196708" y="1236345"/>
                </a:lnTo>
                <a:lnTo>
                  <a:pt x="1197825" y="1235887"/>
                </a:lnTo>
                <a:lnTo>
                  <a:pt x="1199692" y="1234020"/>
                </a:lnTo>
                <a:lnTo>
                  <a:pt x="1200150" y="1232903"/>
                </a:lnTo>
                <a:lnTo>
                  <a:pt x="1200150" y="1230274"/>
                </a:lnTo>
                <a:close/>
              </a:path>
              <a:path w="6486525" h="1236345">
                <a:moveTo>
                  <a:pt x="1200150" y="616864"/>
                </a:moveTo>
                <a:lnTo>
                  <a:pt x="1199692" y="615746"/>
                </a:lnTo>
                <a:lnTo>
                  <a:pt x="1197825" y="613879"/>
                </a:lnTo>
                <a:lnTo>
                  <a:pt x="1196708" y="613410"/>
                </a:lnTo>
                <a:lnTo>
                  <a:pt x="1194079" y="613410"/>
                </a:lnTo>
                <a:lnTo>
                  <a:pt x="1192961" y="613879"/>
                </a:lnTo>
                <a:lnTo>
                  <a:pt x="1191094" y="615746"/>
                </a:lnTo>
                <a:lnTo>
                  <a:pt x="1190625" y="616864"/>
                </a:lnTo>
                <a:lnTo>
                  <a:pt x="1190625" y="619493"/>
                </a:lnTo>
                <a:lnTo>
                  <a:pt x="1191094" y="620610"/>
                </a:lnTo>
                <a:lnTo>
                  <a:pt x="1192961" y="622477"/>
                </a:lnTo>
                <a:lnTo>
                  <a:pt x="1194079" y="622935"/>
                </a:lnTo>
                <a:lnTo>
                  <a:pt x="1196708" y="622935"/>
                </a:lnTo>
                <a:lnTo>
                  <a:pt x="1197825" y="622477"/>
                </a:lnTo>
                <a:lnTo>
                  <a:pt x="1199692" y="620610"/>
                </a:lnTo>
                <a:lnTo>
                  <a:pt x="1200150" y="619493"/>
                </a:lnTo>
                <a:lnTo>
                  <a:pt x="1200150" y="616864"/>
                </a:lnTo>
                <a:close/>
              </a:path>
              <a:path w="6486525" h="1236345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6486525" h="1236345">
                <a:moveTo>
                  <a:pt x="1247775" y="1230274"/>
                </a:moveTo>
                <a:lnTo>
                  <a:pt x="1247317" y="1229156"/>
                </a:lnTo>
                <a:lnTo>
                  <a:pt x="1245450" y="1227289"/>
                </a:lnTo>
                <a:lnTo>
                  <a:pt x="1244333" y="1226820"/>
                </a:lnTo>
                <a:lnTo>
                  <a:pt x="1241704" y="1226820"/>
                </a:lnTo>
                <a:lnTo>
                  <a:pt x="1240586" y="1227289"/>
                </a:lnTo>
                <a:lnTo>
                  <a:pt x="1238719" y="1229156"/>
                </a:lnTo>
                <a:lnTo>
                  <a:pt x="1238250" y="1230274"/>
                </a:lnTo>
                <a:lnTo>
                  <a:pt x="1238250" y="1232903"/>
                </a:lnTo>
                <a:lnTo>
                  <a:pt x="1238719" y="1234020"/>
                </a:lnTo>
                <a:lnTo>
                  <a:pt x="1240586" y="1235887"/>
                </a:lnTo>
                <a:lnTo>
                  <a:pt x="1241704" y="1236345"/>
                </a:lnTo>
                <a:lnTo>
                  <a:pt x="1244333" y="1236345"/>
                </a:lnTo>
                <a:lnTo>
                  <a:pt x="1245450" y="1235887"/>
                </a:lnTo>
                <a:lnTo>
                  <a:pt x="1247317" y="1234020"/>
                </a:lnTo>
                <a:lnTo>
                  <a:pt x="1247775" y="1232903"/>
                </a:lnTo>
                <a:lnTo>
                  <a:pt x="1247775" y="1230274"/>
                </a:lnTo>
                <a:close/>
              </a:path>
              <a:path w="6486525" h="1236345">
                <a:moveTo>
                  <a:pt x="1247775" y="616864"/>
                </a:moveTo>
                <a:lnTo>
                  <a:pt x="1247317" y="615746"/>
                </a:lnTo>
                <a:lnTo>
                  <a:pt x="1245450" y="613879"/>
                </a:lnTo>
                <a:lnTo>
                  <a:pt x="1244333" y="613410"/>
                </a:lnTo>
                <a:lnTo>
                  <a:pt x="1241704" y="613410"/>
                </a:lnTo>
                <a:lnTo>
                  <a:pt x="1240586" y="613879"/>
                </a:lnTo>
                <a:lnTo>
                  <a:pt x="1238719" y="615746"/>
                </a:lnTo>
                <a:lnTo>
                  <a:pt x="1238250" y="616864"/>
                </a:lnTo>
                <a:lnTo>
                  <a:pt x="1238250" y="619493"/>
                </a:lnTo>
                <a:lnTo>
                  <a:pt x="1238719" y="620610"/>
                </a:lnTo>
                <a:lnTo>
                  <a:pt x="1240586" y="622477"/>
                </a:lnTo>
                <a:lnTo>
                  <a:pt x="1241704" y="622935"/>
                </a:lnTo>
                <a:lnTo>
                  <a:pt x="1244333" y="622935"/>
                </a:lnTo>
                <a:lnTo>
                  <a:pt x="1245450" y="622477"/>
                </a:lnTo>
                <a:lnTo>
                  <a:pt x="1247317" y="620610"/>
                </a:lnTo>
                <a:lnTo>
                  <a:pt x="1247775" y="619493"/>
                </a:lnTo>
                <a:lnTo>
                  <a:pt x="1247775" y="616864"/>
                </a:lnTo>
                <a:close/>
              </a:path>
              <a:path w="6486525" h="1236345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6486525" h="1236345">
                <a:moveTo>
                  <a:pt x="1295400" y="1230274"/>
                </a:moveTo>
                <a:lnTo>
                  <a:pt x="1294942" y="1229156"/>
                </a:lnTo>
                <a:lnTo>
                  <a:pt x="1293075" y="1227289"/>
                </a:lnTo>
                <a:lnTo>
                  <a:pt x="1291958" y="1226820"/>
                </a:lnTo>
                <a:lnTo>
                  <a:pt x="1289329" y="1226820"/>
                </a:lnTo>
                <a:lnTo>
                  <a:pt x="1288211" y="1227289"/>
                </a:lnTo>
                <a:lnTo>
                  <a:pt x="1286344" y="1229156"/>
                </a:lnTo>
                <a:lnTo>
                  <a:pt x="1285875" y="1230274"/>
                </a:lnTo>
                <a:lnTo>
                  <a:pt x="1285875" y="1232903"/>
                </a:lnTo>
                <a:lnTo>
                  <a:pt x="1286344" y="1234020"/>
                </a:lnTo>
                <a:lnTo>
                  <a:pt x="1288211" y="1235887"/>
                </a:lnTo>
                <a:lnTo>
                  <a:pt x="1289329" y="1236345"/>
                </a:lnTo>
                <a:lnTo>
                  <a:pt x="1291958" y="1236345"/>
                </a:lnTo>
                <a:lnTo>
                  <a:pt x="1293075" y="1235887"/>
                </a:lnTo>
                <a:lnTo>
                  <a:pt x="1294942" y="1234020"/>
                </a:lnTo>
                <a:lnTo>
                  <a:pt x="1295400" y="1232903"/>
                </a:lnTo>
                <a:lnTo>
                  <a:pt x="1295400" y="1230274"/>
                </a:lnTo>
                <a:close/>
              </a:path>
              <a:path w="6486525" h="1236345">
                <a:moveTo>
                  <a:pt x="1295400" y="616864"/>
                </a:moveTo>
                <a:lnTo>
                  <a:pt x="1294942" y="615746"/>
                </a:lnTo>
                <a:lnTo>
                  <a:pt x="1293075" y="613879"/>
                </a:lnTo>
                <a:lnTo>
                  <a:pt x="1291958" y="613410"/>
                </a:lnTo>
                <a:lnTo>
                  <a:pt x="1289329" y="613410"/>
                </a:lnTo>
                <a:lnTo>
                  <a:pt x="1288211" y="613879"/>
                </a:lnTo>
                <a:lnTo>
                  <a:pt x="1286344" y="615746"/>
                </a:lnTo>
                <a:lnTo>
                  <a:pt x="1285875" y="616864"/>
                </a:lnTo>
                <a:lnTo>
                  <a:pt x="1285875" y="619493"/>
                </a:lnTo>
                <a:lnTo>
                  <a:pt x="1286344" y="620610"/>
                </a:lnTo>
                <a:lnTo>
                  <a:pt x="1288211" y="622477"/>
                </a:lnTo>
                <a:lnTo>
                  <a:pt x="1289329" y="622935"/>
                </a:lnTo>
                <a:lnTo>
                  <a:pt x="1291958" y="622935"/>
                </a:lnTo>
                <a:lnTo>
                  <a:pt x="1293075" y="622477"/>
                </a:lnTo>
                <a:lnTo>
                  <a:pt x="1294942" y="620610"/>
                </a:lnTo>
                <a:lnTo>
                  <a:pt x="1295400" y="619493"/>
                </a:lnTo>
                <a:lnTo>
                  <a:pt x="1295400" y="616864"/>
                </a:lnTo>
                <a:close/>
              </a:path>
              <a:path w="6486525" h="1236345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6486525" h="1236345">
                <a:moveTo>
                  <a:pt x="1343025" y="1230274"/>
                </a:moveTo>
                <a:lnTo>
                  <a:pt x="1342567" y="1229156"/>
                </a:lnTo>
                <a:lnTo>
                  <a:pt x="1340700" y="1227289"/>
                </a:lnTo>
                <a:lnTo>
                  <a:pt x="1339583" y="1226820"/>
                </a:lnTo>
                <a:lnTo>
                  <a:pt x="1336954" y="1226820"/>
                </a:lnTo>
                <a:lnTo>
                  <a:pt x="1335836" y="1227289"/>
                </a:lnTo>
                <a:lnTo>
                  <a:pt x="1333969" y="1229156"/>
                </a:lnTo>
                <a:lnTo>
                  <a:pt x="1333500" y="1230274"/>
                </a:lnTo>
                <a:lnTo>
                  <a:pt x="1333500" y="1232903"/>
                </a:lnTo>
                <a:lnTo>
                  <a:pt x="1333969" y="1234020"/>
                </a:lnTo>
                <a:lnTo>
                  <a:pt x="1335836" y="1235887"/>
                </a:lnTo>
                <a:lnTo>
                  <a:pt x="1336954" y="1236345"/>
                </a:lnTo>
                <a:lnTo>
                  <a:pt x="1339583" y="1236345"/>
                </a:lnTo>
                <a:lnTo>
                  <a:pt x="1340700" y="1235887"/>
                </a:lnTo>
                <a:lnTo>
                  <a:pt x="1342567" y="1234020"/>
                </a:lnTo>
                <a:lnTo>
                  <a:pt x="1343025" y="1232903"/>
                </a:lnTo>
                <a:lnTo>
                  <a:pt x="1343025" y="1230274"/>
                </a:lnTo>
                <a:close/>
              </a:path>
              <a:path w="6486525" h="1236345">
                <a:moveTo>
                  <a:pt x="1343025" y="616864"/>
                </a:moveTo>
                <a:lnTo>
                  <a:pt x="1342567" y="615746"/>
                </a:lnTo>
                <a:lnTo>
                  <a:pt x="1340700" y="613879"/>
                </a:lnTo>
                <a:lnTo>
                  <a:pt x="1339583" y="613410"/>
                </a:lnTo>
                <a:lnTo>
                  <a:pt x="1336954" y="613410"/>
                </a:lnTo>
                <a:lnTo>
                  <a:pt x="1335836" y="613879"/>
                </a:lnTo>
                <a:lnTo>
                  <a:pt x="1333969" y="615746"/>
                </a:lnTo>
                <a:lnTo>
                  <a:pt x="1333500" y="616864"/>
                </a:lnTo>
                <a:lnTo>
                  <a:pt x="1333500" y="619493"/>
                </a:lnTo>
                <a:lnTo>
                  <a:pt x="1333969" y="620610"/>
                </a:lnTo>
                <a:lnTo>
                  <a:pt x="1335836" y="622477"/>
                </a:lnTo>
                <a:lnTo>
                  <a:pt x="1336954" y="622935"/>
                </a:lnTo>
                <a:lnTo>
                  <a:pt x="1339583" y="622935"/>
                </a:lnTo>
                <a:lnTo>
                  <a:pt x="1340700" y="622477"/>
                </a:lnTo>
                <a:lnTo>
                  <a:pt x="1342567" y="620610"/>
                </a:lnTo>
                <a:lnTo>
                  <a:pt x="1343025" y="619493"/>
                </a:lnTo>
                <a:lnTo>
                  <a:pt x="1343025" y="616864"/>
                </a:lnTo>
                <a:close/>
              </a:path>
              <a:path w="6486525" h="1236345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6486525" h="1236345">
                <a:moveTo>
                  <a:pt x="1390650" y="1230274"/>
                </a:moveTo>
                <a:lnTo>
                  <a:pt x="1390192" y="1229156"/>
                </a:lnTo>
                <a:lnTo>
                  <a:pt x="1388325" y="1227289"/>
                </a:lnTo>
                <a:lnTo>
                  <a:pt x="1387208" y="1226820"/>
                </a:lnTo>
                <a:lnTo>
                  <a:pt x="1384579" y="1226820"/>
                </a:lnTo>
                <a:lnTo>
                  <a:pt x="1383461" y="1227289"/>
                </a:lnTo>
                <a:lnTo>
                  <a:pt x="1381594" y="1229156"/>
                </a:lnTo>
                <a:lnTo>
                  <a:pt x="1381125" y="1230274"/>
                </a:lnTo>
                <a:lnTo>
                  <a:pt x="1381125" y="1232903"/>
                </a:lnTo>
                <a:lnTo>
                  <a:pt x="1381594" y="1234020"/>
                </a:lnTo>
                <a:lnTo>
                  <a:pt x="1383461" y="1235887"/>
                </a:lnTo>
                <a:lnTo>
                  <a:pt x="1384579" y="1236345"/>
                </a:lnTo>
                <a:lnTo>
                  <a:pt x="1387208" y="1236345"/>
                </a:lnTo>
                <a:lnTo>
                  <a:pt x="1388325" y="1235887"/>
                </a:lnTo>
                <a:lnTo>
                  <a:pt x="1390192" y="1234020"/>
                </a:lnTo>
                <a:lnTo>
                  <a:pt x="1390650" y="1232903"/>
                </a:lnTo>
                <a:lnTo>
                  <a:pt x="1390650" y="1230274"/>
                </a:lnTo>
                <a:close/>
              </a:path>
              <a:path w="6486525" h="1236345">
                <a:moveTo>
                  <a:pt x="1390650" y="616864"/>
                </a:moveTo>
                <a:lnTo>
                  <a:pt x="1390192" y="615746"/>
                </a:lnTo>
                <a:lnTo>
                  <a:pt x="1388325" y="613879"/>
                </a:lnTo>
                <a:lnTo>
                  <a:pt x="1387208" y="613410"/>
                </a:lnTo>
                <a:lnTo>
                  <a:pt x="1384579" y="613410"/>
                </a:lnTo>
                <a:lnTo>
                  <a:pt x="1383461" y="613879"/>
                </a:lnTo>
                <a:lnTo>
                  <a:pt x="1381594" y="615746"/>
                </a:lnTo>
                <a:lnTo>
                  <a:pt x="1381125" y="616864"/>
                </a:lnTo>
                <a:lnTo>
                  <a:pt x="1381125" y="619493"/>
                </a:lnTo>
                <a:lnTo>
                  <a:pt x="1381594" y="620610"/>
                </a:lnTo>
                <a:lnTo>
                  <a:pt x="1383461" y="622477"/>
                </a:lnTo>
                <a:lnTo>
                  <a:pt x="1384579" y="622935"/>
                </a:lnTo>
                <a:lnTo>
                  <a:pt x="1387208" y="622935"/>
                </a:lnTo>
                <a:lnTo>
                  <a:pt x="1388325" y="622477"/>
                </a:lnTo>
                <a:lnTo>
                  <a:pt x="1390192" y="620610"/>
                </a:lnTo>
                <a:lnTo>
                  <a:pt x="1390650" y="619493"/>
                </a:lnTo>
                <a:lnTo>
                  <a:pt x="1390650" y="616864"/>
                </a:lnTo>
                <a:close/>
              </a:path>
              <a:path w="6486525" h="1236345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6486525" h="1236345">
                <a:moveTo>
                  <a:pt x="1438275" y="1230274"/>
                </a:moveTo>
                <a:lnTo>
                  <a:pt x="1437817" y="1229156"/>
                </a:lnTo>
                <a:lnTo>
                  <a:pt x="1435950" y="1227289"/>
                </a:lnTo>
                <a:lnTo>
                  <a:pt x="1434833" y="1226820"/>
                </a:lnTo>
                <a:lnTo>
                  <a:pt x="1432204" y="1226820"/>
                </a:lnTo>
                <a:lnTo>
                  <a:pt x="1431086" y="1227289"/>
                </a:lnTo>
                <a:lnTo>
                  <a:pt x="1429219" y="1229156"/>
                </a:lnTo>
                <a:lnTo>
                  <a:pt x="1428750" y="1230274"/>
                </a:lnTo>
                <a:lnTo>
                  <a:pt x="1428750" y="1232903"/>
                </a:lnTo>
                <a:lnTo>
                  <a:pt x="1429219" y="1234020"/>
                </a:lnTo>
                <a:lnTo>
                  <a:pt x="1431086" y="1235887"/>
                </a:lnTo>
                <a:lnTo>
                  <a:pt x="1432204" y="1236345"/>
                </a:lnTo>
                <a:lnTo>
                  <a:pt x="1434833" y="1236345"/>
                </a:lnTo>
                <a:lnTo>
                  <a:pt x="1435950" y="1235887"/>
                </a:lnTo>
                <a:lnTo>
                  <a:pt x="1437817" y="1234020"/>
                </a:lnTo>
                <a:lnTo>
                  <a:pt x="1438275" y="1232903"/>
                </a:lnTo>
                <a:lnTo>
                  <a:pt x="1438275" y="1230274"/>
                </a:lnTo>
                <a:close/>
              </a:path>
              <a:path w="6486525" h="1236345">
                <a:moveTo>
                  <a:pt x="1438275" y="616864"/>
                </a:moveTo>
                <a:lnTo>
                  <a:pt x="1437817" y="615746"/>
                </a:lnTo>
                <a:lnTo>
                  <a:pt x="1435950" y="613879"/>
                </a:lnTo>
                <a:lnTo>
                  <a:pt x="1434833" y="613410"/>
                </a:lnTo>
                <a:lnTo>
                  <a:pt x="1432204" y="613410"/>
                </a:lnTo>
                <a:lnTo>
                  <a:pt x="1431086" y="613879"/>
                </a:lnTo>
                <a:lnTo>
                  <a:pt x="1429219" y="615746"/>
                </a:lnTo>
                <a:lnTo>
                  <a:pt x="1428750" y="616864"/>
                </a:lnTo>
                <a:lnTo>
                  <a:pt x="1428750" y="619493"/>
                </a:lnTo>
                <a:lnTo>
                  <a:pt x="1429219" y="620610"/>
                </a:lnTo>
                <a:lnTo>
                  <a:pt x="1431086" y="622477"/>
                </a:lnTo>
                <a:lnTo>
                  <a:pt x="1432204" y="622935"/>
                </a:lnTo>
                <a:lnTo>
                  <a:pt x="1434833" y="622935"/>
                </a:lnTo>
                <a:lnTo>
                  <a:pt x="1435950" y="622477"/>
                </a:lnTo>
                <a:lnTo>
                  <a:pt x="1437817" y="620610"/>
                </a:lnTo>
                <a:lnTo>
                  <a:pt x="1438275" y="619493"/>
                </a:lnTo>
                <a:lnTo>
                  <a:pt x="1438275" y="616864"/>
                </a:lnTo>
                <a:close/>
              </a:path>
              <a:path w="6486525" h="1236345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6486525" h="1236345">
                <a:moveTo>
                  <a:pt x="1485900" y="1230274"/>
                </a:moveTo>
                <a:lnTo>
                  <a:pt x="1485442" y="1229156"/>
                </a:lnTo>
                <a:lnTo>
                  <a:pt x="1483575" y="1227289"/>
                </a:lnTo>
                <a:lnTo>
                  <a:pt x="1482458" y="1226820"/>
                </a:lnTo>
                <a:lnTo>
                  <a:pt x="1479829" y="1226820"/>
                </a:lnTo>
                <a:lnTo>
                  <a:pt x="1478711" y="1227289"/>
                </a:lnTo>
                <a:lnTo>
                  <a:pt x="1476844" y="1229156"/>
                </a:lnTo>
                <a:lnTo>
                  <a:pt x="1476375" y="1230274"/>
                </a:lnTo>
                <a:lnTo>
                  <a:pt x="1476375" y="1232903"/>
                </a:lnTo>
                <a:lnTo>
                  <a:pt x="1476844" y="1234020"/>
                </a:lnTo>
                <a:lnTo>
                  <a:pt x="1478711" y="1235887"/>
                </a:lnTo>
                <a:lnTo>
                  <a:pt x="1479829" y="1236345"/>
                </a:lnTo>
                <a:lnTo>
                  <a:pt x="1482458" y="1236345"/>
                </a:lnTo>
                <a:lnTo>
                  <a:pt x="1483575" y="1235887"/>
                </a:lnTo>
                <a:lnTo>
                  <a:pt x="1485442" y="1234020"/>
                </a:lnTo>
                <a:lnTo>
                  <a:pt x="1485900" y="1232903"/>
                </a:lnTo>
                <a:lnTo>
                  <a:pt x="1485900" y="1230274"/>
                </a:lnTo>
                <a:close/>
              </a:path>
              <a:path w="6486525" h="1236345">
                <a:moveTo>
                  <a:pt x="1485900" y="616864"/>
                </a:moveTo>
                <a:lnTo>
                  <a:pt x="1485442" y="615746"/>
                </a:lnTo>
                <a:lnTo>
                  <a:pt x="1483575" y="613879"/>
                </a:lnTo>
                <a:lnTo>
                  <a:pt x="1482458" y="613410"/>
                </a:lnTo>
                <a:lnTo>
                  <a:pt x="1479829" y="613410"/>
                </a:lnTo>
                <a:lnTo>
                  <a:pt x="1478711" y="613879"/>
                </a:lnTo>
                <a:lnTo>
                  <a:pt x="1476844" y="615746"/>
                </a:lnTo>
                <a:lnTo>
                  <a:pt x="1476375" y="616864"/>
                </a:lnTo>
                <a:lnTo>
                  <a:pt x="1476375" y="619493"/>
                </a:lnTo>
                <a:lnTo>
                  <a:pt x="1476844" y="620610"/>
                </a:lnTo>
                <a:lnTo>
                  <a:pt x="1478711" y="622477"/>
                </a:lnTo>
                <a:lnTo>
                  <a:pt x="1479829" y="622935"/>
                </a:lnTo>
                <a:lnTo>
                  <a:pt x="1482458" y="622935"/>
                </a:lnTo>
                <a:lnTo>
                  <a:pt x="1483575" y="622477"/>
                </a:lnTo>
                <a:lnTo>
                  <a:pt x="1485442" y="620610"/>
                </a:lnTo>
                <a:lnTo>
                  <a:pt x="1485900" y="619493"/>
                </a:lnTo>
                <a:lnTo>
                  <a:pt x="1485900" y="616864"/>
                </a:lnTo>
                <a:close/>
              </a:path>
              <a:path w="6486525" h="1236345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6486525" h="1236345">
                <a:moveTo>
                  <a:pt x="1533525" y="1230274"/>
                </a:moveTo>
                <a:lnTo>
                  <a:pt x="1533067" y="1229156"/>
                </a:lnTo>
                <a:lnTo>
                  <a:pt x="1531200" y="1227289"/>
                </a:lnTo>
                <a:lnTo>
                  <a:pt x="1530083" y="1226820"/>
                </a:lnTo>
                <a:lnTo>
                  <a:pt x="1527454" y="1226820"/>
                </a:lnTo>
                <a:lnTo>
                  <a:pt x="1526336" y="1227289"/>
                </a:lnTo>
                <a:lnTo>
                  <a:pt x="1524469" y="1229156"/>
                </a:lnTo>
                <a:lnTo>
                  <a:pt x="1524000" y="1230274"/>
                </a:lnTo>
                <a:lnTo>
                  <a:pt x="1524000" y="1232903"/>
                </a:lnTo>
                <a:lnTo>
                  <a:pt x="1524469" y="1234020"/>
                </a:lnTo>
                <a:lnTo>
                  <a:pt x="1526336" y="1235887"/>
                </a:lnTo>
                <a:lnTo>
                  <a:pt x="1527454" y="1236345"/>
                </a:lnTo>
                <a:lnTo>
                  <a:pt x="1530083" y="1236345"/>
                </a:lnTo>
                <a:lnTo>
                  <a:pt x="1531200" y="1235887"/>
                </a:lnTo>
                <a:lnTo>
                  <a:pt x="1533067" y="1234020"/>
                </a:lnTo>
                <a:lnTo>
                  <a:pt x="1533525" y="1232903"/>
                </a:lnTo>
                <a:lnTo>
                  <a:pt x="1533525" y="1230274"/>
                </a:lnTo>
                <a:close/>
              </a:path>
              <a:path w="6486525" h="1236345">
                <a:moveTo>
                  <a:pt x="1533525" y="616864"/>
                </a:moveTo>
                <a:lnTo>
                  <a:pt x="1533067" y="615746"/>
                </a:lnTo>
                <a:lnTo>
                  <a:pt x="1531200" y="613879"/>
                </a:lnTo>
                <a:lnTo>
                  <a:pt x="1530083" y="613410"/>
                </a:lnTo>
                <a:lnTo>
                  <a:pt x="1527454" y="613410"/>
                </a:lnTo>
                <a:lnTo>
                  <a:pt x="1526336" y="613879"/>
                </a:lnTo>
                <a:lnTo>
                  <a:pt x="1524469" y="615746"/>
                </a:lnTo>
                <a:lnTo>
                  <a:pt x="1524000" y="616864"/>
                </a:lnTo>
                <a:lnTo>
                  <a:pt x="1524000" y="619493"/>
                </a:lnTo>
                <a:lnTo>
                  <a:pt x="1524469" y="620610"/>
                </a:lnTo>
                <a:lnTo>
                  <a:pt x="1526336" y="622477"/>
                </a:lnTo>
                <a:lnTo>
                  <a:pt x="1527454" y="622935"/>
                </a:lnTo>
                <a:lnTo>
                  <a:pt x="1530083" y="622935"/>
                </a:lnTo>
                <a:lnTo>
                  <a:pt x="1531200" y="622477"/>
                </a:lnTo>
                <a:lnTo>
                  <a:pt x="1533067" y="620610"/>
                </a:lnTo>
                <a:lnTo>
                  <a:pt x="1533525" y="619493"/>
                </a:lnTo>
                <a:lnTo>
                  <a:pt x="1533525" y="616864"/>
                </a:lnTo>
                <a:close/>
              </a:path>
              <a:path w="6486525" h="1236345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6486525" h="1236345">
                <a:moveTo>
                  <a:pt x="1581150" y="1230274"/>
                </a:moveTo>
                <a:lnTo>
                  <a:pt x="1580692" y="1229156"/>
                </a:lnTo>
                <a:lnTo>
                  <a:pt x="1578825" y="1227289"/>
                </a:lnTo>
                <a:lnTo>
                  <a:pt x="1577708" y="1226820"/>
                </a:lnTo>
                <a:lnTo>
                  <a:pt x="1575079" y="1226820"/>
                </a:lnTo>
                <a:lnTo>
                  <a:pt x="1573961" y="1227289"/>
                </a:lnTo>
                <a:lnTo>
                  <a:pt x="1572094" y="1229156"/>
                </a:lnTo>
                <a:lnTo>
                  <a:pt x="1571625" y="1230274"/>
                </a:lnTo>
                <a:lnTo>
                  <a:pt x="1571625" y="1232903"/>
                </a:lnTo>
                <a:lnTo>
                  <a:pt x="1572094" y="1234020"/>
                </a:lnTo>
                <a:lnTo>
                  <a:pt x="1573961" y="1235887"/>
                </a:lnTo>
                <a:lnTo>
                  <a:pt x="1575079" y="1236345"/>
                </a:lnTo>
                <a:lnTo>
                  <a:pt x="1577708" y="1236345"/>
                </a:lnTo>
                <a:lnTo>
                  <a:pt x="1578825" y="1235887"/>
                </a:lnTo>
                <a:lnTo>
                  <a:pt x="1580692" y="1234020"/>
                </a:lnTo>
                <a:lnTo>
                  <a:pt x="1581150" y="1232903"/>
                </a:lnTo>
                <a:lnTo>
                  <a:pt x="1581150" y="1230274"/>
                </a:lnTo>
                <a:close/>
              </a:path>
              <a:path w="6486525" h="1236345">
                <a:moveTo>
                  <a:pt x="1581150" y="616864"/>
                </a:moveTo>
                <a:lnTo>
                  <a:pt x="1580692" y="615746"/>
                </a:lnTo>
                <a:lnTo>
                  <a:pt x="1578825" y="613879"/>
                </a:lnTo>
                <a:lnTo>
                  <a:pt x="1577708" y="613410"/>
                </a:lnTo>
                <a:lnTo>
                  <a:pt x="1575079" y="613410"/>
                </a:lnTo>
                <a:lnTo>
                  <a:pt x="1573961" y="613879"/>
                </a:lnTo>
                <a:lnTo>
                  <a:pt x="1572094" y="615746"/>
                </a:lnTo>
                <a:lnTo>
                  <a:pt x="1571625" y="616864"/>
                </a:lnTo>
                <a:lnTo>
                  <a:pt x="1571625" y="619493"/>
                </a:lnTo>
                <a:lnTo>
                  <a:pt x="1572094" y="620610"/>
                </a:lnTo>
                <a:lnTo>
                  <a:pt x="1573961" y="622477"/>
                </a:lnTo>
                <a:lnTo>
                  <a:pt x="1575079" y="622935"/>
                </a:lnTo>
                <a:lnTo>
                  <a:pt x="1577708" y="622935"/>
                </a:lnTo>
                <a:lnTo>
                  <a:pt x="1578825" y="622477"/>
                </a:lnTo>
                <a:lnTo>
                  <a:pt x="1580692" y="620610"/>
                </a:lnTo>
                <a:lnTo>
                  <a:pt x="1581150" y="619493"/>
                </a:lnTo>
                <a:lnTo>
                  <a:pt x="1581150" y="616864"/>
                </a:lnTo>
                <a:close/>
              </a:path>
              <a:path w="6486525" h="1236345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6486525" h="1236345">
                <a:moveTo>
                  <a:pt x="1628775" y="1230274"/>
                </a:moveTo>
                <a:lnTo>
                  <a:pt x="1628317" y="1229156"/>
                </a:lnTo>
                <a:lnTo>
                  <a:pt x="1626450" y="1227289"/>
                </a:lnTo>
                <a:lnTo>
                  <a:pt x="1625333" y="1226820"/>
                </a:lnTo>
                <a:lnTo>
                  <a:pt x="1622704" y="1226820"/>
                </a:lnTo>
                <a:lnTo>
                  <a:pt x="1621586" y="1227289"/>
                </a:lnTo>
                <a:lnTo>
                  <a:pt x="1619719" y="1229156"/>
                </a:lnTo>
                <a:lnTo>
                  <a:pt x="1619250" y="1230274"/>
                </a:lnTo>
                <a:lnTo>
                  <a:pt x="1619250" y="1232903"/>
                </a:lnTo>
                <a:lnTo>
                  <a:pt x="1619719" y="1234020"/>
                </a:lnTo>
                <a:lnTo>
                  <a:pt x="1621586" y="1235887"/>
                </a:lnTo>
                <a:lnTo>
                  <a:pt x="1622704" y="1236345"/>
                </a:lnTo>
                <a:lnTo>
                  <a:pt x="1625333" y="1236345"/>
                </a:lnTo>
                <a:lnTo>
                  <a:pt x="1626450" y="1235887"/>
                </a:lnTo>
                <a:lnTo>
                  <a:pt x="1628317" y="1234020"/>
                </a:lnTo>
                <a:lnTo>
                  <a:pt x="1628775" y="1232903"/>
                </a:lnTo>
                <a:lnTo>
                  <a:pt x="1628775" y="1230274"/>
                </a:lnTo>
                <a:close/>
              </a:path>
              <a:path w="6486525" h="1236345">
                <a:moveTo>
                  <a:pt x="1628775" y="616864"/>
                </a:moveTo>
                <a:lnTo>
                  <a:pt x="1628317" y="615746"/>
                </a:lnTo>
                <a:lnTo>
                  <a:pt x="1626450" y="613879"/>
                </a:lnTo>
                <a:lnTo>
                  <a:pt x="1625333" y="613410"/>
                </a:lnTo>
                <a:lnTo>
                  <a:pt x="1622704" y="613410"/>
                </a:lnTo>
                <a:lnTo>
                  <a:pt x="1621586" y="613879"/>
                </a:lnTo>
                <a:lnTo>
                  <a:pt x="1619719" y="615746"/>
                </a:lnTo>
                <a:lnTo>
                  <a:pt x="1619250" y="616864"/>
                </a:lnTo>
                <a:lnTo>
                  <a:pt x="1619250" y="619493"/>
                </a:lnTo>
                <a:lnTo>
                  <a:pt x="1619719" y="620610"/>
                </a:lnTo>
                <a:lnTo>
                  <a:pt x="1621586" y="622477"/>
                </a:lnTo>
                <a:lnTo>
                  <a:pt x="1622704" y="622935"/>
                </a:lnTo>
                <a:lnTo>
                  <a:pt x="1625333" y="622935"/>
                </a:lnTo>
                <a:lnTo>
                  <a:pt x="1626450" y="622477"/>
                </a:lnTo>
                <a:lnTo>
                  <a:pt x="1628317" y="620610"/>
                </a:lnTo>
                <a:lnTo>
                  <a:pt x="1628775" y="619493"/>
                </a:lnTo>
                <a:lnTo>
                  <a:pt x="1628775" y="616864"/>
                </a:lnTo>
                <a:close/>
              </a:path>
              <a:path w="6486525" h="1236345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6486525" h="1236345">
                <a:moveTo>
                  <a:pt x="1676400" y="1230274"/>
                </a:moveTo>
                <a:lnTo>
                  <a:pt x="1675942" y="1229156"/>
                </a:lnTo>
                <a:lnTo>
                  <a:pt x="1674075" y="1227289"/>
                </a:lnTo>
                <a:lnTo>
                  <a:pt x="1672958" y="1226820"/>
                </a:lnTo>
                <a:lnTo>
                  <a:pt x="1670329" y="1226820"/>
                </a:lnTo>
                <a:lnTo>
                  <a:pt x="1669211" y="1227289"/>
                </a:lnTo>
                <a:lnTo>
                  <a:pt x="1667344" y="1229156"/>
                </a:lnTo>
                <a:lnTo>
                  <a:pt x="1666875" y="1230274"/>
                </a:lnTo>
                <a:lnTo>
                  <a:pt x="1666875" y="1232903"/>
                </a:lnTo>
                <a:lnTo>
                  <a:pt x="1667344" y="1234020"/>
                </a:lnTo>
                <a:lnTo>
                  <a:pt x="1669211" y="1235887"/>
                </a:lnTo>
                <a:lnTo>
                  <a:pt x="1670329" y="1236345"/>
                </a:lnTo>
                <a:lnTo>
                  <a:pt x="1672958" y="1236345"/>
                </a:lnTo>
                <a:lnTo>
                  <a:pt x="1674075" y="1235887"/>
                </a:lnTo>
                <a:lnTo>
                  <a:pt x="1675942" y="1234020"/>
                </a:lnTo>
                <a:lnTo>
                  <a:pt x="1676400" y="1232903"/>
                </a:lnTo>
                <a:lnTo>
                  <a:pt x="1676400" y="1230274"/>
                </a:lnTo>
                <a:close/>
              </a:path>
              <a:path w="6486525" h="1236345">
                <a:moveTo>
                  <a:pt x="1676400" y="616864"/>
                </a:moveTo>
                <a:lnTo>
                  <a:pt x="1675942" y="615746"/>
                </a:lnTo>
                <a:lnTo>
                  <a:pt x="1674075" y="613879"/>
                </a:lnTo>
                <a:lnTo>
                  <a:pt x="1672958" y="613410"/>
                </a:lnTo>
                <a:lnTo>
                  <a:pt x="1670329" y="613410"/>
                </a:lnTo>
                <a:lnTo>
                  <a:pt x="1669211" y="613879"/>
                </a:lnTo>
                <a:lnTo>
                  <a:pt x="1667344" y="615746"/>
                </a:lnTo>
                <a:lnTo>
                  <a:pt x="1666875" y="616864"/>
                </a:lnTo>
                <a:lnTo>
                  <a:pt x="1666875" y="619493"/>
                </a:lnTo>
                <a:lnTo>
                  <a:pt x="1667344" y="620610"/>
                </a:lnTo>
                <a:lnTo>
                  <a:pt x="1669211" y="622477"/>
                </a:lnTo>
                <a:lnTo>
                  <a:pt x="1670329" y="622935"/>
                </a:lnTo>
                <a:lnTo>
                  <a:pt x="1672958" y="622935"/>
                </a:lnTo>
                <a:lnTo>
                  <a:pt x="1674075" y="622477"/>
                </a:lnTo>
                <a:lnTo>
                  <a:pt x="1675942" y="620610"/>
                </a:lnTo>
                <a:lnTo>
                  <a:pt x="1676400" y="619493"/>
                </a:lnTo>
                <a:lnTo>
                  <a:pt x="1676400" y="616864"/>
                </a:lnTo>
                <a:close/>
              </a:path>
              <a:path w="6486525" h="1236345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6486525" h="1236345">
                <a:moveTo>
                  <a:pt x="1724025" y="1230274"/>
                </a:moveTo>
                <a:lnTo>
                  <a:pt x="1723567" y="1229156"/>
                </a:lnTo>
                <a:lnTo>
                  <a:pt x="1721700" y="1227289"/>
                </a:lnTo>
                <a:lnTo>
                  <a:pt x="1720583" y="1226820"/>
                </a:lnTo>
                <a:lnTo>
                  <a:pt x="1717954" y="1226820"/>
                </a:lnTo>
                <a:lnTo>
                  <a:pt x="1716836" y="1227289"/>
                </a:lnTo>
                <a:lnTo>
                  <a:pt x="1714969" y="1229156"/>
                </a:lnTo>
                <a:lnTo>
                  <a:pt x="1714500" y="1230274"/>
                </a:lnTo>
                <a:lnTo>
                  <a:pt x="1714500" y="1232903"/>
                </a:lnTo>
                <a:lnTo>
                  <a:pt x="1714969" y="1234020"/>
                </a:lnTo>
                <a:lnTo>
                  <a:pt x="1716836" y="1235887"/>
                </a:lnTo>
                <a:lnTo>
                  <a:pt x="1717954" y="1236345"/>
                </a:lnTo>
                <a:lnTo>
                  <a:pt x="1720583" y="1236345"/>
                </a:lnTo>
                <a:lnTo>
                  <a:pt x="1721700" y="1235887"/>
                </a:lnTo>
                <a:lnTo>
                  <a:pt x="1723567" y="1234020"/>
                </a:lnTo>
                <a:lnTo>
                  <a:pt x="1724025" y="1232903"/>
                </a:lnTo>
                <a:lnTo>
                  <a:pt x="1724025" y="1230274"/>
                </a:lnTo>
                <a:close/>
              </a:path>
              <a:path w="6486525" h="1236345">
                <a:moveTo>
                  <a:pt x="1724025" y="616864"/>
                </a:moveTo>
                <a:lnTo>
                  <a:pt x="1723567" y="615746"/>
                </a:lnTo>
                <a:lnTo>
                  <a:pt x="1721700" y="613879"/>
                </a:lnTo>
                <a:lnTo>
                  <a:pt x="1720583" y="613410"/>
                </a:lnTo>
                <a:lnTo>
                  <a:pt x="1717954" y="613410"/>
                </a:lnTo>
                <a:lnTo>
                  <a:pt x="1716836" y="613879"/>
                </a:lnTo>
                <a:lnTo>
                  <a:pt x="1714969" y="615746"/>
                </a:lnTo>
                <a:lnTo>
                  <a:pt x="1714500" y="616864"/>
                </a:lnTo>
                <a:lnTo>
                  <a:pt x="1714500" y="619493"/>
                </a:lnTo>
                <a:lnTo>
                  <a:pt x="1714969" y="620610"/>
                </a:lnTo>
                <a:lnTo>
                  <a:pt x="1716836" y="622477"/>
                </a:lnTo>
                <a:lnTo>
                  <a:pt x="1717954" y="622935"/>
                </a:lnTo>
                <a:lnTo>
                  <a:pt x="1720583" y="622935"/>
                </a:lnTo>
                <a:lnTo>
                  <a:pt x="1721700" y="622477"/>
                </a:lnTo>
                <a:lnTo>
                  <a:pt x="1723567" y="620610"/>
                </a:lnTo>
                <a:lnTo>
                  <a:pt x="1724025" y="619493"/>
                </a:lnTo>
                <a:lnTo>
                  <a:pt x="1724025" y="616864"/>
                </a:lnTo>
                <a:close/>
              </a:path>
              <a:path w="6486525" h="1236345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6486525" h="1236345">
                <a:moveTo>
                  <a:pt x="1771650" y="1230274"/>
                </a:moveTo>
                <a:lnTo>
                  <a:pt x="1771192" y="1229156"/>
                </a:lnTo>
                <a:lnTo>
                  <a:pt x="1769325" y="1227289"/>
                </a:lnTo>
                <a:lnTo>
                  <a:pt x="1768208" y="1226820"/>
                </a:lnTo>
                <a:lnTo>
                  <a:pt x="1765579" y="1226820"/>
                </a:lnTo>
                <a:lnTo>
                  <a:pt x="1764461" y="1227289"/>
                </a:lnTo>
                <a:lnTo>
                  <a:pt x="1762594" y="1229156"/>
                </a:lnTo>
                <a:lnTo>
                  <a:pt x="1762125" y="1230274"/>
                </a:lnTo>
                <a:lnTo>
                  <a:pt x="1762125" y="1232903"/>
                </a:lnTo>
                <a:lnTo>
                  <a:pt x="1762594" y="1234020"/>
                </a:lnTo>
                <a:lnTo>
                  <a:pt x="1764461" y="1235887"/>
                </a:lnTo>
                <a:lnTo>
                  <a:pt x="1765579" y="1236345"/>
                </a:lnTo>
                <a:lnTo>
                  <a:pt x="1768208" y="1236345"/>
                </a:lnTo>
                <a:lnTo>
                  <a:pt x="1769325" y="1235887"/>
                </a:lnTo>
                <a:lnTo>
                  <a:pt x="1771192" y="1234020"/>
                </a:lnTo>
                <a:lnTo>
                  <a:pt x="1771650" y="1232903"/>
                </a:lnTo>
                <a:lnTo>
                  <a:pt x="1771650" y="1230274"/>
                </a:lnTo>
                <a:close/>
              </a:path>
              <a:path w="6486525" h="1236345">
                <a:moveTo>
                  <a:pt x="1771650" y="616864"/>
                </a:moveTo>
                <a:lnTo>
                  <a:pt x="1771192" y="615746"/>
                </a:lnTo>
                <a:lnTo>
                  <a:pt x="1769325" y="613879"/>
                </a:lnTo>
                <a:lnTo>
                  <a:pt x="1768208" y="613410"/>
                </a:lnTo>
                <a:lnTo>
                  <a:pt x="1765579" y="613410"/>
                </a:lnTo>
                <a:lnTo>
                  <a:pt x="1764461" y="613879"/>
                </a:lnTo>
                <a:lnTo>
                  <a:pt x="1762594" y="615746"/>
                </a:lnTo>
                <a:lnTo>
                  <a:pt x="1762125" y="616864"/>
                </a:lnTo>
                <a:lnTo>
                  <a:pt x="1762125" y="619493"/>
                </a:lnTo>
                <a:lnTo>
                  <a:pt x="1762594" y="620610"/>
                </a:lnTo>
                <a:lnTo>
                  <a:pt x="1764461" y="622477"/>
                </a:lnTo>
                <a:lnTo>
                  <a:pt x="1765579" y="622935"/>
                </a:lnTo>
                <a:lnTo>
                  <a:pt x="1768208" y="622935"/>
                </a:lnTo>
                <a:lnTo>
                  <a:pt x="1769325" y="622477"/>
                </a:lnTo>
                <a:lnTo>
                  <a:pt x="1771192" y="620610"/>
                </a:lnTo>
                <a:lnTo>
                  <a:pt x="1771650" y="619493"/>
                </a:lnTo>
                <a:lnTo>
                  <a:pt x="1771650" y="616864"/>
                </a:lnTo>
                <a:close/>
              </a:path>
              <a:path w="6486525" h="1236345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6486525" h="1236345">
                <a:moveTo>
                  <a:pt x="1819275" y="1230274"/>
                </a:moveTo>
                <a:lnTo>
                  <a:pt x="1818817" y="1229156"/>
                </a:lnTo>
                <a:lnTo>
                  <a:pt x="1816950" y="1227289"/>
                </a:lnTo>
                <a:lnTo>
                  <a:pt x="1815833" y="1226820"/>
                </a:lnTo>
                <a:lnTo>
                  <a:pt x="1813204" y="1226820"/>
                </a:lnTo>
                <a:lnTo>
                  <a:pt x="1812086" y="1227289"/>
                </a:lnTo>
                <a:lnTo>
                  <a:pt x="1810219" y="1229156"/>
                </a:lnTo>
                <a:lnTo>
                  <a:pt x="1809750" y="1230274"/>
                </a:lnTo>
                <a:lnTo>
                  <a:pt x="1809750" y="1232903"/>
                </a:lnTo>
                <a:lnTo>
                  <a:pt x="1810219" y="1234020"/>
                </a:lnTo>
                <a:lnTo>
                  <a:pt x="1812086" y="1235887"/>
                </a:lnTo>
                <a:lnTo>
                  <a:pt x="1813204" y="1236345"/>
                </a:lnTo>
                <a:lnTo>
                  <a:pt x="1815833" y="1236345"/>
                </a:lnTo>
                <a:lnTo>
                  <a:pt x="1816950" y="1235887"/>
                </a:lnTo>
                <a:lnTo>
                  <a:pt x="1818817" y="1234020"/>
                </a:lnTo>
                <a:lnTo>
                  <a:pt x="1819275" y="1232903"/>
                </a:lnTo>
                <a:lnTo>
                  <a:pt x="1819275" y="1230274"/>
                </a:lnTo>
                <a:close/>
              </a:path>
              <a:path w="6486525" h="1236345">
                <a:moveTo>
                  <a:pt x="1819275" y="616864"/>
                </a:moveTo>
                <a:lnTo>
                  <a:pt x="1818817" y="615746"/>
                </a:lnTo>
                <a:lnTo>
                  <a:pt x="1816950" y="613879"/>
                </a:lnTo>
                <a:lnTo>
                  <a:pt x="1815833" y="613410"/>
                </a:lnTo>
                <a:lnTo>
                  <a:pt x="1813204" y="613410"/>
                </a:lnTo>
                <a:lnTo>
                  <a:pt x="1812086" y="613879"/>
                </a:lnTo>
                <a:lnTo>
                  <a:pt x="1810219" y="615746"/>
                </a:lnTo>
                <a:lnTo>
                  <a:pt x="1809750" y="616864"/>
                </a:lnTo>
                <a:lnTo>
                  <a:pt x="1809750" y="619493"/>
                </a:lnTo>
                <a:lnTo>
                  <a:pt x="1810219" y="620610"/>
                </a:lnTo>
                <a:lnTo>
                  <a:pt x="1812086" y="622477"/>
                </a:lnTo>
                <a:lnTo>
                  <a:pt x="1813204" y="622935"/>
                </a:lnTo>
                <a:lnTo>
                  <a:pt x="1815833" y="622935"/>
                </a:lnTo>
                <a:lnTo>
                  <a:pt x="1816950" y="622477"/>
                </a:lnTo>
                <a:lnTo>
                  <a:pt x="1818817" y="620610"/>
                </a:lnTo>
                <a:lnTo>
                  <a:pt x="1819275" y="619493"/>
                </a:lnTo>
                <a:lnTo>
                  <a:pt x="1819275" y="616864"/>
                </a:lnTo>
                <a:close/>
              </a:path>
              <a:path w="6486525" h="1236345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6486525" h="1236345">
                <a:moveTo>
                  <a:pt x="1866900" y="1230274"/>
                </a:moveTo>
                <a:lnTo>
                  <a:pt x="1866442" y="1229156"/>
                </a:lnTo>
                <a:lnTo>
                  <a:pt x="1864575" y="1227289"/>
                </a:lnTo>
                <a:lnTo>
                  <a:pt x="1863458" y="1226820"/>
                </a:lnTo>
                <a:lnTo>
                  <a:pt x="1860829" y="1226820"/>
                </a:lnTo>
                <a:lnTo>
                  <a:pt x="1859711" y="1227289"/>
                </a:lnTo>
                <a:lnTo>
                  <a:pt x="1857844" y="1229156"/>
                </a:lnTo>
                <a:lnTo>
                  <a:pt x="1857375" y="1230274"/>
                </a:lnTo>
                <a:lnTo>
                  <a:pt x="1857375" y="1232903"/>
                </a:lnTo>
                <a:lnTo>
                  <a:pt x="1857844" y="1234020"/>
                </a:lnTo>
                <a:lnTo>
                  <a:pt x="1859711" y="1235887"/>
                </a:lnTo>
                <a:lnTo>
                  <a:pt x="1860829" y="1236345"/>
                </a:lnTo>
                <a:lnTo>
                  <a:pt x="1863458" y="1236345"/>
                </a:lnTo>
                <a:lnTo>
                  <a:pt x="1864575" y="1235887"/>
                </a:lnTo>
                <a:lnTo>
                  <a:pt x="1866442" y="1234020"/>
                </a:lnTo>
                <a:lnTo>
                  <a:pt x="1866900" y="1232903"/>
                </a:lnTo>
                <a:lnTo>
                  <a:pt x="1866900" y="1230274"/>
                </a:lnTo>
                <a:close/>
              </a:path>
              <a:path w="6486525" h="1236345">
                <a:moveTo>
                  <a:pt x="1866900" y="616864"/>
                </a:moveTo>
                <a:lnTo>
                  <a:pt x="1866442" y="615746"/>
                </a:lnTo>
                <a:lnTo>
                  <a:pt x="1864575" y="613879"/>
                </a:lnTo>
                <a:lnTo>
                  <a:pt x="1863458" y="613410"/>
                </a:lnTo>
                <a:lnTo>
                  <a:pt x="1860829" y="613410"/>
                </a:lnTo>
                <a:lnTo>
                  <a:pt x="1859711" y="613879"/>
                </a:lnTo>
                <a:lnTo>
                  <a:pt x="1857844" y="615746"/>
                </a:lnTo>
                <a:lnTo>
                  <a:pt x="1857375" y="616864"/>
                </a:lnTo>
                <a:lnTo>
                  <a:pt x="1857375" y="619493"/>
                </a:lnTo>
                <a:lnTo>
                  <a:pt x="1857844" y="620610"/>
                </a:lnTo>
                <a:lnTo>
                  <a:pt x="1859711" y="622477"/>
                </a:lnTo>
                <a:lnTo>
                  <a:pt x="1860829" y="622935"/>
                </a:lnTo>
                <a:lnTo>
                  <a:pt x="1863458" y="622935"/>
                </a:lnTo>
                <a:lnTo>
                  <a:pt x="1864575" y="622477"/>
                </a:lnTo>
                <a:lnTo>
                  <a:pt x="1866442" y="620610"/>
                </a:lnTo>
                <a:lnTo>
                  <a:pt x="1866900" y="619493"/>
                </a:lnTo>
                <a:lnTo>
                  <a:pt x="1866900" y="616864"/>
                </a:lnTo>
                <a:close/>
              </a:path>
              <a:path w="6486525" h="1236345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6486525" h="1236345">
                <a:moveTo>
                  <a:pt x="1914525" y="1230274"/>
                </a:moveTo>
                <a:lnTo>
                  <a:pt x="1914067" y="1229156"/>
                </a:lnTo>
                <a:lnTo>
                  <a:pt x="1912200" y="1227289"/>
                </a:lnTo>
                <a:lnTo>
                  <a:pt x="1911083" y="1226820"/>
                </a:lnTo>
                <a:lnTo>
                  <a:pt x="1908454" y="1226820"/>
                </a:lnTo>
                <a:lnTo>
                  <a:pt x="1907336" y="1227289"/>
                </a:lnTo>
                <a:lnTo>
                  <a:pt x="1905469" y="1229156"/>
                </a:lnTo>
                <a:lnTo>
                  <a:pt x="1905000" y="1230274"/>
                </a:lnTo>
                <a:lnTo>
                  <a:pt x="1905000" y="1232903"/>
                </a:lnTo>
                <a:lnTo>
                  <a:pt x="1905469" y="1234020"/>
                </a:lnTo>
                <a:lnTo>
                  <a:pt x="1907336" y="1235887"/>
                </a:lnTo>
                <a:lnTo>
                  <a:pt x="1908454" y="1236345"/>
                </a:lnTo>
                <a:lnTo>
                  <a:pt x="1911083" y="1236345"/>
                </a:lnTo>
                <a:lnTo>
                  <a:pt x="1912200" y="1235887"/>
                </a:lnTo>
                <a:lnTo>
                  <a:pt x="1914067" y="1234020"/>
                </a:lnTo>
                <a:lnTo>
                  <a:pt x="1914525" y="1232903"/>
                </a:lnTo>
                <a:lnTo>
                  <a:pt x="1914525" y="1230274"/>
                </a:lnTo>
                <a:close/>
              </a:path>
              <a:path w="6486525" h="1236345">
                <a:moveTo>
                  <a:pt x="1914525" y="616864"/>
                </a:moveTo>
                <a:lnTo>
                  <a:pt x="1914067" y="615746"/>
                </a:lnTo>
                <a:lnTo>
                  <a:pt x="1912200" y="613879"/>
                </a:lnTo>
                <a:lnTo>
                  <a:pt x="1911083" y="613410"/>
                </a:lnTo>
                <a:lnTo>
                  <a:pt x="1908454" y="613410"/>
                </a:lnTo>
                <a:lnTo>
                  <a:pt x="1907336" y="613879"/>
                </a:lnTo>
                <a:lnTo>
                  <a:pt x="1905469" y="615746"/>
                </a:lnTo>
                <a:lnTo>
                  <a:pt x="1905000" y="616864"/>
                </a:lnTo>
                <a:lnTo>
                  <a:pt x="1905000" y="619493"/>
                </a:lnTo>
                <a:lnTo>
                  <a:pt x="1905469" y="620610"/>
                </a:lnTo>
                <a:lnTo>
                  <a:pt x="1907336" y="622477"/>
                </a:lnTo>
                <a:lnTo>
                  <a:pt x="1908454" y="622935"/>
                </a:lnTo>
                <a:lnTo>
                  <a:pt x="1911083" y="622935"/>
                </a:lnTo>
                <a:lnTo>
                  <a:pt x="1912200" y="622477"/>
                </a:lnTo>
                <a:lnTo>
                  <a:pt x="1914067" y="620610"/>
                </a:lnTo>
                <a:lnTo>
                  <a:pt x="1914525" y="619493"/>
                </a:lnTo>
                <a:lnTo>
                  <a:pt x="1914525" y="616864"/>
                </a:lnTo>
                <a:close/>
              </a:path>
              <a:path w="6486525" h="1236345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6486525" h="1236345">
                <a:moveTo>
                  <a:pt x="1962150" y="1230274"/>
                </a:moveTo>
                <a:lnTo>
                  <a:pt x="1961692" y="1229156"/>
                </a:lnTo>
                <a:lnTo>
                  <a:pt x="1959825" y="1227289"/>
                </a:lnTo>
                <a:lnTo>
                  <a:pt x="1958708" y="1226820"/>
                </a:lnTo>
                <a:lnTo>
                  <a:pt x="1956079" y="1226820"/>
                </a:lnTo>
                <a:lnTo>
                  <a:pt x="1954961" y="1227289"/>
                </a:lnTo>
                <a:lnTo>
                  <a:pt x="1953094" y="1229156"/>
                </a:lnTo>
                <a:lnTo>
                  <a:pt x="1952625" y="1230274"/>
                </a:lnTo>
                <a:lnTo>
                  <a:pt x="1952625" y="1232903"/>
                </a:lnTo>
                <a:lnTo>
                  <a:pt x="1953094" y="1234020"/>
                </a:lnTo>
                <a:lnTo>
                  <a:pt x="1954961" y="1235887"/>
                </a:lnTo>
                <a:lnTo>
                  <a:pt x="1956079" y="1236345"/>
                </a:lnTo>
                <a:lnTo>
                  <a:pt x="1958708" y="1236345"/>
                </a:lnTo>
                <a:lnTo>
                  <a:pt x="1959825" y="1235887"/>
                </a:lnTo>
                <a:lnTo>
                  <a:pt x="1961692" y="1234020"/>
                </a:lnTo>
                <a:lnTo>
                  <a:pt x="1962150" y="1232903"/>
                </a:lnTo>
                <a:lnTo>
                  <a:pt x="1962150" y="1230274"/>
                </a:lnTo>
                <a:close/>
              </a:path>
              <a:path w="6486525" h="1236345">
                <a:moveTo>
                  <a:pt x="1962150" y="616864"/>
                </a:moveTo>
                <a:lnTo>
                  <a:pt x="1961692" y="615746"/>
                </a:lnTo>
                <a:lnTo>
                  <a:pt x="1959825" y="613879"/>
                </a:lnTo>
                <a:lnTo>
                  <a:pt x="1958708" y="613410"/>
                </a:lnTo>
                <a:lnTo>
                  <a:pt x="1956079" y="613410"/>
                </a:lnTo>
                <a:lnTo>
                  <a:pt x="1954961" y="613879"/>
                </a:lnTo>
                <a:lnTo>
                  <a:pt x="1953094" y="615746"/>
                </a:lnTo>
                <a:lnTo>
                  <a:pt x="1952625" y="616864"/>
                </a:lnTo>
                <a:lnTo>
                  <a:pt x="1952625" y="619493"/>
                </a:lnTo>
                <a:lnTo>
                  <a:pt x="1953094" y="620610"/>
                </a:lnTo>
                <a:lnTo>
                  <a:pt x="1954961" y="622477"/>
                </a:lnTo>
                <a:lnTo>
                  <a:pt x="1956079" y="622935"/>
                </a:lnTo>
                <a:lnTo>
                  <a:pt x="1958708" y="622935"/>
                </a:lnTo>
                <a:lnTo>
                  <a:pt x="1959825" y="622477"/>
                </a:lnTo>
                <a:lnTo>
                  <a:pt x="1961692" y="620610"/>
                </a:lnTo>
                <a:lnTo>
                  <a:pt x="1962150" y="619493"/>
                </a:lnTo>
                <a:lnTo>
                  <a:pt x="1962150" y="616864"/>
                </a:lnTo>
                <a:close/>
              </a:path>
              <a:path w="6486525" h="1236345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6486525" h="1236345">
                <a:moveTo>
                  <a:pt x="2009775" y="1230274"/>
                </a:moveTo>
                <a:lnTo>
                  <a:pt x="2009317" y="1229156"/>
                </a:lnTo>
                <a:lnTo>
                  <a:pt x="2007450" y="1227289"/>
                </a:lnTo>
                <a:lnTo>
                  <a:pt x="2006333" y="1226820"/>
                </a:lnTo>
                <a:lnTo>
                  <a:pt x="2003704" y="1226820"/>
                </a:lnTo>
                <a:lnTo>
                  <a:pt x="2002586" y="1227289"/>
                </a:lnTo>
                <a:lnTo>
                  <a:pt x="2000719" y="1229156"/>
                </a:lnTo>
                <a:lnTo>
                  <a:pt x="2000250" y="1230274"/>
                </a:lnTo>
                <a:lnTo>
                  <a:pt x="2000250" y="1232903"/>
                </a:lnTo>
                <a:lnTo>
                  <a:pt x="2000719" y="1234020"/>
                </a:lnTo>
                <a:lnTo>
                  <a:pt x="2002586" y="1235887"/>
                </a:lnTo>
                <a:lnTo>
                  <a:pt x="2003704" y="1236345"/>
                </a:lnTo>
                <a:lnTo>
                  <a:pt x="2006333" y="1236345"/>
                </a:lnTo>
                <a:lnTo>
                  <a:pt x="2007450" y="1235887"/>
                </a:lnTo>
                <a:lnTo>
                  <a:pt x="2009317" y="1234020"/>
                </a:lnTo>
                <a:lnTo>
                  <a:pt x="2009775" y="1232903"/>
                </a:lnTo>
                <a:lnTo>
                  <a:pt x="2009775" y="1230274"/>
                </a:lnTo>
                <a:close/>
              </a:path>
              <a:path w="6486525" h="1236345">
                <a:moveTo>
                  <a:pt x="2009775" y="616864"/>
                </a:moveTo>
                <a:lnTo>
                  <a:pt x="2009317" y="615746"/>
                </a:lnTo>
                <a:lnTo>
                  <a:pt x="2007450" y="613879"/>
                </a:lnTo>
                <a:lnTo>
                  <a:pt x="2006333" y="613410"/>
                </a:lnTo>
                <a:lnTo>
                  <a:pt x="2003704" y="613410"/>
                </a:lnTo>
                <a:lnTo>
                  <a:pt x="2002586" y="613879"/>
                </a:lnTo>
                <a:lnTo>
                  <a:pt x="2000719" y="615746"/>
                </a:lnTo>
                <a:lnTo>
                  <a:pt x="2000250" y="616864"/>
                </a:lnTo>
                <a:lnTo>
                  <a:pt x="2000250" y="619493"/>
                </a:lnTo>
                <a:lnTo>
                  <a:pt x="2000719" y="620610"/>
                </a:lnTo>
                <a:lnTo>
                  <a:pt x="2002586" y="622477"/>
                </a:lnTo>
                <a:lnTo>
                  <a:pt x="2003704" y="622935"/>
                </a:lnTo>
                <a:lnTo>
                  <a:pt x="2006333" y="622935"/>
                </a:lnTo>
                <a:lnTo>
                  <a:pt x="2007450" y="622477"/>
                </a:lnTo>
                <a:lnTo>
                  <a:pt x="2009317" y="620610"/>
                </a:lnTo>
                <a:lnTo>
                  <a:pt x="2009775" y="619493"/>
                </a:lnTo>
                <a:lnTo>
                  <a:pt x="2009775" y="616864"/>
                </a:lnTo>
                <a:close/>
              </a:path>
              <a:path w="6486525" h="1236345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6486525" h="1236345">
                <a:moveTo>
                  <a:pt x="2057400" y="1230274"/>
                </a:moveTo>
                <a:lnTo>
                  <a:pt x="2056942" y="1229156"/>
                </a:lnTo>
                <a:lnTo>
                  <a:pt x="2055075" y="1227289"/>
                </a:lnTo>
                <a:lnTo>
                  <a:pt x="2053958" y="1226820"/>
                </a:lnTo>
                <a:lnTo>
                  <a:pt x="2051329" y="1226820"/>
                </a:lnTo>
                <a:lnTo>
                  <a:pt x="2050211" y="1227289"/>
                </a:lnTo>
                <a:lnTo>
                  <a:pt x="2048344" y="1229156"/>
                </a:lnTo>
                <a:lnTo>
                  <a:pt x="2047875" y="1230274"/>
                </a:lnTo>
                <a:lnTo>
                  <a:pt x="2047875" y="1232903"/>
                </a:lnTo>
                <a:lnTo>
                  <a:pt x="2048344" y="1234020"/>
                </a:lnTo>
                <a:lnTo>
                  <a:pt x="2050211" y="1235887"/>
                </a:lnTo>
                <a:lnTo>
                  <a:pt x="2051329" y="1236345"/>
                </a:lnTo>
                <a:lnTo>
                  <a:pt x="2053958" y="1236345"/>
                </a:lnTo>
                <a:lnTo>
                  <a:pt x="2055075" y="1235887"/>
                </a:lnTo>
                <a:lnTo>
                  <a:pt x="2056942" y="1234020"/>
                </a:lnTo>
                <a:lnTo>
                  <a:pt x="2057400" y="1232903"/>
                </a:lnTo>
                <a:lnTo>
                  <a:pt x="2057400" y="1230274"/>
                </a:lnTo>
                <a:close/>
              </a:path>
              <a:path w="6486525" h="1236345">
                <a:moveTo>
                  <a:pt x="2057400" y="616864"/>
                </a:moveTo>
                <a:lnTo>
                  <a:pt x="2056942" y="615746"/>
                </a:lnTo>
                <a:lnTo>
                  <a:pt x="2055075" y="613879"/>
                </a:lnTo>
                <a:lnTo>
                  <a:pt x="2053958" y="613410"/>
                </a:lnTo>
                <a:lnTo>
                  <a:pt x="2051329" y="613410"/>
                </a:lnTo>
                <a:lnTo>
                  <a:pt x="2050211" y="613879"/>
                </a:lnTo>
                <a:lnTo>
                  <a:pt x="2048344" y="615746"/>
                </a:lnTo>
                <a:lnTo>
                  <a:pt x="2047875" y="616864"/>
                </a:lnTo>
                <a:lnTo>
                  <a:pt x="2047875" y="619493"/>
                </a:lnTo>
                <a:lnTo>
                  <a:pt x="2048344" y="620610"/>
                </a:lnTo>
                <a:lnTo>
                  <a:pt x="2050211" y="622477"/>
                </a:lnTo>
                <a:lnTo>
                  <a:pt x="2051329" y="622935"/>
                </a:lnTo>
                <a:lnTo>
                  <a:pt x="2053958" y="622935"/>
                </a:lnTo>
                <a:lnTo>
                  <a:pt x="2055075" y="622477"/>
                </a:lnTo>
                <a:lnTo>
                  <a:pt x="2056942" y="620610"/>
                </a:lnTo>
                <a:lnTo>
                  <a:pt x="2057400" y="619493"/>
                </a:lnTo>
                <a:lnTo>
                  <a:pt x="2057400" y="616864"/>
                </a:lnTo>
                <a:close/>
              </a:path>
              <a:path w="6486525" h="1236345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6486525" h="1236345">
                <a:moveTo>
                  <a:pt x="2105025" y="1230274"/>
                </a:moveTo>
                <a:lnTo>
                  <a:pt x="2104567" y="1229156"/>
                </a:lnTo>
                <a:lnTo>
                  <a:pt x="2102700" y="1227289"/>
                </a:lnTo>
                <a:lnTo>
                  <a:pt x="2101583" y="1226820"/>
                </a:lnTo>
                <a:lnTo>
                  <a:pt x="2098954" y="1226820"/>
                </a:lnTo>
                <a:lnTo>
                  <a:pt x="2097836" y="1227289"/>
                </a:lnTo>
                <a:lnTo>
                  <a:pt x="2095969" y="1229156"/>
                </a:lnTo>
                <a:lnTo>
                  <a:pt x="2095500" y="1230274"/>
                </a:lnTo>
                <a:lnTo>
                  <a:pt x="2095500" y="1232903"/>
                </a:lnTo>
                <a:lnTo>
                  <a:pt x="2095969" y="1234020"/>
                </a:lnTo>
                <a:lnTo>
                  <a:pt x="2097836" y="1235887"/>
                </a:lnTo>
                <a:lnTo>
                  <a:pt x="2098954" y="1236345"/>
                </a:lnTo>
                <a:lnTo>
                  <a:pt x="2101583" y="1236345"/>
                </a:lnTo>
                <a:lnTo>
                  <a:pt x="2102700" y="1235887"/>
                </a:lnTo>
                <a:lnTo>
                  <a:pt x="2104567" y="1234020"/>
                </a:lnTo>
                <a:lnTo>
                  <a:pt x="2105025" y="1232903"/>
                </a:lnTo>
                <a:lnTo>
                  <a:pt x="2105025" y="1230274"/>
                </a:lnTo>
                <a:close/>
              </a:path>
              <a:path w="6486525" h="1236345">
                <a:moveTo>
                  <a:pt x="2105025" y="616864"/>
                </a:moveTo>
                <a:lnTo>
                  <a:pt x="2104567" y="615746"/>
                </a:lnTo>
                <a:lnTo>
                  <a:pt x="2102700" y="613879"/>
                </a:lnTo>
                <a:lnTo>
                  <a:pt x="2101583" y="613410"/>
                </a:lnTo>
                <a:lnTo>
                  <a:pt x="2098954" y="613410"/>
                </a:lnTo>
                <a:lnTo>
                  <a:pt x="2097836" y="613879"/>
                </a:lnTo>
                <a:lnTo>
                  <a:pt x="2095969" y="615746"/>
                </a:lnTo>
                <a:lnTo>
                  <a:pt x="2095500" y="616864"/>
                </a:lnTo>
                <a:lnTo>
                  <a:pt x="2095500" y="619493"/>
                </a:lnTo>
                <a:lnTo>
                  <a:pt x="2095969" y="620610"/>
                </a:lnTo>
                <a:lnTo>
                  <a:pt x="2097836" y="622477"/>
                </a:lnTo>
                <a:lnTo>
                  <a:pt x="2098954" y="622935"/>
                </a:lnTo>
                <a:lnTo>
                  <a:pt x="2101583" y="622935"/>
                </a:lnTo>
                <a:lnTo>
                  <a:pt x="2102700" y="622477"/>
                </a:lnTo>
                <a:lnTo>
                  <a:pt x="2104567" y="620610"/>
                </a:lnTo>
                <a:lnTo>
                  <a:pt x="2105025" y="619493"/>
                </a:lnTo>
                <a:lnTo>
                  <a:pt x="2105025" y="616864"/>
                </a:lnTo>
                <a:close/>
              </a:path>
              <a:path w="6486525" h="1236345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6486525" h="1236345">
                <a:moveTo>
                  <a:pt x="2152650" y="1230274"/>
                </a:moveTo>
                <a:lnTo>
                  <a:pt x="2152192" y="1229156"/>
                </a:lnTo>
                <a:lnTo>
                  <a:pt x="2150326" y="1227289"/>
                </a:lnTo>
                <a:lnTo>
                  <a:pt x="2149208" y="1226820"/>
                </a:lnTo>
                <a:lnTo>
                  <a:pt x="2146579" y="1226820"/>
                </a:lnTo>
                <a:lnTo>
                  <a:pt x="2145461" y="1227289"/>
                </a:lnTo>
                <a:lnTo>
                  <a:pt x="2143595" y="1229156"/>
                </a:lnTo>
                <a:lnTo>
                  <a:pt x="2143125" y="1230274"/>
                </a:lnTo>
                <a:lnTo>
                  <a:pt x="2143125" y="1232903"/>
                </a:lnTo>
                <a:lnTo>
                  <a:pt x="2143595" y="1234020"/>
                </a:lnTo>
                <a:lnTo>
                  <a:pt x="2145461" y="1235887"/>
                </a:lnTo>
                <a:lnTo>
                  <a:pt x="2146579" y="1236345"/>
                </a:lnTo>
                <a:lnTo>
                  <a:pt x="2149208" y="1236345"/>
                </a:lnTo>
                <a:lnTo>
                  <a:pt x="2150326" y="1235887"/>
                </a:lnTo>
                <a:lnTo>
                  <a:pt x="2152192" y="1234020"/>
                </a:lnTo>
                <a:lnTo>
                  <a:pt x="2152650" y="1232903"/>
                </a:lnTo>
                <a:lnTo>
                  <a:pt x="2152650" y="1230274"/>
                </a:lnTo>
                <a:close/>
              </a:path>
              <a:path w="6486525" h="1236345">
                <a:moveTo>
                  <a:pt x="2152650" y="616864"/>
                </a:moveTo>
                <a:lnTo>
                  <a:pt x="2152192" y="615746"/>
                </a:lnTo>
                <a:lnTo>
                  <a:pt x="2150326" y="613879"/>
                </a:lnTo>
                <a:lnTo>
                  <a:pt x="2149208" y="613410"/>
                </a:lnTo>
                <a:lnTo>
                  <a:pt x="2146579" y="613410"/>
                </a:lnTo>
                <a:lnTo>
                  <a:pt x="2145461" y="613879"/>
                </a:lnTo>
                <a:lnTo>
                  <a:pt x="2143595" y="615746"/>
                </a:lnTo>
                <a:lnTo>
                  <a:pt x="2143125" y="616864"/>
                </a:lnTo>
                <a:lnTo>
                  <a:pt x="2143125" y="619493"/>
                </a:lnTo>
                <a:lnTo>
                  <a:pt x="2143595" y="620610"/>
                </a:lnTo>
                <a:lnTo>
                  <a:pt x="2145461" y="622477"/>
                </a:lnTo>
                <a:lnTo>
                  <a:pt x="2146579" y="622935"/>
                </a:lnTo>
                <a:lnTo>
                  <a:pt x="2149208" y="622935"/>
                </a:lnTo>
                <a:lnTo>
                  <a:pt x="2150326" y="622477"/>
                </a:lnTo>
                <a:lnTo>
                  <a:pt x="2152192" y="620610"/>
                </a:lnTo>
                <a:lnTo>
                  <a:pt x="2152650" y="619493"/>
                </a:lnTo>
                <a:lnTo>
                  <a:pt x="2152650" y="616864"/>
                </a:lnTo>
                <a:close/>
              </a:path>
              <a:path w="6486525" h="1236345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6486525" h="1236345">
                <a:moveTo>
                  <a:pt x="2200287" y="1230274"/>
                </a:moveTo>
                <a:lnTo>
                  <a:pt x="2199817" y="1229156"/>
                </a:lnTo>
                <a:lnTo>
                  <a:pt x="2197951" y="1227289"/>
                </a:lnTo>
                <a:lnTo>
                  <a:pt x="2196833" y="1226820"/>
                </a:lnTo>
                <a:lnTo>
                  <a:pt x="2194204" y="1226820"/>
                </a:lnTo>
                <a:lnTo>
                  <a:pt x="2193086" y="1227289"/>
                </a:lnTo>
                <a:lnTo>
                  <a:pt x="2191220" y="1229156"/>
                </a:lnTo>
                <a:lnTo>
                  <a:pt x="2190750" y="1230274"/>
                </a:lnTo>
                <a:lnTo>
                  <a:pt x="2190750" y="1232903"/>
                </a:lnTo>
                <a:lnTo>
                  <a:pt x="2191220" y="1234020"/>
                </a:lnTo>
                <a:lnTo>
                  <a:pt x="2193086" y="1235887"/>
                </a:lnTo>
                <a:lnTo>
                  <a:pt x="2194204" y="1236345"/>
                </a:lnTo>
                <a:lnTo>
                  <a:pt x="2196833" y="1236345"/>
                </a:lnTo>
                <a:lnTo>
                  <a:pt x="2197951" y="1235887"/>
                </a:lnTo>
                <a:lnTo>
                  <a:pt x="2199817" y="1234020"/>
                </a:lnTo>
                <a:lnTo>
                  <a:pt x="2200287" y="1232903"/>
                </a:lnTo>
                <a:lnTo>
                  <a:pt x="2200287" y="1230274"/>
                </a:lnTo>
                <a:close/>
              </a:path>
              <a:path w="6486525" h="1236345">
                <a:moveTo>
                  <a:pt x="2200287" y="616864"/>
                </a:moveTo>
                <a:lnTo>
                  <a:pt x="2199817" y="615746"/>
                </a:lnTo>
                <a:lnTo>
                  <a:pt x="2197951" y="613879"/>
                </a:lnTo>
                <a:lnTo>
                  <a:pt x="2196833" y="613410"/>
                </a:lnTo>
                <a:lnTo>
                  <a:pt x="2194204" y="613410"/>
                </a:lnTo>
                <a:lnTo>
                  <a:pt x="2193086" y="613879"/>
                </a:lnTo>
                <a:lnTo>
                  <a:pt x="2191220" y="615746"/>
                </a:lnTo>
                <a:lnTo>
                  <a:pt x="2190750" y="616864"/>
                </a:lnTo>
                <a:lnTo>
                  <a:pt x="2190750" y="619493"/>
                </a:lnTo>
                <a:lnTo>
                  <a:pt x="2191220" y="620610"/>
                </a:lnTo>
                <a:lnTo>
                  <a:pt x="2193086" y="622477"/>
                </a:lnTo>
                <a:lnTo>
                  <a:pt x="2194204" y="622935"/>
                </a:lnTo>
                <a:lnTo>
                  <a:pt x="2196833" y="622935"/>
                </a:lnTo>
                <a:lnTo>
                  <a:pt x="2197951" y="622477"/>
                </a:lnTo>
                <a:lnTo>
                  <a:pt x="2199817" y="620610"/>
                </a:lnTo>
                <a:lnTo>
                  <a:pt x="2200287" y="619493"/>
                </a:lnTo>
                <a:lnTo>
                  <a:pt x="2200287" y="616864"/>
                </a:lnTo>
                <a:close/>
              </a:path>
              <a:path w="6486525" h="1236345">
                <a:moveTo>
                  <a:pt x="2200287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87" y="6083"/>
                </a:lnTo>
                <a:lnTo>
                  <a:pt x="2200287" y="3454"/>
                </a:lnTo>
                <a:close/>
              </a:path>
              <a:path w="6486525" h="1236345">
                <a:moveTo>
                  <a:pt x="2247900" y="1230274"/>
                </a:moveTo>
                <a:lnTo>
                  <a:pt x="2247442" y="1229156"/>
                </a:lnTo>
                <a:lnTo>
                  <a:pt x="2245576" y="1227289"/>
                </a:lnTo>
                <a:lnTo>
                  <a:pt x="2244458" y="1226820"/>
                </a:lnTo>
                <a:lnTo>
                  <a:pt x="2241829" y="1226820"/>
                </a:lnTo>
                <a:lnTo>
                  <a:pt x="2240711" y="1227289"/>
                </a:lnTo>
                <a:lnTo>
                  <a:pt x="2238845" y="1229156"/>
                </a:lnTo>
                <a:lnTo>
                  <a:pt x="2238375" y="1230274"/>
                </a:lnTo>
                <a:lnTo>
                  <a:pt x="2238375" y="1232903"/>
                </a:lnTo>
                <a:lnTo>
                  <a:pt x="2238845" y="1234020"/>
                </a:lnTo>
                <a:lnTo>
                  <a:pt x="2240711" y="1235887"/>
                </a:lnTo>
                <a:lnTo>
                  <a:pt x="2241829" y="1236345"/>
                </a:lnTo>
                <a:lnTo>
                  <a:pt x="2244458" y="1236345"/>
                </a:lnTo>
                <a:lnTo>
                  <a:pt x="2245576" y="1235887"/>
                </a:lnTo>
                <a:lnTo>
                  <a:pt x="2247442" y="1234020"/>
                </a:lnTo>
                <a:lnTo>
                  <a:pt x="2247900" y="1232903"/>
                </a:lnTo>
                <a:lnTo>
                  <a:pt x="2247900" y="1230274"/>
                </a:lnTo>
                <a:close/>
              </a:path>
              <a:path w="6486525" h="1236345">
                <a:moveTo>
                  <a:pt x="2247900" y="616864"/>
                </a:moveTo>
                <a:lnTo>
                  <a:pt x="2247442" y="615746"/>
                </a:lnTo>
                <a:lnTo>
                  <a:pt x="2245576" y="613879"/>
                </a:lnTo>
                <a:lnTo>
                  <a:pt x="2244458" y="613410"/>
                </a:lnTo>
                <a:lnTo>
                  <a:pt x="2241829" y="613410"/>
                </a:lnTo>
                <a:lnTo>
                  <a:pt x="2240711" y="613879"/>
                </a:lnTo>
                <a:lnTo>
                  <a:pt x="2238845" y="615746"/>
                </a:lnTo>
                <a:lnTo>
                  <a:pt x="2238375" y="616864"/>
                </a:lnTo>
                <a:lnTo>
                  <a:pt x="2238375" y="619493"/>
                </a:lnTo>
                <a:lnTo>
                  <a:pt x="2238845" y="620610"/>
                </a:lnTo>
                <a:lnTo>
                  <a:pt x="2240711" y="622477"/>
                </a:lnTo>
                <a:lnTo>
                  <a:pt x="2241829" y="622935"/>
                </a:lnTo>
                <a:lnTo>
                  <a:pt x="2244458" y="622935"/>
                </a:lnTo>
                <a:lnTo>
                  <a:pt x="2245576" y="622477"/>
                </a:lnTo>
                <a:lnTo>
                  <a:pt x="2247442" y="620610"/>
                </a:lnTo>
                <a:lnTo>
                  <a:pt x="2247900" y="619493"/>
                </a:lnTo>
                <a:lnTo>
                  <a:pt x="2247900" y="616864"/>
                </a:lnTo>
                <a:close/>
              </a:path>
              <a:path w="6486525" h="1236345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6486525" h="1236345">
                <a:moveTo>
                  <a:pt x="2295525" y="1230274"/>
                </a:moveTo>
                <a:lnTo>
                  <a:pt x="2295067" y="1229156"/>
                </a:lnTo>
                <a:lnTo>
                  <a:pt x="2293201" y="1227289"/>
                </a:lnTo>
                <a:lnTo>
                  <a:pt x="2292083" y="1226820"/>
                </a:lnTo>
                <a:lnTo>
                  <a:pt x="2289454" y="1226820"/>
                </a:lnTo>
                <a:lnTo>
                  <a:pt x="2288336" y="1227289"/>
                </a:lnTo>
                <a:lnTo>
                  <a:pt x="2286470" y="1229156"/>
                </a:lnTo>
                <a:lnTo>
                  <a:pt x="2286000" y="1230274"/>
                </a:lnTo>
                <a:lnTo>
                  <a:pt x="2286000" y="1232903"/>
                </a:lnTo>
                <a:lnTo>
                  <a:pt x="2286470" y="1234020"/>
                </a:lnTo>
                <a:lnTo>
                  <a:pt x="2288336" y="1235887"/>
                </a:lnTo>
                <a:lnTo>
                  <a:pt x="2289454" y="1236345"/>
                </a:lnTo>
                <a:lnTo>
                  <a:pt x="2292083" y="1236345"/>
                </a:lnTo>
                <a:lnTo>
                  <a:pt x="2293201" y="1235887"/>
                </a:lnTo>
                <a:lnTo>
                  <a:pt x="2295067" y="1234020"/>
                </a:lnTo>
                <a:lnTo>
                  <a:pt x="2295525" y="1232903"/>
                </a:lnTo>
                <a:lnTo>
                  <a:pt x="2295525" y="1230274"/>
                </a:lnTo>
                <a:close/>
              </a:path>
              <a:path w="6486525" h="1236345">
                <a:moveTo>
                  <a:pt x="2295525" y="616864"/>
                </a:moveTo>
                <a:lnTo>
                  <a:pt x="2295067" y="615746"/>
                </a:lnTo>
                <a:lnTo>
                  <a:pt x="2293201" y="613879"/>
                </a:lnTo>
                <a:lnTo>
                  <a:pt x="2292083" y="613410"/>
                </a:lnTo>
                <a:lnTo>
                  <a:pt x="2289454" y="613410"/>
                </a:lnTo>
                <a:lnTo>
                  <a:pt x="2288336" y="613879"/>
                </a:lnTo>
                <a:lnTo>
                  <a:pt x="2286470" y="615746"/>
                </a:lnTo>
                <a:lnTo>
                  <a:pt x="2286000" y="616864"/>
                </a:lnTo>
                <a:lnTo>
                  <a:pt x="2286000" y="619493"/>
                </a:lnTo>
                <a:lnTo>
                  <a:pt x="2286470" y="620610"/>
                </a:lnTo>
                <a:lnTo>
                  <a:pt x="2288336" y="622477"/>
                </a:lnTo>
                <a:lnTo>
                  <a:pt x="2289454" y="622935"/>
                </a:lnTo>
                <a:lnTo>
                  <a:pt x="2292083" y="622935"/>
                </a:lnTo>
                <a:lnTo>
                  <a:pt x="2293201" y="622477"/>
                </a:lnTo>
                <a:lnTo>
                  <a:pt x="2295067" y="620610"/>
                </a:lnTo>
                <a:lnTo>
                  <a:pt x="2295525" y="619493"/>
                </a:lnTo>
                <a:lnTo>
                  <a:pt x="2295525" y="616864"/>
                </a:lnTo>
                <a:close/>
              </a:path>
              <a:path w="6486525" h="1236345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6486525" h="1236345">
                <a:moveTo>
                  <a:pt x="2343150" y="1230274"/>
                </a:moveTo>
                <a:lnTo>
                  <a:pt x="2342692" y="1229156"/>
                </a:lnTo>
                <a:lnTo>
                  <a:pt x="2340826" y="1227289"/>
                </a:lnTo>
                <a:lnTo>
                  <a:pt x="2339708" y="1226820"/>
                </a:lnTo>
                <a:lnTo>
                  <a:pt x="2337079" y="1226820"/>
                </a:lnTo>
                <a:lnTo>
                  <a:pt x="2335961" y="1227289"/>
                </a:lnTo>
                <a:lnTo>
                  <a:pt x="2334095" y="1229156"/>
                </a:lnTo>
                <a:lnTo>
                  <a:pt x="2333625" y="1230274"/>
                </a:lnTo>
                <a:lnTo>
                  <a:pt x="2333625" y="1232903"/>
                </a:lnTo>
                <a:lnTo>
                  <a:pt x="2334095" y="1234020"/>
                </a:lnTo>
                <a:lnTo>
                  <a:pt x="2335961" y="1235887"/>
                </a:lnTo>
                <a:lnTo>
                  <a:pt x="2337079" y="1236345"/>
                </a:lnTo>
                <a:lnTo>
                  <a:pt x="2339708" y="1236345"/>
                </a:lnTo>
                <a:lnTo>
                  <a:pt x="2340826" y="1235887"/>
                </a:lnTo>
                <a:lnTo>
                  <a:pt x="2342692" y="1234020"/>
                </a:lnTo>
                <a:lnTo>
                  <a:pt x="2343150" y="1232903"/>
                </a:lnTo>
                <a:lnTo>
                  <a:pt x="2343150" y="1230274"/>
                </a:lnTo>
                <a:close/>
              </a:path>
              <a:path w="6486525" h="1236345">
                <a:moveTo>
                  <a:pt x="2343150" y="616864"/>
                </a:moveTo>
                <a:lnTo>
                  <a:pt x="2342692" y="615746"/>
                </a:lnTo>
                <a:lnTo>
                  <a:pt x="2340826" y="613879"/>
                </a:lnTo>
                <a:lnTo>
                  <a:pt x="2339708" y="613410"/>
                </a:lnTo>
                <a:lnTo>
                  <a:pt x="2337079" y="613410"/>
                </a:lnTo>
                <a:lnTo>
                  <a:pt x="2335961" y="613879"/>
                </a:lnTo>
                <a:lnTo>
                  <a:pt x="2334095" y="615746"/>
                </a:lnTo>
                <a:lnTo>
                  <a:pt x="2333625" y="616864"/>
                </a:lnTo>
                <a:lnTo>
                  <a:pt x="2333625" y="619493"/>
                </a:lnTo>
                <a:lnTo>
                  <a:pt x="2334095" y="620610"/>
                </a:lnTo>
                <a:lnTo>
                  <a:pt x="2335961" y="622477"/>
                </a:lnTo>
                <a:lnTo>
                  <a:pt x="2337079" y="622935"/>
                </a:lnTo>
                <a:lnTo>
                  <a:pt x="2339708" y="622935"/>
                </a:lnTo>
                <a:lnTo>
                  <a:pt x="2340826" y="622477"/>
                </a:lnTo>
                <a:lnTo>
                  <a:pt x="2342692" y="620610"/>
                </a:lnTo>
                <a:lnTo>
                  <a:pt x="2343150" y="619493"/>
                </a:lnTo>
                <a:lnTo>
                  <a:pt x="2343150" y="616864"/>
                </a:lnTo>
                <a:close/>
              </a:path>
              <a:path w="6486525" h="1236345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6486525" h="1236345">
                <a:moveTo>
                  <a:pt x="2390775" y="1230274"/>
                </a:moveTo>
                <a:lnTo>
                  <a:pt x="2390317" y="1229156"/>
                </a:lnTo>
                <a:lnTo>
                  <a:pt x="2388451" y="1227289"/>
                </a:lnTo>
                <a:lnTo>
                  <a:pt x="2387333" y="1226820"/>
                </a:lnTo>
                <a:lnTo>
                  <a:pt x="2384704" y="1226820"/>
                </a:lnTo>
                <a:lnTo>
                  <a:pt x="2383586" y="1227289"/>
                </a:lnTo>
                <a:lnTo>
                  <a:pt x="2381720" y="1229156"/>
                </a:lnTo>
                <a:lnTo>
                  <a:pt x="2381250" y="1230274"/>
                </a:lnTo>
                <a:lnTo>
                  <a:pt x="2381250" y="1232903"/>
                </a:lnTo>
                <a:lnTo>
                  <a:pt x="2381720" y="1234020"/>
                </a:lnTo>
                <a:lnTo>
                  <a:pt x="2383586" y="1235887"/>
                </a:lnTo>
                <a:lnTo>
                  <a:pt x="2384704" y="1236345"/>
                </a:lnTo>
                <a:lnTo>
                  <a:pt x="2387333" y="1236345"/>
                </a:lnTo>
                <a:lnTo>
                  <a:pt x="2388451" y="1235887"/>
                </a:lnTo>
                <a:lnTo>
                  <a:pt x="2390317" y="1234020"/>
                </a:lnTo>
                <a:lnTo>
                  <a:pt x="2390775" y="1232903"/>
                </a:lnTo>
                <a:lnTo>
                  <a:pt x="2390775" y="1230274"/>
                </a:lnTo>
                <a:close/>
              </a:path>
              <a:path w="6486525" h="1236345">
                <a:moveTo>
                  <a:pt x="2390775" y="616864"/>
                </a:moveTo>
                <a:lnTo>
                  <a:pt x="2390317" y="615746"/>
                </a:lnTo>
                <a:lnTo>
                  <a:pt x="2388451" y="613879"/>
                </a:lnTo>
                <a:lnTo>
                  <a:pt x="2387333" y="613410"/>
                </a:lnTo>
                <a:lnTo>
                  <a:pt x="2384704" y="613410"/>
                </a:lnTo>
                <a:lnTo>
                  <a:pt x="2383586" y="613879"/>
                </a:lnTo>
                <a:lnTo>
                  <a:pt x="2381720" y="615746"/>
                </a:lnTo>
                <a:lnTo>
                  <a:pt x="2381250" y="616864"/>
                </a:lnTo>
                <a:lnTo>
                  <a:pt x="2381250" y="619493"/>
                </a:lnTo>
                <a:lnTo>
                  <a:pt x="2381720" y="620610"/>
                </a:lnTo>
                <a:lnTo>
                  <a:pt x="2383586" y="622477"/>
                </a:lnTo>
                <a:lnTo>
                  <a:pt x="2384704" y="622935"/>
                </a:lnTo>
                <a:lnTo>
                  <a:pt x="2387333" y="622935"/>
                </a:lnTo>
                <a:lnTo>
                  <a:pt x="2388451" y="622477"/>
                </a:lnTo>
                <a:lnTo>
                  <a:pt x="2390317" y="620610"/>
                </a:lnTo>
                <a:lnTo>
                  <a:pt x="2390775" y="619493"/>
                </a:lnTo>
                <a:lnTo>
                  <a:pt x="2390775" y="616864"/>
                </a:lnTo>
                <a:close/>
              </a:path>
              <a:path w="6486525" h="1236345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6486525" h="1236345">
                <a:moveTo>
                  <a:pt x="2438400" y="1230274"/>
                </a:moveTo>
                <a:lnTo>
                  <a:pt x="2437942" y="1229156"/>
                </a:lnTo>
                <a:lnTo>
                  <a:pt x="2436076" y="1227289"/>
                </a:lnTo>
                <a:lnTo>
                  <a:pt x="2434958" y="1226820"/>
                </a:lnTo>
                <a:lnTo>
                  <a:pt x="2432329" y="1226820"/>
                </a:lnTo>
                <a:lnTo>
                  <a:pt x="2431211" y="1227289"/>
                </a:lnTo>
                <a:lnTo>
                  <a:pt x="2429345" y="1229156"/>
                </a:lnTo>
                <a:lnTo>
                  <a:pt x="2428875" y="1230274"/>
                </a:lnTo>
                <a:lnTo>
                  <a:pt x="2428875" y="1232903"/>
                </a:lnTo>
                <a:lnTo>
                  <a:pt x="2429345" y="1234020"/>
                </a:lnTo>
                <a:lnTo>
                  <a:pt x="2431211" y="1235887"/>
                </a:lnTo>
                <a:lnTo>
                  <a:pt x="2432329" y="1236345"/>
                </a:lnTo>
                <a:lnTo>
                  <a:pt x="2434958" y="1236345"/>
                </a:lnTo>
                <a:lnTo>
                  <a:pt x="2436076" y="1235887"/>
                </a:lnTo>
                <a:lnTo>
                  <a:pt x="2437942" y="1234020"/>
                </a:lnTo>
                <a:lnTo>
                  <a:pt x="2438400" y="1232903"/>
                </a:lnTo>
                <a:lnTo>
                  <a:pt x="2438400" y="1230274"/>
                </a:lnTo>
                <a:close/>
              </a:path>
              <a:path w="6486525" h="1236345">
                <a:moveTo>
                  <a:pt x="2438400" y="616864"/>
                </a:moveTo>
                <a:lnTo>
                  <a:pt x="2437942" y="615746"/>
                </a:lnTo>
                <a:lnTo>
                  <a:pt x="2436076" y="613879"/>
                </a:lnTo>
                <a:lnTo>
                  <a:pt x="2434958" y="613410"/>
                </a:lnTo>
                <a:lnTo>
                  <a:pt x="2432329" y="613410"/>
                </a:lnTo>
                <a:lnTo>
                  <a:pt x="2431211" y="613879"/>
                </a:lnTo>
                <a:lnTo>
                  <a:pt x="2429345" y="615746"/>
                </a:lnTo>
                <a:lnTo>
                  <a:pt x="2428875" y="616864"/>
                </a:lnTo>
                <a:lnTo>
                  <a:pt x="2428875" y="619493"/>
                </a:lnTo>
                <a:lnTo>
                  <a:pt x="2429345" y="620610"/>
                </a:lnTo>
                <a:lnTo>
                  <a:pt x="2431211" y="622477"/>
                </a:lnTo>
                <a:lnTo>
                  <a:pt x="2432329" y="622935"/>
                </a:lnTo>
                <a:lnTo>
                  <a:pt x="2434958" y="622935"/>
                </a:lnTo>
                <a:lnTo>
                  <a:pt x="2436076" y="622477"/>
                </a:lnTo>
                <a:lnTo>
                  <a:pt x="2437942" y="620610"/>
                </a:lnTo>
                <a:lnTo>
                  <a:pt x="2438400" y="619493"/>
                </a:lnTo>
                <a:lnTo>
                  <a:pt x="2438400" y="616864"/>
                </a:lnTo>
                <a:close/>
              </a:path>
              <a:path w="6486525" h="1236345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6486525" h="1236345">
                <a:moveTo>
                  <a:pt x="2486025" y="1230274"/>
                </a:moveTo>
                <a:lnTo>
                  <a:pt x="2485567" y="1229156"/>
                </a:lnTo>
                <a:lnTo>
                  <a:pt x="2483701" y="1227289"/>
                </a:lnTo>
                <a:lnTo>
                  <a:pt x="2482583" y="1226820"/>
                </a:lnTo>
                <a:lnTo>
                  <a:pt x="2479954" y="1226820"/>
                </a:lnTo>
                <a:lnTo>
                  <a:pt x="2478836" y="1227289"/>
                </a:lnTo>
                <a:lnTo>
                  <a:pt x="2476970" y="1229156"/>
                </a:lnTo>
                <a:lnTo>
                  <a:pt x="2476500" y="1230274"/>
                </a:lnTo>
                <a:lnTo>
                  <a:pt x="2476500" y="1232903"/>
                </a:lnTo>
                <a:lnTo>
                  <a:pt x="2476970" y="1234020"/>
                </a:lnTo>
                <a:lnTo>
                  <a:pt x="2478836" y="1235887"/>
                </a:lnTo>
                <a:lnTo>
                  <a:pt x="2479954" y="1236345"/>
                </a:lnTo>
                <a:lnTo>
                  <a:pt x="2482583" y="1236345"/>
                </a:lnTo>
                <a:lnTo>
                  <a:pt x="2483701" y="1235887"/>
                </a:lnTo>
                <a:lnTo>
                  <a:pt x="2485567" y="1234020"/>
                </a:lnTo>
                <a:lnTo>
                  <a:pt x="2486025" y="1232903"/>
                </a:lnTo>
                <a:lnTo>
                  <a:pt x="2486025" y="1230274"/>
                </a:lnTo>
                <a:close/>
              </a:path>
              <a:path w="6486525" h="1236345">
                <a:moveTo>
                  <a:pt x="2486025" y="616864"/>
                </a:moveTo>
                <a:lnTo>
                  <a:pt x="2485567" y="615746"/>
                </a:lnTo>
                <a:lnTo>
                  <a:pt x="2483701" y="613879"/>
                </a:lnTo>
                <a:lnTo>
                  <a:pt x="2482583" y="613410"/>
                </a:lnTo>
                <a:lnTo>
                  <a:pt x="2479954" y="613410"/>
                </a:lnTo>
                <a:lnTo>
                  <a:pt x="2478836" y="613879"/>
                </a:lnTo>
                <a:lnTo>
                  <a:pt x="2476970" y="615746"/>
                </a:lnTo>
                <a:lnTo>
                  <a:pt x="2476500" y="616864"/>
                </a:lnTo>
                <a:lnTo>
                  <a:pt x="2476500" y="619493"/>
                </a:lnTo>
                <a:lnTo>
                  <a:pt x="2476970" y="620610"/>
                </a:lnTo>
                <a:lnTo>
                  <a:pt x="2478836" y="622477"/>
                </a:lnTo>
                <a:lnTo>
                  <a:pt x="2479954" y="622935"/>
                </a:lnTo>
                <a:lnTo>
                  <a:pt x="2482583" y="622935"/>
                </a:lnTo>
                <a:lnTo>
                  <a:pt x="2483701" y="622477"/>
                </a:lnTo>
                <a:lnTo>
                  <a:pt x="2485567" y="620610"/>
                </a:lnTo>
                <a:lnTo>
                  <a:pt x="2486025" y="619493"/>
                </a:lnTo>
                <a:lnTo>
                  <a:pt x="2486025" y="616864"/>
                </a:lnTo>
                <a:close/>
              </a:path>
              <a:path w="6486525" h="1236345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6486525" h="1236345">
                <a:moveTo>
                  <a:pt x="2533650" y="1230274"/>
                </a:moveTo>
                <a:lnTo>
                  <a:pt x="2533192" y="1229156"/>
                </a:lnTo>
                <a:lnTo>
                  <a:pt x="2531326" y="1227289"/>
                </a:lnTo>
                <a:lnTo>
                  <a:pt x="2530208" y="1226820"/>
                </a:lnTo>
                <a:lnTo>
                  <a:pt x="2527579" y="1226820"/>
                </a:lnTo>
                <a:lnTo>
                  <a:pt x="2526461" y="1227289"/>
                </a:lnTo>
                <a:lnTo>
                  <a:pt x="2524595" y="1229156"/>
                </a:lnTo>
                <a:lnTo>
                  <a:pt x="2524125" y="1230274"/>
                </a:lnTo>
                <a:lnTo>
                  <a:pt x="2524125" y="1232903"/>
                </a:lnTo>
                <a:lnTo>
                  <a:pt x="2524595" y="1234020"/>
                </a:lnTo>
                <a:lnTo>
                  <a:pt x="2526461" y="1235887"/>
                </a:lnTo>
                <a:lnTo>
                  <a:pt x="2527579" y="1236345"/>
                </a:lnTo>
                <a:lnTo>
                  <a:pt x="2530208" y="1236345"/>
                </a:lnTo>
                <a:lnTo>
                  <a:pt x="2531326" y="1235887"/>
                </a:lnTo>
                <a:lnTo>
                  <a:pt x="2533192" y="1234020"/>
                </a:lnTo>
                <a:lnTo>
                  <a:pt x="2533650" y="1232903"/>
                </a:lnTo>
                <a:lnTo>
                  <a:pt x="2533650" y="1230274"/>
                </a:lnTo>
                <a:close/>
              </a:path>
              <a:path w="6486525" h="1236345">
                <a:moveTo>
                  <a:pt x="2533650" y="616864"/>
                </a:moveTo>
                <a:lnTo>
                  <a:pt x="2533192" y="615746"/>
                </a:lnTo>
                <a:lnTo>
                  <a:pt x="2531326" y="613879"/>
                </a:lnTo>
                <a:lnTo>
                  <a:pt x="2530208" y="613410"/>
                </a:lnTo>
                <a:lnTo>
                  <a:pt x="2527579" y="613410"/>
                </a:lnTo>
                <a:lnTo>
                  <a:pt x="2526461" y="613879"/>
                </a:lnTo>
                <a:lnTo>
                  <a:pt x="2524595" y="615746"/>
                </a:lnTo>
                <a:lnTo>
                  <a:pt x="2524125" y="616864"/>
                </a:lnTo>
                <a:lnTo>
                  <a:pt x="2524125" y="619493"/>
                </a:lnTo>
                <a:lnTo>
                  <a:pt x="2524595" y="620610"/>
                </a:lnTo>
                <a:lnTo>
                  <a:pt x="2526461" y="622477"/>
                </a:lnTo>
                <a:lnTo>
                  <a:pt x="2527579" y="622935"/>
                </a:lnTo>
                <a:lnTo>
                  <a:pt x="2530208" y="622935"/>
                </a:lnTo>
                <a:lnTo>
                  <a:pt x="2531326" y="622477"/>
                </a:lnTo>
                <a:lnTo>
                  <a:pt x="2533192" y="620610"/>
                </a:lnTo>
                <a:lnTo>
                  <a:pt x="2533650" y="619493"/>
                </a:lnTo>
                <a:lnTo>
                  <a:pt x="2533650" y="616864"/>
                </a:lnTo>
                <a:close/>
              </a:path>
              <a:path w="6486525" h="1236345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6486525" h="1236345">
                <a:moveTo>
                  <a:pt x="2581275" y="1230274"/>
                </a:moveTo>
                <a:lnTo>
                  <a:pt x="2580817" y="1229156"/>
                </a:lnTo>
                <a:lnTo>
                  <a:pt x="2578951" y="1227289"/>
                </a:lnTo>
                <a:lnTo>
                  <a:pt x="2577833" y="1226820"/>
                </a:lnTo>
                <a:lnTo>
                  <a:pt x="2575204" y="1226820"/>
                </a:lnTo>
                <a:lnTo>
                  <a:pt x="2574086" y="1227289"/>
                </a:lnTo>
                <a:lnTo>
                  <a:pt x="2572220" y="1229156"/>
                </a:lnTo>
                <a:lnTo>
                  <a:pt x="2571750" y="1230274"/>
                </a:lnTo>
                <a:lnTo>
                  <a:pt x="2571750" y="1232903"/>
                </a:lnTo>
                <a:lnTo>
                  <a:pt x="2572220" y="1234020"/>
                </a:lnTo>
                <a:lnTo>
                  <a:pt x="2574086" y="1235887"/>
                </a:lnTo>
                <a:lnTo>
                  <a:pt x="2575204" y="1236345"/>
                </a:lnTo>
                <a:lnTo>
                  <a:pt x="2577833" y="1236345"/>
                </a:lnTo>
                <a:lnTo>
                  <a:pt x="2578951" y="1235887"/>
                </a:lnTo>
                <a:lnTo>
                  <a:pt x="2580817" y="1234020"/>
                </a:lnTo>
                <a:lnTo>
                  <a:pt x="2581275" y="1232903"/>
                </a:lnTo>
                <a:lnTo>
                  <a:pt x="2581275" y="1230274"/>
                </a:lnTo>
                <a:close/>
              </a:path>
              <a:path w="6486525" h="1236345">
                <a:moveTo>
                  <a:pt x="2581275" y="616864"/>
                </a:moveTo>
                <a:lnTo>
                  <a:pt x="2580817" y="615746"/>
                </a:lnTo>
                <a:lnTo>
                  <a:pt x="2578951" y="613879"/>
                </a:lnTo>
                <a:lnTo>
                  <a:pt x="2577833" y="613410"/>
                </a:lnTo>
                <a:lnTo>
                  <a:pt x="2575204" y="613410"/>
                </a:lnTo>
                <a:lnTo>
                  <a:pt x="2574086" y="613879"/>
                </a:lnTo>
                <a:lnTo>
                  <a:pt x="2572220" y="615746"/>
                </a:lnTo>
                <a:lnTo>
                  <a:pt x="2571750" y="616864"/>
                </a:lnTo>
                <a:lnTo>
                  <a:pt x="2571750" y="619493"/>
                </a:lnTo>
                <a:lnTo>
                  <a:pt x="2572220" y="620610"/>
                </a:lnTo>
                <a:lnTo>
                  <a:pt x="2574086" y="622477"/>
                </a:lnTo>
                <a:lnTo>
                  <a:pt x="2575204" y="622935"/>
                </a:lnTo>
                <a:lnTo>
                  <a:pt x="2577833" y="622935"/>
                </a:lnTo>
                <a:lnTo>
                  <a:pt x="2578951" y="622477"/>
                </a:lnTo>
                <a:lnTo>
                  <a:pt x="2580817" y="620610"/>
                </a:lnTo>
                <a:lnTo>
                  <a:pt x="2581275" y="619493"/>
                </a:lnTo>
                <a:lnTo>
                  <a:pt x="2581275" y="616864"/>
                </a:lnTo>
                <a:close/>
              </a:path>
              <a:path w="6486525" h="1236345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6486525" h="1236345">
                <a:moveTo>
                  <a:pt x="2628900" y="1230274"/>
                </a:moveTo>
                <a:lnTo>
                  <a:pt x="2628442" y="1229156"/>
                </a:lnTo>
                <a:lnTo>
                  <a:pt x="2626576" y="1227289"/>
                </a:lnTo>
                <a:lnTo>
                  <a:pt x="2625458" y="1226820"/>
                </a:lnTo>
                <a:lnTo>
                  <a:pt x="2622829" y="1226820"/>
                </a:lnTo>
                <a:lnTo>
                  <a:pt x="2621711" y="1227289"/>
                </a:lnTo>
                <a:lnTo>
                  <a:pt x="2619845" y="1229156"/>
                </a:lnTo>
                <a:lnTo>
                  <a:pt x="2619375" y="1230274"/>
                </a:lnTo>
                <a:lnTo>
                  <a:pt x="2619375" y="1232903"/>
                </a:lnTo>
                <a:lnTo>
                  <a:pt x="2619845" y="1234020"/>
                </a:lnTo>
                <a:lnTo>
                  <a:pt x="2621711" y="1235887"/>
                </a:lnTo>
                <a:lnTo>
                  <a:pt x="2622829" y="1236345"/>
                </a:lnTo>
                <a:lnTo>
                  <a:pt x="2625458" y="1236345"/>
                </a:lnTo>
                <a:lnTo>
                  <a:pt x="2626576" y="1235887"/>
                </a:lnTo>
                <a:lnTo>
                  <a:pt x="2628442" y="1234020"/>
                </a:lnTo>
                <a:lnTo>
                  <a:pt x="2628900" y="1232903"/>
                </a:lnTo>
                <a:lnTo>
                  <a:pt x="2628900" y="1230274"/>
                </a:lnTo>
                <a:close/>
              </a:path>
              <a:path w="6486525" h="1236345">
                <a:moveTo>
                  <a:pt x="2628900" y="616864"/>
                </a:moveTo>
                <a:lnTo>
                  <a:pt x="2628442" y="615746"/>
                </a:lnTo>
                <a:lnTo>
                  <a:pt x="2626576" y="613879"/>
                </a:lnTo>
                <a:lnTo>
                  <a:pt x="2625458" y="613410"/>
                </a:lnTo>
                <a:lnTo>
                  <a:pt x="2622829" y="613410"/>
                </a:lnTo>
                <a:lnTo>
                  <a:pt x="2621711" y="613879"/>
                </a:lnTo>
                <a:lnTo>
                  <a:pt x="2619845" y="615746"/>
                </a:lnTo>
                <a:lnTo>
                  <a:pt x="2619375" y="616864"/>
                </a:lnTo>
                <a:lnTo>
                  <a:pt x="2619375" y="619493"/>
                </a:lnTo>
                <a:lnTo>
                  <a:pt x="2619845" y="620610"/>
                </a:lnTo>
                <a:lnTo>
                  <a:pt x="2621711" y="622477"/>
                </a:lnTo>
                <a:lnTo>
                  <a:pt x="2622829" y="622935"/>
                </a:lnTo>
                <a:lnTo>
                  <a:pt x="2625458" y="622935"/>
                </a:lnTo>
                <a:lnTo>
                  <a:pt x="2626576" y="622477"/>
                </a:lnTo>
                <a:lnTo>
                  <a:pt x="2628442" y="620610"/>
                </a:lnTo>
                <a:lnTo>
                  <a:pt x="2628900" y="619493"/>
                </a:lnTo>
                <a:lnTo>
                  <a:pt x="2628900" y="616864"/>
                </a:lnTo>
                <a:close/>
              </a:path>
              <a:path w="6486525" h="1236345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6486525" h="1236345">
                <a:moveTo>
                  <a:pt x="2676525" y="1230274"/>
                </a:moveTo>
                <a:lnTo>
                  <a:pt x="2676067" y="1229156"/>
                </a:lnTo>
                <a:lnTo>
                  <a:pt x="2674201" y="1227289"/>
                </a:lnTo>
                <a:lnTo>
                  <a:pt x="2673083" y="1226820"/>
                </a:lnTo>
                <a:lnTo>
                  <a:pt x="2670454" y="1226820"/>
                </a:lnTo>
                <a:lnTo>
                  <a:pt x="2669336" y="1227289"/>
                </a:lnTo>
                <a:lnTo>
                  <a:pt x="2667470" y="1229156"/>
                </a:lnTo>
                <a:lnTo>
                  <a:pt x="2667000" y="1230274"/>
                </a:lnTo>
                <a:lnTo>
                  <a:pt x="2667000" y="1232903"/>
                </a:lnTo>
                <a:lnTo>
                  <a:pt x="2667470" y="1234020"/>
                </a:lnTo>
                <a:lnTo>
                  <a:pt x="2669336" y="1235887"/>
                </a:lnTo>
                <a:lnTo>
                  <a:pt x="2670454" y="1236345"/>
                </a:lnTo>
                <a:lnTo>
                  <a:pt x="2673083" y="1236345"/>
                </a:lnTo>
                <a:lnTo>
                  <a:pt x="2674201" y="1235887"/>
                </a:lnTo>
                <a:lnTo>
                  <a:pt x="2676067" y="1234020"/>
                </a:lnTo>
                <a:lnTo>
                  <a:pt x="2676525" y="1232903"/>
                </a:lnTo>
                <a:lnTo>
                  <a:pt x="2676525" y="1230274"/>
                </a:lnTo>
                <a:close/>
              </a:path>
              <a:path w="6486525" h="1236345">
                <a:moveTo>
                  <a:pt x="2676525" y="616864"/>
                </a:moveTo>
                <a:lnTo>
                  <a:pt x="2676067" y="615746"/>
                </a:lnTo>
                <a:lnTo>
                  <a:pt x="2674201" y="613879"/>
                </a:lnTo>
                <a:lnTo>
                  <a:pt x="2673083" y="613410"/>
                </a:lnTo>
                <a:lnTo>
                  <a:pt x="2670454" y="613410"/>
                </a:lnTo>
                <a:lnTo>
                  <a:pt x="2669336" y="613879"/>
                </a:lnTo>
                <a:lnTo>
                  <a:pt x="2667470" y="615746"/>
                </a:lnTo>
                <a:lnTo>
                  <a:pt x="2667000" y="616864"/>
                </a:lnTo>
                <a:lnTo>
                  <a:pt x="2667000" y="619493"/>
                </a:lnTo>
                <a:lnTo>
                  <a:pt x="2667470" y="620610"/>
                </a:lnTo>
                <a:lnTo>
                  <a:pt x="2669336" y="622477"/>
                </a:lnTo>
                <a:lnTo>
                  <a:pt x="2670454" y="622935"/>
                </a:lnTo>
                <a:lnTo>
                  <a:pt x="2673083" y="622935"/>
                </a:lnTo>
                <a:lnTo>
                  <a:pt x="2674201" y="622477"/>
                </a:lnTo>
                <a:lnTo>
                  <a:pt x="2676067" y="620610"/>
                </a:lnTo>
                <a:lnTo>
                  <a:pt x="2676525" y="619493"/>
                </a:lnTo>
                <a:lnTo>
                  <a:pt x="2676525" y="616864"/>
                </a:lnTo>
                <a:close/>
              </a:path>
              <a:path w="6486525" h="1236345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6486525" h="1236345">
                <a:moveTo>
                  <a:pt x="2724150" y="1230274"/>
                </a:moveTo>
                <a:lnTo>
                  <a:pt x="2723692" y="1229156"/>
                </a:lnTo>
                <a:lnTo>
                  <a:pt x="2721826" y="1227289"/>
                </a:lnTo>
                <a:lnTo>
                  <a:pt x="2720708" y="1226820"/>
                </a:lnTo>
                <a:lnTo>
                  <a:pt x="2718079" y="1226820"/>
                </a:lnTo>
                <a:lnTo>
                  <a:pt x="2716961" y="1227289"/>
                </a:lnTo>
                <a:lnTo>
                  <a:pt x="2715095" y="1229156"/>
                </a:lnTo>
                <a:lnTo>
                  <a:pt x="2714625" y="1230274"/>
                </a:lnTo>
                <a:lnTo>
                  <a:pt x="2714625" y="1232903"/>
                </a:lnTo>
                <a:lnTo>
                  <a:pt x="2715095" y="1234020"/>
                </a:lnTo>
                <a:lnTo>
                  <a:pt x="2716961" y="1235887"/>
                </a:lnTo>
                <a:lnTo>
                  <a:pt x="2718079" y="1236345"/>
                </a:lnTo>
                <a:lnTo>
                  <a:pt x="2720708" y="1236345"/>
                </a:lnTo>
                <a:lnTo>
                  <a:pt x="2721826" y="1235887"/>
                </a:lnTo>
                <a:lnTo>
                  <a:pt x="2723692" y="1234020"/>
                </a:lnTo>
                <a:lnTo>
                  <a:pt x="2724150" y="1232903"/>
                </a:lnTo>
                <a:lnTo>
                  <a:pt x="2724150" y="1230274"/>
                </a:lnTo>
                <a:close/>
              </a:path>
              <a:path w="6486525" h="1236345">
                <a:moveTo>
                  <a:pt x="2724150" y="616864"/>
                </a:moveTo>
                <a:lnTo>
                  <a:pt x="2723692" y="615746"/>
                </a:lnTo>
                <a:lnTo>
                  <a:pt x="2721826" y="613879"/>
                </a:lnTo>
                <a:lnTo>
                  <a:pt x="2720708" y="613410"/>
                </a:lnTo>
                <a:lnTo>
                  <a:pt x="2718079" y="613410"/>
                </a:lnTo>
                <a:lnTo>
                  <a:pt x="2716961" y="613879"/>
                </a:lnTo>
                <a:lnTo>
                  <a:pt x="2715095" y="615746"/>
                </a:lnTo>
                <a:lnTo>
                  <a:pt x="2714625" y="616864"/>
                </a:lnTo>
                <a:lnTo>
                  <a:pt x="2714625" y="619493"/>
                </a:lnTo>
                <a:lnTo>
                  <a:pt x="2715095" y="620610"/>
                </a:lnTo>
                <a:lnTo>
                  <a:pt x="2716961" y="622477"/>
                </a:lnTo>
                <a:lnTo>
                  <a:pt x="2718079" y="622935"/>
                </a:lnTo>
                <a:lnTo>
                  <a:pt x="2720708" y="622935"/>
                </a:lnTo>
                <a:lnTo>
                  <a:pt x="2721826" y="622477"/>
                </a:lnTo>
                <a:lnTo>
                  <a:pt x="2723692" y="620610"/>
                </a:lnTo>
                <a:lnTo>
                  <a:pt x="2724150" y="619493"/>
                </a:lnTo>
                <a:lnTo>
                  <a:pt x="2724150" y="616864"/>
                </a:lnTo>
                <a:close/>
              </a:path>
              <a:path w="6486525" h="1236345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6486525" h="1236345">
                <a:moveTo>
                  <a:pt x="2771775" y="1230274"/>
                </a:moveTo>
                <a:lnTo>
                  <a:pt x="2771317" y="1229156"/>
                </a:lnTo>
                <a:lnTo>
                  <a:pt x="2769451" y="1227289"/>
                </a:lnTo>
                <a:lnTo>
                  <a:pt x="2768333" y="1226820"/>
                </a:lnTo>
                <a:lnTo>
                  <a:pt x="2765704" y="1226820"/>
                </a:lnTo>
                <a:lnTo>
                  <a:pt x="2764586" y="1227289"/>
                </a:lnTo>
                <a:lnTo>
                  <a:pt x="2762720" y="1229156"/>
                </a:lnTo>
                <a:lnTo>
                  <a:pt x="2762250" y="1230274"/>
                </a:lnTo>
                <a:lnTo>
                  <a:pt x="2762250" y="1232903"/>
                </a:lnTo>
                <a:lnTo>
                  <a:pt x="2762720" y="1234020"/>
                </a:lnTo>
                <a:lnTo>
                  <a:pt x="2764586" y="1235887"/>
                </a:lnTo>
                <a:lnTo>
                  <a:pt x="2765704" y="1236345"/>
                </a:lnTo>
                <a:lnTo>
                  <a:pt x="2768333" y="1236345"/>
                </a:lnTo>
                <a:lnTo>
                  <a:pt x="2769451" y="1235887"/>
                </a:lnTo>
                <a:lnTo>
                  <a:pt x="2771317" y="1234020"/>
                </a:lnTo>
                <a:lnTo>
                  <a:pt x="2771775" y="1232903"/>
                </a:lnTo>
                <a:lnTo>
                  <a:pt x="2771775" y="1230274"/>
                </a:lnTo>
                <a:close/>
              </a:path>
              <a:path w="6486525" h="1236345">
                <a:moveTo>
                  <a:pt x="2771775" y="616864"/>
                </a:moveTo>
                <a:lnTo>
                  <a:pt x="2771317" y="615746"/>
                </a:lnTo>
                <a:lnTo>
                  <a:pt x="2769451" y="613879"/>
                </a:lnTo>
                <a:lnTo>
                  <a:pt x="2768333" y="613410"/>
                </a:lnTo>
                <a:lnTo>
                  <a:pt x="2765704" y="613410"/>
                </a:lnTo>
                <a:lnTo>
                  <a:pt x="2764586" y="613879"/>
                </a:lnTo>
                <a:lnTo>
                  <a:pt x="2762720" y="615746"/>
                </a:lnTo>
                <a:lnTo>
                  <a:pt x="2762250" y="616864"/>
                </a:lnTo>
                <a:lnTo>
                  <a:pt x="2762250" y="619493"/>
                </a:lnTo>
                <a:lnTo>
                  <a:pt x="2762720" y="620610"/>
                </a:lnTo>
                <a:lnTo>
                  <a:pt x="2764586" y="622477"/>
                </a:lnTo>
                <a:lnTo>
                  <a:pt x="2765704" y="622935"/>
                </a:lnTo>
                <a:lnTo>
                  <a:pt x="2768333" y="622935"/>
                </a:lnTo>
                <a:lnTo>
                  <a:pt x="2769451" y="622477"/>
                </a:lnTo>
                <a:lnTo>
                  <a:pt x="2771317" y="620610"/>
                </a:lnTo>
                <a:lnTo>
                  <a:pt x="2771775" y="619493"/>
                </a:lnTo>
                <a:lnTo>
                  <a:pt x="2771775" y="616864"/>
                </a:lnTo>
                <a:close/>
              </a:path>
              <a:path w="6486525" h="1236345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6486525" h="1236345">
                <a:moveTo>
                  <a:pt x="2819400" y="1230274"/>
                </a:moveTo>
                <a:lnTo>
                  <a:pt x="2818942" y="1229156"/>
                </a:lnTo>
                <a:lnTo>
                  <a:pt x="2817076" y="1227289"/>
                </a:lnTo>
                <a:lnTo>
                  <a:pt x="2815958" y="1226820"/>
                </a:lnTo>
                <a:lnTo>
                  <a:pt x="2813329" y="1226820"/>
                </a:lnTo>
                <a:lnTo>
                  <a:pt x="2812211" y="1227289"/>
                </a:lnTo>
                <a:lnTo>
                  <a:pt x="2810345" y="1229156"/>
                </a:lnTo>
                <a:lnTo>
                  <a:pt x="2809875" y="1230274"/>
                </a:lnTo>
                <a:lnTo>
                  <a:pt x="2809875" y="1232903"/>
                </a:lnTo>
                <a:lnTo>
                  <a:pt x="2810345" y="1234020"/>
                </a:lnTo>
                <a:lnTo>
                  <a:pt x="2812211" y="1235887"/>
                </a:lnTo>
                <a:lnTo>
                  <a:pt x="2813329" y="1236345"/>
                </a:lnTo>
                <a:lnTo>
                  <a:pt x="2815958" y="1236345"/>
                </a:lnTo>
                <a:lnTo>
                  <a:pt x="2817076" y="1235887"/>
                </a:lnTo>
                <a:lnTo>
                  <a:pt x="2818942" y="1234020"/>
                </a:lnTo>
                <a:lnTo>
                  <a:pt x="2819400" y="1232903"/>
                </a:lnTo>
                <a:lnTo>
                  <a:pt x="2819400" y="1230274"/>
                </a:lnTo>
                <a:close/>
              </a:path>
              <a:path w="6486525" h="1236345">
                <a:moveTo>
                  <a:pt x="2819400" y="616864"/>
                </a:moveTo>
                <a:lnTo>
                  <a:pt x="2818942" y="615746"/>
                </a:lnTo>
                <a:lnTo>
                  <a:pt x="2817076" y="613879"/>
                </a:lnTo>
                <a:lnTo>
                  <a:pt x="2815958" y="613410"/>
                </a:lnTo>
                <a:lnTo>
                  <a:pt x="2813329" y="613410"/>
                </a:lnTo>
                <a:lnTo>
                  <a:pt x="2812211" y="613879"/>
                </a:lnTo>
                <a:lnTo>
                  <a:pt x="2810345" y="615746"/>
                </a:lnTo>
                <a:lnTo>
                  <a:pt x="2809875" y="616864"/>
                </a:lnTo>
                <a:lnTo>
                  <a:pt x="2809875" y="619493"/>
                </a:lnTo>
                <a:lnTo>
                  <a:pt x="2810345" y="620610"/>
                </a:lnTo>
                <a:lnTo>
                  <a:pt x="2812211" y="622477"/>
                </a:lnTo>
                <a:lnTo>
                  <a:pt x="2813329" y="622935"/>
                </a:lnTo>
                <a:lnTo>
                  <a:pt x="2815958" y="622935"/>
                </a:lnTo>
                <a:lnTo>
                  <a:pt x="2817076" y="622477"/>
                </a:lnTo>
                <a:lnTo>
                  <a:pt x="2818942" y="620610"/>
                </a:lnTo>
                <a:lnTo>
                  <a:pt x="2819400" y="619493"/>
                </a:lnTo>
                <a:lnTo>
                  <a:pt x="2819400" y="616864"/>
                </a:lnTo>
                <a:close/>
              </a:path>
              <a:path w="6486525" h="1236345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6486525" h="1236345">
                <a:moveTo>
                  <a:pt x="2867025" y="1230274"/>
                </a:moveTo>
                <a:lnTo>
                  <a:pt x="2866567" y="1229156"/>
                </a:lnTo>
                <a:lnTo>
                  <a:pt x="2864701" y="1227289"/>
                </a:lnTo>
                <a:lnTo>
                  <a:pt x="2863583" y="1226820"/>
                </a:lnTo>
                <a:lnTo>
                  <a:pt x="2860954" y="1226820"/>
                </a:lnTo>
                <a:lnTo>
                  <a:pt x="2859836" y="1227289"/>
                </a:lnTo>
                <a:lnTo>
                  <a:pt x="2857970" y="1229156"/>
                </a:lnTo>
                <a:lnTo>
                  <a:pt x="2857500" y="1230274"/>
                </a:lnTo>
                <a:lnTo>
                  <a:pt x="2857500" y="1232903"/>
                </a:lnTo>
                <a:lnTo>
                  <a:pt x="2857970" y="1234020"/>
                </a:lnTo>
                <a:lnTo>
                  <a:pt x="2859836" y="1235887"/>
                </a:lnTo>
                <a:lnTo>
                  <a:pt x="2860954" y="1236345"/>
                </a:lnTo>
                <a:lnTo>
                  <a:pt x="2863583" y="1236345"/>
                </a:lnTo>
                <a:lnTo>
                  <a:pt x="2864701" y="1235887"/>
                </a:lnTo>
                <a:lnTo>
                  <a:pt x="2866567" y="1234020"/>
                </a:lnTo>
                <a:lnTo>
                  <a:pt x="2867025" y="1232903"/>
                </a:lnTo>
                <a:lnTo>
                  <a:pt x="2867025" y="1230274"/>
                </a:lnTo>
                <a:close/>
              </a:path>
              <a:path w="6486525" h="1236345">
                <a:moveTo>
                  <a:pt x="2867025" y="616864"/>
                </a:moveTo>
                <a:lnTo>
                  <a:pt x="2866567" y="615746"/>
                </a:lnTo>
                <a:lnTo>
                  <a:pt x="2864701" y="613879"/>
                </a:lnTo>
                <a:lnTo>
                  <a:pt x="2863583" y="613410"/>
                </a:lnTo>
                <a:lnTo>
                  <a:pt x="2860954" y="613410"/>
                </a:lnTo>
                <a:lnTo>
                  <a:pt x="2859836" y="613879"/>
                </a:lnTo>
                <a:lnTo>
                  <a:pt x="2857970" y="615746"/>
                </a:lnTo>
                <a:lnTo>
                  <a:pt x="2857500" y="616864"/>
                </a:lnTo>
                <a:lnTo>
                  <a:pt x="2857500" y="619493"/>
                </a:lnTo>
                <a:lnTo>
                  <a:pt x="2857970" y="620610"/>
                </a:lnTo>
                <a:lnTo>
                  <a:pt x="2859836" y="622477"/>
                </a:lnTo>
                <a:lnTo>
                  <a:pt x="2860954" y="622935"/>
                </a:lnTo>
                <a:lnTo>
                  <a:pt x="2863583" y="622935"/>
                </a:lnTo>
                <a:lnTo>
                  <a:pt x="2864701" y="622477"/>
                </a:lnTo>
                <a:lnTo>
                  <a:pt x="2866567" y="620610"/>
                </a:lnTo>
                <a:lnTo>
                  <a:pt x="2867025" y="619493"/>
                </a:lnTo>
                <a:lnTo>
                  <a:pt x="2867025" y="616864"/>
                </a:lnTo>
                <a:close/>
              </a:path>
              <a:path w="6486525" h="1236345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6486525" h="1236345">
                <a:moveTo>
                  <a:pt x="2914650" y="1230274"/>
                </a:moveTo>
                <a:lnTo>
                  <a:pt x="2914192" y="1229156"/>
                </a:lnTo>
                <a:lnTo>
                  <a:pt x="2912326" y="1227289"/>
                </a:lnTo>
                <a:lnTo>
                  <a:pt x="2911208" y="1226820"/>
                </a:lnTo>
                <a:lnTo>
                  <a:pt x="2908579" y="1226820"/>
                </a:lnTo>
                <a:lnTo>
                  <a:pt x="2907461" y="1227289"/>
                </a:lnTo>
                <a:lnTo>
                  <a:pt x="2905595" y="1229156"/>
                </a:lnTo>
                <a:lnTo>
                  <a:pt x="2905125" y="1230274"/>
                </a:lnTo>
                <a:lnTo>
                  <a:pt x="2905125" y="1232903"/>
                </a:lnTo>
                <a:lnTo>
                  <a:pt x="2905595" y="1234020"/>
                </a:lnTo>
                <a:lnTo>
                  <a:pt x="2907461" y="1235887"/>
                </a:lnTo>
                <a:lnTo>
                  <a:pt x="2908579" y="1236345"/>
                </a:lnTo>
                <a:lnTo>
                  <a:pt x="2911208" y="1236345"/>
                </a:lnTo>
                <a:lnTo>
                  <a:pt x="2912326" y="1235887"/>
                </a:lnTo>
                <a:lnTo>
                  <a:pt x="2914192" y="1234020"/>
                </a:lnTo>
                <a:lnTo>
                  <a:pt x="2914650" y="1232903"/>
                </a:lnTo>
                <a:lnTo>
                  <a:pt x="2914650" y="1230274"/>
                </a:lnTo>
                <a:close/>
              </a:path>
              <a:path w="6486525" h="1236345">
                <a:moveTo>
                  <a:pt x="2914650" y="616864"/>
                </a:moveTo>
                <a:lnTo>
                  <a:pt x="2914192" y="615746"/>
                </a:lnTo>
                <a:lnTo>
                  <a:pt x="2912326" y="613879"/>
                </a:lnTo>
                <a:lnTo>
                  <a:pt x="2911208" y="613410"/>
                </a:lnTo>
                <a:lnTo>
                  <a:pt x="2908579" y="613410"/>
                </a:lnTo>
                <a:lnTo>
                  <a:pt x="2907461" y="613879"/>
                </a:lnTo>
                <a:lnTo>
                  <a:pt x="2905595" y="615746"/>
                </a:lnTo>
                <a:lnTo>
                  <a:pt x="2905125" y="616864"/>
                </a:lnTo>
                <a:lnTo>
                  <a:pt x="2905125" y="619493"/>
                </a:lnTo>
                <a:lnTo>
                  <a:pt x="2905595" y="620610"/>
                </a:lnTo>
                <a:lnTo>
                  <a:pt x="2907461" y="622477"/>
                </a:lnTo>
                <a:lnTo>
                  <a:pt x="2908579" y="622935"/>
                </a:lnTo>
                <a:lnTo>
                  <a:pt x="2911208" y="622935"/>
                </a:lnTo>
                <a:lnTo>
                  <a:pt x="2912326" y="622477"/>
                </a:lnTo>
                <a:lnTo>
                  <a:pt x="2914192" y="620610"/>
                </a:lnTo>
                <a:lnTo>
                  <a:pt x="2914650" y="619493"/>
                </a:lnTo>
                <a:lnTo>
                  <a:pt x="2914650" y="616864"/>
                </a:lnTo>
                <a:close/>
              </a:path>
              <a:path w="6486525" h="1236345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6486525" h="1236345">
                <a:moveTo>
                  <a:pt x="2962275" y="1230274"/>
                </a:moveTo>
                <a:lnTo>
                  <a:pt x="2961817" y="1229156"/>
                </a:lnTo>
                <a:lnTo>
                  <a:pt x="2959951" y="1227289"/>
                </a:lnTo>
                <a:lnTo>
                  <a:pt x="2958833" y="1226820"/>
                </a:lnTo>
                <a:lnTo>
                  <a:pt x="2956204" y="1226820"/>
                </a:lnTo>
                <a:lnTo>
                  <a:pt x="2955086" y="1227289"/>
                </a:lnTo>
                <a:lnTo>
                  <a:pt x="2953220" y="1229156"/>
                </a:lnTo>
                <a:lnTo>
                  <a:pt x="2952750" y="1230274"/>
                </a:lnTo>
                <a:lnTo>
                  <a:pt x="2952750" y="1232903"/>
                </a:lnTo>
                <a:lnTo>
                  <a:pt x="2953220" y="1234020"/>
                </a:lnTo>
                <a:lnTo>
                  <a:pt x="2955086" y="1235887"/>
                </a:lnTo>
                <a:lnTo>
                  <a:pt x="2956204" y="1236345"/>
                </a:lnTo>
                <a:lnTo>
                  <a:pt x="2958833" y="1236345"/>
                </a:lnTo>
                <a:lnTo>
                  <a:pt x="2959951" y="1235887"/>
                </a:lnTo>
                <a:lnTo>
                  <a:pt x="2961817" y="1234020"/>
                </a:lnTo>
                <a:lnTo>
                  <a:pt x="2962275" y="1232903"/>
                </a:lnTo>
                <a:lnTo>
                  <a:pt x="2962275" y="1230274"/>
                </a:lnTo>
                <a:close/>
              </a:path>
              <a:path w="6486525" h="1236345">
                <a:moveTo>
                  <a:pt x="2962275" y="616864"/>
                </a:moveTo>
                <a:lnTo>
                  <a:pt x="2961817" y="615746"/>
                </a:lnTo>
                <a:lnTo>
                  <a:pt x="2959951" y="613879"/>
                </a:lnTo>
                <a:lnTo>
                  <a:pt x="2958833" y="613410"/>
                </a:lnTo>
                <a:lnTo>
                  <a:pt x="2956204" y="613410"/>
                </a:lnTo>
                <a:lnTo>
                  <a:pt x="2955086" y="613879"/>
                </a:lnTo>
                <a:lnTo>
                  <a:pt x="2953220" y="615746"/>
                </a:lnTo>
                <a:lnTo>
                  <a:pt x="2952750" y="616864"/>
                </a:lnTo>
                <a:lnTo>
                  <a:pt x="2952750" y="619493"/>
                </a:lnTo>
                <a:lnTo>
                  <a:pt x="2953220" y="620610"/>
                </a:lnTo>
                <a:lnTo>
                  <a:pt x="2955086" y="622477"/>
                </a:lnTo>
                <a:lnTo>
                  <a:pt x="2956204" y="622935"/>
                </a:lnTo>
                <a:lnTo>
                  <a:pt x="2958833" y="622935"/>
                </a:lnTo>
                <a:lnTo>
                  <a:pt x="2959951" y="622477"/>
                </a:lnTo>
                <a:lnTo>
                  <a:pt x="2961817" y="620610"/>
                </a:lnTo>
                <a:lnTo>
                  <a:pt x="2962275" y="619493"/>
                </a:lnTo>
                <a:lnTo>
                  <a:pt x="2962275" y="616864"/>
                </a:lnTo>
                <a:close/>
              </a:path>
              <a:path w="6486525" h="1236345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6486525" h="1236345">
                <a:moveTo>
                  <a:pt x="3009900" y="1230274"/>
                </a:moveTo>
                <a:lnTo>
                  <a:pt x="3009442" y="1229156"/>
                </a:lnTo>
                <a:lnTo>
                  <a:pt x="3007576" y="1227289"/>
                </a:lnTo>
                <a:lnTo>
                  <a:pt x="3006458" y="1226820"/>
                </a:lnTo>
                <a:lnTo>
                  <a:pt x="3003829" y="1226820"/>
                </a:lnTo>
                <a:lnTo>
                  <a:pt x="3002711" y="1227289"/>
                </a:lnTo>
                <a:lnTo>
                  <a:pt x="3000845" y="1229156"/>
                </a:lnTo>
                <a:lnTo>
                  <a:pt x="3000375" y="1230274"/>
                </a:lnTo>
                <a:lnTo>
                  <a:pt x="3000375" y="1232903"/>
                </a:lnTo>
                <a:lnTo>
                  <a:pt x="3000845" y="1234020"/>
                </a:lnTo>
                <a:lnTo>
                  <a:pt x="3002711" y="1235887"/>
                </a:lnTo>
                <a:lnTo>
                  <a:pt x="3003829" y="1236345"/>
                </a:lnTo>
                <a:lnTo>
                  <a:pt x="3006458" y="1236345"/>
                </a:lnTo>
                <a:lnTo>
                  <a:pt x="3007576" y="1235887"/>
                </a:lnTo>
                <a:lnTo>
                  <a:pt x="3009442" y="1234020"/>
                </a:lnTo>
                <a:lnTo>
                  <a:pt x="3009900" y="1232903"/>
                </a:lnTo>
                <a:lnTo>
                  <a:pt x="3009900" y="1230274"/>
                </a:lnTo>
                <a:close/>
              </a:path>
              <a:path w="6486525" h="1236345">
                <a:moveTo>
                  <a:pt x="3009900" y="616864"/>
                </a:moveTo>
                <a:lnTo>
                  <a:pt x="3009442" y="615746"/>
                </a:lnTo>
                <a:lnTo>
                  <a:pt x="3007576" y="613879"/>
                </a:lnTo>
                <a:lnTo>
                  <a:pt x="3006458" y="613410"/>
                </a:lnTo>
                <a:lnTo>
                  <a:pt x="3003829" y="613410"/>
                </a:lnTo>
                <a:lnTo>
                  <a:pt x="3002711" y="613879"/>
                </a:lnTo>
                <a:lnTo>
                  <a:pt x="3000845" y="615746"/>
                </a:lnTo>
                <a:lnTo>
                  <a:pt x="3000375" y="616864"/>
                </a:lnTo>
                <a:lnTo>
                  <a:pt x="3000375" y="619493"/>
                </a:lnTo>
                <a:lnTo>
                  <a:pt x="3000845" y="620610"/>
                </a:lnTo>
                <a:lnTo>
                  <a:pt x="3002711" y="622477"/>
                </a:lnTo>
                <a:lnTo>
                  <a:pt x="3003829" y="622935"/>
                </a:lnTo>
                <a:lnTo>
                  <a:pt x="3006458" y="622935"/>
                </a:lnTo>
                <a:lnTo>
                  <a:pt x="3007576" y="622477"/>
                </a:lnTo>
                <a:lnTo>
                  <a:pt x="3009442" y="620610"/>
                </a:lnTo>
                <a:lnTo>
                  <a:pt x="3009900" y="619493"/>
                </a:lnTo>
                <a:lnTo>
                  <a:pt x="3009900" y="616864"/>
                </a:lnTo>
                <a:close/>
              </a:path>
              <a:path w="6486525" h="1236345">
                <a:moveTo>
                  <a:pt x="3009900" y="3454"/>
                </a:moveTo>
                <a:lnTo>
                  <a:pt x="3009442" y="2336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36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6486525" h="1236345">
                <a:moveTo>
                  <a:pt x="3057525" y="1230274"/>
                </a:moveTo>
                <a:lnTo>
                  <a:pt x="3057067" y="1229156"/>
                </a:lnTo>
                <a:lnTo>
                  <a:pt x="3055201" y="1227289"/>
                </a:lnTo>
                <a:lnTo>
                  <a:pt x="3054083" y="1226820"/>
                </a:lnTo>
                <a:lnTo>
                  <a:pt x="3051454" y="1226820"/>
                </a:lnTo>
                <a:lnTo>
                  <a:pt x="3050336" y="1227289"/>
                </a:lnTo>
                <a:lnTo>
                  <a:pt x="3048470" y="1229156"/>
                </a:lnTo>
                <a:lnTo>
                  <a:pt x="3048000" y="1230274"/>
                </a:lnTo>
                <a:lnTo>
                  <a:pt x="3048000" y="1232903"/>
                </a:lnTo>
                <a:lnTo>
                  <a:pt x="3048470" y="1234020"/>
                </a:lnTo>
                <a:lnTo>
                  <a:pt x="3050336" y="1235887"/>
                </a:lnTo>
                <a:lnTo>
                  <a:pt x="3051454" y="1236345"/>
                </a:lnTo>
                <a:lnTo>
                  <a:pt x="3054083" y="1236345"/>
                </a:lnTo>
                <a:lnTo>
                  <a:pt x="3055201" y="1235887"/>
                </a:lnTo>
                <a:lnTo>
                  <a:pt x="3057067" y="1234020"/>
                </a:lnTo>
                <a:lnTo>
                  <a:pt x="3057525" y="1232903"/>
                </a:lnTo>
                <a:lnTo>
                  <a:pt x="3057525" y="1230274"/>
                </a:lnTo>
                <a:close/>
              </a:path>
              <a:path w="6486525" h="1236345">
                <a:moveTo>
                  <a:pt x="3057525" y="616864"/>
                </a:moveTo>
                <a:lnTo>
                  <a:pt x="3057067" y="615746"/>
                </a:lnTo>
                <a:lnTo>
                  <a:pt x="3055201" y="613879"/>
                </a:lnTo>
                <a:lnTo>
                  <a:pt x="3054083" y="613410"/>
                </a:lnTo>
                <a:lnTo>
                  <a:pt x="3051454" y="613410"/>
                </a:lnTo>
                <a:lnTo>
                  <a:pt x="3050336" y="613879"/>
                </a:lnTo>
                <a:lnTo>
                  <a:pt x="3048470" y="615746"/>
                </a:lnTo>
                <a:lnTo>
                  <a:pt x="3048000" y="616864"/>
                </a:lnTo>
                <a:lnTo>
                  <a:pt x="3048000" y="619493"/>
                </a:lnTo>
                <a:lnTo>
                  <a:pt x="3048470" y="620610"/>
                </a:lnTo>
                <a:lnTo>
                  <a:pt x="3050336" y="622477"/>
                </a:lnTo>
                <a:lnTo>
                  <a:pt x="3051454" y="622935"/>
                </a:lnTo>
                <a:lnTo>
                  <a:pt x="3054083" y="622935"/>
                </a:lnTo>
                <a:lnTo>
                  <a:pt x="3055201" y="622477"/>
                </a:lnTo>
                <a:lnTo>
                  <a:pt x="3057067" y="620610"/>
                </a:lnTo>
                <a:lnTo>
                  <a:pt x="3057525" y="619493"/>
                </a:lnTo>
                <a:lnTo>
                  <a:pt x="3057525" y="616864"/>
                </a:lnTo>
                <a:close/>
              </a:path>
              <a:path w="6486525" h="1236345">
                <a:moveTo>
                  <a:pt x="3057525" y="3454"/>
                </a:moveTo>
                <a:lnTo>
                  <a:pt x="3057067" y="2336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36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6486525" h="1236345">
                <a:moveTo>
                  <a:pt x="3105150" y="1230274"/>
                </a:moveTo>
                <a:lnTo>
                  <a:pt x="3104692" y="1229156"/>
                </a:lnTo>
                <a:lnTo>
                  <a:pt x="3102826" y="1227289"/>
                </a:lnTo>
                <a:lnTo>
                  <a:pt x="3101708" y="1226820"/>
                </a:lnTo>
                <a:lnTo>
                  <a:pt x="3099079" y="1226820"/>
                </a:lnTo>
                <a:lnTo>
                  <a:pt x="3097961" y="1227289"/>
                </a:lnTo>
                <a:lnTo>
                  <a:pt x="3096095" y="1229156"/>
                </a:lnTo>
                <a:lnTo>
                  <a:pt x="3095625" y="1230274"/>
                </a:lnTo>
                <a:lnTo>
                  <a:pt x="3095625" y="1232903"/>
                </a:lnTo>
                <a:lnTo>
                  <a:pt x="3096095" y="1234020"/>
                </a:lnTo>
                <a:lnTo>
                  <a:pt x="3097961" y="1235887"/>
                </a:lnTo>
                <a:lnTo>
                  <a:pt x="3099079" y="1236345"/>
                </a:lnTo>
                <a:lnTo>
                  <a:pt x="3101708" y="1236345"/>
                </a:lnTo>
                <a:lnTo>
                  <a:pt x="3102826" y="1235887"/>
                </a:lnTo>
                <a:lnTo>
                  <a:pt x="3104692" y="1234020"/>
                </a:lnTo>
                <a:lnTo>
                  <a:pt x="3105150" y="1232903"/>
                </a:lnTo>
                <a:lnTo>
                  <a:pt x="3105150" y="1230274"/>
                </a:lnTo>
                <a:close/>
              </a:path>
              <a:path w="6486525" h="1236345">
                <a:moveTo>
                  <a:pt x="3105150" y="616864"/>
                </a:moveTo>
                <a:lnTo>
                  <a:pt x="3104692" y="615746"/>
                </a:lnTo>
                <a:lnTo>
                  <a:pt x="3102826" y="613879"/>
                </a:lnTo>
                <a:lnTo>
                  <a:pt x="3101708" y="613410"/>
                </a:lnTo>
                <a:lnTo>
                  <a:pt x="3099079" y="613410"/>
                </a:lnTo>
                <a:lnTo>
                  <a:pt x="3097961" y="613879"/>
                </a:lnTo>
                <a:lnTo>
                  <a:pt x="3096095" y="615746"/>
                </a:lnTo>
                <a:lnTo>
                  <a:pt x="3095625" y="616864"/>
                </a:lnTo>
                <a:lnTo>
                  <a:pt x="3095625" y="619493"/>
                </a:lnTo>
                <a:lnTo>
                  <a:pt x="3096095" y="620610"/>
                </a:lnTo>
                <a:lnTo>
                  <a:pt x="3097961" y="622477"/>
                </a:lnTo>
                <a:lnTo>
                  <a:pt x="3099079" y="622935"/>
                </a:lnTo>
                <a:lnTo>
                  <a:pt x="3101708" y="622935"/>
                </a:lnTo>
                <a:lnTo>
                  <a:pt x="3102826" y="622477"/>
                </a:lnTo>
                <a:lnTo>
                  <a:pt x="3104692" y="620610"/>
                </a:lnTo>
                <a:lnTo>
                  <a:pt x="3105150" y="619493"/>
                </a:lnTo>
                <a:lnTo>
                  <a:pt x="3105150" y="616864"/>
                </a:lnTo>
                <a:close/>
              </a:path>
              <a:path w="6486525" h="1236345">
                <a:moveTo>
                  <a:pt x="3105150" y="3454"/>
                </a:moveTo>
                <a:lnTo>
                  <a:pt x="3104692" y="2336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36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6486525" h="1236345">
                <a:moveTo>
                  <a:pt x="3152775" y="1230274"/>
                </a:moveTo>
                <a:lnTo>
                  <a:pt x="3152317" y="1229156"/>
                </a:lnTo>
                <a:lnTo>
                  <a:pt x="3150451" y="1227289"/>
                </a:lnTo>
                <a:lnTo>
                  <a:pt x="3149333" y="1226820"/>
                </a:lnTo>
                <a:lnTo>
                  <a:pt x="3146704" y="1226820"/>
                </a:lnTo>
                <a:lnTo>
                  <a:pt x="3145586" y="1227289"/>
                </a:lnTo>
                <a:lnTo>
                  <a:pt x="3143720" y="1229156"/>
                </a:lnTo>
                <a:lnTo>
                  <a:pt x="3143250" y="1230274"/>
                </a:lnTo>
                <a:lnTo>
                  <a:pt x="3143250" y="1232903"/>
                </a:lnTo>
                <a:lnTo>
                  <a:pt x="3143720" y="1234020"/>
                </a:lnTo>
                <a:lnTo>
                  <a:pt x="3145586" y="1235887"/>
                </a:lnTo>
                <a:lnTo>
                  <a:pt x="3146704" y="1236345"/>
                </a:lnTo>
                <a:lnTo>
                  <a:pt x="3149333" y="1236345"/>
                </a:lnTo>
                <a:lnTo>
                  <a:pt x="3150451" y="1235887"/>
                </a:lnTo>
                <a:lnTo>
                  <a:pt x="3152317" y="1234020"/>
                </a:lnTo>
                <a:lnTo>
                  <a:pt x="3152775" y="1232903"/>
                </a:lnTo>
                <a:lnTo>
                  <a:pt x="3152775" y="1230274"/>
                </a:lnTo>
                <a:close/>
              </a:path>
              <a:path w="6486525" h="1236345">
                <a:moveTo>
                  <a:pt x="3152775" y="616864"/>
                </a:moveTo>
                <a:lnTo>
                  <a:pt x="3152317" y="615746"/>
                </a:lnTo>
                <a:lnTo>
                  <a:pt x="3150451" y="613879"/>
                </a:lnTo>
                <a:lnTo>
                  <a:pt x="3149333" y="613410"/>
                </a:lnTo>
                <a:lnTo>
                  <a:pt x="3146704" y="613410"/>
                </a:lnTo>
                <a:lnTo>
                  <a:pt x="3145586" y="613879"/>
                </a:lnTo>
                <a:lnTo>
                  <a:pt x="3143720" y="615746"/>
                </a:lnTo>
                <a:lnTo>
                  <a:pt x="3143250" y="616864"/>
                </a:lnTo>
                <a:lnTo>
                  <a:pt x="3143250" y="619493"/>
                </a:lnTo>
                <a:lnTo>
                  <a:pt x="3143720" y="620610"/>
                </a:lnTo>
                <a:lnTo>
                  <a:pt x="3145586" y="622477"/>
                </a:lnTo>
                <a:lnTo>
                  <a:pt x="3146704" y="622935"/>
                </a:lnTo>
                <a:lnTo>
                  <a:pt x="3149333" y="622935"/>
                </a:lnTo>
                <a:lnTo>
                  <a:pt x="3150451" y="622477"/>
                </a:lnTo>
                <a:lnTo>
                  <a:pt x="3152317" y="620610"/>
                </a:lnTo>
                <a:lnTo>
                  <a:pt x="3152775" y="619493"/>
                </a:lnTo>
                <a:lnTo>
                  <a:pt x="3152775" y="616864"/>
                </a:lnTo>
                <a:close/>
              </a:path>
              <a:path w="6486525" h="1236345">
                <a:moveTo>
                  <a:pt x="3152775" y="3454"/>
                </a:moveTo>
                <a:lnTo>
                  <a:pt x="3152317" y="2336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36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6486525" h="1236345">
                <a:moveTo>
                  <a:pt x="3200400" y="1230274"/>
                </a:moveTo>
                <a:lnTo>
                  <a:pt x="3199942" y="1229156"/>
                </a:lnTo>
                <a:lnTo>
                  <a:pt x="3198076" y="1227289"/>
                </a:lnTo>
                <a:lnTo>
                  <a:pt x="3196958" y="1226820"/>
                </a:lnTo>
                <a:lnTo>
                  <a:pt x="3194329" y="1226820"/>
                </a:lnTo>
                <a:lnTo>
                  <a:pt x="3193211" y="1227289"/>
                </a:lnTo>
                <a:lnTo>
                  <a:pt x="3191345" y="1229156"/>
                </a:lnTo>
                <a:lnTo>
                  <a:pt x="3190875" y="1230274"/>
                </a:lnTo>
                <a:lnTo>
                  <a:pt x="3190875" y="1232903"/>
                </a:lnTo>
                <a:lnTo>
                  <a:pt x="3191345" y="1234020"/>
                </a:lnTo>
                <a:lnTo>
                  <a:pt x="3193211" y="1235887"/>
                </a:lnTo>
                <a:lnTo>
                  <a:pt x="3194329" y="1236345"/>
                </a:lnTo>
                <a:lnTo>
                  <a:pt x="3196958" y="1236345"/>
                </a:lnTo>
                <a:lnTo>
                  <a:pt x="3198076" y="1235887"/>
                </a:lnTo>
                <a:lnTo>
                  <a:pt x="3199942" y="1234020"/>
                </a:lnTo>
                <a:lnTo>
                  <a:pt x="3200400" y="1232903"/>
                </a:lnTo>
                <a:lnTo>
                  <a:pt x="3200400" y="1230274"/>
                </a:lnTo>
                <a:close/>
              </a:path>
              <a:path w="6486525" h="1236345">
                <a:moveTo>
                  <a:pt x="3200400" y="616864"/>
                </a:moveTo>
                <a:lnTo>
                  <a:pt x="3199942" y="615746"/>
                </a:lnTo>
                <a:lnTo>
                  <a:pt x="3198076" y="613879"/>
                </a:lnTo>
                <a:lnTo>
                  <a:pt x="3196958" y="613410"/>
                </a:lnTo>
                <a:lnTo>
                  <a:pt x="3194329" y="613410"/>
                </a:lnTo>
                <a:lnTo>
                  <a:pt x="3193211" y="613879"/>
                </a:lnTo>
                <a:lnTo>
                  <a:pt x="3191345" y="615746"/>
                </a:lnTo>
                <a:lnTo>
                  <a:pt x="3190875" y="616864"/>
                </a:lnTo>
                <a:lnTo>
                  <a:pt x="3190875" y="619493"/>
                </a:lnTo>
                <a:lnTo>
                  <a:pt x="3191345" y="620610"/>
                </a:lnTo>
                <a:lnTo>
                  <a:pt x="3193211" y="622477"/>
                </a:lnTo>
                <a:lnTo>
                  <a:pt x="3194329" y="622935"/>
                </a:lnTo>
                <a:lnTo>
                  <a:pt x="3196958" y="622935"/>
                </a:lnTo>
                <a:lnTo>
                  <a:pt x="3198076" y="622477"/>
                </a:lnTo>
                <a:lnTo>
                  <a:pt x="3199942" y="620610"/>
                </a:lnTo>
                <a:lnTo>
                  <a:pt x="3200400" y="619493"/>
                </a:lnTo>
                <a:lnTo>
                  <a:pt x="3200400" y="616864"/>
                </a:lnTo>
                <a:close/>
              </a:path>
              <a:path w="6486525" h="1236345">
                <a:moveTo>
                  <a:pt x="3200400" y="3454"/>
                </a:moveTo>
                <a:lnTo>
                  <a:pt x="3199942" y="2336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211" y="469"/>
                </a:lnTo>
                <a:lnTo>
                  <a:pt x="3191345" y="2336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211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6486525" h="1236345">
                <a:moveTo>
                  <a:pt x="3248025" y="1230274"/>
                </a:moveTo>
                <a:lnTo>
                  <a:pt x="3247567" y="1229156"/>
                </a:lnTo>
                <a:lnTo>
                  <a:pt x="3245701" y="1227289"/>
                </a:lnTo>
                <a:lnTo>
                  <a:pt x="3244583" y="1226820"/>
                </a:lnTo>
                <a:lnTo>
                  <a:pt x="3241954" y="1226820"/>
                </a:lnTo>
                <a:lnTo>
                  <a:pt x="3240836" y="1227289"/>
                </a:lnTo>
                <a:lnTo>
                  <a:pt x="3238970" y="1229156"/>
                </a:lnTo>
                <a:lnTo>
                  <a:pt x="3238500" y="1230274"/>
                </a:lnTo>
                <a:lnTo>
                  <a:pt x="3238500" y="1232903"/>
                </a:lnTo>
                <a:lnTo>
                  <a:pt x="3238970" y="1234020"/>
                </a:lnTo>
                <a:lnTo>
                  <a:pt x="3240836" y="1235887"/>
                </a:lnTo>
                <a:lnTo>
                  <a:pt x="3241954" y="1236345"/>
                </a:lnTo>
                <a:lnTo>
                  <a:pt x="3244583" y="1236345"/>
                </a:lnTo>
                <a:lnTo>
                  <a:pt x="3245701" y="1235887"/>
                </a:lnTo>
                <a:lnTo>
                  <a:pt x="3247567" y="1234020"/>
                </a:lnTo>
                <a:lnTo>
                  <a:pt x="3248025" y="1232903"/>
                </a:lnTo>
                <a:lnTo>
                  <a:pt x="3248025" y="1230274"/>
                </a:lnTo>
                <a:close/>
              </a:path>
              <a:path w="6486525" h="1236345">
                <a:moveTo>
                  <a:pt x="3248025" y="616864"/>
                </a:moveTo>
                <a:lnTo>
                  <a:pt x="3247567" y="615746"/>
                </a:lnTo>
                <a:lnTo>
                  <a:pt x="3245701" y="613879"/>
                </a:lnTo>
                <a:lnTo>
                  <a:pt x="3244583" y="613410"/>
                </a:lnTo>
                <a:lnTo>
                  <a:pt x="3241954" y="613410"/>
                </a:lnTo>
                <a:lnTo>
                  <a:pt x="3240836" y="613879"/>
                </a:lnTo>
                <a:lnTo>
                  <a:pt x="3238970" y="615746"/>
                </a:lnTo>
                <a:lnTo>
                  <a:pt x="3238500" y="616864"/>
                </a:lnTo>
                <a:lnTo>
                  <a:pt x="3238500" y="619493"/>
                </a:lnTo>
                <a:lnTo>
                  <a:pt x="3238970" y="620610"/>
                </a:lnTo>
                <a:lnTo>
                  <a:pt x="3240836" y="622477"/>
                </a:lnTo>
                <a:lnTo>
                  <a:pt x="3241954" y="622935"/>
                </a:lnTo>
                <a:lnTo>
                  <a:pt x="3244583" y="622935"/>
                </a:lnTo>
                <a:lnTo>
                  <a:pt x="3245701" y="622477"/>
                </a:lnTo>
                <a:lnTo>
                  <a:pt x="3247567" y="620610"/>
                </a:lnTo>
                <a:lnTo>
                  <a:pt x="3248025" y="619493"/>
                </a:lnTo>
                <a:lnTo>
                  <a:pt x="3248025" y="616864"/>
                </a:lnTo>
                <a:close/>
              </a:path>
              <a:path w="6486525" h="1236345">
                <a:moveTo>
                  <a:pt x="3248025" y="3454"/>
                </a:moveTo>
                <a:lnTo>
                  <a:pt x="3247567" y="2336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36" y="469"/>
                </a:lnTo>
                <a:lnTo>
                  <a:pt x="3238970" y="2336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36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6486525" h="1236345">
                <a:moveTo>
                  <a:pt x="3295650" y="1230274"/>
                </a:moveTo>
                <a:lnTo>
                  <a:pt x="3295192" y="1229156"/>
                </a:lnTo>
                <a:lnTo>
                  <a:pt x="3293326" y="1227289"/>
                </a:lnTo>
                <a:lnTo>
                  <a:pt x="3292208" y="1226820"/>
                </a:lnTo>
                <a:lnTo>
                  <a:pt x="3289579" y="1226820"/>
                </a:lnTo>
                <a:lnTo>
                  <a:pt x="3288461" y="1227289"/>
                </a:lnTo>
                <a:lnTo>
                  <a:pt x="3286595" y="1229156"/>
                </a:lnTo>
                <a:lnTo>
                  <a:pt x="3286125" y="1230274"/>
                </a:lnTo>
                <a:lnTo>
                  <a:pt x="3286125" y="1232903"/>
                </a:lnTo>
                <a:lnTo>
                  <a:pt x="3286595" y="1234020"/>
                </a:lnTo>
                <a:lnTo>
                  <a:pt x="3288461" y="1235887"/>
                </a:lnTo>
                <a:lnTo>
                  <a:pt x="3289579" y="1236345"/>
                </a:lnTo>
                <a:lnTo>
                  <a:pt x="3292208" y="1236345"/>
                </a:lnTo>
                <a:lnTo>
                  <a:pt x="3293326" y="1235887"/>
                </a:lnTo>
                <a:lnTo>
                  <a:pt x="3295192" y="1234020"/>
                </a:lnTo>
                <a:lnTo>
                  <a:pt x="3295650" y="1232903"/>
                </a:lnTo>
                <a:lnTo>
                  <a:pt x="3295650" y="1230274"/>
                </a:lnTo>
                <a:close/>
              </a:path>
              <a:path w="6486525" h="1236345">
                <a:moveTo>
                  <a:pt x="3295650" y="616864"/>
                </a:moveTo>
                <a:lnTo>
                  <a:pt x="3295192" y="615746"/>
                </a:lnTo>
                <a:lnTo>
                  <a:pt x="3293326" y="613879"/>
                </a:lnTo>
                <a:lnTo>
                  <a:pt x="3292208" y="613410"/>
                </a:lnTo>
                <a:lnTo>
                  <a:pt x="3289579" y="613410"/>
                </a:lnTo>
                <a:lnTo>
                  <a:pt x="3288461" y="613879"/>
                </a:lnTo>
                <a:lnTo>
                  <a:pt x="3286595" y="615746"/>
                </a:lnTo>
                <a:lnTo>
                  <a:pt x="3286125" y="616864"/>
                </a:lnTo>
                <a:lnTo>
                  <a:pt x="3286125" y="619493"/>
                </a:lnTo>
                <a:lnTo>
                  <a:pt x="3286595" y="620610"/>
                </a:lnTo>
                <a:lnTo>
                  <a:pt x="3288461" y="622477"/>
                </a:lnTo>
                <a:lnTo>
                  <a:pt x="3289579" y="622935"/>
                </a:lnTo>
                <a:lnTo>
                  <a:pt x="3292208" y="622935"/>
                </a:lnTo>
                <a:lnTo>
                  <a:pt x="3293326" y="622477"/>
                </a:lnTo>
                <a:lnTo>
                  <a:pt x="3295192" y="620610"/>
                </a:lnTo>
                <a:lnTo>
                  <a:pt x="3295650" y="619493"/>
                </a:lnTo>
                <a:lnTo>
                  <a:pt x="3295650" y="616864"/>
                </a:lnTo>
                <a:close/>
              </a:path>
              <a:path w="6486525" h="1236345">
                <a:moveTo>
                  <a:pt x="3295650" y="3454"/>
                </a:moveTo>
                <a:lnTo>
                  <a:pt x="3295192" y="2336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61" y="469"/>
                </a:lnTo>
                <a:lnTo>
                  <a:pt x="3286595" y="2336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61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6486525" h="1236345">
                <a:moveTo>
                  <a:pt x="3343275" y="1230274"/>
                </a:moveTo>
                <a:lnTo>
                  <a:pt x="3342817" y="1229156"/>
                </a:lnTo>
                <a:lnTo>
                  <a:pt x="3340951" y="1227289"/>
                </a:lnTo>
                <a:lnTo>
                  <a:pt x="3339833" y="1226820"/>
                </a:lnTo>
                <a:lnTo>
                  <a:pt x="3337204" y="1226820"/>
                </a:lnTo>
                <a:lnTo>
                  <a:pt x="3336086" y="1227289"/>
                </a:lnTo>
                <a:lnTo>
                  <a:pt x="3334220" y="1229156"/>
                </a:lnTo>
                <a:lnTo>
                  <a:pt x="3333750" y="1230274"/>
                </a:lnTo>
                <a:lnTo>
                  <a:pt x="3333750" y="1232903"/>
                </a:lnTo>
                <a:lnTo>
                  <a:pt x="3334220" y="1234020"/>
                </a:lnTo>
                <a:lnTo>
                  <a:pt x="3336086" y="1235887"/>
                </a:lnTo>
                <a:lnTo>
                  <a:pt x="3337204" y="1236345"/>
                </a:lnTo>
                <a:lnTo>
                  <a:pt x="3339833" y="1236345"/>
                </a:lnTo>
                <a:lnTo>
                  <a:pt x="3340951" y="1235887"/>
                </a:lnTo>
                <a:lnTo>
                  <a:pt x="3342817" y="1234020"/>
                </a:lnTo>
                <a:lnTo>
                  <a:pt x="3343275" y="1232903"/>
                </a:lnTo>
                <a:lnTo>
                  <a:pt x="3343275" y="1230274"/>
                </a:lnTo>
                <a:close/>
              </a:path>
              <a:path w="6486525" h="1236345">
                <a:moveTo>
                  <a:pt x="3343275" y="616864"/>
                </a:moveTo>
                <a:lnTo>
                  <a:pt x="3342817" y="615746"/>
                </a:lnTo>
                <a:lnTo>
                  <a:pt x="3340951" y="613879"/>
                </a:lnTo>
                <a:lnTo>
                  <a:pt x="3339833" y="613410"/>
                </a:lnTo>
                <a:lnTo>
                  <a:pt x="3337204" y="613410"/>
                </a:lnTo>
                <a:lnTo>
                  <a:pt x="3336086" y="613879"/>
                </a:lnTo>
                <a:lnTo>
                  <a:pt x="3334220" y="615746"/>
                </a:lnTo>
                <a:lnTo>
                  <a:pt x="3333750" y="616864"/>
                </a:lnTo>
                <a:lnTo>
                  <a:pt x="3333750" y="619493"/>
                </a:lnTo>
                <a:lnTo>
                  <a:pt x="3334220" y="620610"/>
                </a:lnTo>
                <a:lnTo>
                  <a:pt x="3336086" y="622477"/>
                </a:lnTo>
                <a:lnTo>
                  <a:pt x="3337204" y="622935"/>
                </a:lnTo>
                <a:lnTo>
                  <a:pt x="3339833" y="622935"/>
                </a:lnTo>
                <a:lnTo>
                  <a:pt x="3340951" y="622477"/>
                </a:lnTo>
                <a:lnTo>
                  <a:pt x="3342817" y="620610"/>
                </a:lnTo>
                <a:lnTo>
                  <a:pt x="3343275" y="619493"/>
                </a:lnTo>
                <a:lnTo>
                  <a:pt x="3343275" y="616864"/>
                </a:lnTo>
                <a:close/>
              </a:path>
              <a:path w="6486525" h="1236345">
                <a:moveTo>
                  <a:pt x="3343275" y="3454"/>
                </a:moveTo>
                <a:lnTo>
                  <a:pt x="3342817" y="2336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86" y="469"/>
                </a:lnTo>
                <a:lnTo>
                  <a:pt x="3334220" y="2336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86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6486525" h="1236345">
                <a:moveTo>
                  <a:pt x="3390900" y="1230274"/>
                </a:moveTo>
                <a:lnTo>
                  <a:pt x="3390442" y="1229156"/>
                </a:lnTo>
                <a:lnTo>
                  <a:pt x="3388576" y="1227289"/>
                </a:lnTo>
                <a:lnTo>
                  <a:pt x="3387458" y="1226820"/>
                </a:lnTo>
                <a:lnTo>
                  <a:pt x="3384829" y="1226820"/>
                </a:lnTo>
                <a:lnTo>
                  <a:pt x="3383711" y="1227289"/>
                </a:lnTo>
                <a:lnTo>
                  <a:pt x="3381845" y="1229156"/>
                </a:lnTo>
                <a:lnTo>
                  <a:pt x="3381375" y="1230274"/>
                </a:lnTo>
                <a:lnTo>
                  <a:pt x="3381375" y="1232903"/>
                </a:lnTo>
                <a:lnTo>
                  <a:pt x="3381845" y="1234020"/>
                </a:lnTo>
                <a:lnTo>
                  <a:pt x="3383711" y="1235887"/>
                </a:lnTo>
                <a:lnTo>
                  <a:pt x="3384829" y="1236345"/>
                </a:lnTo>
                <a:lnTo>
                  <a:pt x="3387458" y="1236345"/>
                </a:lnTo>
                <a:lnTo>
                  <a:pt x="3388576" y="1235887"/>
                </a:lnTo>
                <a:lnTo>
                  <a:pt x="3390442" y="1234020"/>
                </a:lnTo>
                <a:lnTo>
                  <a:pt x="3390900" y="1232903"/>
                </a:lnTo>
                <a:lnTo>
                  <a:pt x="3390900" y="1230274"/>
                </a:lnTo>
                <a:close/>
              </a:path>
              <a:path w="6486525" h="1236345">
                <a:moveTo>
                  <a:pt x="3390900" y="616864"/>
                </a:moveTo>
                <a:lnTo>
                  <a:pt x="3390442" y="615746"/>
                </a:lnTo>
                <a:lnTo>
                  <a:pt x="3388576" y="613879"/>
                </a:lnTo>
                <a:lnTo>
                  <a:pt x="3387458" y="613410"/>
                </a:lnTo>
                <a:lnTo>
                  <a:pt x="3384829" y="613410"/>
                </a:lnTo>
                <a:lnTo>
                  <a:pt x="3383711" y="613879"/>
                </a:lnTo>
                <a:lnTo>
                  <a:pt x="3381845" y="615746"/>
                </a:lnTo>
                <a:lnTo>
                  <a:pt x="3381375" y="616864"/>
                </a:lnTo>
                <a:lnTo>
                  <a:pt x="3381375" y="619493"/>
                </a:lnTo>
                <a:lnTo>
                  <a:pt x="3381845" y="620610"/>
                </a:lnTo>
                <a:lnTo>
                  <a:pt x="3383711" y="622477"/>
                </a:lnTo>
                <a:lnTo>
                  <a:pt x="3384829" y="622935"/>
                </a:lnTo>
                <a:lnTo>
                  <a:pt x="3387458" y="622935"/>
                </a:lnTo>
                <a:lnTo>
                  <a:pt x="3388576" y="622477"/>
                </a:lnTo>
                <a:lnTo>
                  <a:pt x="3390442" y="620610"/>
                </a:lnTo>
                <a:lnTo>
                  <a:pt x="3390900" y="619493"/>
                </a:lnTo>
                <a:lnTo>
                  <a:pt x="3390900" y="616864"/>
                </a:lnTo>
                <a:close/>
              </a:path>
              <a:path w="6486525" h="1236345">
                <a:moveTo>
                  <a:pt x="3390900" y="3454"/>
                </a:moveTo>
                <a:lnTo>
                  <a:pt x="3390442" y="2336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711" y="469"/>
                </a:lnTo>
                <a:lnTo>
                  <a:pt x="3381845" y="2336"/>
                </a:lnTo>
                <a:lnTo>
                  <a:pt x="3381375" y="3454"/>
                </a:lnTo>
                <a:lnTo>
                  <a:pt x="3381375" y="6083"/>
                </a:lnTo>
                <a:lnTo>
                  <a:pt x="3381845" y="7200"/>
                </a:lnTo>
                <a:lnTo>
                  <a:pt x="3383711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00" y="6083"/>
                </a:lnTo>
                <a:lnTo>
                  <a:pt x="3390900" y="3454"/>
                </a:lnTo>
                <a:close/>
              </a:path>
              <a:path w="6486525" h="1236345">
                <a:moveTo>
                  <a:pt x="3438525" y="1230274"/>
                </a:moveTo>
                <a:lnTo>
                  <a:pt x="3438067" y="1229156"/>
                </a:lnTo>
                <a:lnTo>
                  <a:pt x="3436201" y="1227289"/>
                </a:lnTo>
                <a:lnTo>
                  <a:pt x="3435083" y="1226820"/>
                </a:lnTo>
                <a:lnTo>
                  <a:pt x="3432454" y="1226820"/>
                </a:lnTo>
                <a:lnTo>
                  <a:pt x="3431336" y="1227289"/>
                </a:lnTo>
                <a:lnTo>
                  <a:pt x="3429470" y="1229156"/>
                </a:lnTo>
                <a:lnTo>
                  <a:pt x="3429000" y="1230274"/>
                </a:lnTo>
                <a:lnTo>
                  <a:pt x="3429000" y="1232903"/>
                </a:lnTo>
                <a:lnTo>
                  <a:pt x="3429470" y="1234020"/>
                </a:lnTo>
                <a:lnTo>
                  <a:pt x="3431336" y="1235887"/>
                </a:lnTo>
                <a:lnTo>
                  <a:pt x="3432454" y="1236345"/>
                </a:lnTo>
                <a:lnTo>
                  <a:pt x="3435083" y="1236345"/>
                </a:lnTo>
                <a:lnTo>
                  <a:pt x="3436201" y="1235887"/>
                </a:lnTo>
                <a:lnTo>
                  <a:pt x="3438067" y="1234020"/>
                </a:lnTo>
                <a:lnTo>
                  <a:pt x="3438525" y="1232903"/>
                </a:lnTo>
                <a:lnTo>
                  <a:pt x="3438525" y="1230274"/>
                </a:lnTo>
                <a:close/>
              </a:path>
              <a:path w="6486525" h="1236345">
                <a:moveTo>
                  <a:pt x="3438525" y="616864"/>
                </a:moveTo>
                <a:lnTo>
                  <a:pt x="3438067" y="615746"/>
                </a:lnTo>
                <a:lnTo>
                  <a:pt x="3436201" y="613879"/>
                </a:lnTo>
                <a:lnTo>
                  <a:pt x="3435083" y="613410"/>
                </a:lnTo>
                <a:lnTo>
                  <a:pt x="3432454" y="613410"/>
                </a:lnTo>
                <a:lnTo>
                  <a:pt x="3431336" y="613879"/>
                </a:lnTo>
                <a:lnTo>
                  <a:pt x="3429470" y="615746"/>
                </a:lnTo>
                <a:lnTo>
                  <a:pt x="3429000" y="616864"/>
                </a:lnTo>
                <a:lnTo>
                  <a:pt x="3429000" y="619493"/>
                </a:lnTo>
                <a:lnTo>
                  <a:pt x="3429470" y="620610"/>
                </a:lnTo>
                <a:lnTo>
                  <a:pt x="3431336" y="622477"/>
                </a:lnTo>
                <a:lnTo>
                  <a:pt x="3432454" y="622935"/>
                </a:lnTo>
                <a:lnTo>
                  <a:pt x="3435083" y="622935"/>
                </a:lnTo>
                <a:lnTo>
                  <a:pt x="3436201" y="622477"/>
                </a:lnTo>
                <a:lnTo>
                  <a:pt x="3438067" y="620610"/>
                </a:lnTo>
                <a:lnTo>
                  <a:pt x="3438525" y="619493"/>
                </a:lnTo>
                <a:lnTo>
                  <a:pt x="3438525" y="616864"/>
                </a:lnTo>
                <a:close/>
              </a:path>
              <a:path w="6486525" h="1236345">
                <a:moveTo>
                  <a:pt x="3438525" y="3454"/>
                </a:moveTo>
                <a:lnTo>
                  <a:pt x="3438067" y="2336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36" y="469"/>
                </a:lnTo>
                <a:lnTo>
                  <a:pt x="3429470" y="2336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36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6486525" h="1236345">
                <a:moveTo>
                  <a:pt x="3486150" y="1230274"/>
                </a:moveTo>
                <a:lnTo>
                  <a:pt x="3485692" y="1229156"/>
                </a:lnTo>
                <a:lnTo>
                  <a:pt x="3483826" y="1227289"/>
                </a:lnTo>
                <a:lnTo>
                  <a:pt x="3482708" y="1226820"/>
                </a:lnTo>
                <a:lnTo>
                  <a:pt x="3480079" y="1226820"/>
                </a:lnTo>
                <a:lnTo>
                  <a:pt x="3478961" y="1227289"/>
                </a:lnTo>
                <a:lnTo>
                  <a:pt x="3477095" y="1229156"/>
                </a:lnTo>
                <a:lnTo>
                  <a:pt x="3476625" y="1230274"/>
                </a:lnTo>
                <a:lnTo>
                  <a:pt x="3476625" y="1232903"/>
                </a:lnTo>
                <a:lnTo>
                  <a:pt x="3477095" y="1234020"/>
                </a:lnTo>
                <a:lnTo>
                  <a:pt x="3478961" y="1235887"/>
                </a:lnTo>
                <a:lnTo>
                  <a:pt x="3480079" y="1236345"/>
                </a:lnTo>
                <a:lnTo>
                  <a:pt x="3482708" y="1236345"/>
                </a:lnTo>
                <a:lnTo>
                  <a:pt x="3483826" y="1235887"/>
                </a:lnTo>
                <a:lnTo>
                  <a:pt x="3485692" y="1234020"/>
                </a:lnTo>
                <a:lnTo>
                  <a:pt x="3486150" y="1232903"/>
                </a:lnTo>
                <a:lnTo>
                  <a:pt x="3486150" y="1230274"/>
                </a:lnTo>
                <a:close/>
              </a:path>
              <a:path w="6486525" h="1236345">
                <a:moveTo>
                  <a:pt x="3486150" y="616864"/>
                </a:moveTo>
                <a:lnTo>
                  <a:pt x="3485692" y="615746"/>
                </a:lnTo>
                <a:lnTo>
                  <a:pt x="3483826" y="613879"/>
                </a:lnTo>
                <a:lnTo>
                  <a:pt x="3482708" y="613410"/>
                </a:lnTo>
                <a:lnTo>
                  <a:pt x="3480079" y="613410"/>
                </a:lnTo>
                <a:lnTo>
                  <a:pt x="3478961" y="613879"/>
                </a:lnTo>
                <a:lnTo>
                  <a:pt x="3477095" y="615746"/>
                </a:lnTo>
                <a:lnTo>
                  <a:pt x="3476625" y="616864"/>
                </a:lnTo>
                <a:lnTo>
                  <a:pt x="3476625" y="619493"/>
                </a:lnTo>
                <a:lnTo>
                  <a:pt x="3477095" y="620610"/>
                </a:lnTo>
                <a:lnTo>
                  <a:pt x="3478961" y="622477"/>
                </a:lnTo>
                <a:lnTo>
                  <a:pt x="3480079" y="622935"/>
                </a:lnTo>
                <a:lnTo>
                  <a:pt x="3482708" y="622935"/>
                </a:lnTo>
                <a:lnTo>
                  <a:pt x="3483826" y="622477"/>
                </a:lnTo>
                <a:lnTo>
                  <a:pt x="3485692" y="620610"/>
                </a:lnTo>
                <a:lnTo>
                  <a:pt x="3486150" y="619493"/>
                </a:lnTo>
                <a:lnTo>
                  <a:pt x="3486150" y="616864"/>
                </a:lnTo>
                <a:close/>
              </a:path>
              <a:path w="6486525" h="1236345">
                <a:moveTo>
                  <a:pt x="3486150" y="3454"/>
                </a:moveTo>
                <a:lnTo>
                  <a:pt x="3485692" y="2336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61" y="469"/>
                </a:lnTo>
                <a:lnTo>
                  <a:pt x="3477095" y="2336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61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6486525" h="1236345">
                <a:moveTo>
                  <a:pt x="3533775" y="1230274"/>
                </a:moveTo>
                <a:lnTo>
                  <a:pt x="3533317" y="1229156"/>
                </a:lnTo>
                <a:lnTo>
                  <a:pt x="3531451" y="1227289"/>
                </a:lnTo>
                <a:lnTo>
                  <a:pt x="3530333" y="1226820"/>
                </a:lnTo>
                <a:lnTo>
                  <a:pt x="3527704" y="1226820"/>
                </a:lnTo>
                <a:lnTo>
                  <a:pt x="3526586" y="1227289"/>
                </a:lnTo>
                <a:lnTo>
                  <a:pt x="3524720" y="1229156"/>
                </a:lnTo>
                <a:lnTo>
                  <a:pt x="3524250" y="1230274"/>
                </a:lnTo>
                <a:lnTo>
                  <a:pt x="3524250" y="1232903"/>
                </a:lnTo>
                <a:lnTo>
                  <a:pt x="3524720" y="1234020"/>
                </a:lnTo>
                <a:lnTo>
                  <a:pt x="3526586" y="1235887"/>
                </a:lnTo>
                <a:lnTo>
                  <a:pt x="3527704" y="1236345"/>
                </a:lnTo>
                <a:lnTo>
                  <a:pt x="3530333" y="1236345"/>
                </a:lnTo>
                <a:lnTo>
                  <a:pt x="3531451" y="1235887"/>
                </a:lnTo>
                <a:lnTo>
                  <a:pt x="3533317" y="1234020"/>
                </a:lnTo>
                <a:lnTo>
                  <a:pt x="3533775" y="1232903"/>
                </a:lnTo>
                <a:lnTo>
                  <a:pt x="3533775" y="1230274"/>
                </a:lnTo>
                <a:close/>
              </a:path>
              <a:path w="6486525" h="1236345">
                <a:moveTo>
                  <a:pt x="3533775" y="616864"/>
                </a:moveTo>
                <a:lnTo>
                  <a:pt x="3533317" y="615746"/>
                </a:lnTo>
                <a:lnTo>
                  <a:pt x="3531451" y="613879"/>
                </a:lnTo>
                <a:lnTo>
                  <a:pt x="3530333" y="613410"/>
                </a:lnTo>
                <a:lnTo>
                  <a:pt x="3527704" y="613410"/>
                </a:lnTo>
                <a:lnTo>
                  <a:pt x="3526586" y="613879"/>
                </a:lnTo>
                <a:lnTo>
                  <a:pt x="3524720" y="615746"/>
                </a:lnTo>
                <a:lnTo>
                  <a:pt x="3524250" y="616864"/>
                </a:lnTo>
                <a:lnTo>
                  <a:pt x="3524250" y="619493"/>
                </a:lnTo>
                <a:lnTo>
                  <a:pt x="3524720" y="620610"/>
                </a:lnTo>
                <a:lnTo>
                  <a:pt x="3526586" y="622477"/>
                </a:lnTo>
                <a:lnTo>
                  <a:pt x="3527704" y="622935"/>
                </a:lnTo>
                <a:lnTo>
                  <a:pt x="3530333" y="622935"/>
                </a:lnTo>
                <a:lnTo>
                  <a:pt x="3531451" y="622477"/>
                </a:lnTo>
                <a:lnTo>
                  <a:pt x="3533317" y="620610"/>
                </a:lnTo>
                <a:lnTo>
                  <a:pt x="3533775" y="619493"/>
                </a:lnTo>
                <a:lnTo>
                  <a:pt x="3533775" y="616864"/>
                </a:lnTo>
                <a:close/>
              </a:path>
              <a:path w="6486525" h="1236345">
                <a:moveTo>
                  <a:pt x="3533775" y="3454"/>
                </a:moveTo>
                <a:lnTo>
                  <a:pt x="3533317" y="2336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86" y="469"/>
                </a:lnTo>
                <a:lnTo>
                  <a:pt x="3524720" y="2336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86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6486525" h="1236345">
                <a:moveTo>
                  <a:pt x="3581400" y="1230274"/>
                </a:moveTo>
                <a:lnTo>
                  <a:pt x="3580942" y="1229156"/>
                </a:lnTo>
                <a:lnTo>
                  <a:pt x="3579076" y="1227289"/>
                </a:lnTo>
                <a:lnTo>
                  <a:pt x="3577958" y="1226820"/>
                </a:lnTo>
                <a:lnTo>
                  <a:pt x="3575329" y="1226820"/>
                </a:lnTo>
                <a:lnTo>
                  <a:pt x="3574211" y="1227289"/>
                </a:lnTo>
                <a:lnTo>
                  <a:pt x="3572345" y="1229156"/>
                </a:lnTo>
                <a:lnTo>
                  <a:pt x="3571875" y="1230274"/>
                </a:lnTo>
                <a:lnTo>
                  <a:pt x="3571875" y="1232903"/>
                </a:lnTo>
                <a:lnTo>
                  <a:pt x="3572345" y="1234020"/>
                </a:lnTo>
                <a:lnTo>
                  <a:pt x="3574211" y="1235887"/>
                </a:lnTo>
                <a:lnTo>
                  <a:pt x="3575329" y="1236345"/>
                </a:lnTo>
                <a:lnTo>
                  <a:pt x="3577958" y="1236345"/>
                </a:lnTo>
                <a:lnTo>
                  <a:pt x="3579076" y="1235887"/>
                </a:lnTo>
                <a:lnTo>
                  <a:pt x="3580942" y="1234020"/>
                </a:lnTo>
                <a:lnTo>
                  <a:pt x="3581400" y="1232903"/>
                </a:lnTo>
                <a:lnTo>
                  <a:pt x="3581400" y="1230274"/>
                </a:lnTo>
                <a:close/>
              </a:path>
              <a:path w="6486525" h="1236345">
                <a:moveTo>
                  <a:pt x="3581400" y="616864"/>
                </a:moveTo>
                <a:lnTo>
                  <a:pt x="3580942" y="615746"/>
                </a:lnTo>
                <a:lnTo>
                  <a:pt x="3579076" y="613879"/>
                </a:lnTo>
                <a:lnTo>
                  <a:pt x="3577958" y="613410"/>
                </a:lnTo>
                <a:lnTo>
                  <a:pt x="3575329" y="613410"/>
                </a:lnTo>
                <a:lnTo>
                  <a:pt x="3574211" y="613879"/>
                </a:lnTo>
                <a:lnTo>
                  <a:pt x="3572345" y="615746"/>
                </a:lnTo>
                <a:lnTo>
                  <a:pt x="3571875" y="616864"/>
                </a:lnTo>
                <a:lnTo>
                  <a:pt x="3571875" y="619493"/>
                </a:lnTo>
                <a:lnTo>
                  <a:pt x="3572345" y="620610"/>
                </a:lnTo>
                <a:lnTo>
                  <a:pt x="3574211" y="622477"/>
                </a:lnTo>
                <a:lnTo>
                  <a:pt x="3575329" y="622935"/>
                </a:lnTo>
                <a:lnTo>
                  <a:pt x="3577958" y="622935"/>
                </a:lnTo>
                <a:lnTo>
                  <a:pt x="3579076" y="622477"/>
                </a:lnTo>
                <a:lnTo>
                  <a:pt x="3580942" y="620610"/>
                </a:lnTo>
                <a:lnTo>
                  <a:pt x="3581400" y="619493"/>
                </a:lnTo>
                <a:lnTo>
                  <a:pt x="3581400" y="616864"/>
                </a:lnTo>
                <a:close/>
              </a:path>
              <a:path w="6486525" h="1236345">
                <a:moveTo>
                  <a:pt x="3581400" y="3454"/>
                </a:moveTo>
                <a:lnTo>
                  <a:pt x="3580942" y="2336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36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6486525" h="1236345">
                <a:moveTo>
                  <a:pt x="3629025" y="1230274"/>
                </a:moveTo>
                <a:lnTo>
                  <a:pt x="3628567" y="1229156"/>
                </a:lnTo>
                <a:lnTo>
                  <a:pt x="3626701" y="1227289"/>
                </a:lnTo>
                <a:lnTo>
                  <a:pt x="3625583" y="1226820"/>
                </a:lnTo>
                <a:lnTo>
                  <a:pt x="3622954" y="1226820"/>
                </a:lnTo>
                <a:lnTo>
                  <a:pt x="3621836" y="1227289"/>
                </a:lnTo>
                <a:lnTo>
                  <a:pt x="3619970" y="1229156"/>
                </a:lnTo>
                <a:lnTo>
                  <a:pt x="3619500" y="1230274"/>
                </a:lnTo>
                <a:lnTo>
                  <a:pt x="3619500" y="1232903"/>
                </a:lnTo>
                <a:lnTo>
                  <a:pt x="3619970" y="1234020"/>
                </a:lnTo>
                <a:lnTo>
                  <a:pt x="3621836" y="1235887"/>
                </a:lnTo>
                <a:lnTo>
                  <a:pt x="3622954" y="1236345"/>
                </a:lnTo>
                <a:lnTo>
                  <a:pt x="3625583" y="1236345"/>
                </a:lnTo>
                <a:lnTo>
                  <a:pt x="3626701" y="1235887"/>
                </a:lnTo>
                <a:lnTo>
                  <a:pt x="3628567" y="1234020"/>
                </a:lnTo>
                <a:lnTo>
                  <a:pt x="3629025" y="1232903"/>
                </a:lnTo>
                <a:lnTo>
                  <a:pt x="3629025" y="1230274"/>
                </a:lnTo>
                <a:close/>
              </a:path>
              <a:path w="6486525" h="1236345">
                <a:moveTo>
                  <a:pt x="3629025" y="616864"/>
                </a:moveTo>
                <a:lnTo>
                  <a:pt x="3628567" y="615746"/>
                </a:lnTo>
                <a:lnTo>
                  <a:pt x="3626701" y="613879"/>
                </a:lnTo>
                <a:lnTo>
                  <a:pt x="3625583" y="613410"/>
                </a:lnTo>
                <a:lnTo>
                  <a:pt x="3622954" y="613410"/>
                </a:lnTo>
                <a:lnTo>
                  <a:pt x="3621836" y="613879"/>
                </a:lnTo>
                <a:lnTo>
                  <a:pt x="3619970" y="615746"/>
                </a:lnTo>
                <a:lnTo>
                  <a:pt x="3619500" y="616864"/>
                </a:lnTo>
                <a:lnTo>
                  <a:pt x="3619500" y="619493"/>
                </a:lnTo>
                <a:lnTo>
                  <a:pt x="3619970" y="620610"/>
                </a:lnTo>
                <a:lnTo>
                  <a:pt x="3621836" y="622477"/>
                </a:lnTo>
                <a:lnTo>
                  <a:pt x="3622954" y="622935"/>
                </a:lnTo>
                <a:lnTo>
                  <a:pt x="3625583" y="622935"/>
                </a:lnTo>
                <a:lnTo>
                  <a:pt x="3626701" y="622477"/>
                </a:lnTo>
                <a:lnTo>
                  <a:pt x="3628567" y="620610"/>
                </a:lnTo>
                <a:lnTo>
                  <a:pt x="3629025" y="619493"/>
                </a:lnTo>
                <a:lnTo>
                  <a:pt x="3629025" y="616864"/>
                </a:lnTo>
                <a:close/>
              </a:path>
              <a:path w="6486525" h="1236345">
                <a:moveTo>
                  <a:pt x="3629025" y="3454"/>
                </a:moveTo>
                <a:lnTo>
                  <a:pt x="3628567" y="2336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36" y="469"/>
                </a:lnTo>
                <a:lnTo>
                  <a:pt x="3619970" y="2336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36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25" y="6083"/>
                </a:lnTo>
                <a:lnTo>
                  <a:pt x="3629025" y="3454"/>
                </a:lnTo>
                <a:close/>
              </a:path>
              <a:path w="6486525" h="1236345">
                <a:moveTo>
                  <a:pt x="3676650" y="1230274"/>
                </a:moveTo>
                <a:lnTo>
                  <a:pt x="3676192" y="1229156"/>
                </a:lnTo>
                <a:lnTo>
                  <a:pt x="3674326" y="1227289"/>
                </a:lnTo>
                <a:lnTo>
                  <a:pt x="3673208" y="1226820"/>
                </a:lnTo>
                <a:lnTo>
                  <a:pt x="3670579" y="1226820"/>
                </a:lnTo>
                <a:lnTo>
                  <a:pt x="3669461" y="1227289"/>
                </a:lnTo>
                <a:lnTo>
                  <a:pt x="3667595" y="1229156"/>
                </a:lnTo>
                <a:lnTo>
                  <a:pt x="3667125" y="1230274"/>
                </a:lnTo>
                <a:lnTo>
                  <a:pt x="3667125" y="1232903"/>
                </a:lnTo>
                <a:lnTo>
                  <a:pt x="3667595" y="1234020"/>
                </a:lnTo>
                <a:lnTo>
                  <a:pt x="3669461" y="1235887"/>
                </a:lnTo>
                <a:lnTo>
                  <a:pt x="3670579" y="1236345"/>
                </a:lnTo>
                <a:lnTo>
                  <a:pt x="3673208" y="1236345"/>
                </a:lnTo>
                <a:lnTo>
                  <a:pt x="3674326" y="1235887"/>
                </a:lnTo>
                <a:lnTo>
                  <a:pt x="3676192" y="1234020"/>
                </a:lnTo>
                <a:lnTo>
                  <a:pt x="3676650" y="1232903"/>
                </a:lnTo>
                <a:lnTo>
                  <a:pt x="3676650" y="1230274"/>
                </a:lnTo>
                <a:close/>
              </a:path>
              <a:path w="6486525" h="1236345">
                <a:moveTo>
                  <a:pt x="3676650" y="616864"/>
                </a:moveTo>
                <a:lnTo>
                  <a:pt x="3676192" y="615746"/>
                </a:lnTo>
                <a:lnTo>
                  <a:pt x="3674326" y="613879"/>
                </a:lnTo>
                <a:lnTo>
                  <a:pt x="3673208" y="613410"/>
                </a:lnTo>
                <a:lnTo>
                  <a:pt x="3670579" y="613410"/>
                </a:lnTo>
                <a:lnTo>
                  <a:pt x="3669461" y="613879"/>
                </a:lnTo>
                <a:lnTo>
                  <a:pt x="3667595" y="615746"/>
                </a:lnTo>
                <a:lnTo>
                  <a:pt x="3667125" y="616864"/>
                </a:lnTo>
                <a:lnTo>
                  <a:pt x="3667125" y="619493"/>
                </a:lnTo>
                <a:lnTo>
                  <a:pt x="3667595" y="620610"/>
                </a:lnTo>
                <a:lnTo>
                  <a:pt x="3669461" y="622477"/>
                </a:lnTo>
                <a:lnTo>
                  <a:pt x="3670579" y="622935"/>
                </a:lnTo>
                <a:lnTo>
                  <a:pt x="3673208" y="622935"/>
                </a:lnTo>
                <a:lnTo>
                  <a:pt x="3674326" y="622477"/>
                </a:lnTo>
                <a:lnTo>
                  <a:pt x="3676192" y="620610"/>
                </a:lnTo>
                <a:lnTo>
                  <a:pt x="3676650" y="619493"/>
                </a:lnTo>
                <a:lnTo>
                  <a:pt x="3676650" y="616864"/>
                </a:lnTo>
                <a:close/>
              </a:path>
              <a:path w="6486525" h="1236345">
                <a:moveTo>
                  <a:pt x="3676650" y="3454"/>
                </a:moveTo>
                <a:lnTo>
                  <a:pt x="3676192" y="2336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61" y="469"/>
                </a:lnTo>
                <a:lnTo>
                  <a:pt x="3667595" y="2336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61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6486525" h="1236345">
                <a:moveTo>
                  <a:pt x="3724275" y="1230274"/>
                </a:moveTo>
                <a:lnTo>
                  <a:pt x="3723817" y="1229156"/>
                </a:lnTo>
                <a:lnTo>
                  <a:pt x="3721951" y="1227289"/>
                </a:lnTo>
                <a:lnTo>
                  <a:pt x="3720833" y="1226820"/>
                </a:lnTo>
                <a:lnTo>
                  <a:pt x="3718204" y="1226820"/>
                </a:lnTo>
                <a:lnTo>
                  <a:pt x="3717086" y="1227289"/>
                </a:lnTo>
                <a:lnTo>
                  <a:pt x="3715220" y="1229156"/>
                </a:lnTo>
                <a:lnTo>
                  <a:pt x="3714750" y="1230274"/>
                </a:lnTo>
                <a:lnTo>
                  <a:pt x="3714750" y="1232903"/>
                </a:lnTo>
                <a:lnTo>
                  <a:pt x="3715220" y="1234020"/>
                </a:lnTo>
                <a:lnTo>
                  <a:pt x="3717086" y="1235887"/>
                </a:lnTo>
                <a:lnTo>
                  <a:pt x="3718204" y="1236345"/>
                </a:lnTo>
                <a:lnTo>
                  <a:pt x="3720833" y="1236345"/>
                </a:lnTo>
                <a:lnTo>
                  <a:pt x="3721951" y="1235887"/>
                </a:lnTo>
                <a:lnTo>
                  <a:pt x="3723817" y="1234020"/>
                </a:lnTo>
                <a:lnTo>
                  <a:pt x="3724275" y="1232903"/>
                </a:lnTo>
                <a:lnTo>
                  <a:pt x="3724275" y="1230274"/>
                </a:lnTo>
                <a:close/>
              </a:path>
              <a:path w="6486525" h="1236345">
                <a:moveTo>
                  <a:pt x="3724275" y="616864"/>
                </a:moveTo>
                <a:lnTo>
                  <a:pt x="3723817" y="615746"/>
                </a:lnTo>
                <a:lnTo>
                  <a:pt x="3721951" y="613879"/>
                </a:lnTo>
                <a:lnTo>
                  <a:pt x="3720833" y="613410"/>
                </a:lnTo>
                <a:lnTo>
                  <a:pt x="3718204" y="613410"/>
                </a:lnTo>
                <a:lnTo>
                  <a:pt x="3717086" y="613879"/>
                </a:lnTo>
                <a:lnTo>
                  <a:pt x="3715220" y="615746"/>
                </a:lnTo>
                <a:lnTo>
                  <a:pt x="3714750" y="616864"/>
                </a:lnTo>
                <a:lnTo>
                  <a:pt x="3714750" y="619493"/>
                </a:lnTo>
                <a:lnTo>
                  <a:pt x="3715220" y="620610"/>
                </a:lnTo>
                <a:lnTo>
                  <a:pt x="3717086" y="622477"/>
                </a:lnTo>
                <a:lnTo>
                  <a:pt x="3718204" y="622935"/>
                </a:lnTo>
                <a:lnTo>
                  <a:pt x="3720833" y="622935"/>
                </a:lnTo>
                <a:lnTo>
                  <a:pt x="3721951" y="622477"/>
                </a:lnTo>
                <a:lnTo>
                  <a:pt x="3723817" y="620610"/>
                </a:lnTo>
                <a:lnTo>
                  <a:pt x="3724275" y="619493"/>
                </a:lnTo>
                <a:lnTo>
                  <a:pt x="3724275" y="616864"/>
                </a:lnTo>
                <a:close/>
              </a:path>
              <a:path w="6486525" h="1236345">
                <a:moveTo>
                  <a:pt x="3724275" y="3454"/>
                </a:moveTo>
                <a:lnTo>
                  <a:pt x="3723817" y="2336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86" y="469"/>
                </a:lnTo>
                <a:lnTo>
                  <a:pt x="3715220" y="2336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86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6486525" h="1236345">
                <a:moveTo>
                  <a:pt x="3771900" y="1230274"/>
                </a:moveTo>
                <a:lnTo>
                  <a:pt x="3771442" y="1229156"/>
                </a:lnTo>
                <a:lnTo>
                  <a:pt x="3769576" y="1227289"/>
                </a:lnTo>
                <a:lnTo>
                  <a:pt x="3768458" y="1226820"/>
                </a:lnTo>
                <a:lnTo>
                  <a:pt x="3765829" y="1226820"/>
                </a:lnTo>
                <a:lnTo>
                  <a:pt x="3764711" y="1227289"/>
                </a:lnTo>
                <a:lnTo>
                  <a:pt x="3762845" y="1229156"/>
                </a:lnTo>
                <a:lnTo>
                  <a:pt x="3762375" y="1230274"/>
                </a:lnTo>
                <a:lnTo>
                  <a:pt x="3762375" y="1232903"/>
                </a:lnTo>
                <a:lnTo>
                  <a:pt x="3762845" y="1234020"/>
                </a:lnTo>
                <a:lnTo>
                  <a:pt x="3764711" y="1235887"/>
                </a:lnTo>
                <a:lnTo>
                  <a:pt x="3765829" y="1236345"/>
                </a:lnTo>
                <a:lnTo>
                  <a:pt x="3768458" y="1236345"/>
                </a:lnTo>
                <a:lnTo>
                  <a:pt x="3769576" y="1235887"/>
                </a:lnTo>
                <a:lnTo>
                  <a:pt x="3771442" y="1234020"/>
                </a:lnTo>
                <a:lnTo>
                  <a:pt x="3771900" y="1232903"/>
                </a:lnTo>
                <a:lnTo>
                  <a:pt x="3771900" y="1230274"/>
                </a:lnTo>
                <a:close/>
              </a:path>
              <a:path w="6486525" h="1236345">
                <a:moveTo>
                  <a:pt x="3771900" y="616864"/>
                </a:moveTo>
                <a:lnTo>
                  <a:pt x="3771442" y="615746"/>
                </a:lnTo>
                <a:lnTo>
                  <a:pt x="3769576" y="613879"/>
                </a:lnTo>
                <a:lnTo>
                  <a:pt x="3768458" y="613410"/>
                </a:lnTo>
                <a:lnTo>
                  <a:pt x="3765829" y="613410"/>
                </a:lnTo>
                <a:lnTo>
                  <a:pt x="3764711" y="613879"/>
                </a:lnTo>
                <a:lnTo>
                  <a:pt x="3762845" y="615746"/>
                </a:lnTo>
                <a:lnTo>
                  <a:pt x="3762375" y="616864"/>
                </a:lnTo>
                <a:lnTo>
                  <a:pt x="3762375" y="619493"/>
                </a:lnTo>
                <a:lnTo>
                  <a:pt x="3762845" y="620610"/>
                </a:lnTo>
                <a:lnTo>
                  <a:pt x="3764711" y="622477"/>
                </a:lnTo>
                <a:lnTo>
                  <a:pt x="3765829" y="622935"/>
                </a:lnTo>
                <a:lnTo>
                  <a:pt x="3768458" y="622935"/>
                </a:lnTo>
                <a:lnTo>
                  <a:pt x="3769576" y="622477"/>
                </a:lnTo>
                <a:lnTo>
                  <a:pt x="3771442" y="620610"/>
                </a:lnTo>
                <a:lnTo>
                  <a:pt x="3771900" y="619493"/>
                </a:lnTo>
                <a:lnTo>
                  <a:pt x="3771900" y="616864"/>
                </a:lnTo>
                <a:close/>
              </a:path>
              <a:path w="6486525" h="1236345">
                <a:moveTo>
                  <a:pt x="3771900" y="3454"/>
                </a:moveTo>
                <a:lnTo>
                  <a:pt x="3771442" y="2336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711" y="469"/>
                </a:lnTo>
                <a:lnTo>
                  <a:pt x="3762845" y="2336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711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6486525" h="1236345">
                <a:moveTo>
                  <a:pt x="3819525" y="1230274"/>
                </a:moveTo>
                <a:lnTo>
                  <a:pt x="3819067" y="1229156"/>
                </a:lnTo>
                <a:lnTo>
                  <a:pt x="3817201" y="1227289"/>
                </a:lnTo>
                <a:lnTo>
                  <a:pt x="3816083" y="1226820"/>
                </a:lnTo>
                <a:lnTo>
                  <a:pt x="3813454" y="1226820"/>
                </a:lnTo>
                <a:lnTo>
                  <a:pt x="3812336" y="1227289"/>
                </a:lnTo>
                <a:lnTo>
                  <a:pt x="3810470" y="1229156"/>
                </a:lnTo>
                <a:lnTo>
                  <a:pt x="3810000" y="1230274"/>
                </a:lnTo>
                <a:lnTo>
                  <a:pt x="3810000" y="1232903"/>
                </a:lnTo>
                <a:lnTo>
                  <a:pt x="3810470" y="1234020"/>
                </a:lnTo>
                <a:lnTo>
                  <a:pt x="3812336" y="1235887"/>
                </a:lnTo>
                <a:lnTo>
                  <a:pt x="3813454" y="1236345"/>
                </a:lnTo>
                <a:lnTo>
                  <a:pt x="3816083" y="1236345"/>
                </a:lnTo>
                <a:lnTo>
                  <a:pt x="3817201" y="1235887"/>
                </a:lnTo>
                <a:lnTo>
                  <a:pt x="3819067" y="1234020"/>
                </a:lnTo>
                <a:lnTo>
                  <a:pt x="3819525" y="1232903"/>
                </a:lnTo>
                <a:lnTo>
                  <a:pt x="3819525" y="1230274"/>
                </a:lnTo>
                <a:close/>
              </a:path>
              <a:path w="6486525" h="1236345">
                <a:moveTo>
                  <a:pt x="3819525" y="616864"/>
                </a:moveTo>
                <a:lnTo>
                  <a:pt x="3819067" y="615746"/>
                </a:lnTo>
                <a:lnTo>
                  <a:pt x="3817201" y="613879"/>
                </a:lnTo>
                <a:lnTo>
                  <a:pt x="3816083" y="613410"/>
                </a:lnTo>
                <a:lnTo>
                  <a:pt x="3813454" y="613410"/>
                </a:lnTo>
                <a:lnTo>
                  <a:pt x="3812336" y="613879"/>
                </a:lnTo>
                <a:lnTo>
                  <a:pt x="3810470" y="615746"/>
                </a:lnTo>
                <a:lnTo>
                  <a:pt x="3810000" y="616864"/>
                </a:lnTo>
                <a:lnTo>
                  <a:pt x="3810000" y="619493"/>
                </a:lnTo>
                <a:lnTo>
                  <a:pt x="3810470" y="620610"/>
                </a:lnTo>
                <a:lnTo>
                  <a:pt x="3812336" y="622477"/>
                </a:lnTo>
                <a:lnTo>
                  <a:pt x="3813454" y="622935"/>
                </a:lnTo>
                <a:lnTo>
                  <a:pt x="3816083" y="622935"/>
                </a:lnTo>
                <a:lnTo>
                  <a:pt x="3817201" y="622477"/>
                </a:lnTo>
                <a:lnTo>
                  <a:pt x="3819067" y="620610"/>
                </a:lnTo>
                <a:lnTo>
                  <a:pt x="3819525" y="619493"/>
                </a:lnTo>
                <a:lnTo>
                  <a:pt x="3819525" y="616864"/>
                </a:lnTo>
                <a:close/>
              </a:path>
              <a:path w="6486525" h="1236345">
                <a:moveTo>
                  <a:pt x="3819525" y="3454"/>
                </a:moveTo>
                <a:lnTo>
                  <a:pt x="3819067" y="2336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36" y="469"/>
                </a:lnTo>
                <a:lnTo>
                  <a:pt x="3810470" y="2336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36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6486525" h="1236345">
                <a:moveTo>
                  <a:pt x="3867150" y="1230274"/>
                </a:moveTo>
                <a:lnTo>
                  <a:pt x="3866692" y="1229156"/>
                </a:lnTo>
                <a:lnTo>
                  <a:pt x="3864826" y="1227289"/>
                </a:lnTo>
                <a:lnTo>
                  <a:pt x="3863708" y="1226820"/>
                </a:lnTo>
                <a:lnTo>
                  <a:pt x="3861079" y="1226820"/>
                </a:lnTo>
                <a:lnTo>
                  <a:pt x="3859949" y="1227289"/>
                </a:lnTo>
                <a:lnTo>
                  <a:pt x="3858095" y="1229156"/>
                </a:lnTo>
                <a:lnTo>
                  <a:pt x="3857625" y="1230274"/>
                </a:lnTo>
                <a:lnTo>
                  <a:pt x="3857625" y="1232903"/>
                </a:lnTo>
                <a:lnTo>
                  <a:pt x="3858095" y="1234020"/>
                </a:lnTo>
                <a:lnTo>
                  <a:pt x="3859949" y="1235887"/>
                </a:lnTo>
                <a:lnTo>
                  <a:pt x="3861079" y="1236345"/>
                </a:lnTo>
                <a:lnTo>
                  <a:pt x="3863708" y="1236345"/>
                </a:lnTo>
                <a:lnTo>
                  <a:pt x="3864826" y="1235887"/>
                </a:lnTo>
                <a:lnTo>
                  <a:pt x="3866692" y="1234020"/>
                </a:lnTo>
                <a:lnTo>
                  <a:pt x="3867150" y="1232903"/>
                </a:lnTo>
                <a:lnTo>
                  <a:pt x="3867150" y="1230274"/>
                </a:lnTo>
                <a:close/>
              </a:path>
              <a:path w="6486525" h="1236345">
                <a:moveTo>
                  <a:pt x="3867150" y="616864"/>
                </a:moveTo>
                <a:lnTo>
                  <a:pt x="3866692" y="615746"/>
                </a:lnTo>
                <a:lnTo>
                  <a:pt x="3864826" y="613879"/>
                </a:lnTo>
                <a:lnTo>
                  <a:pt x="3863708" y="613410"/>
                </a:lnTo>
                <a:lnTo>
                  <a:pt x="3861079" y="613410"/>
                </a:lnTo>
                <a:lnTo>
                  <a:pt x="3859949" y="613879"/>
                </a:lnTo>
                <a:lnTo>
                  <a:pt x="3858095" y="615746"/>
                </a:lnTo>
                <a:lnTo>
                  <a:pt x="3857625" y="616864"/>
                </a:lnTo>
                <a:lnTo>
                  <a:pt x="3857625" y="619493"/>
                </a:lnTo>
                <a:lnTo>
                  <a:pt x="3858095" y="620610"/>
                </a:lnTo>
                <a:lnTo>
                  <a:pt x="3859949" y="622477"/>
                </a:lnTo>
                <a:lnTo>
                  <a:pt x="3861079" y="622935"/>
                </a:lnTo>
                <a:lnTo>
                  <a:pt x="3863708" y="622935"/>
                </a:lnTo>
                <a:lnTo>
                  <a:pt x="3864826" y="622477"/>
                </a:lnTo>
                <a:lnTo>
                  <a:pt x="3866692" y="620610"/>
                </a:lnTo>
                <a:lnTo>
                  <a:pt x="3867150" y="619493"/>
                </a:lnTo>
                <a:lnTo>
                  <a:pt x="3867150" y="616864"/>
                </a:lnTo>
                <a:close/>
              </a:path>
              <a:path w="6486525" h="1236345">
                <a:moveTo>
                  <a:pt x="3867150" y="3454"/>
                </a:moveTo>
                <a:lnTo>
                  <a:pt x="3866692" y="2336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36"/>
                </a:lnTo>
                <a:lnTo>
                  <a:pt x="3857625" y="3454"/>
                </a:lnTo>
                <a:lnTo>
                  <a:pt x="3857625" y="6083"/>
                </a:lnTo>
                <a:lnTo>
                  <a:pt x="3858095" y="7200"/>
                </a:lnTo>
                <a:lnTo>
                  <a:pt x="3859949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6486525" h="1236345">
                <a:moveTo>
                  <a:pt x="3914775" y="1230274"/>
                </a:moveTo>
                <a:lnTo>
                  <a:pt x="3914317" y="1229156"/>
                </a:lnTo>
                <a:lnTo>
                  <a:pt x="3912451" y="1227289"/>
                </a:lnTo>
                <a:lnTo>
                  <a:pt x="3911333" y="1226820"/>
                </a:lnTo>
                <a:lnTo>
                  <a:pt x="3908704" y="1226820"/>
                </a:lnTo>
                <a:lnTo>
                  <a:pt x="3907574" y="1227289"/>
                </a:lnTo>
                <a:lnTo>
                  <a:pt x="3905720" y="1229156"/>
                </a:lnTo>
                <a:lnTo>
                  <a:pt x="3905250" y="1230274"/>
                </a:lnTo>
                <a:lnTo>
                  <a:pt x="3905250" y="1232903"/>
                </a:lnTo>
                <a:lnTo>
                  <a:pt x="3905720" y="1234020"/>
                </a:lnTo>
                <a:lnTo>
                  <a:pt x="3907574" y="1235887"/>
                </a:lnTo>
                <a:lnTo>
                  <a:pt x="3908704" y="1236345"/>
                </a:lnTo>
                <a:lnTo>
                  <a:pt x="3911333" y="1236345"/>
                </a:lnTo>
                <a:lnTo>
                  <a:pt x="3912451" y="1235887"/>
                </a:lnTo>
                <a:lnTo>
                  <a:pt x="3914317" y="1234020"/>
                </a:lnTo>
                <a:lnTo>
                  <a:pt x="3914775" y="1232903"/>
                </a:lnTo>
                <a:lnTo>
                  <a:pt x="3914775" y="1230274"/>
                </a:lnTo>
                <a:close/>
              </a:path>
              <a:path w="6486525" h="1236345">
                <a:moveTo>
                  <a:pt x="3914775" y="616864"/>
                </a:moveTo>
                <a:lnTo>
                  <a:pt x="3914317" y="615746"/>
                </a:lnTo>
                <a:lnTo>
                  <a:pt x="3912451" y="613879"/>
                </a:lnTo>
                <a:lnTo>
                  <a:pt x="3911333" y="613410"/>
                </a:lnTo>
                <a:lnTo>
                  <a:pt x="3908704" y="613410"/>
                </a:lnTo>
                <a:lnTo>
                  <a:pt x="3907574" y="613879"/>
                </a:lnTo>
                <a:lnTo>
                  <a:pt x="3905720" y="615746"/>
                </a:lnTo>
                <a:lnTo>
                  <a:pt x="3905250" y="616864"/>
                </a:lnTo>
                <a:lnTo>
                  <a:pt x="3905250" y="619493"/>
                </a:lnTo>
                <a:lnTo>
                  <a:pt x="3905720" y="620610"/>
                </a:lnTo>
                <a:lnTo>
                  <a:pt x="3907574" y="622477"/>
                </a:lnTo>
                <a:lnTo>
                  <a:pt x="3908704" y="622935"/>
                </a:lnTo>
                <a:lnTo>
                  <a:pt x="3911333" y="622935"/>
                </a:lnTo>
                <a:lnTo>
                  <a:pt x="3912451" y="622477"/>
                </a:lnTo>
                <a:lnTo>
                  <a:pt x="3914317" y="620610"/>
                </a:lnTo>
                <a:lnTo>
                  <a:pt x="3914775" y="619493"/>
                </a:lnTo>
                <a:lnTo>
                  <a:pt x="3914775" y="616864"/>
                </a:lnTo>
                <a:close/>
              </a:path>
              <a:path w="6486525" h="1236345">
                <a:moveTo>
                  <a:pt x="3914775" y="3454"/>
                </a:moveTo>
                <a:lnTo>
                  <a:pt x="3914317" y="2336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36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6486525" h="1236345">
                <a:moveTo>
                  <a:pt x="3962400" y="1230274"/>
                </a:moveTo>
                <a:lnTo>
                  <a:pt x="3961942" y="1229156"/>
                </a:lnTo>
                <a:lnTo>
                  <a:pt x="3960076" y="1227289"/>
                </a:lnTo>
                <a:lnTo>
                  <a:pt x="3958958" y="1226820"/>
                </a:lnTo>
                <a:lnTo>
                  <a:pt x="3956329" y="1226820"/>
                </a:lnTo>
                <a:lnTo>
                  <a:pt x="3955211" y="1227289"/>
                </a:lnTo>
                <a:lnTo>
                  <a:pt x="3953345" y="1229156"/>
                </a:lnTo>
                <a:lnTo>
                  <a:pt x="3952875" y="1230274"/>
                </a:lnTo>
                <a:lnTo>
                  <a:pt x="3952875" y="1232903"/>
                </a:lnTo>
                <a:lnTo>
                  <a:pt x="3953345" y="1234020"/>
                </a:lnTo>
                <a:lnTo>
                  <a:pt x="3955211" y="1235887"/>
                </a:lnTo>
                <a:lnTo>
                  <a:pt x="3956329" y="1236345"/>
                </a:lnTo>
                <a:lnTo>
                  <a:pt x="3958958" y="1236345"/>
                </a:lnTo>
                <a:lnTo>
                  <a:pt x="3960076" y="1235887"/>
                </a:lnTo>
                <a:lnTo>
                  <a:pt x="3961942" y="1234020"/>
                </a:lnTo>
                <a:lnTo>
                  <a:pt x="3962400" y="1232903"/>
                </a:lnTo>
                <a:lnTo>
                  <a:pt x="3962400" y="1230274"/>
                </a:lnTo>
                <a:close/>
              </a:path>
              <a:path w="6486525" h="1236345">
                <a:moveTo>
                  <a:pt x="3962400" y="616864"/>
                </a:moveTo>
                <a:lnTo>
                  <a:pt x="3961942" y="615746"/>
                </a:lnTo>
                <a:lnTo>
                  <a:pt x="3960076" y="613879"/>
                </a:lnTo>
                <a:lnTo>
                  <a:pt x="3958958" y="613410"/>
                </a:lnTo>
                <a:lnTo>
                  <a:pt x="3956329" y="613410"/>
                </a:lnTo>
                <a:lnTo>
                  <a:pt x="3955211" y="613879"/>
                </a:lnTo>
                <a:lnTo>
                  <a:pt x="3953345" y="615746"/>
                </a:lnTo>
                <a:lnTo>
                  <a:pt x="3952875" y="616864"/>
                </a:lnTo>
                <a:lnTo>
                  <a:pt x="3952875" y="619493"/>
                </a:lnTo>
                <a:lnTo>
                  <a:pt x="3953345" y="620610"/>
                </a:lnTo>
                <a:lnTo>
                  <a:pt x="3955211" y="622477"/>
                </a:lnTo>
                <a:lnTo>
                  <a:pt x="3956329" y="622935"/>
                </a:lnTo>
                <a:lnTo>
                  <a:pt x="3958958" y="622935"/>
                </a:lnTo>
                <a:lnTo>
                  <a:pt x="3960076" y="622477"/>
                </a:lnTo>
                <a:lnTo>
                  <a:pt x="3961942" y="620610"/>
                </a:lnTo>
                <a:lnTo>
                  <a:pt x="3962400" y="619493"/>
                </a:lnTo>
                <a:lnTo>
                  <a:pt x="3962400" y="616864"/>
                </a:lnTo>
                <a:close/>
              </a:path>
              <a:path w="6486525" h="1236345">
                <a:moveTo>
                  <a:pt x="3962400" y="3454"/>
                </a:moveTo>
                <a:lnTo>
                  <a:pt x="3961942" y="2336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211" y="469"/>
                </a:lnTo>
                <a:lnTo>
                  <a:pt x="3953345" y="2336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211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6486525" h="1236345">
                <a:moveTo>
                  <a:pt x="4010025" y="1230274"/>
                </a:moveTo>
                <a:lnTo>
                  <a:pt x="4009567" y="1229156"/>
                </a:lnTo>
                <a:lnTo>
                  <a:pt x="4007701" y="1227289"/>
                </a:lnTo>
                <a:lnTo>
                  <a:pt x="4006583" y="1226820"/>
                </a:lnTo>
                <a:lnTo>
                  <a:pt x="4003954" y="1226820"/>
                </a:lnTo>
                <a:lnTo>
                  <a:pt x="4002836" y="1227289"/>
                </a:lnTo>
                <a:lnTo>
                  <a:pt x="4000970" y="1229156"/>
                </a:lnTo>
                <a:lnTo>
                  <a:pt x="4000500" y="1230274"/>
                </a:lnTo>
                <a:lnTo>
                  <a:pt x="4000500" y="1232903"/>
                </a:lnTo>
                <a:lnTo>
                  <a:pt x="4000970" y="1234020"/>
                </a:lnTo>
                <a:lnTo>
                  <a:pt x="4002836" y="1235887"/>
                </a:lnTo>
                <a:lnTo>
                  <a:pt x="4003954" y="1236345"/>
                </a:lnTo>
                <a:lnTo>
                  <a:pt x="4006583" y="1236345"/>
                </a:lnTo>
                <a:lnTo>
                  <a:pt x="4007701" y="1235887"/>
                </a:lnTo>
                <a:lnTo>
                  <a:pt x="4009567" y="1234020"/>
                </a:lnTo>
                <a:lnTo>
                  <a:pt x="4010025" y="1232903"/>
                </a:lnTo>
                <a:lnTo>
                  <a:pt x="4010025" y="1230274"/>
                </a:lnTo>
                <a:close/>
              </a:path>
              <a:path w="6486525" h="1236345">
                <a:moveTo>
                  <a:pt x="4010025" y="616864"/>
                </a:moveTo>
                <a:lnTo>
                  <a:pt x="4009567" y="615746"/>
                </a:lnTo>
                <a:lnTo>
                  <a:pt x="4007701" y="613879"/>
                </a:lnTo>
                <a:lnTo>
                  <a:pt x="4006583" y="613410"/>
                </a:lnTo>
                <a:lnTo>
                  <a:pt x="4003954" y="613410"/>
                </a:lnTo>
                <a:lnTo>
                  <a:pt x="4002836" y="613879"/>
                </a:lnTo>
                <a:lnTo>
                  <a:pt x="4000970" y="615746"/>
                </a:lnTo>
                <a:lnTo>
                  <a:pt x="4000500" y="616864"/>
                </a:lnTo>
                <a:lnTo>
                  <a:pt x="4000500" y="619493"/>
                </a:lnTo>
                <a:lnTo>
                  <a:pt x="4000970" y="620610"/>
                </a:lnTo>
                <a:lnTo>
                  <a:pt x="4002836" y="622477"/>
                </a:lnTo>
                <a:lnTo>
                  <a:pt x="4003954" y="622935"/>
                </a:lnTo>
                <a:lnTo>
                  <a:pt x="4006583" y="622935"/>
                </a:lnTo>
                <a:lnTo>
                  <a:pt x="4007701" y="622477"/>
                </a:lnTo>
                <a:lnTo>
                  <a:pt x="4009567" y="620610"/>
                </a:lnTo>
                <a:lnTo>
                  <a:pt x="4010025" y="619493"/>
                </a:lnTo>
                <a:lnTo>
                  <a:pt x="4010025" y="616864"/>
                </a:lnTo>
                <a:close/>
              </a:path>
              <a:path w="6486525" h="1236345">
                <a:moveTo>
                  <a:pt x="4010025" y="3454"/>
                </a:moveTo>
                <a:lnTo>
                  <a:pt x="4009567" y="2336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36" y="469"/>
                </a:lnTo>
                <a:lnTo>
                  <a:pt x="4000970" y="2336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36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6486525" h="1236345">
                <a:moveTo>
                  <a:pt x="4057650" y="1230274"/>
                </a:moveTo>
                <a:lnTo>
                  <a:pt x="4057192" y="1229156"/>
                </a:lnTo>
                <a:lnTo>
                  <a:pt x="4055326" y="1227289"/>
                </a:lnTo>
                <a:lnTo>
                  <a:pt x="4054208" y="1226820"/>
                </a:lnTo>
                <a:lnTo>
                  <a:pt x="4051579" y="1226820"/>
                </a:lnTo>
                <a:lnTo>
                  <a:pt x="4050449" y="1227289"/>
                </a:lnTo>
                <a:lnTo>
                  <a:pt x="4048595" y="1229156"/>
                </a:lnTo>
                <a:lnTo>
                  <a:pt x="4048125" y="1230274"/>
                </a:lnTo>
                <a:lnTo>
                  <a:pt x="4048125" y="1232903"/>
                </a:lnTo>
                <a:lnTo>
                  <a:pt x="4048595" y="1234020"/>
                </a:lnTo>
                <a:lnTo>
                  <a:pt x="4050449" y="1235887"/>
                </a:lnTo>
                <a:lnTo>
                  <a:pt x="4051579" y="1236345"/>
                </a:lnTo>
                <a:lnTo>
                  <a:pt x="4054208" y="1236345"/>
                </a:lnTo>
                <a:lnTo>
                  <a:pt x="4055326" y="1235887"/>
                </a:lnTo>
                <a:lnTo>
                  <a:pt x="4057192" y="1234020"/>
                </a:lnTo>
                <a:lnTo>
                  <a:pt x="4057650" y="1232903"/>
                </a:lnTo>
                <a:lnTo>
                  <a:pt x="4057650" y="1230274"/>
                </a:lnTo>
                <a:close/>
              </a:path>
              <a:path w="6486525" h="1236345">
                <a:moveTo>
                  <a:pt x="4057650" y="616864"/>
                </a:moveTo>
                <a:lnTo>
                  <a:pt x="4057192" y="615746"/>
                </a:lnTo>
                <a:lnTo>
                  <a:pt x="4055326" y="613879"/>
                </a:lnTo>
                <a:lnTo>
                  <a:pt x="4054208" y="613410"/>
                </a:lnTo>
                <a:lnTo>
                  <a:pt x="4051579" y="613410"/>
                </a:lnTo>
                <a:lnTo>
                  <a:pt x="4050449" y="613879"/>
                </a:lnTo>
                <a:lnTo>
                  <a:pt x="4048595" y="615746"/>
                </a:lnTo>
                <a:lnTo>
                  <a:pt x="4048125" y="616864"/>
                </a:lnTo>
                <a:lnTo>
                  <a:pt x="4048125" y="619493"/>
                </a:lnTo>
                <a:lnTo>
                  <a:pt x="4048595" y="620610"/>
                </a:lnTo>
                <a:lnTo>
                  <a:pt x="4050449" y="622477"/>
                </a:lnTo>
                <a:lnTo>
                  <a:pt x="4051579" y="622935"/>
                </a:lnTo>
                <a:lnTo>
                  <a:pt x="4054208" y="622935"/>
                </a:lnTo>
                <a:lnTo>
                  <a:pt x="4055326" y="622477"/>
                </a:lnTo>
                <a:lnTo>
                  <a:pt x="4057192" y="620610"/>
                </a:lnTo>
                <a:lnTo>
                  <a:pt x="4057650" y="619493"/>
                </a:lnTo>
                <a:lnTo>
                  <a:pt x="4057650" y="616864"/>
                </a:lnTo>
                <a:close/>
              </a:path>
              <a:path w="6486525" h="1236345">
                <a:moveTo>
                  <a:pt x="4057650" y="3454"/>
                </a:moveTo>
                <a:lnTo>
                  <a:pt x="4057192" y="2336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49" y="469"/>
                </a:lnTo>
                <a:lnTo>
                  <a:pt x="4048595" y="2336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49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6486525" h="1236345">
                <a:moveTo>
                  <a:pt x="4105275" y="1230274"/>
                </a:moveTo>
                <a:lnTo>
                  <a:pt x="4104817" y="1229156"/>
                </a:lnTo>
                <a:lnTo>
                  <a:pt x="4102951" y="1227289"/>
                </a:lnTo>
                <a:lnTo>
                  <a:pt x="4101833" y="1226820"/>
                </a:lnTo>
                <a:lnTo>
                  <a:pt x="4099204" y="1226820"/>
                </a:lnTo>
                <a:lnTo>
                  <a:pt x="4098086" y="1227289"/>
                </a:lnTo>
                <a:lnTo>
                  <a:pt x="4096220" y="1229156"/>
                </a:lnTo>
                <a:lnTo>
                  <a:pt x="4095750" y="1230274"/>
                </a:lnTo>
                <a:lnTo>
                  <a:pt x="4095750" y="1232903"/>
                </a:lnTo>
                <a:lnTo>
                  <a:pt x="4096220" y="1234020"/>
                </a:lnTo>
                <a:lnTo>
                  <a:pt x="4098086" y="1235887"/>
                </a:lnTo>
                <a:lnTo>
                  <a:pt x="4099204" y="1236345"/>
                </a:lnTo>
                <a:lnTo>
                  <a:pt x="4101833" y="1236345"/>
                </a:lnTo>
                <a:lnTo>
                  <a:pt x="4102951" y="1235887"/>
                </a:lnTo>
                <a:lnTo>
                  <a:pt x="4104817" y="1234020"/>
                </a:lnTo>
                <a:lnTo>
                  <a:pt x="4105275" y="1232903"/>
                </a:lnTo>
                <a:lnTo>
                  <a:pt x="4105275" y="1230274"/>
                </a:lnTo>
                <a:close/>
              </a:path>
              <a:path w="6486525" h="1236345">
                <a:moveTo>
                  <a:pt x="4105275" y="616864"/>
                </a:moveTo>
                <a:lnTo>
                  <a:pt x="4104817" y="615746"/>
                </a:lnTo>
                <a:lnTo>
                  <a:pt x="4102951" y="613879"/>
                </a:lnTo>
                <a:lnTo>
                  <a:pt x="4101833" y="613410"/>
                </a:lnTo>
                <a:lnTo>
                  <a:pt x="4099204" y="613410"/>
                </a:lnTo>
                <a:lnTo>
                  <a:pt x="4098086" y="613879"/>
                </a:lnTo>
                <a:lnTo>
                  <a:pt x="4096220" y="615746"/>
                </a:lnTo>
                <a:lnTo>
                  <a:pt x="4095750" y="616864"/>
                </a:lnTo>
                <a:lnTo>
                  <a:pt x="4095750" y="619493"/>
                </a:lnTo>
                <a:lnTo>
                  <a:pt x="4096220" y="620610"/>
                </a:lnTo>
                <a:lnTo>
                  <a:pt x="4098086" y="622477"/>
                </a:lnTo>
                <a:lnTo>
                  <a:pt x="4099204" y="622935"/>
                </a:lnTo>
                <a:lnTo>
                  <a:pt x="4101833" y="622935"/>
                </a:lnTo>
                <a:lnTo>
                  <a:pt x="4102951" y="622477"/>
                </a:lnTo>
                <a:lnTo>
                  <a:pt x="4104817" y="620610"/>
                </a:lnTo>
                <a:lnTo>
                  <a:pt x="4105275" y="619493"/>
                </a:lnTo>
                <a:lnTo>
                  <a:pt x="4105275" y="616864"/>
                </a:lnTo>
                <a:close/>
              </a:path>
              <a:path w="6486525" h="1236345">
                <a:moveTo>
                  <a:pt x="4105275" y="3454"/>
                </a:moveTo>
                <a:lnTo>
                  <a:pt x="4104817" y="2336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86" y="469"/>
                </a:lnTo>
                <a:lnTo>
                  <a:pt x="4096220" y="2336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86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75" y="6083"/>
                </a:lnTo>
                <a:lnTo>
                  <a:pt x="4105275" y="3454"/>
                </a:lnTo>
                <a:close/>
              </a:path>
              <a:path w="6486525" h="1236345">
                <a:moveTo>
                  <a:pt x="4152900" y="1230274"/>
                </a:moveTo>
                <a:lnTo>
                  <a:pt x="4152442" y="1229156"/>
                </a:lnTo>
                <a:lnTo>
                  <a:pt x="4150576" y="1227289"/>
                </a:lnTo>
                <a:lnTo>
                  <a:pt x="4149458" y="1226820"/>
                </a:lnTo>
                <a:lnTo>
                  <a:pt x="4146829" y="1226820"/>
                </a:lnTo>
                <a:lnTo>
                  <a:pt x="4145711" y="1227289"/>
                </a:lnTo>
                <a:lnTo>
                  <a:pt x="4143845" y="1229156"/>
                </a:lnTo>
                <a:lnTo>
                  <a:pt x="4143375" y="1230274"/>
                </a:lnTo>
                <a:lnTo>
                  <a:pt x="4143375" y="1232903"/>
                </a:lnTo>
                <a:lnTo>
                  <a:pt x="4143845" y="1234020"/>
                </a:lnTo>
                <a:lnTo>
                  <a:pt x="4145711" y="1235887"/>
                </a:lnTo>
                <a:lnTo>
                  <a:pt x="4146829" y="1236345"/>
                </a:lnTo>
                <a:lnTo>
                  <a:pt x="4149458" y="1236345"/>
                </a:lnTo>
                <a:lnTo>
                  <a:pt x="4150576" y="1235887"/>
                </a:lnTo>
                <a:lnTo>
                  <a:pt x="4152442" y="1234020"/>
                </a:lnTo>
                <a:lnTo>
                  <a:pt x="4152900" y="1232903"/>
                </a:lnTo>
                <a:lnTo>
                  <a:pt x="4152900" y="1230274"/>
                </a:lnTo>
                <a:close/>
              </a:path>
              <a:path w="6486525" h="1236345">
                <a:moveTo>
                  <a:pt x="4152900" y="616864"/>
                </a:moveTo>
                <a:lnTo>
                  <a:pt x="4152442" y="615746"/>
                </a:lnTo>
                <a:lnTo>
                  <a:pt x="4150576" y="613879"/>
                </a:lnTo>
                <a:lnTo>
                  <a:pt x="4149458" y="613410"/>
                </a:lnTo>
                <a:lnTo>
                  <a:pt x="4146829" y="613410"/>
                </a:lnTo>
                <a:lnTo>
                  <a:pt x="4145711" y="613879"/>
                </a:lnTo>
                <a:lnTo>
                  <a:pt x="4143845" y="615746"/>
                </a:lnTo>
                <a:lnTo>
                  <a:pt x="4143375" y="616864"/>
                </a:lnTo>
                <a:lnTo>
                  <a:pt x="4143375" y="619493"/>
                </a:lnTo>
                <a:lnTo>
                  <a:pt x="4143845" y="620610"/>
                </a:lnTo>
                <a:lnTo>
                  <a:pt x="4145711" y="622477"/>
                </a:lnTo>
                <a:lnTo>
                  <a:pt x="4146829" y="622935"/>
                </a:lnTo>
                <a:lnTo>
                  <a:pt x="4149458" y="622935"/>
                </a:lnTo>
                <a:lnTo>
                  <a:pt x="4150576" y="622477"/>
                </a:lnTo>
                <a:lnTo>
                  <a:pt x="4152442" y="620610"/>
                </a:lnTo>
                <a:lnTo>
                  <a:pt x="4152900" y="619493"/>
                </a:lnTo>
                <a:lnTo>
                  <a:pt x="4152900" y="616864"/>
                </a:lnTo>
                <a:close/>
              </a:path>
              <a:path w="6486525" h="1236345">
                <a:moveTo>
                  <a:pt x="4152900" y="3454"/>
                </a:moveTo>
                <a:lnTo>
                  <a:pt x="4152442" y="2336"/>
                </a:lnTo>
                <a:lnTo>
                  <a:pt x="4150576" y="469"/>
                </a:lnTo>
                <a:lnTo>
                  <a:pt x="4149458" y="0"/>
                </a:lnTo>
                <a:lnTo>
                  <a:pt x="4146829" y="0"/>
                </a:lnTo>
                <a:lnTo>
                  <a:pt x="4145711" y="469"/>
                </a:lnTo>
                <a:lnTo>
                  <a:pt x="4143845" y="2336"/>
                </a:lnTo>
                <a:lnTo>
                  <a:pt x="4143375" y="3454"/>
                </a:lnTo>
                <a:lnTo>
                  <a:pt x="4143375" y="6083"/>
                </a:lnTo>
                <a:lnTo>
                  <a:pt x="4143845" y="7200"/>
                </a:lnTo>
                <a:lnTo>
                  <a:pt x="4145711" y="9067"/>
                </a:lnTo>
                <a:lnTo>
                  <a:pt x="4146829" y="9525"/>
                </a:lnTo>
                <a:lnTo>
                  <a:pt x="4149458" y="9525"/>
                </a:lnTo>
                <a:lnTo>
                  <a:pt x="4150576" y="9067"/>
                </a:lnTo>
                <a:lnTo>
                  <a:pt x="4152442" y="7200"/>
                </a:lnTo>
                <a:lnTo>
                  <a:pt x="4152900" y="6083"/>
                </a:lnTo>
                <a:lnTo>
                  <a:pt x="4152900" y="3454"/>
                </a:lnTo>
                <a:close/>
              </a:path>
              <a:path w="6486525" h="1236345">
                <a:moveTo>
                  <a:pt x="4200525" y="1230274"/>
                </a:moveTo>
                <a:lnTo>
                  <a:pt x="4200067" y="1229156"/>
                </a:lnTo>
                <a:lnTo>
                  <a:pt x="4198201" y="1227289"/>
                </a:lnTo>
                <a:lnTo>
                  <a:pt x="4197083" y="1226820"/>
                </a:lnTo>
                <a:lnTo>
                  <a:pt x="4194454" y="1226820"/>
                </a:lnTo>
                <a:lnTo>
                  <a:pt x="4193336" y="1227289"/>
                </a:lnTo>
                <a:lnTo>
                  <a:pt x="4191470" y="1229156"/>
                </a:lnTo>
                <a:lnTo>
                  <a:pt x="4191000" y="1230274"/>
                </a:lnTo>
                <a:lnTo>
                  <a:pt x="4191000" y="1232903"/>
                </a:lnTo>
                <a:lnTo>
                  <a:pt x="4191470" y="1234020"/>
                </a:lnTo>
                <a:lnTo>
                  <a:pt x="4193336" y="1235887"/>
                </a:lnTo>
                <a:lnTo>
                  <a:pt x="4194454" y="1236345"/>
                </a:lnTo>
                <a:lnTo>
                  <a:pt x="4197083" y="1236345"/>
                </a:lnTo>
                <a:lnTo>
                  <a:pt x="4198201" y="1235887"/>
                </a:lnTo>
                <a:lnTo>
                  <a:pt x="4200067" y="1234020"/>
                </a:lnTo>
                <a:lnTo>
                  <a:pt x="4200525" y="1232903"/>
                </a:lnTo>
                <a:lnTo>
                  <a:pt x="4200525" y="1230274"/>
                </a:lnTo>
                <a:close/>
              </a:path>
              <a:path w="6486525" h="1236345">
                <a:moveTo>
                  <a:pt x="4200525" y="616864"/>
                </a:moveTo>
                <a:lnTo>
                  <a:pt x="4200067" y="615746"/>
                </a:lnTo>
                <a:lnTo>
                  <a:pt x="4198201" y="613879"/>
                </a:lnTo>
                <a:lnTo>
                  <a:pt x="4197083" y="613410"/>
                </a:lnTo>
                <a:lnTo>
                  <a:pt x="4194454" y="613410"/>
                </a:lnTo>
                <a:lnTo>
                  <a:pt x="4193336" y="613879"/>
                </a:lnTo>
                <a:lnTo>
                  <a:pt x="4191470" y="615746"/>
                </a:lnTo>
                <a:lnTo>
                  <a:pt x="4191000" y="616864"/>
                </a:lnTo>
                <a:lnTo>
                  <a:pt x="4191000" y="619493"/>
                </a:lnTo>
                <a:lnTo>
                  <a:pt x="4191470" y="620610"/>
                </a:lnTo>
                <a:lnTo>
                  <a:pt x="4193336" y="622477"/>
                </a:lnTo>
                <a:lnTo>
                  <a:pt x="4194454" y="622935"/>
                </a:lnTo>
                <a:lnTo>
                  <a:pt x="4197083" y="622935"/>
                </a:lnTo>
                <a:lnTo>
                  <a:pt x="4198201" y="622477"/>
                </a:lnTo>
                <a:lnTo>
                  <a:pt x="4200067" y="620610"/>
                </a:lnTo>
                <a:lnTo>
                  <a:pt x="4200525" y="619493"/>
                </a:lnTo>
                <a:lnTo>
                  <a:pt x="4200525" y="616864"/>
                </a:lnTo>
                <a:close/>
              </a:path>
              <a:path w="6486525" h="1236345">
                <a:moveTo>
                  <a:pt x="4200525" y="3454"/>
                </a:moveTo>
                <a:lnTo>
                  <a:pt x="4200067" y="2336"/>
                </a:lnTo>
                <a:lnTo>
                  <a:pt x="4198201" y="469"/>
                </a:lnTo>
                <a:lnTo>
                  <a:pt x="4197083" y="0"/>
                </a:lnTo>
                <a:lnTo>
                  <a:pt x="4194454" y="0"/>
                </a:lnTo>
                <a:lnTo>
                  <a:pt x="4193336" y="469"/>
                </a:lnTo>
                <a:lnTo>
                  <a:pt x="4191470" y="2336"/>
                </a:lnTo>
                <a:lnTo>
                  <a:pt x="4191000" y="3454"/>
                </a:lnTo>
                <a:lnTo>
                  <a:pt x="4191000" y="6083"/>
                </a:lnTo>
                <a:lnTo>
                  <a:pt x="4191470" y="7200"/>
                </a:lnTo>
                <a:lnTo>
                  <a:pt x="4193336" y="9067"/>
                </a:lnTo>
                <a:lnTo>
                  <a:pt x="4194454" y="9525"/>
                </a:lnTo>
                <a:lnTo>
                  <a:pt x="4197083" y="9525"/>
                </a:lnTo>
                <a:lnTo>
                  <a:pt x="4198201" y="9067"/>
                </a:lnTo>
                <a:lnTo>
                  <a:pt x="4200067" y="7200"/>
                </a:lnTo>
                <a:lnTo>
                  <a:pt x="4200525" y="6083"/>
                </a:lnTo>
                <a:lnTo>
                  <a:pt x="4200525" y="3454"/>
                </a:lnTo>
                <a:close/>
              </a:path>
              <a:path w="6486525" h="1236345">
                <a:moveTo>
                  <a:pt x="4248150" y="1230274"/>
                </a:moveTo>
                <a:lnTo>
                  <a:pt x="4247693" y="1229156"/>
                </a:lnTo>
                <a:lnTo>
                  <a:pt x="4245826" y="1227289"/>
                </a:lnTo>
                <a:lnTo>
                  <a:pt x="4244708" y="1226820"/>
                </a:lnTo>
                <a:lnTo>
                  <a:pt x="4242079" y="1226820"/>
                </a:lnTo>
                <a:lnTo>
                  <a:pt x="4240962" y="1227289"/>
                </a:lnTo>
                <a:lnTo>
                  <a:pt x="4239095" y="1229156"/>
                </a:lnTo>
                <a:lnTo>
                  <a:pt x="4238625" y="1230274"/>
                </a:lnTo>
                <a:lnTo>
                  <a:pt x="4238625" y="1232903"/>
                </a:lnTo>
                <a:lnTo>
                  <a:pt x="4239095" y="1234020"/>
                </a:lnTo>
                <a:lnTo>
                  <a:pt x="4240962" y="1235887"/>
                </a:lnTo>
                <a:lnTo>
                  <a:pt x="4242079" y="1236345"/>
                </a:lnTo>
                <a:lnTo>
                  <a:pt x="4244708" y="1236345"/>
                </a:lnTo>
                <a:lnTo>
                  <a:pt x="4245826" y="1235887"/>
                </a:lnTo>
                <a:lnTo>
                  <a:pt x="4247693" y="1234020"/>
                </a:lnTo>
                <a:lnTo>
                  <a:pt x="4248150" y="1232903"/>
                </a:lnTo>
                <a:lnTo>
                  <a:pt x="4248150" y="1230274"/>
                </a:lnTo>
                <a:close/>
              </a:path>
              <a:path w="6486525" h="1236345">
                <a:moveTo>
                  <a:pt x="4248150" y="616864"/>
                </a:moveTo>
                <a:lnTo>
                  <a:pt x="4247693" y="615746"/>
                </a:lnTo>
                <a:lnTo>
                  <a:pt x="4245826" y="613879"/>
                </a:lnTo>
                <a:lnTo>
                  <a:pt x="4244708" y="613410"/>
                </a:lnTo>
                <a:lnTo>
                  <a:pt x="4242079" y="613410"/>
                </a:lnTo>
                <a:lnTo>
                  <a:pt x="4240962" y="613879"/>
                </a:lnTo>
                <a:lnTo>
                  <a:pt x="4239095" y="615746"/>
                </a:lnTo>
                <a:lnTo>
                  <a:pt x="4238625" y="616864"/>
                </a:lnTo>
                <a:lnTo>
                  <a:pt x="4238625" y="619493"/>
                </a:lnTo>
                <a:lnTo>
                  <a:pt x="4239095" y="620610"/>
                </a:lnTo>
                <a:lnTo>
                  <a:pt x="4240962" y="622477"/>
                </a:lnTo>
                <a:lnTo>
                  <a:pt x="4242079" y="622935"/>
                </a:lnTo>
                <a:lnTo>
                  <a:pt x="4244708" y="622935"/>
                </a:lnTo>
                <a:lnTo>
                  <a:pt x="4245826" y="622477"/>
                </a:lnTo>
                <a:lnTo>
                  <a:pt x="4247693" y="620610"/>
                </a:lnTo>
                <a:lnTo>
                  <a:pt x="4248150" y="619493"/>
                </a:lnTo>
                <a:lnTo>
                  <a:pt x="4248150" y="616864"/>
                </a:lnTo>
                <a:close/>
              </a:path>
              <a:path w="6486525" h="1236345">
                <a:moveTo>
                  <a:pt x="4248150" y="3454"/>
                </a:moveTo>
                <a:lnTo>
                  <a:pt x="4247693" y="2336"/>
                </a:lnTo>
                <a:lnTo>
                  <a:pt x="4245826" y="469"/>
                </a:lnTo>
                <a:lnTo>
                  <a:pt x="4244708" y="0"/>
                </a:lnTo>
                <a:lnTo>
                  <a:pt x="4242079" y="0"/>
                </a:lnTo>
                <a:lnTo>
                  <a:pt x="4240962" y="469"/>
                </a:lnTo>
                <a:lnTo>
                  <a:pt x="4239095" y="2336"/>
                </a:lnTo>
                <a:lnTo>
                  <a:pt x="4238625" y="3454"/>
                </a:lnTo>
                <a:lnTo>
                  <a:pt x="4238625" y="6083"/>
                </a:lnTo>
                <a:lnTo>
                  <a:pt x="4239095" y="7200"/>
                </a:lnTo>
                <a:lnTo>
                  <a:pt x="4240962" y="9067"/>
                </a:lnTo>
                <a:lnTo>
                  <a:pt x="4242079" y="9525"/>
                </a:lnTo>
                <a:lnTo>
                  <a:pt x="4244708" y="9525"/>
                </a:lnTo>
                <a:lnTo>
                  <a:pt x="4245826" y="9067"/>
                </a:lnTo>
                <a:lnTo>
                  <a:pt x="4247693" y="7200"/>
                </a:lnTo>
                <a:lnTo>
                  <a:pt x="4248150" y="6083"/>
                </a:lnTo>
                <a:lnTo>
                  <a:pt x="4248150" y="3454"/>
                </a:lnTo>
                <a:close/>
              </a:path>
              <a:path w="6486525" h="1236345">
                <a:moveTo>
                  <a:pt x="4295775" y="1230274"/>
                </a:moveTo>
                <a:lnTo>
                  <a:pt x="4295318" y="1229156"/>
                </a:lnTo>
                <a:lnTo>
                  <a:pt x="4293451" y="1227289"/>
                </a:lnTo>
                <a:lnTo>
                  <a:pt x="4292333" y="1226820"/>
                </a:lnTo>
                <a:lnTo>
                  <a:pt x="4289704" y="1226820"/>
                </a:lnTo>
                <a:lnTo>
                  <a:pt x="4288587" y="1227289"/>
                </a:lnTo>
                <a:lnTo>
                  <a:pt x="4286720" y="1229156"/>
                </a:lnTo>
                <a:lnTo>
                  <a:pt x="4286250" y="1230274"/>
                </a:lnTo>
                <a:lnTo>
                  <a:pt x="4286250" y="1232903"/>
                </a:lnTo>
                <a:lnTo>
                  <a:pt x="4286720" y="1234020"/>
                </a:lnTo>
                <a:lnTo>
                  <a:pt x="4288587" y="1235887"/>
                </a:lnTo>
                <a:lnTo>
                  <a:pt x="4289704" y="1236345"/>
                </a:lnTo>
                <a:lnTo>
                  <a:pt x="4292333" y="1236345"/>
                </a:lnTo>
                <a:lnTo>
                  <a:pt x="4293451" y="1235887"/>
                </a:lnTo>
                <a:lnTo>
                  <a:pt x="4295318" y="1234020"/>
                </a:lnTo>
                <a:lnTo>
                  <a:pt x="4295775" y="1232903"/>
                </a:lnTo>
                <a:lnTo>
                  <a:pt x="4295775" y="1230274"/>
                </a:lnTo>
                <a:close/>
              </a:path>
              <a:path w="6486525" h="1236345">
                <a:moveTo>
                  <a:pt x="4295775" y="616864"/>
                </a:moveTo>
                <a:lnTo>
                  <a:pt x="4295318" y="615746"/>
                </a:lnTo>
                <a:lnTo>
                  <a:pt x="4293451" y="613879"/>
                </a:lnTo>
                <a:lnTo>
                  <a:pt x="4292333" y="613410"/>
                </a:lnTo>
                <a:lnTo>
                  <a:pt x="4289704" y="613410"/>
                </a:lnTo>
                <a:lnTo>
                  <a:pt x="4288587" y="613879"/>
                </a:lnTo>
                <a:lnTo>
                  <a:pt x="4286720" y="615746"/>
                </a:lnTo>
                <a:lnTo>
                  <a:pt x="4286250" y="616864"/>
                </a:lnTo>
                <a:lnTo>
                  <a:pt x="4286250" y="619493"/>
                </a:lnTo>
                <a:lnTo>
                  <a:pt x="4286720" y="620610"/>
                </a:lnTo>
                <a:lnTo>
                  <a:pt x="4288587" y="622477"/>
                </a:lnTo>
                <a:lnTo>
                  <a:pt x="4289704" y="622935"/>
                </a:lnTo>
                <a:lnTo>
                  <a:pt x="4292333" y="622935"/>
                </a:lnTo>
                <a:lnTo>
                  <a:pt x="4293451" y="622477"/>
                </a:lnTo>
                <a:lnTo>
                  <a:pt x="4295318" y="620610"/>
                </a:lnTo>
                <a:lnTo>
                  <a:pt x="4295775" y="619493"/>
                </a:lnTo>
                <a:lnTo>
                  <a:pt x="4295775" y="616864"/>
                </a:lnTo>
                <a:close/>
              </a:path>
              <a:path w="6486525" h="1236345">
                <a:moveTo>
                  <a:pt x="4295775" y="3454"/>
                </a:moveTo>
                <a:lnTo>
                  <a:pt x="4295318" y="2336"/>
                </a:lnTo>
                <a:lnTo>
                  <a:pt x="4293451" y="469"/>
                </a:lnTo>
                <a:lnTo>
                  <a:pt x="4292333" y="0"/>
                </a:lnTo>
                <a:lnTo>
                  <a:pt x="4289704" y="0"/>
                </a:lnTo>
                <a:lnTo>
                  <a:pt x="4288587" y="469"/>
                </a:lnTo>
                <a:lnTo>
                  <a:pt x="4286720" y="2336"/>
                </a:lnTo>
                <a:lnTo>
                  <a:pt x="4286250" y="3454"/>
                </a:lnTo>
                <a:lnTo>
                  <a:pt x="4286250" y="6083"/>
                </a:lnTo>
                <a:lnTo>
                  <a:pt x="4286720" y="7200"/>
                </a:lnTo>
                <a:lnTo>
                  <a:pt x="4288587" y="9067"/>
                </a:lnTo>
                <a:lnTo>
                  <a:pt x="4289704" y="9525"/>
                </a:lnTo>
                <a:lnTo>
                  <a:pt x="4292333" y="9525"/>
                </a:lnTo>
                <a:lnTo>
                  <a:pt x="4293451" y="9067"/>
                </a:lnTo>
                <a:lnTo>
                  <a:pt x="4295318" y="7200"/>
                </a:lnTo>
                <a:lnTo>
                  <a:pt x="4295775" y="6083"/>
                </a:lnTo>
                <a:lnTo>
                  <a:pt x="4295775" y="3454"/>
                </a:lnTo>
                <a:close/>
              </a:path>
              <a:path w="6486525" h="1236345">
                <a:moveTo>
                  <a:pt x="4343400" y="1230274"/>
                </a:moveTo>
                <a:lnTo>
                  <a:pt x="4342943" y="1229156"/>
                </a:lnTo>
                <a:lnTo>
                  <a:pt x="4341076" y="1227289"/>
                </a:lnTo>
                <a:lnTo>
                  <a:pt x="4339958" y="1226820"/>
                </a:lnTo>
                <a:lnTo>
                  <a:pt x="4337329" y="1226820"/>
                </a:lnTo>
                <a:lnTo>
                  <a:pt x="4336199" y="1227289"/>
                </a:lnTo>
                <a:lnTo>
                  <a:pt x="4334345" y="1229156"/>
                </a:lnTo>
                <a:lnTo>
                  <a:pt x="4333875" y="1230274"/>
                </a:lnTo>
                <a:lnTo>
                  <a:pt x="4333875" y="1232903"/>
                </a:lnTo>
                <a:lnTo>
                  <a:pt x="4334345" y="1234020"/>
                </a:lnTo>
                <a:lnTo>
                  <a:pt x="4336199" y="1235887"/>
                </a:lnTo>
                <a:lnTo>
                  <a:pt x="4337329" y="1236345"/>
                </a:lnTo>
                <a:lnTo>
                  <a:pt x="4339958" y="1236345"/>
                </a:lnTo>
                <a:lnTo>
                  <a:pt x="4341076" y="1235887"/>
                </a:lnTo>
                <a:lnTo>
                  <a:pt x="4342943" y="1234020"/>
                </a:lnTo>
                <a:lnTo>
                  <a:pt x="4343400" y="1232903"/>
                </a:lnTo>
                <a:lnTo>
                  <a:pt x="4343400" y="1230274"/>
                </a:lnTo>
                <a:close/>
              </a:path>
              <a:path w="6486525" h="1236345">
                <a:moveTo>
                  <a:pt x="4343400" y="616864"/>
                </a:moveTo>
                <a:lnTo>
                  <a:pt x="4342943" y="615746"/>
                </a:lnTo>
                <a:lnTo>
                  <a:pt x="4341076" y="613879"/>
                </a:lnTo>
                <a:lnTo>
                  <a:pt x="4339958" y="613410"/>
                </a:lnTo>
                <a:lnTo>
                  <a:pt x="4337329" y="613410"/>
                </a:lnTo>
                <a:lnTo>
                  <a:pt x="4336199" y="613879"/>
                </a:lnTo>
                <a:lnTo>
                  <a:pt x="4334345" y="615746"/>
                </a:lnTo>
                <a:lnTo>
                  <a:pt x="4333875" y="616864"/>
                </a:lnTo>
                <a:lnTo>
                  <a:pt x="4333875" y="619493"/>
                </a:lnTo>
                <a:lnTo>
                  <a:pt x="4334345" y="620610"/>
                </a:lnTo>
                <a:lnTo>
                  <a:pt x="4336199" y="622477"/>
                </a:lnTo>
                <a:lnTo>
                  <a:pt x="4337329" y="622935"/>
                </a:lnTo>
                <a:lnTo>
                  <a:pt x="4339958" y="622935"/>
                </a:lnTo>
                <a:lnTo>
                  <a:pt x="4341076" y="622477"/>
                </a:lnTo>
                <a:lnTo>
                  <a:pt x="4342943" y="620610"/>
                </a:lnTo>
                <a:lnTo>
                  <a:pt x="4343400" y="619493"/>
                </a:lnTo>
                <a:lnTo>
                  <a:pt x="4343400" y="616864"/>
                </a:lnTo>
                <a:close/>
              </a:path>
              <a:path w="6486525" h="1236345">
                <a:moveTo>
                  <a:pt x="4343400" y="3454"/>
                </a:moveTo>
                <a:lnTo>
                  <a:pt x="4342943" y="2336"/>
                </a:lnTo>
                <a:lnTo>
                  <a:pt x="4341076" y="469"/>
                </a:lnTo>
                <a:lnTo>
                  <a:pt x="4339958" y="0"/>
                </a:lnTo>
                <a:lnTo>
                  <a:pt x="4337329" y="0"/>
                </a:lnTo>
                <a:lnTo>
                  <a:pt x="4336199" y="469"/>
                </a:lnTo>
                <a:lnTo>
                  <a:pt x="4334345" y="2336"/>
                </a:lnTo>
                <a:lnTo>
                  <a:pt x="4333875" y="3454"/>
                </a:lnTo>
                <a:lnTo>
                  <a:pt x="4333875" y="6083"/>
                </a:lnTo>
                <a:lnTo>
                  <a:pt x="4334345" y="7200"/>
                </a:lnTo>
                <a:lnTo>
                  <a:pt x="4336199" y="9067"/>
                </a:lnTo>
                <a:lnTo>
                  <a:pt x="4337329" y="9525"/>
                </a:lnTo>
                <a:lnTo>
                  <a:pt x="4339958" y="9525"/>
                </a:lnTo>
                <a:lnTo>
                  <a:pt x="4341076" y="9067"/>
                </a:lnTo>
                <a:lnTo>
                  <a:pt x="4342943" y="7200"/>
                </a:lnTo>
                <a:lnTo>
                  <a:pt x="4343400" y="6083"/>
                </a:lnTo>
                <a:lnTo>
                  <a:pt x="4343400" y="3454"/>
                </a:lnTo>
                <a:close/>
              </a:path>
              <a:path w="6486525" h="1236345">
                <a:moveTo>
                  <a:pt x="4391025" y="1230274"/>
                </a:moveTo>
                <a:lnTo>
                  <a:pt x="4390568" y="1229156"/>
                </a:lnTo>
                <a:lnTo>
                  <a:pt x="4388701" y="1227289"/>
                </a:lnTo>
                <a:lnTo>
                  <a:pt x="4387583" y="1226820"/>
                </a:lnTo>
                <a:lnTo>
                  <a:pt x="4384954" y="1226820"/>
                </a:lnTo>
                <a:lnTo>
                  <a:pt x="4383837" y="1227289"/>
                </a:lnTo>
                <a:lnTo>
                  <a:pt x="4381970" y="1229156"/>
                </a:lnTo>
                <a:lnTo>
                  <a:pt x="4381512" y="1230274"/>
                </a:lnTo>
                <a:lnTo>
                  <a:pt x="4381512" y="1232903"/>
                </a:lnTo>
                <a:lnTo>
                  <a:pt x="4381970" y="1234020"/>
                </a:lnTo>
                <a:lnTo>
                  <a:pt x="4383837" y="1235887"/>
                </a:lnTo>
                <a:lnTo>
                  <a:pt x="4384954" y="1236345"/>
                </a:lnTo>
                <a:lnTo>
                  <a:pt x="4387583" y="1236345"/>
                </a:lnTo>
                <a:lnTo>
                  <a:pt x="4388701" y="1235887"/>
                </a:lnTo>
                <a:lnTo>
                  <a:pt x="4390568" y="1234020"/>
                </a:lnTo>
                <a:lnTo>
                  <a:pt x="4391025" y="1232903"/>
                </a:lnTo>
                <a:lnTo>
                  <a:pt x="4391025" y="1230274"/>
                </a:lnTo>
                <a:close/>
              </a:path>
              <a:path w="6486525" h="1236345">
                <a:moveTo>
                  <a:pt x="4391025" y="616864"/>
                </a:moveTo>
                <a:lnTo>
                  <a:pt x="4390568" y="615746"/>
                </a:lnTo>
                <a:lnTo>
                  <a:pt x="4388701" y="613879"/>
                </a:lnTo>
                <a:lnTo>
                  <a:pt x="4387583" y="613410"/>
                </a:lnTo>
                <a:lnTo>
                  <a:pt x="4384954" y="613410"/>
                </a:lnTo>
                <a:lnTo>
                  <a:pt x="4383837" y="613879"/>
                </a:lnTo>
                <a:lnTo>
                  <a:pt x="4381970" y="615746"/>
                </a:lnTo>
                <a:lnTo>
                  <a:pt x="4381512" y="616864"/>
                </a:lnTo>
                <a:lnTo>
                  <a:pt x="4381512" y="619493"/>
                </a:lnTo>
                <a:lnTo>
                  <a:pt x="4381970" y="620610"/>
                </a:lnTo>
                <a:lnTo>
                  <a:pt x="4383837" y="622477"/>
                </a:lnTo>
                <a:lnTo>
                  <a:pt x="4384954" y="622935"/>
                </a:lnTo>
                <a:lnTo>
                  <a:pt x="4387583" y="622935"/>
                </a:lnTo>
                <a:lnTo>
                  <a:pt x="4388701" y="622477"/>
                </a:lnTo>
                <a:lnTo>
                  <a:pt x="4390568" y="620610"/>
                </a:lnTo>
                <a:lnTo>
                  <a:pt x="4391025" y="619493"/>
                </a:lnTo>
                <a:lnTo>
                  <a:pt x="4391025" y="616864"/>
                </a:lnTo>
                <a:close/>
              </a:path>
              <a:path w="6486525" h="1236345">
                <a:moveTo>
                  <a:pt x="4391025" y="3454"/>
                </a:moveTo>
                <a:lnTo>
                  <a:pt x="4390568" y="2336"/>
                </a:lnTo>
                <a:lnTo>
                  <a:pt x="4388701" y="469"/>
                </a:lnTo>
                <a:lnTo>
                  <a:pt x="4387583" y="0"/>
                </a:lnTo>
                <a:lnTo>
                  <a:pt x="4384954" y="0"/>
                </a:lnTo>
                <a:lnTo>
                  <a:pt x="4383837" y="469"/>
                </a:lnTo>
                <a:lnTo>
                  <a:pt x="4381970" y="2336"/>
                </a:lnTo>
                <a:lnTo>
                  <a:pt x="4381512" y="3454"/>
                </a:lnTo>
                <a:lnTo>
                  <a:pt x="4381512" y="6083"/>
                </a:lnTo>
                <a:lnTo>
                  <a:pt x="4381970" y="7200"/>
                </a:lnTo>
                <a:lnTo>
                  <a:pt x="4383837" y="9067"/>
                </a:lnTo>
                <a:lnTo>
                  <a:pt x="4384954" y="9525"/>
                </a:lnTo>
                <a:lnTo>
                  <a:pt x="4387583" y="9525"/>
                </a:lnTo>
                <a:lnTo>
                  <a:pt x="4388701" y="9067"/>
                </a:lnTo>
                <a:lnTo>
                  <a:pt x="4390568" y="7200"/>
                </a:lnTo>
                <a:lnTo>
                  <a:pt x="4391025" y="6083"/>
                </a:lnTo>
                <a:lnTo>
                  <a:pt x="4391025" y="3454"/>
                </a:lnTo>
                <a:close/>
              </a:path>
              <a:path w="6486525" h="1236345">
                <a:moveTo>
                  <a:pt x="4438650" y="1230274"/>
                </a:moveTo>
                <a:lnTo>
                  <a:pt x="4438193" y="1229156"/>
                </a:lnTo>
                <a:lnTo>
                  <a:pt x="4436326" y="1227289"/>
                </a:lnTo>
                <a:lnTo>
                  <a:pt x="4435208" y="1226820"/>
                </a:lnTo>
                <a:lnTo>
                  <a:pt x="4432579" y="1226820"/>
                </a:lnTo>
                <a:lnTo>
                  <a:pt x="4431449" y="1227289"/>
                </a:lnTo>
                <a:lnTo>
                  <a:pt x="4429595" y="1229156"/>
                </a:lnTo>
                <a:lnTo>
                  <a:pt x="4429125" y="1230274"/>
                </a:lnTo>
                <a:lnTo>
                  <a:pt x="4429125" y="1232903"/>
                </a:lnTo>
                <a:lnTo>
                  <a:pt x="4429595" y="1234020"/>
                </a:lnTo>
                <a:lnTo>
                  <a:pt x="4431449" y="1235887"/>
                </a:lnTo>
                <a:lnTo>
                  <a:pt x="4432579" y="1236345"/>
                </a:lnTo>
                <a:lnTo>
                  <a:pt x="4435208" y="1236345"/>
                </a:lnTo>
                <a:lnTo>
                  <a:pt x="4436326" y="1235887"/>
                </a:lnTo>
                <a:lnTo>
                  <a:pt x="4438193" y="1234020"/>
                </a:lnTo>
                <a:lnTo>
                  <a:pt x="4438650" y="1232903"/>
                </a:lnTo>
                <a:lnTo>
                  <a:pt x="4438650" y="1230274"/>
                </a:lnTo>
                <a:close/>
              </a:path>
              <a:path w="6486525" h="1236345">
                <a:moveTo>
                  <a:pt x="4438650" y="616864"/>
                </a:moveTo>
                <a:lnTo>
                  <a:pt x="4438193" y="615746"/>
                </a:lnTo>
                <a:lnTo>
                  <a:pt x="4436326" y="613879"/>
                </a:lnTo>
                <a:lnTo>
                  <a:pt x="4435208" y="613410"/>
                </a:lnTo>
                <a:lnTo>
                  <a:pt x="4432579" y="613410"/>
                </a:lnTo>
                <a:lnTo>
                  <a:pt x="4431449" y="613879"/>
                </a:lnTo>
                <a:lnTo>
                  <a:pt x="4429595" y="615746"/>
                </a:lnTo>
                <a:lnTo>
                  <a:pt x="4429125" y="616864"/>
                </a:lnTo>
                <a:lnTo>
                  <a:pt x="4429125" y="619493"/>
                </a:lnTo>
                <a:lnTo>
                  <a:pt x="4429595" y="620610"/>
                </a:lnTo>
                <a:lnTo>
                  <a:pt x="4431449" y="622477"/>
                </a:lnTo>
                <a:lnTo>
                  <a:pt x="4432579" y="622935"/>
                </a:lnTo>
                <a:lnTo>
                  <a:pt x="4435208" y="622935"/>
                </a:lnTo>
                <a:lnTo>
                  <a:pt x="4436326" y="622477"/>
                </a:lnTo>
                <a:lnTo>
                  <a:pt x="4438193" y="620610"/>
                </a:lnTo>
                <a:lnTo>
                  <a:pt x="4438650" y="619493"/>
                </a:lnTo>
                <a:lnTo>
                  <a:pt x="4438650" y="616864"/>
                </a:lnTo>
                <a:close/>
              </a:path>
              <a:path w="6486525" h="1236345">
                <a:moveTo>
                  <a:pt x="4438650" y="3454"/>
                </a:moveTo>
                <a:lnTo>
                  <a:pt x="4438193" y="2336"/>
                </a:lnTo>
                <a:lnTo>
                  <a:pt x="4436326" y="469"/>
                </a:lnTo>
                <a:lnTo>
                  <a:pt x="4435208" y="0"/>
                </a:lnTo>
                <a:lnTo>
                  <a:pt x="4432579" y="0"/>
                </a:lnTo>
                <a:lnTo>
                  <a:pt x="4431449" y="469"/>
                </a:lnTo>
                <a:lnTo>
                  <a:pt x="4429595" y="2336"/>
                </a:lnTo>
                <a:lnTo>
                  <a:pt x="4429125" y="3454"/>
                </a:lnTo>
                <a:lnTo>
                  <a:pt x="4429125" y="6083"/>
                </a:lnTo>
                <a:lnTo>
                  <a:pt x="4429595" y="7200"/>
                </a:lnTo>
                <a:lnTo>
                  <a:pt x="4431449" y="9067"/>
                </a:lnTo>
                <a:lnTo>
                  <a:pt x="4432579" y="9525"/>
                </a:lnTo>
                <a:lnTo>
                  <a:pt x="4435208" y="9525"/>
                </a:lnTo>
                <a:lnTo>
                  <a:pt x="4436326" y="9067"/>
                </a:lnTo>
                <a:lnTo>
                  <a:pt x="4438193" y="7200"/>
                </a:lnTo>
                <a:lnTo>
                  <a:pt x="4438650" y="6083"/>
                </a:lnTo>
                <a:lnTo>
                  <a:pt x="4438650" y="3454"/>
                </a:lnTo>
                <a:close/>
              </a:path>
              <a:path w="6486525" h="1236345">
                <a:moveTo>
                  <a:pt x="4486275" y="1230274"/>
                </a:moveTo>
                <a:lnTo>
                  <a:pt x="4485818" y="1229156"/>
                </a:lnTo>
                <a:lnTo>
                  <a:pt x="4483951" y="1227289"/>
                </a:lnTo>
                <a:lnTo>
                  <a:pt x="4482833" y="1226820"/>
                </a:lnTo>
                <a:lnTo>
                  <a:pt x="4480204" y="1226820"/>
                </a:lnTo>
                <a:lnTo>
                  <a:pt x="4479087" y="1227289"/>
                </a:lnTo>
                <a:lnTo>
                  <a:pt x="4477220" y="1229156"/>
                </a:lnTo>
                <a:lnTo>
                  <a:pt x="4476750" y="1230274"/>
                </a:lnTo>
                <a:lnTo>
                  <a:pt x="4476750" y="1232903"/>
                </a:lnTo>
                <a:lnTo>
                  <a:pt x="4477220" y="1234020"/>
                </a:lnTo>
                <a:lnTo>
                  <a:pt x="4479087" y="1235887"/>
                </a:lnTo>
                <a:lnTo>
                  <a:pt x="4480204" y="1236345"/>
                </a:lnTo>
                <a:lnTo>
                  <a:pt x="4482833" y="1236345"/>
                </a:lnTo>
                <a:lnTo>
                  <a:pt x="4483951" y="1235887"/>
                </a:lnTo>
                <a:lnTo>
                  <a:pt x="4485818" y="1234020"/>
                </a:lnTo>
                <a:lnTo>
                  <a:pt x="4486275" y="1232903"/>
                </a:lnTo>
                <a:lnTo>
                  <a:pt x="4486275" y="1230274"/>
                </a:lnTo>
                <a:close/>
              </a:path>
              <a:path w="6486525" h="1236345">
                <a:moveTo>
                  <a:pt x="4486275" y="616864"/>
                </a:moveTo>
                <a:lnTo>
                  <a:pt x="4485818" y="615746"/>
                </a:lnTo>
                <a:lnTo>
                  <a:pt x="4483951" y="613879"/>
                </a:lnTo>
                <a:lnTo>
                  <a:pt x="4482833" y="613410"/>
                </a:lnTo>
                <a:lnTo>
                  <a:pt x="4480204" y="613410"/>
                </a:lnTo>
                <a:lnTo>
                  <a:pt x="4479087" y="613879"/>
                </a:lnTo>
                <a:lnTo>
                  <a:pt x="4477220" y="615746"/>
                </a:lnTo>
                <a:lnTo>
                  <a:pt x="4476750" y="616864"/>
                </a:lnTo>
                <a:lnTo>
                  <a:pt x="4476750" y="619493"/>
                </a:lnTo>
                <a:lnTo>
                  <a:pt x="4477220" y="620610"/>
                </a:lnTo>
                <a:lnTo>
                  <a:pt x="4479087" y="622477"/>
                </a:lnTo>
                <a:lnTo>
                  <a:pt x="4480204" y="622935"/>
                </a:lnTo>
                <a:lnTo>
                  <a:pt x="4482833" y="622935"/>
                </a:lnTo>
                <a:lnTo>
                  <a:pt x="4483951" y="622477"/>
                </a:lnTo>
                <a:lnTo>
                  <a:pt x="4485818" y="620610"/>
                </a:lnTo>
                <a:lnTo>
                  <a:pt x="4486275" y="619493"/>
                </a:lnTo>
                <a:lnTo>
                  <a:pt x="4486275" y="616864"/>
                </a:lnTo>
                <a:close/>
              </a:path>
              <a:path w="6486525" h="1236345">
                <a:moveTo>
                  <a:pt x="4486275" y="3454"/>
                </a:moveTo>
                <a:lnTo>
                  <a:pt x="4485818" y="2336"/>
                </a:lnTo>
                <a:lnTo>
                  <a:pt x="4483951" y="469"/>
                </a:lnTo>
                <a:lnTo>
                  <a:pt x="4482833" y="0"/>
                </a:lnTo>
                <a:lnTo>
                  <a:pt x="4480204" y="0"/>
                </a:lnTo>
                <a:lnTo>
                  <a:pt x="4479087" y="469"/>
                </a:lnTo>
                <a:lnTo>
                  <a:pt x="4477220" y="2336"/>
                </a:lnTo>
                <a:lnTo>
                  <a:pt x="4476750" y="3454"/>
                </a:lnTo>
                <a:lnTo>
                  <a:pt x="4476750" y="6083"/>
                </a:lnTo>
                <a:lnTo>
                  <a:pt x="4477220" y="7200"/>
                </a:lnTo>
                <a:lnTo>
                  <a:pt x="4479087" y="9067"/>
                </a:lnTo>
                <a:lnTo>
                  <a:pt x="4480204" y="9525"/>
                </a:lnTo>
                <a:lnTo>
                  <a:pt x="4482833" y="9525"/>
                </a:lnTo>
                <a:lnTo>
                  <a:pt x="4483951" y="9067"/>
                </a:lnTo>
                <a:lnTo>
                  <a:pt x="4485818" y="7200"/>
                </a:lnTo>
                <a:lnTo>
                  <a:pt x="4486275" y="6083"/>
                </a:lnTo>
                <a:lnTo>
                  <a:pt x="4486275" y="3454"/>
                </a:lnTo>
                <a:close/>
              </a:path>
              <a:path w="6486525" h="1236345">
                <a:moveTo>
                  <a:pt x="4533900" y="1230274"/>
                </a:moveTo>
                <a:lnTo>
                  <a:pt x="4533443" y="1229156"/>
                </a:lnTo>
                <a:lnTo>
                  <a:pt x="4531576" y="1227289"/>
                </a:lnTo>
                <a:lnTo>
                  <a:pt x="4530458" y="1226820"/>
                </a:lnTo>
                <a:lnTo>
                  <a:pt x="4527829" y="1226820"/>
                </a:lnTo>
                <a:lnTo>
                  <a:pt x="4526712" y="1227289"/>
                </a:lnTo>
                <a:lnTo>
                  <a:pt x="4524845" y="1229156"/>
                </a:lnTo>
                <a:lnTo>
                  <a:pt x="4524375" y="1230274"/>
                </a:lnTo>
                <a:lnTo>
                  <a:pt x="4524375" y="1232903"/>
                </a:lnTo>
                <a:lnTo>
                  <a:pt x="4524845" y="1234020"/>
                </a:lnTo>
                <a:lnTo>
                  <a:pt x="4526712" y="1235887"/>
                </a:lnTo>
                <a:lnTo>
                  <a:pt x="4527829" y="1236345"/>
                </a:lnTo>
                <a:lnTo>
                  <a:pt x="4530458" y="1236345"/>
                </a:lnTo>
                <a:lnTo>
                  <a:pt x="4531576" y="1235887"/>
                </a:lnTo>
                <a:lnTo>
                  <a:pt x="4533443" y="1234020"/>
                </a:lnTo>
                <a:lnTo>
                  <a:pt x="4533900" y="1232903"/>
                </a:lnTo>
                <a:lnTo>
                  <a:pt x="4533900" y="1230274"/>
                </a:lnTo>
                <a:close/>
              </a:path>
              <a:path w="6486525" h="1236345">
                <a:moveTo>
                  <a:pt x="4533900" y="616864"/>
                </a:moveTo>
                <a:lnTo>
                  <a:pt x="4533443" y="615746"/>
                </a:lnTo>
                <a:lnTo>
                  <a:pt x="4531576" y="613879"/>
                </a:lnTo>
                <a:lnTo>
                  <a:pt x="4530458" y="613410"/>
                </a:lnTo>
                <a:lnTo>
                  <a:pt x="4527829" y="613410"/>
                </a:lnTo>
                <a:lnTo>
                  <a:pt x="4526712" y="613879"/>
                </a:lnTo>
                <a:lnTo>
                  <a:pt x="4524845" y="615746"/>
                </a:lnTo>
                <a:lnTo>
                  <a:pt x="4524375" y="616864"/>
                </a:lnTo>
                <a:lnTo>
                  <a:pt x="4524375" y="619493"/>
                </a:lnTo>
                <a:lnTo>
                  <a:pt x="4524845" y="620610"/>
                </a:lnTo>
                <a:lnTo>
                  <a:pt x="4526712" y="622477"/>
                </a:lnTo>
                <a:lnTo>
                  <a:pt x="4527829" y="622935"/>
                </a:lnTo>
                <a:lnTo>
                  <a:pt x="4530458" y="622935"/>
                </a:lnTo>
                <a:lnTo>
                  <a:pt x="4531576" y="622477"/>
                </a:lnTo>
                <a:lnTo>
                  <a:pt x="4533443" y="620610"/>
                </a:lnTo>
                <a:lnTo>
                  <a:pt x="4533900" y="619493"/>
                </a:lnTo>
                <a:lnTo>
                  <a:pt x="4533900" y="616864"/>
                </a:lnTo>
                <a:close/>
              </a:path>
              <a:path w="6486525" h="1236345">
                <a:moveTo>
                  <a:pt x="4533900" y="3454"/>
                </a:moveTo>
                <a:lnTo>
                  <a:pt x="4533443" y="2336"/>
                </a:lnTo>
                <a:lnTo>
                  <a:pt x="4531576" y="469"/>
                </a:lnTo>
                <a:lnTo>
                  <a:pt x="4530458" y="0"/>
                </a:lnTo>
                <a:lnTo>
                  <a:pt x="4527829" y="0"/>
                </a:lnTo>
                <a:lnTo>
                  <a:pt x="4526712" y="469"/>
                </a:lnTo>
                <a:lnTo>
                  <a:pt x="4524845" y="2336"/>
                </a:lnTo>
                <a:lnTo>
                  <a:pt x="4524375" y="3454"/>
                </a:lnTo>
                <a:lnTo>
                  <a:pt x="4524375" y="6083"/>
                </a:lnTo>
                <a:lnTo>
                  <a:pt x="4524845" y="7200"/>
                </a:lnTo>
                <a:lnTo>
                  <a:pt x="4526712" y="9067"/>
                </a:lnTo>
                <a:lnTo>
                  <a:pt x="4527829" y="9525"/>
                </a:lnTo>
                <a:lnTo>
                  <a:pt x="4530458" y="9525"/>
                </a:lnTo>
                <a:lnTo>
                  <a:pt x="4531576" y="9067"/>
                </a:lnTo>
                <a:lnTo>
                  <a:pt x="4533443" y="7200"/>
                </a:lnTo>
                <a:lnTo>
                  <a:pt x="4533900" y="6083"/>
                </a:lnTo>
                <a:lnTo>
                  <a:pt x="4533900" y="3454"/>
                </a:lnTo>
                <a:close/>
              </a:path>
              <a:path w="6486525" h="1236345">
                <a:moveTo>
                  <a:pt x="4581525" y="1230274"/>
                </a:moveTo>
                <a:lnTo>
                  <a:pt x="4581068" y="1229156"/>
                </a:lnTo>
                <a:lnTo>
                  <a:pt x="4579201" y="1227289"/>
                </a:lnTo>
                <a:lnTo>
                  <a:pt x="4578083" y="1226820"/>
                </a:lnTo>
                <a:lnTo>
                  <a:pt x="4575454" y="1226820"/>
                </a:lnTo>
                <a:lnTo>
                  <a:pt x="4574324" y="1227289"/>
                </a:lnTo>
                <a:lnTo>
                  <a:pt x="4572470" y="1229156"/>
                </a:lnTo>
                <a:lnTo>
                  <a:pt x="4572000" y="1230274"/>
                </a:lnTo>
                <a:lnTo>
                  <a:pt x="4572000" y="1232903"/>
                </a:lnTo>
                <a:lnTo>
                  <a:pt x="4572470" y="1234020"/>
                </a:lnTo>
                <a:lnTo>
                  <a:pt x="4574324" y="1235887"/>
                </a:lnTo>
                <a:lnTo>
                  <a:pt x="4575454" y="1236345"/>
                </a:lnTo>
                <a:lnTo>
                  <a:pt x="4578083" y="1236345"/>
                </a:lnTo>
                <a:lnTo>
                  <a:pt x="4579201" y="1235887"/>
                </a:lnTo>
                <a:lnTo>
                  <a:pt x="4581068" y="1234020"/>
                </a:lnTo>
                <a:lnTo>
                  <a:pt x="4581525" y="1232903"/>
                </a:lnTo>
                <a:lnTo>
                  <a:pt x="4581525" y="1230274"/>
                </a:lnTo>
                <a:close/>
              </a:path>
              <a:path w="6486525" h="1236345">
                <a:moveTo>
                  <a:pt x="4581525" y="616864"/>
                </a:moveTo>
                <a:lnTo>
                  <a:pt x="4581068" y="615746"/>
                </a:lnTo>
                <a:lnTo>
                  <a:pt x="4579201" y="613879"/>
                </a:lnTo>
                <a:lnTo>
                  <a:pt x="4578083" y="613410"/>
                </a:lnTo>
                <a:lnTo>
                  <a:pt x="4575454" y="613410"/>
                </a:lnTo>
                <a:lnTo>
                  <a:pt x="4574324" y="613879"/>
                </a:lnTo>
                <a:lnTo>
                  <a:pt x="4572470" y="615746"/>
                </a:lnTo>
                <a:lnTo>
                  <a:pt x="4572000" y="616864"/>
                </a:lnTo>
                <a:lnTo>
                  <a:pt x="4572000" y="619493"/>
                </a:lnTo>
                <a:lnTo>
                  <a:pt x="4572470" y="620610"/>
                </a:lnTo>
                <a:lnTo>
                  <a:pt x="4574324" y="622477"/>
                </a:lnTo>
                <a:lnTo>
                  <a:pt x="4575454" y="622935"/>
                </a:lnTo>
                <a:lnTo>
                  <a:pt x="4578083" y="622935"/>
                </a:lnTo>
                <a:lnTo>
                  <a:pt x="4579201" y="622477"/>
                </a:lnTo>
                <a:lnTo>
                  <a:pt x="4581068" y="620610"/>
                </a:lnTo>
                <a:lnTo>
                  <a:pt x="4581525" y="619493"/>
                </a:lnTo>
                <a:lnTo>
                  <a:pt x="4581525" y="616864"/>
                </a:lnTo>
                <a:close/>
              </a:path>
              <a:path w="6486525" h="1236345">
                <a:moveTo>
                  <a:pt x="4581525" y="3454"/>
                </a:moveTo>
                <a:lnTo>
                  <a:pt x="4581068" y="2336"/>
                </a:lnTo>
                <a:lnTo>
                  <a:pt x="4579201" y="469"/>
                </a:lnTo>
                <a:lnTo>
                  <a:pt x="4578083" y="0"/>
                </a:lnTo>
                <a:lnTo>
                  <a:pt x="4575454" y="0"/>
                </a:lnTo>
                <a:lnTo>
                  <a:pt x="4574324" y="469"/>
                </a:lnTo>
                <a:lnTo>
                  <a:pt x="4572470" y="2336"/>
                </a:lnTo>
                <a:lnTo>
                  <a:pt x="4572000" y="3454"/>
                </a:lnTo>
                <a:lnTo>
                  <a:pt x="4572000" y="6083"/>
                </a:lnTo>
                <a:lnTo>
                  <a:pt x="4572470" y="7200"/>
                </a:lnTo>
                <a:lnTo>
                  <a:pt x="4574324" y="9067"/>
                </a:lnTo>
                <a:lnTo>
                  <a:pt x="4575454" y="9525"/>
                </a:lnTo>
                <a:lnTo>
                  <a:pt x="4578083" y="9525"/>
                </a:lnTo>
                <a:lnTo>
                  <a:pt x="4579201" y="9067"/>
                </a:lnTo>
                <a:lnTo>
                  <a:pt x="4581068" y="7200"/>
                </a:lnTo>
                <a:lnTo>
                  <a:pt x="4581525" y="6083"/>
                </a:lnTo>
                <a:lnTo>
                  <a:pt x="4581525" y="3454"/>
                </a:lnTo>
                <a:close/>
              </a:path>
              <a:path w="6486525" h="1236345">
                <a:moveTo>
                  <a:pt x="4629150" y="1230274"/>
                </a:moveTo>
                <a:lnTo>
                  <a:pt x="4628693" y="1229156"/>
                </a:lnTo>
                <a:lnTo>
                  <a:pt x="4626826" y="1227289"/>
                </a:lnTo>
                <a:lnTo>
                  <a:pt x="4625708" y="1226820"/>
                </a:lnTo>
                <a:lnTo>
                  <a:pt x="4623079" y="1226820"/>
                </a:lnTo>
                <a:lnTo>
                  <a:pt x="4621962" y="1227289"/>
                </a:lnTo>
                <a:lnTo>
                  <a:pt x="4620095" y="1229156"/>
                </a:lnTo>
                <a:lnTo>
                  <a:pt x="4619625" y="1230274"/>
                </a:lnTo>
                <a:lnTo>
                  <a:pt x="4619625" y="1232903"/>
                </a:lnTo>
                <a:lnTo>
                  <a:pt x="4620095" y="1234020"/>
                </a:lnTo>
                <a:lnTo>
                  <a:pt x="4621962" y="1235887"/>
                </a:lnTo>
                <a:lnTo>
                  <a:pt x="4623079" y="1236345"/>
                </a:lnTo>
                <a:lnTo>
                  <a:pt x="4625708" y="1236345"/>
                </a:lnTo>
                <a:lnTo>
                  <a:pt x="4626826" y="1235887"/>
                </a:lnTo>
                <a:lnTo>
                  <a:pt x="4628693" y="1234020"/>
                </a:lnTo>
                <a:lnTo>
                  <a:pt x="4629150" y="1232903"/>
                </a:lnTo>
                <a:lnTo>
                  <a:pt x="4629150" y="1230274"/>
                </a:lnTo>
                <a:close/>
              </a:path>
              <a:path w="6486525" h="1236345">
                <a:moveTo>
                  <a:pt x="4629150" y="616864"/>
                </a:moveTo>
                <a:lnTo>
                  <a:pt x="4628693" y="615746"/>
                </a:lnTo>
                <a:lnTo>
                  <a:pt x="4626826" y="613879"/>
                </a:lnTo>
                <a:lnTo>
                  <a:pt x="4625708" y="613410"/>
                </a:lnTo>
                <a:lnTo>
                  <a:pt x="4623079" y="613410"/>
                </a:lnTo>
                <a:lnTo>
                  <a:pt x="4621962" y="613879"/>
                </a:lnTo>
                <a:lnTo>
                  <a:pt x="4620095" y="615746"/>
                </a:lnTo>
                <a:lnTo>
                  <a:pt x="4619625" y="616864"/>
                </a:lnTo>
                <a:lnTo>
                  <a:pt x="4619625" y="619493"/>
                </a:lnTo>
                <a:lnTo>
                  <a:pt x="4620095" y="620610"/>
                </a:lnTo>
                <a:lnTo>
                  <a:pt x="4621962" y="622477"/>
                </a:lnTo>
                <a:lnTo>
                  <a:pt x="4623079" y="622935"/>
                </a:lnTo>
                <a:lnTo>
                  <a:pt x="4625708" y="622935"/>
                </a:lnTo>
                <a:lnTo>
                  <a:pt x="4626826" y="622477"/>
                </a:lnTo>
                <a:lnTo>
                  <a:pt x="4628693" y="620610"/>
                </a:lnTo>
                <a:lnTo>
                  <a:pt x="4629150" y="619493"/>
                </a:lnTo>
                <a:lnTo>
                  <a:pt x="4629150" y="616864"/>
                </a:lnTo>
                <a:close/>
              </a:path>
              <a:path w="6486525" h="1236345">
                <a:moveTo>
                  <a:pt x="4629150" y="3454"/>
                </a:moveTo>
                <a:lnTo>
                  <a:pt x="4628693" y="2336"/>
                </a:lnTo>
                <a:lnTo>
                  <a:pt x="4626826" y="469"/>
                </a:lnTo>
                <a:lnTo>
                  <a:pt x="4625708" y="0"/>
                </a:lnTo>
                <a:lnTo>
                  <a:pt x="4623079" y="0"/>
                </a:lnTo>
                <a:lnTo>
                  <a:pt x="4621962" y="469"/>
                </a:lnTo>
                <a:lnTo>
                  <a:pt x="4620095" y="2336"/>
                </a:lnTo>
                <a:lnTo>
                  <a:pt x="4619625" y="3454"/>
                </a:lnTo>
                <a:lnTo>
                  <a:pt x="4619625" y="6083"/>
                </a:lnTo>
                <a:lnTo>
                  <a:pt x="4620095" y="7200"/>
                </a:lnTo>
                <a:lnTo>
                  <a:pt x="4621962" y="9067"/>
                </a:lnTo>
                <a:lnTo>
                  <a:pt x="4623079" y="9525"/>
                </a:lnTo>
                <a:lnTo>
                  <a:pt x="4625708" y="9525"/>
                </a:lnTo>
                <a:lnTo>
                  <a:pt x="4626826" y="9067"/>
                </a:lnTo>
                <a:lnTo>
                  <a:pt x="4628693" y="7200"/>
                </a:lnTo>
                <a:lnTo>
                  <a:pt x="4629150" y="6083"/>
                </a:lnTo>
                <a:lnTo>
                  <a:pt x="4629150" y="3454"/>
                </a:lnTo>
                <a:close/>
              </a:path>
              <a:path w="6486525" h="1236345">
                <a:moveTo>
                  <a:pt x="4676775" y="1230274"/>
                </a:moveTo>
                <a:lnTo>
                  <a:pt x="4676318" y="1229156"/>
                </a:lnTo>
                <a:lnTo>
                  <a:pt x="4674451" y="1227289"/>
                </a:lnTo>
                <a:lnTo>
                  <a:pt x="4673333" y="1226820"/>
                </a:lnTo>
                <a:lnTo>
                  <a:pt x="4670704" y="1226820"/>
                </a:lnTo>
                <a:lnTo>
                  <a:pt x="4669587" y="1227289"/>
                </a:lnTo>
                <a:lnTo>
                  <a:pt x="4667720" y="1229156"/>
                </a:lnTo>
                <a:lnTo>
                  <a:pt x="4667250" y="1230274"/>
                </a:lnTo>
                <a:lnTo>
                  <a:pt x="4667250" y="1232903"/>
                </a:lnTo>
                <a:lnTo>
                  <a:pt x="4667720" y="1234020"/>
                </a:lnTo>
                <a:lnTo>
                  <a:pt x="4669587" y="1235887"/>
                </a:lnTo>
                <a:lnTo>
                  <a:pt x="4670704" y="1236345"/>
                </a:lnTo>
                <a:lnTo>
                  <a:pt x="4673333" y="1236345"/>
                </a:lnTo>
                <a:lnTo>
                  <a:pt x="4674451" y="1235887"/>
                </a:lnTo>
                <a:lnTo>
                  <a:pt x="4676318" y="1234020"/>
                </a:lnTo>
                <a:lnTo>
                  <a:pt x="4676775" y="1232903"/>
                </a:lnTo>
                <a:lnTo>
                  <a:pt x="4676775" y="1230274"/>
                </a:lnTo>
                <a:close/>
              </a:path>
              <a:path w="6486525" h="1236345">
                <a:moveTo>
                  <a:pt x="4676775" y="616864"/>
                </a:moveTo>
                <a:lnTo>
                  <a:pt x="4676318" y="615746"/>
                </a:lnTo>
                <a:lnTo>
                  <a:pt x="4674451" y="613879"/>
                </a:lnTo>
                <a:lnTo>
                  <a:pt x="4673333" y="613410"/>
                </a:lnTo>
                <a:lnTo>
                  <a:pt x="4670704" y="613410"/>
                </a:lnTo>
                <a:lnTo>
                  <a:pt x="4669587" y="613879"/>
                </a:lnTo>
                <a:lnTo>
                  <a:pt x="4667720" y="615746"/>
                </a:lnTo>
                <a:lnTo>
                  <a:pt x="4667250" y="616864"/>
                </a:lnTo>
                <a:lnTo>
                  <a:pt x="4667250" y="619493"/>
                </a:lnTo>
                <a:lnTo>
                  <a:pt x="4667720" y="620610"/>
                </a:lnTo>
                <a:lnTo>
                  <a:pt x="4669587" y="622477"/>
                </a:lnTo>
                <a:lnTo>
                  <a:pt x="4670704" y="622935"/>
                </a:lnTo>
                <a:lnTo>
                  <a:pt x="4673333" y="622935"/>
                </a:lnTo>
                <a:lnTo>
                  <a:pt x="4674451" y="622477"/>
                </a:lnTo>
                <a:lnTo>
                  <a:pt x="4676318" y="620610"/>
                </a:lnTo>
                <a:lnTo>
                  <a:pt x="4676775" y="619493"/>
                </a:lnTo>
                <a:lnTo>
                  <a:pt x="4676775" y="616864"/>
                </a:lnTo>
                <a:close/>
              </a:path>
              <a:path w="6486525" h="1236345">
                <a:moveTo>
                  <a:pt x="4676775" y="3454"/>
                </a:moveTo>
                <a:lnTo>
                  <a:pt x="4676318" y="2336"/>
                </a:lnTo>
                <a:lnTo>
                  <a:pt x="4674451" y="469"/>
                </a:lnTo>
                <a:lnTo>
                  <a:pt x="4673333" y="0"/>
                </a:lnTo>
                <a:lnTo>
                  <a:pt x="4670704" y="0"/>
                </a:lnTo>
                <a:lnTo>
                  <a:pt x="4669587" y="469"/>
                </a:lnTo>
                <a:lnTo>
                  <a:pt x="4667720" y="2336"/>
                </a:lnTo>
                <a:lnTo>
                  <a:pt x="4667250" y="3454"/>
                </a:lnTo>
                <a:lnTo>
                  <a:pt x="4667250" y="6083"/>
                </a:lnTo>
                <a:lnTo>
                  <a:pt x="4667720" y="7200"/>
                </a:lnTo>
                <a:lnTo>
                  <a:pt x="4669587" y="9067"/>
                </a:lnTo>
                <a:lnTo>
                  <a:pt x="4670704" y="9525"/>
                </a:lnTo>
                <a:lnTo>
                  <a:pt x="4673333" y="9525"/>
                </a:lnTo>
                <a:lnTo>
                  <a:pt x="4674451" y="9067"/>
                </a:lnTo>
                <a:lnTo>
                  <a:pt x="4676318" y="7200"/>
                </a:lnTo>
                <a:lnTo>
                  <a:pt x="4676775" y="6083"/>
                </a:lnTo>
                <a:lnTo>
                  <a:pt x="4676775" y="3454"/>
                </a:lnTo>
                <a:close/>
              </a:path>
              <a:path w="6486525" h="1236345">
                <a:moveTo>
                  <a:pt x="4724400" y="1230274"/>
                </a:moveTo>
                <a:lnTo>
                  <a:pt x="4723943" y="1229156"/>
                </a:lnTo>
                <a:lnTo>
                  <a:pt x="4722076" y="1227289"/>
                </a:lnTo>
                <a:lnTo>
                  <a:pt x="4720958" y="1226820"/>
                </a:lnTo>
                <a:lnTo>
                  <a:pt x="4718329" y="1226820"/>
                </a:lnTo>
                <a:lnTo>
                  <a:pt x="4717212" y="1227289"/>
                </a:lnTo>
                <a:lnTo>
                  <a:pt x="4715345" y="1229156"/>
                </a:lnTo>
                <a:lnTo>
                  <a:pt x="4714875" y="1230274"/>
                </a:lnTo>
                <a:lnTo>
                  <a:pt x="4714875" y="1232903"/>
                </a:lnTo>
                <a:lnTo>
                  <a:pt x="4715345" y="1234020"/>
                </a:lnTo>
                <a:lnTo>
                  <a:pt x="4717212" y="1235887"/>
                </a:lnTo>
                <a:lnTo>
                  <a:pt x="4718329" y="1236345"/>
                </a:lnTo>
                <a:lnTo>
                  <a:pt x="4720958" y="1236345"/>
                </a:lnTo>
                <a:lnTo>
                  <a:pt x="4722076" y="1235887"/>
                </a:lnTo>
                <a:lnTo>
                  <a:pt x="4723943" y="1234020"/>
                </a:lnTo>
                <a:lnTo>
                  <a:pt x="4724400" y="1232903"/>
                </a:lnTo>
                <a:lnTo>
                  <a:pt x="4724400" y="1230274"/>
                </a:lnTo>
                <a:close/>
              </a:path>
              <a:path w="6486525" h="1236345">
                <a:moveTo>
                  <a:pt x="4724400" y="616864"/>
                </a:moveTo>
                <a:lnTo>
                  <a:pt x="4723943" y="615746"/>
                </a:lnTo>
                <a:lnTo>
                  <a:pt x="4722076" y="613879"/>
                </a:lnTo>
                <a:lnTo>
                  <a:pt x="4720958" y="613410"/>
                </a:lnTo>
                <a:lnTo>
                  <a:pt x="4718329" y="613410"/>
                </a:lnTo>
                <a:lnTo>
                  <a:pt x="4717212" y="613879"/>
                </a:lnTo>
                <a:lnTo>
                  <a:pt x="4715345" y="615746"/>
                </a:lnTo>
                <a:lnTo>
                  <a:pt x="4714875" y="616864"/>
                </a:lnTo>
                <a:lnTo>
                  <a:pt x="4714875" y="619493"/>
                </a:lnTo>
                <a:lnTo>
                  <a:pt x="4715345" y="620610"/>
                </a:lnTo>
                <a:lnTo>
                  <a:pt x="4717212" y="622477"/>
                </a:lnTo>
                <a:lnTo>
                  <a:pt x="4718329" y="622935"/>
                </a:lnTo>
                <a:lnTo>
                  <a:pt x="4720958" y="622935"/>
                </a:lnTo>
                <a:lnTo>
                  <a:pt x="4722076" y="622477"/>
                </a:lnTo>
                <a:lnTo>
                  <a:pt x="4723943" y="620610"/>
                </a:lnTo>
                <a:lnTo>
                  <a:pt x="4724400" y="619493"/>
                </a:lnTo>
                <a:lnTo>
                  <a:pt x="4724400" y="616864"/>
                </a:lnTo>
                <a:close/>
              </a:path>
              <a:path w="6486525" h="1236345">
                <a:moveTo>
                  <a:pt x="4724400" y="3454"/>
                </a:moveTo>
                <a:lnTo>
                  <a:pt x="4723943" y="2336"/>
                </a:lnTo>
                <a:lnTo>
                  <a:pt x="4722076" y="469"/>
                </a:lnTo>
                <a:lnTo>
                  <a:pt x="4720958" y="0"/>
                </a:lnTo>
                <a:lnTo>
                  <a:pt x="4718329" y="0"/>
                </a:lnTo>
                <a:lnTo>
                  <a:pt x="4717212" y="469"/>
                </a:lnTo>
                <a:lnTo>
                  <a:pt x="4715345" y="2336"/>
                </a:lnTo>
                <a:lnTo>
                  <a:pt x="4714875" y="3454"/>
                </a:lnTo>
                <a:lnTo>
                  <a:pt x="4714875" y="6083"/>
                </a:lnTo>
                <a:lnTo>
                  <a:pt x="4715345" y="7200"/>
                </a:lnTo>
                <a:lnTo>
                  <a:pt x="4717212" y="9067"/>
                </a:lnTo>
                <a:lnTo>
                  <a:pt x="4718329" y="9525"/>
                </a:lnTo>
                <a:lnTo>
                  <a:pt x="4720958" y="9525"/>
                </a:lnTo>
                <a:lnTo>
                  <a:pt x="4722076" y="9067"/>
                </a:lnTo>
                <a:lnTo>
                  <a:pt x="4723943" y="7200"/>
                </a:lnTo>
                <a:lnTo>
                  <a:pt x="4724400" y="6083"/>
                </a:lnTo>
                <a:lnTo>
                  <a:pt x="4724400" y="3454"/>
                </a:lnTo>
                <a:close/>
              </a:path>
              <a:path w="6486525" h="1236345">
                <a:moveTo>
                  <a:pt x="4772025" y="1230274"/>
                </a:moveTo>
                <a:lnTo>
                  <a:pt x="4771568" y="1229156"/>
                </a:lnTo>
                <a:lnTo>
                  <a:pt x="4769701" y="1227289"/>
                </a:lnTo>
                <a:lnTo>
                  <a:pt x="4768583" y="1226820"/>
                </a:lnTo>
                <a:lnTo>
                  <a:pt x="4765954" y="1226820"/>
                </a:lnTo>
                <a:lnTo>
                  <a:pt x="4764824" y="1227289"/>
                </a:lnTo>
                <a:lnTo>
                  <a:pt x="4762970" y="1229156"/>
                </a:lnTo>
                <a:lnTo>
                  <a:pt x="4762500" y="1230274"/>
                </a:lnTo>
                <a:lnTo>
                  <a:pt x="4762500" y="1232903"/>
                </a:lnTo>
                <a:lnTo>
                  <a:pt x="4762970" y="1234020"/>
                </a:lnTo>
                <a:lnTo>
                  <a:pt x="4764824" y="1235887"/>
                </a:lnTo>
                <a:lnTo>
                  <a:pt x="4765954" y="1236345"/>
                </a:lnTo>
                <a:lnTo>
                  <a:pt x="4768583" y="1236345"/>
                </a:lnTo>
                <a:lnTo>
                  <a:pt x="4769701" y="1235887"/>
                </a:lnTo>
                <a:lnTo>
                  <a:pt x="4771568" y="1234020"/>
                </a:lnTo>
                <a:lnTo>
                  <a:pt x="4772025" y="1232903"/>
                </a:lnTo>
                <a:lnTo>
                  <a:pt x="4772025" y="1230274"/>
                </a:lnTo>
                <a:close/>
              </a:path>
              <a:path w="6486525" h="1236345">
                <a:moveTo>
                  <a:pt x="4772025" y="616864"/>
                </a:moveTo>
                <a:lnTo>
                  <a:pt x="4771568" y="615746"/>
                </a:lnTo>
                <a:lnTo>
                  <a:pt x="4769701" y="613879"/>
                </a:lnTo>
                <a:lnTo>
                  <a:pt x="4768583" y="613410"/>
                </a:lnTo>
                <a:lnTo>
                  <a:pt x="4765954" y="613410"/>
                </a:lnTo>
                <a:lnTo>
                  <a:pt x="4764824" y="613879"/>
                </a:lnTo>
                <a:lnTo>
                  <a:pt x="4762970" y="615746"/>
                </a:lnTo>
                <a:lnTo>
                  <a:pt x="4762500" y="616864"/>
                </a:lnTo>
                <a:lnTo>
                  <a:pt x="4762500" y="619493"/>
                </a:lnTo>
                <a:lnTo>
                  <a:pt x="4762970" y="620610"/>
                </a:lnTo>
                <a:lnTo>
                  <a:pt x="4764824" y="622477"/>
                </a:lnTo>
                <a:lnTo>
                  <a:pt x="4765954" y="622935"/>
                </a:lnTo>
                <a:lnTo>
                  <a:pt x="4768583" y="622935"/>
                </a:lnTo>
                <a:lnTo>
                  <a:pt x="4769701" y="622477"/>
                </a:lnTo>
                <a:lnTo>
                  <a:pt x="4771568" y="620610"/>
                </a:lnTo>
                <a:lnTo>
                  <a:pt x="4772025" y="619493"/>
                </a:lnTo>
                <a:lnTo>
                  <a:pt x="4772025" y="616864"/>
                </a:lnTo>
                <a:close/>
              </a:path>
              <a:path w="6486525" h="1236345">
                <a:moveTo>
                  <a:pt x="4772025" y="3454"/>
                </a:moveTo>
                <a:lnTo>
                  <a:pt x="4771568" y="2336"/>
                </a:lnTo>
                <a:lnTo>
                  <a:pt x="4769701" y="469"/>
                </a:lnTo>
                <a:lnTo>
                  <a:pt x="4768583" y="0"/>
                </a:lnTo>
                <a:lnTo>
                  <a:pt x="4765954" y="0"/>
                </a:lnTo>
                <a:lnTo>
                  <a:pt x="4764824" y="469"/>
                </a:lnTo>
                <a:lnTo>
                  <a:pt x="4762970" y="2336"/>
                </a:lnTo>
                <a:lnTo>
                  <a:pt x="4762500" y="3454"/>
                </a:lnTo>
                <a:lnTo>
                  <a:pt x="4762500" y="6083"/>
                </a:lnTo>
                <a:lnTo>
                  <a:pt x="4762970" y="7200"/>
                </a:lnTo>
                <a:lnTo>
                  <a:pt x="4764824" y="9067"/>
                </a:lnTo>
                <a:lnTo>
                  <a:pt x="4765954" y="9525"/>
                </a:lnTo>
                <a:lnTo>
                  <a:pt x="4768583" y="9525"/>
                </a:lnTo>
                <a:lnTo>
                  <a:pt x="4769701" y="9067"/>
                </a:lnTo>
                <a:lnTo>
                  <a:pt x="4771568" y="7200"/>
                </a:lnTo>
                <a:lnTo>
                  <a:pt x="4772025" y="6083"/>
                </a:lnTo>
                <a:lnTo>
                  <a:pt x="4772025" y="3454"/>
                </a:lnTo>
                <a:close/>
              </a:path>
              <a:path w="6486525" h="1236345">
                <a:moveTo>
                  <a:pt x="4819650" y="1230274"/>
                </a:moveTo>
                <a:lnTo>
                  <a:pt x="4819193" y="1229156"/>
                </a:lnTo>
                <a:lnTo>
                  <a:pt x="4817326" y="1227289"/>
                </a:lnTo>
                <a:lnTo>
                  <a:pt x="4816208" y="1226820"/>
                </a:lnTo>
                <a:lnTo>
                  <a:pt x="4813579" y="1226820"/>
                </a:lnTo>
                <a:lnTo>
                  <a:pt x="4812449" y="1227289"/>
                </a:lnTo>
                <a:lnTo>
                  <a:pt x="4810595" y="1229156"/>
                </a:lnTo>
                <a:lnTo>
                  <a:pt x="4810125" y="1230274"/>
                </a:lnTo>
                <a:lnTo>
                  <a:pt x="4810125" y="1232903"/>
                </a:lnTo>
                <a:lnTo>
                  <a:pt x="4810595" y="1234020"/>
                </a:lnTo>
                <a:lnTo>
                  <a:pt x="4812449" y="1235887"/>
                </a:lnTo>
                <a:lnTo>
                  <a:pt x="4813579" y="1236345"/>
                </a:lnTo>
                <a:lnTo>
                  <a:pt x="4816208" y="1236345"/>
                </a:lnTo>
                <a:lnTo>
                  <a:pt x="4817326" y="1235887"/>
                </a:lnTo>
                <a:lnTo>
                  <a:pt x="4819193" y="1234020"/>
                </a:lnTo>
                <a:lnTo>
                  <a:pt x="4819650" y="1232903"/>
                </a:lnTo>
                <a:lnTo>
                  <a:pt x="4819650" y="1230274"/>
                </a:lnTo>
                <a:close/>
              </a:path>
              <a:path w="6486525" h="1236345">
                <a:moveTo>
                  <a:pt x="4819650" y="616864"/>
                </a:moveTo>
                <a:lnTo>
                  <a:pt x="4819193" y="615746"/>
                </a:lnTo>
                <a:lnTo>
                  <a:pt x="4817326" y="613879"/>
                </a:lnTo>
                <a:lnTo>
                  <a:pt x="4816208" y="613410"/>
                </a:lnTo>
                <a:lnTo>
                  <a:pt x="4813579" y="613410"/>
                </a:lnTo>
                <a:lnTo>
                  <a:pt x="4812449" y="613879"/>
                </a:lnTo>
                <a:lnTo>
                  <a:pt x="4810595" y="615746"/>
                </a:lnTo>
                <a:lnTo>
                  <a:pt x="4810125" y="616864"/>
                </a:lnTo>
                <a:lnTo>
                  <a:pt x="4810125" y="619493"/>
                </a:lnTo>
                <a:lnTo>
                  <a:pt x="4810595" y="620610"/>
                </a:lnTo>
                <a:lnTo>
                  <a:pt x="4812449" y="622477"/>
                </a:lnTo>
                <a:lnTo>
                  <a:pt x="4813579" y="622935"/>
                </a:lnTo>
                <a:lnTo>
                  <a:pt x="4816208" y="622935"/>
                </a:lnTo>
                <a:lnTo>
                  <a:pt x="4817326" y="622477"/>
                </a:lnTo>
                <a:lnTo>
                  <a:pt x="4819193" y="620610"/>
                </a:lnTo>
                <a:lnTo>
                  <a:pt x="4819650" y="619493"/>
                </a:lnTo>
                <a:lnTo>
                  <a:pt x="4819650" y="616864"/>
                </a:lnTo>
                <a:close/>
              </a:path>
              <a:path w="6486525" h="1236345">
                <a:moveTo>
                  <a:pt x="4819650" y="3454"/>
                </a:moveTo>
                <a:lnTo>
                  <a:pt x="4819193" y="2336"/>
                </a:lnTo>
                <a:lnTo>
                  <a:pt x="4817326" y="469"/>
                </a:lnTo>
                <a:lnTo>
                  <a:pt x="4816208" y="0"/>
                </a:lnTo>
                <a:lnTo>
                  <a:pt x="4813579" y="0"/>
                </a:lnTo>
                <a:lnTo>
                  <a:pt x="4812449" y="469"/>
                </a:lnTo>
                <a:lnTo>
                  <a:pt x="4810595" y="2336"/>
                </a:lnTo>
                <a:lnTo>
                  <a:pt x="4810125" y="3454"/>
                </a:lnTo>
                <a:lnTo>
                  <a:pt x="4810125" y="6083"/>
                </a:lnTo>
                <a:lnTo>
                  <a:pt x="4810595" y="7200"/>
                </a:lnTo>
                <a:lnTo>
                  <a:pt x="4812449" y="9067"/>
                </a:lnTo>
                <a:lnTo>
                  <a:pt x="4813579" y="9525"/>
                </a:lnTo>
                <a:lnTo>
                  <a:pt x="4816208" y="9525"/>
                </a:lnTo>
                <a:lnTo>
                  <a:pt x="4817326" y="9067"/>
                </a:lnTo>
                <a:lnTo>
                  <a:pt x="4819193" y="7200"/>
                </a:lnTo>
                <a:lnTo>
                  <a:pt x="4819650" y="6083"/>
                </a:lnTo>
                <a:lnTo>
                  <a:pt x="4819650" y="3454"/>
                </a:lnTo>
                <a:close/>
              </a:path>
              <a:path w="6486525" h="1236345">
                <a:moveTo>
                  <a:pt x="4867275" y="1230274"/>
                </a:moveTo>
                <a:lnTo>
                  <a:pt x="4866818" y="1229156"/>
                </a:lnTo>
                <a:lnTo>
                  <a:pt x="4864951" y="1227289"/>
                </a:lnTo>
                <a:lnTo>
                  <a:pt x="4863833" y="1226820"/>
                </a:lnTo>
                <a:lnTo>
                  <a:pt x="4861204" y="1226820"/>
                </a:lnTo>
                <a:lnTo>
                  <a:pt x="4860074" y="1227289"/>
                </a:lnTo>
                <a:lnTo>
                  <a:pt x="4858220" y="1229156"/>
                </a:lnTo>
                <a:lnTo>
                  <a:pt x="4857750" y="1230274"/>
                </a:lnTo>
                <a:lnTo>
                  <a:pt x="4857750" y="1232903"/>
                </a:lnTo>
                <a:lnTo>
                  <a:pt x="4858220" y="1234020"/>
                </a:lnTo>
                <a:lnTo>
                  <a:pt x="4860074" y="1235887"/>
                </a:lnTo>
                <a:lnTo>
                  <a:pt x="4861204" y="1236345"/>
                </a:lnTo>
                <a:lnTo>
                  <a:pt x="4863833" y="1236345"/>
                </a:lnTo>
                <a:lnTo>
                  <a:pt x="4864951" y="1235887"/>
                </a:lnTo>
                <a:lnTo>
                  <a:pt x="4866818" y="1234020"/>
                </a:lnTo>
                <a:lnTo>
                  <a:pt x="4867275" y="1232903"/>
                </a:lnTo>
                <a:lnTo>
                  <a:pt x="4867275" y="1230274"/>
                </a:lnTo>
                <a:close/>
              </a:path>
              <a:path w="6486525" h="1236345">
                <a:moveTo>
                  <a:pt x="4867275" y="616864"/>
                </a:moveTo>
                <a:lnTo>
                  <a:pt x="4866818" y="615746"/>
                </a:lnTo>
                <a:lnTo>
                  <a:pt x="4864951" y="613879"/>
                </a:lnTo>
                <a:lnTo>
                  <a:pt x="4863833" y="613410"/>
                </a:lnTo>
                <a:lnTo>
                  <a:pt x="4861204" y="613410"/>
                </a:lnTo>
                <a:lnTo>
                  <a:pt x="4860074" y="613879"/>
                </a:lnTo>
                <a:lnTo>
                  <a:pt x="4858220" y="615746"/>
                </a:lnTo>
                <a:lnTo>
                  <a:pt x="4857750" y="616864"/>
                </a:lnTo>
                <a:lnTo>
                  <a:pt x="4857750" y="619493"/>
                </a:lnTo>
                <a:lnTo>
                  <a:pt x="4858220" y="620610"/>
                </a:lnTo>
                <a:lnTo>
                  <a:pt x="4860074" y="622477"/>
                </a:lnTo>
                <a:lnTo>
                  <a:pt x="4861204" y="622935"/>
                </a:lnTo>
                <a:lnTo>
                  <a:pt x="4863833" y="622935"/>
                </a:lnTo>
                <a:lnTo>
                  <a:pt x="4864951" y="622477"/>
                </a:lnTo>
                <a:lnTo>
                  <a:pt x="4866818" y="620610"/>
                </a:lnTo>
                <a:lnTo>
                  <a:pt x="4867275" y="619493"/>
                </a:lnTo>
                <a:lnTo>
                  <a:pt x="4867275" y="616864"/>
                </a:lnTo>
                <a:close/>
              </a:path>
              <a:path w="6486525" h="1236345">
                <a:moveTo>
                  <a:pt x="4867275" y="3454"/>
                </a:moveTo>
                <a:lnTo>
                  <a:pt x="4866818" y="2336"/>
                </a:lnTo>
                <a:lnTo>
                  <a:pt x="4864951" y="469"/>
                </a:lnTo>
                <a:lnTo>
                  <a:pt x="4863833" y="0"/>
                </a:lnTo>
                <a:lnTo>
                  <a:pt x="4861204" y="0"/>
                </a:lnTo>
                <a:lnTo>
                  <a:pt x="4860074" y="469"/>
                </a:lnTo>
                <a:lnTo>
                  <a:pt x="4858220" y="2336"/>
                </a:lnTo>
                <a:lnTo>
                  <a:pt x="4857750" y="3454"/>
                </a:lnTo>
                <a:lnTo>
                  <a:pt x="4857750" y="6083"/>
                </a:lnTo>
                <a:lnTo>
                  <a:pt x="4858220" y="7200"/>
                </a:lnTo>
                <a:lnTo>
                  <a:pt x="4860074" y="9067"/>
                </a:lnTo>
                <a:lnTo>
                  <a:pt x="4861204" y="9525"/>
                </a:lnTo>
                <a:lnTo>
                  <a:pt x="4863833" y="9525"/>
                </a:lnTo>
                <a:lnTo>
                  <a:pt x="4864951" y="9067"/>
                </a:lnTo>
                <a:lnTo>
                  <a:pt x="4866818" y="7200"/>
                </a:lnTo>
                <a:lnTo>
                  <a:pt x="4867275" y="6083"/>
                </a:lnTo>
                <a:lnTo>
                  <a:pt x="4867275" y="3454"/>
                </a:lnTo>
                <a:close/>
              </a:path>
              <a:path w="6486525" h="1236345">
                <a:moveTo>
                  <a:pt x="4914900" y="1230274"/>
                </a:moveTo>
                <a:lnTo>
                  <a:pt x="4914443" y="1229156"/>
                </a:lnTo>
                <a:lnTo>
                  <a:pt x="4912576" y="1227289"/>
                </a:lnTo>
                <a:lnTo>
                  <a:pt x="4911458" y="1226820"/>
                </a:lnTo>
                <a:lnTo>
                  <a:pt x="4908829" y="1226820"/>
                </a:lnTo>
                <a:lnTo>
                  <a:pt x="4907699" y="1227289"/>
                </a:lnTo>
                <a:lnTo>
                  <a:pt x="4905845" y="1229156"/>
                </a:lnTo>
                <a:lnTo>
                  <a:pt x="4905375" y="1230274"/>
                </a:lnTo>
                <a:lnTo>
                  <a:pt x="4905375" y="1232903"/>
                </a:lnTo>
                <a:lnTo>
                  <a:pt x="4905845" y="1234020"/>
                </a:lnTo>
                <a:lnTo>
                  <a:pt x="4907699" y="1235887"/>
                </a:lnTo>
                <a:lnTo>
                  <a:pt x="4908829" y="1236345"/>
                </a:lnTo>
                <a:lnTo>
                  <a:pt x="4911458" y="1236345"/>
                </a:lnTo>
                <a:lnTo>
                  <a:pt x="4912576" y="1235887"/>
                </a:lnTo>
                <a:lnTo>
                  <a:pt x="4914443" y="1234020"/>
                </a:lnTo>
                <a:lnTo>
                  <a:pt x="4914900" y="1232903"/>
                </a:lnTo>
                <a:lnTo>
                  <a:pt x="4914900" y="1230274"/>
                </a:lnTo>
                <a:close/>
              </a:path>
              <a:path w="6486525" h="1236345">
                <a:moveTo>
                  <a:pt x="4914900" y="616864"/>
                </a:moveTo>
                <a:lnTo>
                  <a:pt x="4914443" y="615746"/>
                </a:lnTo>
                <a:lnTo>
                  <a:pt x="4912576" y="613879"/>
                </a:lnTo>
                <a:lnTo>
                  <a:pt x="4911458" y="613410"/>
                </a:lnTo>
                <a:lnTo>
                  <a:pt x="4908829" y="613410"/>
                </a:lnTo>
                <a:lnTo>
                  <a:pt x="4907699" y="613879"/>
                </a:lnTo>
                <a:lnTo>
                  <a:pt x="4905845" y="615746"/>
                </a:lnTo>
                <a:lnTo>
                  <a:pt x="4905375" y="616864"/>
                </a:lnTo>
                <a:lnTo>
                  <a:pt x="4905375" y="619493"/>
                </a:lnTo>
                <a:lnTo>
                  <a:pt x="4905845" y="620610"/>
                </a:lnTo>
                <a:lnTo>
                  <a:pt x="4907699" y="622477"/>
                </a:lnTo>
                <a:lnTo>
                  <a:pt x="4908829" y="622935"/>
                </a:lnTo>
                <a:lnTo>
                  <a:pt x="4911458" y="622935"/>
                </a:lnTo>
                <a:lnTo>
                  <a:pt x="4912576" y="622477"/>
                </a:lnTo>
                <a:lnTo>
                  <a:pt x="4914443" y="620610"/>
                </a:lnTo>
                <a:lnTo>
                  <a:pt x="4914900" y="619493"/>
                </a:lnTo>
                <a:lnTo>
                  <a:pt x="4914900" y="616864"/>
                </a:lnTo>
                <a:close/>
              </a:path>
              <a:path w="6486525" h="1236345">
                <a:moveTo>
                  <a:pt x="4914900" y="3454"/>
                </a:moveTo>
                <a:lnTo>
                  <a:pt x="4914443" y="2336"/>
                </a:lnTo>
                <a:lnTo>
                  <a:pt x="4912576" y="469"/>
                </a:lnTo>
                <a:lnTo>
                  <a:pt x="4911458" y="0"/>
                </a:lnTo>
                <a:lnTo>
                  <a:pt x="4908829" y="0"/>
                </a:lnTo>
                <a:lnTo>
                  <a:pt x="4907699" y="469"/>
                </a:lnTo>
                <a:lnTo>
                  <a:pt x="4905845" y="2336"/>
                </a:lnTo>
                <a:lnTo>
                  <a:pt x="4905375" y="3454"/>
                </a:lnTo>
                <a:lnTo>
                  <a:pt x="4905375" y="6083"/>
                </a:lnTo>
                <a:lnTo>
                  <a:pt x="4905845" y="7200"/>
                </a:lnTo>
                <a:lnTo>
                  <a:pt x="4907699" y="9067"/>
                </a:lnTo>
                <a:lnTo>
                  <a:pt x="4908829" y="9525"/>
                </a:lnTo>
                <a:lnTo>
                  <a:pt x="4911458" y="9525"/>
                </a:lnTo>
                <a:lnTo>
                  <a:pt x="4912576" y="9067"/>
                </a:lnTo>
                <a:lnTo>
                  <a:pt x="4914443" y="7200"/>
                </a:lnTo>
                <a:lnTo>
                  <a:pt x="4914900" y="6083"/>
                </a:lnTo>
                <a:lnTo>
                  <a:pt x="4914900" y="3454"/>
                </a:lnTo>
                <a:close/>
              </a:path>
              <a:path w="6486525" h="1236345">
                <a:moveTo>
                  <a:pt x="4962525" y="1230274"/>
                </a:moveTo>
                <a:lnTo>
                  <a:pt x="4962068" y="1229156"/>
                </a:lnTo>
                <a:lnTo>
                  <a:pt x="4960201" y="1227289"/>
                </a:lnTo>
                <a:lnTo>
                  <a:pt x="4959083" y="1226820"/>
                </a:lnTo>
                <a:lnTo>
                  <a:pt x="4956454" y="1226820"/>
                </a:lnTo>
                <a:lnTo>
                  <a:pt x="4955324" y="1227289"/>
                </a:lnTo>
                <a:lnTo>
                  <a:pt x="4953470" y="1229156"/>
                </a:lnTo>
                <a:lnTo>
                  <a:pt x="4953000" y="1230274"/>
                </a:lnTo>
                <a:lnTo>
                  <a:pt x="4953000" y="1232903"/>
                </a:lnTo>
                <a:lnTo>
                  <a:pt x="4953470" y="1234020"/>
                </a:lnTo>
                <a:lnTo>
                  <a:pt x="4955324" y="1235887"/>
                </a:lnTo>
                <a:lnTo>
                  <a:pt x="4956454" y="1236345"/>
                </a:lnTo>
                <a:lnTo>
                  <a:pt x="4959083" y="1236345"/>
                </a:lnTo>
                <a:lnTo>
                  <a:pt x="4960201" y="1235887"/>
                </a:lnTo>
                <a:lnTo>
                  <a:pt x="4962068" y="1234020"/>
                </a:lnTo>
                <a:lnTo>
                  <a:pt x="4962525" y="1232903"/>
                </a:lnTo>
                <a:lnTo>
                  <a:pt x="4962525" y="1230274"/>
                </a:lnTo>
                <a:close/>
              </a:path>
              <a:path w="6486525" h="1236345">
                <a:moveTo>
                  <a:pt x="4962525" y="616864"/>
                </a:moveTo>
                <a:lnTo>
                  <a:pt x="4962068" y="615746"/>
                </a:lnTo>
                <a:lnTo>
                  <a:pt x="4960201" y="613879"/>
                </a:lnTo>
                <a:lnTo>
                  <a:pt x="4959083" y="613410"/>
                </a:lnTo>
                <a:lnTo>
                  <a:pt x="4956454" y="613410"/>
                </a:lnTo>
                <a:lnTo>
                  <a:pt x="4955324" y="613879"/>
                </a:lnTo>
                <a:lnTo>
                  <a:pt x="4953470" y="615746"/>
                </a:lnTo>
                <a:lnTo>
                  <a:pt x="4953000" y="616864"/>
                </a:lnTo>
                <a:lnTo>
                  <a:pt x="4953000" y="619493"/>
                </a:lnTo>
                <a:lnTo>
                  <a:pt x="4953470" y="620610"/>
                </a:lnTo>
                <a:lnTo>
                  <a:pt x="4955324" y="622477"/>
                </a:lnTo>
                <a:lnTo>
                  <a:pt x="4956454" y="622935"/>
                </a:lnTo>
                <a:lnTo>
                  <a:pt x="4959083" y="622935"/>
                </a:lnTo>
                <a:lnTo>
                  <a:pt x="4960201" y="622477"/>
                </a:lnTo>
                <a:lnTo>
                  <a:pt x="4962068" y="620610"/>
                </a:lnTo>
                <a:lnTo>
                  <a:pt x="4962525" y="619493"/>
                </a:lnTo>
                <a:lnTo>
                  <a:pt x="4962525" y="616864"/>
                </a:lnTo>
                <a:close/>
              </a:path>
              <a:path w="6486525" h="1236345">
                <a:moveTo>
                  <a:pt x="4962525" y="3454"/>
                </a:moveTo>
                <a:lnTo>
                  <a:pt x="4962068" y="2336"/>
                </a:lnTo>
                <a:lnTo>
                  <a:pt x="4960201" y="469"/>
                </a:lnTo>
                <a:lnTo>
                  <a:pt x="4959083" y="0"/>
                </a:lnTo>
                <a:lnTo>
                  <a:pt x="4956454" y="0"/>
                </a:lnTo>
                <a:lnTo>
                  <a:pt x="4955324" y="469"/>
                </a:lnTo>
                <a:lnTo>
                  <a:pt x="4953470" y="2336"/>
                </a:lnTo>
                <a:lnTo>
                  <a:pt x="4953000" y="3454"/>
                </a:lnTo>
                <a:lnTo>
                  <a:pt x="4953000" y="6083"/>
                </a:lnTo>
                <a:lnTo>
                  <a:pt x="4953470" y="7200"/>
                </a:lnTo>
                <a:lnTo>
                  <a:pt x="4955324" y="9067"/>
                </a:lnTo>
                <a:lnTo>
                  <a:pt x="4956454" y="9525"/>
                </a:lnTo>
                <a:lnTo>
                  <a:pt x="4959083" y="9525"/>
                </a:lnTo>
                <a:lnTo>
                  <a:pt x="4960201" y="9067"/>
                </a:lnTo>
                <a:lnTo>
                  <a:pt x="4962068" y="7200"/>
                </a:lnTo>
                <a:lnTo>
                  <a:pt x="4962525" y="6083"/>
                </a:lnTo>
                <a:lnTo>
                  <a:pt x="4962525" y="3454"/>
                </a:lnTo>
                <a:close/>
              </a:path>
              <a:path w="6486525" h="1236345">
                <a:moveTo>
                  <a:pt x="5010150" y="1230274"/>
                </a:moveTo>
                <a:lnTo>
                  <a:pt x="5009693" y="1229156"/>
                </a:lnTo>
                <a:lnTo>
                  <a:pt x="5007826" y="1227289"/>
                </a:lnTo>
                <a:lnTo>
                  <a:pt x="5006708" y="1226820"/>
                </a:lnTo>
                <a:lnTo>
                  <a:pt x="5004079" y="1226820"/>
                </a:lnTo>
                <a:lnTo>
                  <a:pt x="5002949" y="1227289"/>
                </a:lnTo>
                <a:lnTo>
                  <a:pt x="5001095" y="1229156"/>
                </a:lnTo>
                <a:lnTo>
                  <a:pt x="5000625" y="1230274"/>
                </a:lnTo>
                <a:lnTo>
                  <a:pt x="5000625" y="1232903"/>
                </a:lnTo>
                <a:lnTo>
                  <a:pt x="5001095" y="1234020"/>
                </a:lnTo>
                <a:lnTo>
                  <a:pt x="5002949" y="1235887"/>
                </a:lnTo>
                <a:lnTo>
                  <a:pt x="5004079" y="1236345"/>
                </a:lnTo>
                <a:lnTo>
                  <a:pt x="5006708" y="1236345"/>
                </a:lnTo>
                <a:lnTo>
                  <a:pt x="5007826" y="1235887"/>
                </a:lnTo>
                <a:lnTo>
                  <a:pt x="5009693" y="1234020"/>
                </a:lnTo>
                <a:lnTo>
                  <a:pt x="5010150" y="1232903"/>
                </a:lnTo>
                <a:lnTo>
                  <a:pt x="5010150" y="1230274"/>
                </a:lnTo>
                <a:close/>
              </a:path>
              <a:path w="6486525" h="1236345">
                <a:moveTo>
                  <a:pt x="5010150" y="616864"/>
                </a:moveTo>
                <a:lnTo>
                  <a:pt x="5009693" y="615746"/>
                </a:lnTo>
                <a:lnTo>
                  <a:pt x="5007826" y="613879"/>
                </a:lnTo>
                <a:lnTo>
                  <a:pt x="5006708" y="613410"/>
                </a:lnTo>
                <a:lnTo>
                  <a:pt x="5004079" y="613410"/>
                </a:lnTo>
                <a:lnTo>
                  <a:pt x="5002949" y="613879"/>
                </a:lnTo>
                <a:lnTo>
                  <a:pt x="5001095" y="615746"/>
                </a:lnTo>
                <a:lnTo>
                  <a:pt x="5000625" y="616864"/>
                </a:lnTo>
                <a:lnTo>
                  <a:pt x="5000625" y="619493"/>
                </a:lnTo>
                <a:lnTo>
                  <a:pt x="5001095" y="620610"/>
                </a:lnTo>
                <a:lnTo>
                  <a:pt x="5002949" y="622477"/>
                </a:lnTo>
                <a:lnTo>
                  <a:pt x="5004079" y="622935"/>
                </a:lnTo>
                <a:lnTo>
                  <a:pt x="5006708" y="622935"/>
                </a:lnTo>
                <a:lnTo>
                  <a:pt x="5007826" y="622477"/>
                </a:lnTo>
                <a:lnTo>
                  <a:pt x="5009693" y="620610"/>
                </a:lnTo>
                <a:lnTo>
                  <a:pt x="5010150" y="619493"/>
                </a:lnTo>
                <a:lnTo>
                  <a:pt x="5010150" y="616864"/>
                </a:lnTo>
                <a:close/>
              </a:path>
              <a:path w="6486525" h="1236345">
                <a:moveTo>
                  <a:pt x="5010150" y="3454"/>
                </a:moveTo>
                <a:lnTo>
                  <a:pt x="5009693" y="2336"/>
                </a:lnTo>
                <a:lnTo>
                  <a:pt x="5007826" y="469"/>
                </a:lnTo>
                <a:lnTo>
                  <a:pt x="5006708" y="0"/>
                </a:lnTo>
                <a:lnTo>
                  <a:pt x="5004079" y="0"/>
                </a:lnTo>
                <a:lnTo>
                  <a:pt x="5002949" y="469"/>
                </a:lnTo>
                <a:lnTo>
                  <a:pt x="5001095" y="2336"/>
                </a:lnTo>
                <a:lnTo>
                  <a:pt x="5000625" y="3454"/>
                </a:lnTo>
                <a:lnTo>
                  <a:pt x="5000625" y="6083"/>
                </a:lnTo>
                <a:lnTo>
                  <a:pt x="5001095" y="7200"/>
                </a:lnTo>
                <a:lnTo>
                  <a:pt x="5002949" y="9067"/>
                </a:lnTo>
                <a:lnTo>
                  <a:pt x="5004079" y="9525"/>
                </a:lnTo>
                <a:lnTo>
                  <a:pt x="5006708" y="9525"/>
                </a:lnTo>
                <a:lnTo>
                  <a:pt x="5007826" y="9067"/>
                </a:lnTo>
                <a:lnTo>
                  <a:pt x="5009693" y="7200"/>
                </a:lnTo>
                <a:lnTo>
                  <a:pt x="5010150" y="6083"/>
                </a:lnTo>
                <a:lnTo>
                  <a:pt x="5010150" y="3454"/>
                </a:lnTo>
                <a:close/>
              </a:path>
              <a:path w="6486525" h="1236345">
                <a:moveTo>
                  <a:pt x="5057775" y="1230274"/>
                </a:moveTo>
                <a:lnTo>
                  <a:pt x="5057318" y="1229156"/>
                </a:lnTo>
                <a:lnTo>
                  <a:pt x="5055451" y="1227289"/>
                </a:lnTo>
                <a:lnTo>
                  <a:pt x="5054333" y="1226820"/>
                </a:lnTo>
                <a:lnTo>
                  <a:pt x="5051704" y="1226820"/>
                </a:lnTo>
                <a:lnTo>
                  <a:pt x="5050574" y="1227289"/>
                </a:lnTo>
                <a:lnTo>
                  <a:pt x="5048720" y="1229156"/>
                </a:lnTo>
                <a:lnTo>
                  <a:pt x="5048250" y="1230274"/>
                </a:lnTo>
                <a:lnTo>
                  <a:pt x="5048250" y="1232903"/>
                </a:lnTo>
                <a:lnTo>
                  <a:pt x="5048720" y="1234020"/>
                </a:lnTo>
                <a:lnTo>
                  <a:pt x="5050574" y="1235887"/>
                </a:lnTo>
                <a:lnTo>
                  <a:pt x="5051704" y="1236345"/>
                </a:lnTo>
                <a:lnTo>
                  <a:pt x="5054333" y="1236345"/>
                </a:lnTo>
                <a:lnTo>
                  <a:pt x="5055451" y="1235887"/>
                </a:lnTo>
                <a:lnTo>
                  <a:pt x="5057318" y="1234020"/>
                </a:lnTo>
                <a:lnTo>
                  <a:pt x="5057775" y="1232903"/>
                </a:lnTo>
                <a:lnTo>
                  <a:pt x="5057775" y="1230274"/>
                </a:lnTo>
                <a:close/>
              </a:path>
              <a:path w="6486525" h="1236345">
                <a:moveTo>
                  <a:pt x="5057775" y="616864"/>
                </a:moveTo>
                <a:lnTo>
                  <a:pt x="5057318" y="615746"/>
                </a:lnTo>
                <a:lnTo>
                  <a:pt x="5055451" y="613879"/>
                </a:lnTo>
                <a:lnTo>
                  <a:pt x="5054333" y="613410"/>
                </a:lnTo>
                <a:lnTo>
                  <a:pt x="5051704" y="613410"/>
                </a:lnTo>
                <a:lnTo>
                  <a:pt x="5050574" y="613879"/>
                </a:lnTo>
                <a:lnTo>
                  <a:pt x="5048720" y="615746"/>
                </a:lnTo>
                <a:lnTo>
                  <a:pt x="5048250" y="616864"/>
                </a:lnTo>
                <a:lnTo>
                  <a:pt x="5048250" y="619493"/>
                </a:lnTo>
                <a:lnTo>
                  <a:pt x="5048720" y="620610"/>
                </a:lnTo>
                <a:lnTo>
                  <a:pt x="5050574" y="622477"/>
                </a:lnTo>
                <a:lnTo>
                  <a:pt x="5051704" y="622935"/>
                </a:lnTo>
                <a:lnTo>
                  <a:pt x="5054333" y="622935"/>
                </a:lnTo>
                <a:lnTo>
                  <a:pt x="5055451" y="622477"/>
                </a:lnTo>
                <a:lnTo>
                  <a:pt x="5057318" y="620610"/>
                </a:lnTo>
                <a:lnTo>
                  <a:pt x="5057775" y="619493"/>
                </a:lnTo>
                <a:lnTo>
                  <a:pt x="5057775" y="616864"/>
                </a:lnTo>
                <a:close/>
              </a:path>
              <a:path w="6486525" h="1236345">
                <a:moveTo>
                  <a:pt x="5057775" y="3454"/>
                </a:moveTo>
                <a:lnTo>
                  <a:pt x="5057318" y="2336"/>
                </a:lnTo>
                <a:lnTo>
                  <a:pt x="5055451" y="469"/>
                </a:lnTo>
                <a:lnTo>
                  <a:pt x="5054333" y="0"/>
                </a:lnTo>
                <a:lnTo>
                  <a:pt x="5051704" y="0"/>
                </a:lnTo>
                <a:lnTo>
                  <a:pt x="5050574" y="469"/>
                </a:lnTo>
                <a:lnTo>
                  <a:pt x="5048720" y="2336"/>
                </a:lnTo>
                <a:lnTo>
                  <a:pt x="5048250" y="3454"/>
                </a:lnTo>
                <a:lnTo>
                  <a:pt x="5048250" y="6083"/>
                </a:lnTo>
                <a:lnTo>
                  <a:pt x="5048720" y="7200"/>
                </a:lnTo>
                <a:lnTo>
                  <a:pt x="5050574" y="9067"/>
                </a:lnTo>
                <a:lnTo>
                  <a:pt x="5051704" y="9525"/>
                </a:lnTo>
                <a:lnTo>
                  <a:pt x="5054333" y="9525"/>
                </a:lnTo>
                <a:lnTo>
                  <a:pt x="5055451" y="9067"/>
                </a:lnTo>
                <a:lnTo>
                  <a:pt x="5057318" y="7200"/>
                </a:lnTo>
                <a:lnTo>
                  <a:pt x="5057775" y="6083"/>
                </a:lnTo>
                <a:lnTo>
                  <a:pt x="5057775" y="3454"/>
                </a:lnTo>
                <a:close/>
              </a:path>
              <a:path w="6486525" h="1236345">
                <a:moveTo>
                  <a:pt x="5105400" y="1230274"/>
                </a:moveTo>
                <a:lnTo>
                  <a:pt x="5104943" y="1229156"/>
                </a:lnTo>
                <a:lnTo>
                  <a:pt x="5103076" y="1227289"/>
                </a:lnTo>
                <a:lnTo>
                  <a:pt x="5101958" y="1226820"/>
                </a:lnTo>
                <a:lnTo>
                  <a:pt x="5099329" y="1226820"/>
                </a:lnTo>
                <a:lnTo>
                  <a:pt x="5098212" y="1227289"/>
                </a:lnTo>
                <a:lnTo>
                  <a:pt x="5096345" y="1229156"/>
                </a:lnTo>
                <a:lnTo>
                  <a:pt x="5095875" y="1230274"/>
                </a:lnTo>
                <a:lnTo>
                  <a:pt x="5095875" y="1232903"/>
                </a:lnTo>
                <a:lnTo>
                  <a:pt x="5096345" y="1234020"/>
                </a:lnTo>
                <a:lnTo>
                  <a:pt x="5098212" y="1235887"/>
                </a:lnTo>
                <a:lnTo>
                  <a:pt x="5099329" y="1236345"/>
                </a:lnTo>
                <a:lnTo>
                  <a:pt x="5101958" y="1236345"/>
                </a:lnTo>
                <a:lnTo>
                  <a:pt x="5103076" y="1235887"/>
                </a:lnTo>
                <a:lnTo>
                  <a:pt x="5104943" y="1234020"/>
                </a:lnTo>
                <a:lnTo>
                  <a:pt x="5105400" y="1232903"/>
                </a:lnTo>
                <a:lnTo>
                  <a:pt x="5105400" y="1230274"/>
                </a:lnTo>
                <a:close/>
              </a:path>
              <a:path w="6486525" h="1236345">
                <a:moveTo>
                  <a:pt x="5105400" y="616864"/>
                </a:moveTo>
                <a:lnTo>
                  <a:pt x="5104943" y="615746"/>
                </a:lnTo>
                <a:lnTo>
                  <a:pt x="5103076" y="613879"/>
                </a:lnTo>
                <a:lnTo>
                  <a:pt x="5101958" y="613410"/>
                </a:lnTo>
                <a:lnTo>
                  <a:pt x="5099329" y="613410"/>
                </a:lnTo>
                <a:lnTo>
                  <a:pt x="5098212" y="613879"/>
                </a:lnTo>
                <a:lnTo>
                  <a:pt x="5096345" y="615746"/>
                </a:lnTo>
                <a:lnTo>
                  <a:pt x="5095875" y="616864"/>
                </a:lnTo>
                <a:lnTo>
                  <a:pt x="5095875" y="619493"/>
                </a:lnTo>
                <a:lnTo>
                  <a:pt x="5096345" y="620610"/>
                </a:lnTo>
                <a:lnTo>
                  <a:pt x="5098212" y="622477"/>
                </a:lnTo>
                <a:lnTo>
                  <a:pt x="5099329" y="622935"/>
                </a:lnTo>
                <a:lnTo>
                  <a:pt x="5101958" y="622935"/>
                </a:lnTo>
                <a:lnTo>
                  <a:pt x="5103076" y="622477"/>
                </a:lnTo>
                <a:lnTo>
                  <a:pt x="5104943" y="620610"/>
                </a:lnTo>
                <a:lnTo>
                  <a:pt x="5105400" y="619493"/>
                </a:lnTo>
                <a:lnTo>
                  <a:pt x="5105400" y="616864"/>
                </a:lnTo>
                <a:close/>
              </a:path>
              <a:path w="6486525" h="1236345">
                <a:moveTo>
                  <a:pt x="5105400" y="3454"/>
                </a:moveTo>
                <a:lnTo>
                  <a:pt x="5104943" y="2336"/>
                </a:lnTo>
                <a:lnTo>
                  <a:pt x="5103076" y="469"/>
                </a:lnTo>
                <a:lnTo>
                  <a:pt x="5101958" y="0"/>
                </a:lnTo>
                <a:lnTo>
                  <a:pt x="5099329" y="0"/>
                </a:lnTo>
                <a:lnTo>
                  <a:pt x="5098212" y="469"/>
                </a:lnTo>
                <a:lnTo>
                  <a:pt x="5096345" y="2336"/>
                </a:lnTo>
                <a:lnTo>
                  <a:pt x="5095875" y="3454"/>
                </a:lnTo>
                <a:lnTo>
                  <a:pt x="5095875" y="6083"/>
                </a:lnTo>
                <a:lnTo>
                  <a:pt x="5096345" y="7200"/>
                </a:lnTo>
                <a:lnTo>
                  <a:pt x="5098212" y="9067"/>
                </a:lnTo>
                <a:lnTo>
                  <a:pt x="5099329" y="9525"/>
                </a:lnTo>
                <a:lnTo>
                  <a:pt x="5101958" y="9525"/>
                </a:lnTo>
                <a:lnTo>
                  <a:pt x="5103076" y="9067"/>
                </a:lnTo>
                <a:lnTo>
                  <a:pt x="5104943" y="7200"/>
                </a:lnTo>
                <a:lnTo>
                  <a:pt x="5105400" y="6083"/>
                </a:lnTo>
                <a:lnTo>
                  <a:pt x="5105400" y="3454"/>
                </a:lnTo>
                <a:close/>
              </a:path>
              <a:path w="6486525" h="1236345">
                <a:moveTo>
                  <a:pt x="5153025" y="1230274"/>
                </a:moveTo>
                <a:lnTo>
                  <a:pt x="5152568" y="1229156"/>
                </a:lnTo>
                <a:lnTo>
                  <a:pt x="5150701" y="1227289"/>
                </a:lnTo>
                <a:lnTo>
                  <a:pt x="5149583" y="1226820"/>
                </a:lnTo>
                <a:lnTo>
                  <a:pt x="5146954" y="1226820"/>
                </a:lnTo>
                <a:lnTo>
                  <a:pt x="5145824" y="1227289"/>
                </a:lnTo>
                <a:lnTo>
                  <a:pt x="5143970" y="1229156"/>
                </a:lnTo>
                <a:lnTo>
                  <a:pt x="5143500" y="1230274"/>
                </a:lnTo>
                <a:lnTo>
                  <a:pt x="5143500" y="1232903"/>
                </a:lnTo>
                <a:lnTo>
                  <a:pt x="5143970" y="1234020"/>
                </a:lnTo>
                <a:lnTo>
                  <a:pt x="5145824" y="1235887"/>
                </a:lnTo>
                <a:lnTo>
                  <a:pt x="5146954" y="1236345"/>
                </a:lnTo>
                <a:lnTo>
                  <a:pt x="5149583" y="1236345"/>
                </a:lnTo>
                <a:lnTo>
                  <a:pt x="5150701" y="1235887"/>
                </a:lnTo>
                <a:lnTo>
                  <a:pt x="5152568" y="1234020"/>
                </a:lnTo>
                <a:lnTo>
                  <a:pt x="5153025" y="1232903"/>
                </a:lnTo>
                <a:lnTo>
                  <a:pt x="5153025" y="1230274"/>
                </a:lnTo>
                <a:close/>
              </a:path>
              <a:path w="6486525" h="1236345">
                <a:moveTo>
                  <a:pt x="5153025" y="616864"/>
                </a:moveTo>
                <a:lnTo>
                  <a:pt x="5152568" y="615746"/>
                </a:lnTo>
                <a:lnTo>
                  <a:pt x="5150701" y="613879"/>
                </a:lnTo>
                <a:lnTo>
                  <a:pt x="5149583" y="613410"/>
                </a:lnTo>
                <a:lnTo>
                  <a:pt x="5146954" y="613410"/>
                </a:lnTo>
                <a:lnTo>
                  <a:pt x="5145824" y="613879"/>
                </a:lnTo>
                <a:lnTo>
                  <a:pt x="5143970" y="615746"/>
                </a:lnTo>
                <a:lnTo>
                  <a:pt x="5143500" y="616864"/>
                </a:lnTo>
                <a:lnTo>
                  <a:pt x="5143500" y="619493"/>
                </a:lnTo>
                <a:lnTo>
                  <a:pt x="5143970" y="620610"/>
                </a:lnTo>
                <a:lnTo>
                  <a:pt x="5145824" y="622477"/>
                </a:lnTo>
                <a:lnTo>
                  <a:pt x="5146954" y="622935"/>
                </a:lnTo>
                <a:lnTo>
                  <a:pt x="5149583" y="622935"/>
                </a:lnTo>
                <a:lnTo>
                  <a:pt x="5150701" y="622477"/>
                </a:lnTo>
                <a:lnTo>
                  <a:pt x="5152568" y="620610"/>
                </a:lnTo>
                <a:lnTo>
                  <a:pt x="5153025" y="619493"/>
                </a:lnTo>
                <a:lnTo>
                  <a:pt x="5153025" y="616864"/>
                </a:lnTo>
                <a:close/>
              </a:path>
              <a:path w="6486525" h="1236345">
                <a:moveTo>
                  <a:pt x="5153025" y="3454"/>
                </a:moveTo>
                <a:lnTo>
                  <a:pt x="5152568" y="2336"/>
                </a:lnTo>
                <a:lnTo>
                  <a:pt x="5150701" y="469"/>
                </a:lnTo>
                <a:lnTo>
                  <a:pt x="5149583" y="0"/>
                </a:lnTo>
                <a:lnTo>
                  <a:pt x="5146954" y="0"/>
                </a:lnTo>
                <a:lnTo>
                  <a:pt x="5145824" y="469"/>
                </a:lnTo>
                <a:lnTo>
                  <a:pt x="5143970" y="2336"/>
                </a:lnTo>
                <a:lnTo>
                  <a:pt x="5143500" y="3454"/>
                </a:lnTo>
                <a:lnTo>
                  <a:pt x="5143500" y="6083"/>
                </a:lnTo>
                <a:lnTo>
                  <a:pt x="5143970" y="7200"/>
                </a:lnTo>
                <a:lnTo>
                  <a:pt x="5145824" y="9067"/>
                </a:lnTo>
                <a:lnTo>
                  <a:pt x="5146954" y="9525"/>
                </a:lnTo>
                <a:lnTo>
                  <a:pt x="5149583" y="9525"/>
                </a:lnTo>
                <a:lnTo>
                  <a:pt x="5150701" y="9067"/>
                </a:lnTo>
                <a:lnTo>
                  <a:pt x="5152568" y="7200"/>
                </a:lnTo>
                <a:lnTo>
                  <a:pt x="5153025" y="6083"/>
                </a:lnTo>
                <a:lnTo>
                  <a:pt x="5153025" y="3454"/>
                </a:lnTo>
                <a:close/>
              </a:path>
              <a:path w="6486525" h="1236345">
                <a:moveTo>
                  <a:pt x="5200650" y="1230274"/>
                </a:moveTo>
                <a:lnTo>
                  <a:pt x="5200193" y="1229156"/>
                </a:lnTo>
                <a:lnTo>
                  <a:pt x="5198326" y="1227289"/>
                </a:lnTo>
                <a:lnTo>
                  <a:pt x="5197208" y="1226820"/>
                </a:lnTo>
                <a:lnTo>
                  <a:pt x="5194579" y="1226820"/>
                </a:lnTo>
                <a:lnTo>
                  <a:pt x="5193449" y="1227289"/>
                </a:lnTo>
                <a:lnTo>
                  <a:pt x="5191595" y="1229156"/>
                </a:lnTo>
                <a:lnTo>
                  <a:pt x="5191125" y="1230274"/>
                </a:lnTo>
                <a:lnTo>
                  <a:pt x="5191125" y="1232903"/>
                </a:lnTo>
                <a:lnTo>
                  <a:pt x="5191595" y="1234020"/>
                </a:lnTo>
                <a:lnTo>
                  <a:pt x="5193449" y="1235887"/>
                </a:lnTo>
                <a:lnTo>
                  <a:pt x="5194579" y="1236345"/>
                </a:lnTo>
                <a:lnTo>
                  <a:pt x="5197208" y="1236345"/>
                </a:lnTo>
                <a:lnTo>
                  <a:pt x="5198326" y="1235887"/>
                </a:lnTo>
                <a:lnTo>
                  <a:pt x="5200193" y="1234020"/>
                </a:lnTo>
                <a:lnTo>
                  <a:pt x="5200650" y="1232903"/>
                </a:lnTo>
                <a:lnTo>
                  <a:pt x="5200650" y="1230274"/>
                </a:lnTo>
                <a:close/>
              </a:path>
              <a:path w="6486525" h="1236345">
                <a:moveTo>
                  <a:pt x="5200650" y="616864"/>
                </a:moveTo>
                <a:lnTo>
                  <a:pt x="5200193" y="615746"/>
                </a:lnTo>
                <a:lnTo>
                  <a:pt x="5198326" y="613879"/>
                </a:lnTo>
                <a:lnTo>
                  <a:pt x="5197208" y="613410"/>
                </a:lnTo>
                <a:lnTo>
                  <a:pt x="5194579" y="613410"/>
                </a:lnTo>
                <a:lnTo>
                  <a:pt x="5193449" y="613879"/>
                </a:lnTo>
                <a:lnTo>
                  <a:pt x="5191595" y="615746"/>
                </a:lnTo>
                <a:lnTo>
                  <a:pt x="5191125" y="616864"/>
                </a:lnTo>
                <a:lnTo>
                  <a:pt x="5191125" y="619493"/>
                </a:lnTo>
                <a:lnTo>
                  <a:pt x="5191595" y="620610"/>
                </a:lnTo>
                <a:lnTo>
                  <a:pt x="5193449" y="622477"/>
                </a:lnTo>
                <a:lnTo>
                  <a:pt x="5194579" y="622935"/>
                </a:lnTo>
                <a:lnTo>
                  <a:pt x="5197208" y="622935"/>
                </a:lnTo>
                <a:lnTo>
                  <a:pt x="5198326" y="622477"/>
                </a:lnTo>
                <a:lnTo>
                  <a:pt x="5200193" y="620610"/>
                </a:lnTo>
                <a:lnTo>
                  <a:pt x="5200650" y="619493"/>
                </a:lnTo>
                <a:lnTo>
                  <a:pt x="5200650" y="616864"/>
                </a:lnTo>
                <a:close/>
              </a:path>
              <a:path w="6486525" h="1236345">
                <a:moveTo>
                  <a:pt x="5200650" y="3454"/>
                </a:moveTo>
                <a:lnTo>
                  <a:pt x="5200193" y="2336"/>
                </a:lnTo>
                <a:lnTo>
                  <a:pt x="5198326" y="469"/>
                </a:lnTo>
                <a:lnTo>
                  <a:pt x="5197208" y="0"/>
                </a:lnTo>
                <a:lnTo>
                  <a:pt x="5194579" y="0"/>
                </a:lnTo>
                <a:lnTo>
                  <a:pt x="5193449" y="469"/>
                </a:lnTo>
                <a:lnTo>
                  <a:pt x="5191595" y="2336"/>
                </a:lnTo>
                <a:lnTo>
                  <a:pt x="5191125" y="3454"/>
                </a:lnTo>
                <a:lnTo>
                  <a:pt x="5191125" y="6083"/>
                </a:lnTo>
                <a:lnTo>
                  <a:pt x="5191595" y="7200"/>
                </a:lnTo>
                <a:lnTo>
                  <a:pt x="5193449" y="9067"/>
                </a:lnTo>
                <a:lnTo>
                  <a:pt x="5194579" y="9525"/>
                </a:lnTo>
                <a:lnTo>
                  <a:pt x="5197208" y="9525"/>
                </a:lnTo>
                <a:lnTo>
                  <a:pt x="5198326" y="9067"/>
                </a:lnTo>
                <a:lnTo>
                  <a:pt x="5200193" y="7200"/>
                </a:lnTo>
                <a:lnTo>
                  <a:pt x="5200650" y="6083"/>
                </a:lnTo>
                <a:lnTo>
                  <a:pt x="5200650" y="3454"/>
                </a:lnTo>
                <a:close/>
              </a:path>
              <a:path w="6486525" h="1236345">
                <a:moveTo>
                  <a:pt x="5248275" y="1230274"/>
                </a:moveTo>
                <a:lnTo>
                  <a:pt x="5247818" y="1229156"/>
                </a:lnTo>
                <a:lnTo>
                  <a:pt x="5245951" y="1227289"/>
                </a:lnTo>
                <a:lnTo>
                  <a:pt x="5244833" y="1226820"/>
                </a:lnTo>
                <a:lnTo>
                  <a:pt x="5242204" y="1226820"/>
                </a:lnTo>
                <a:lnTo>
                  <a:pt x="5241074" y="1227289"/>
                </a:lnTo>
                <a:lnTo>
                  <a:pt x="5239220" y="1229156"/>
                </a:lnTo>
                <a:lnTo>
                  <a:pt x="5238750" y="1230274"/>
                </a:lnTo>
                <a:lnTo>
                  <a:pt x="5238750" y="1232903"/>
                </a:lnTo>
                <a:lnTo>
                  <a:pt x="5239220" y="1234020"/>
                </a:lnTo>
                <a:lnTo>
                  <a:pt x="5241074" y="1235887"/>
                </a:lnTo>
                <a:lnTo>
                  <a:pt x="5242204" y="1236345"/>
                </a:lnTo>
                <a:lnTo>
                  <a:pt x="5244833" y="1236345"/>
                </a:lnTo>
                <a:lnTo>
                  <a:pt x="5245951" y="1235887"/>
                </a:lnTo>
                <a:lnTo>
                  <a:pt x="5247818" y="1234020"/>
                </a:lnTo>
                <a:lnTo>
                  <a:pt x="5248275" y="1232903"/>
                </a:lnTo>
                <a:lnTo>
                  <a:pt x="5248275" y="1230274"/>
                </a:lnTo>
                <a:close/>
              </a:path>
              <a:path w="6486525" h="1236345">
                <a:moveTo>
                  <a:pt x="5248275" y="616864"/>
                </a:moveTo>
                <a:lnTo>
                  <a:pt x="5247818" y="615746"/>
                </a:lnTo>
                <a:lnTo>
                  <a:pt x="5245951" y="613879"/>
                </a:lnTo>
                <a:lnTo>
                  <a:pt x="5244833" y="613410"/>
                </a:lnTo>
                <a:lnTo>
                  <a:pt x="5242204" y="613410"/>
                </a:lnTo>
                <a:lnTo>
                  <a:pt x="5241074" y="613879"/>
                </a:lnTo>
                <a:lnTo>
                  <a:pt x="5239220" y="615746"/>
                </a:lnTo>
                <a:lnTo>
                  <a:pt x="5238750" y="616864"/>
                </a:lnTo>
                <a:lnTo>
                  <a:pt x="5238750" y="619493"/>
                </a:lnTo>
                <a:lnTo>
                  <a:pt x="5239220" y="620610"/>
                </a:lnTo>
                <a:lnTo>
                  <a:pt x="5241074" y="622477"/>
                </a:lnTo>
                <a:lnTo>
                  <a:pt x="5242204" y="622935"/>
                </a:lnTo>
                <a:lnTo>
                  <a:pt x="5244833" y="622935"/>
                </a:lnTo>
                <a:lnTo>
                  <a:pt x="5245951" y="622477"/>
                </a:lnTo>
                <a:lnTo>
                  <a:pt x="5247818" y="620610"/>
                </a:lnTo>
                <a:lnTo>
                  <a:pt x="5248275" y="619493"/>
                </a:lnTo>
                <a:lnTo>
                  <a:pt x="5248275" y="616864"/>
                </a:lnTo>
                <a:close/>
              </a:path>
              <a:path w="6486525" h="1236345">
                <a:moveTo>
                  <a:pt x="5248275" y="3454"/>
                </a:moveTo>
                <a:lnTo>
                  <a:pt x="5247818" y="2336"/>
                </a:lnTo>
                <a:lnTo>
                  <a:pt x="5245951" y="469"/>
                </a:lnTo>
                <a:lnTo>
                  <a:pt x="5244833" y="0"/>
                </a:lnTo>
                <a:lnTo>
                  <a:pt x="5242204" y="0"/>
                </a:lnTo>
                <a:lnTo>
                  <a:pt x="5241074" y="469"/>
                </a:lnTo>
                <a:lnTo>
                  <a:pt x="5239220" y="2336"/>
                </a:lnTo>
                <a:lnTo>
                  <a:pt x="5238750" y="3454"/>
                </a:lnTo>
                <a:lnTo>
                  <a:pt x="5238750" y="6083"/>
                </a:lnTo>
                <a:lnTo>
                  <a:pt x="5239220" y="7200"/>
                </a:lnTo>
                <a:lnTo>
                  <a:pt x="5241074" y="9067"/>
                </a:lnTo>
                <a:lnTo>
                  <a:pt x="5242204" y="9525"/>
                </a:lnTo>
                <a:lnTo>
                  <a:pt x="5244833" y="9525"/>
                </a:lnTo>
                <a:lnTo>
                  <a:pt x="5245951" y="9067"/>
                </a:lnTo>
                <a:lnTo>
                  <a:pt x="5247818" y="7200"/>
                </a:lnTo>
                <a:lnTo>
                  <a:pt x="5248275" y="6083"/>
                </a:lnTo>
                <a:lnTo>
                  <a:pt x="5248275" y="3454"/>
                </a:lnTo>
                <a:close/>
              </a:path>
              <a:path w="6486525" h="1236345">
                <a:moveTo>
                  <a:pt x="5295900" y="1230274"/>
                </a:moveTo>
                <a:lnTo>
                  <a:pt x="5295443" y="1229156"/>
                </a:lnTo>
                <a:lnTo>
                  <a:pt x="5293576" y="1227289"/>
                </a:lnTo>
                <a:lnTo>
                  <a:pt x="5292458" y="1226820"/>
                </a:lnTo>
                <a:lnTo>
                  <a:pt x="5289829" y="1226820"/>
                </a:lnTo>
                <a:lnTo>
                  <a:pt x="5288699" y="1227289"/>
                </a:lnTo>
                <a:lnTo>
                  <a:pt x="5286845" y="1229156"/>
                </a:lnTo>
                <a:lnTo>
                  <a:pt x="5286375" y="1230274"/>
                </a:lnTo>
                <a:lnTo>
                  <a:pt x="5286375" y="1232903"/>
                </a:lnTo>
                <a:lnTo>
                  <a:pt x="5286845" y="1234020"/>
                </a:lnTo>
                <a:lnTo>
                  <a:pt x="5288699" y="1235887"/>
                </a:lnTo>
                <a:lnTo>
                  <a:pt x="5289829" y="1236345"/>
                </a:lnTo>
                <a:lnTo>
                  <a:pt x="5292458" y="1236345"/>
                </a:lnTo>
                <a:lnTo>
                  <a:pt x="5293576" y="1235887"/>
                </a:lnTo>
                <a:lnTo>
                  <a:pt x="5295443" y="1234020"/>
                </a:lnTo>
                <a:lnTo>
                  <a:pt x="5295900" y="1232903"/>
                </a:lnTo>
                <a:lnTo>
                  <a:pt x="5295900" y="1230274"/>
                </a:lnTo>
                <a:close/>
              </a:path>
              <a:path w="6486525" h="1236345">
                <a:moveTo>
                  <a:pt x="5295900" y="616864"/>
                </a:moveTo>
                <a:lnTo>
                  <a:pt x="5295443" y="615746"/>
                </a:lnTo>
                <a:lnTo>
                  <a:pt x="5293576" y="613879"/>
                </a:lnTo>
                <a:lnTo>
                  <a:pt x="5292458" y="613410"/>
                </a:lnTo>
                <a:lnTo>
                  <a:pt x="5289829" y="613410"/>
                </a:lnTo>
                <a:lnTo>
                  <a:pt x="5288699" y="613879"/>
                </a:lnTo>
                <a:lnTo>
                  <a:pt x="5286845" y="615746"/>
                </a:lnTo>
                <a:lnTo>
                  <a:pt x="5286375" y="616864"/>
                </a:lnTo>
                <a:lnTo>
                  <a:pt x="5286375" y="619493"/>
                </a:lnTo>
                <a:lnTo>
                  <a:pt x="5286845" y="620610"/>
                </a:lnTo>
                <a:lnTo>
                  <a:pt x="5288699" y="622477"/>
                </a:lnTo>
                <a:lnTo>
                  <a:pt x="5289829" y="622935"/>
                </a:lnTo>
                <a:lnTo>
                  <a:pt x="5292458" y="622935"/>
                </a:lnTo>
                <a:lnTo>
                  <a:pt x="5293576" y="622477"/>
                </a:lnTo>
                <a:lnTo>
                  <a:pt x="5295443" y="620610"/>
                </a:lnTo>
                <a:lnTo>
                  <a:pt x="5295900" y="619493"/>
                </a:lnTo>
                <a:lnTo>
                  <a:pt x="5295900" y="616864"/>
                </a:lnTo>
                <a:close/>
              </a:path>
              <a:path w="6486525" h="1236345">
                <a:moveTo>
                  <a:pt x="5295900" y="3454"/>
                </a:moveTo>
                <a:lnTo>
                  <a:pt x="5295443" y="2336"/>
                </a:lnTo>
                <a:lnTo>
                  <a:pt x="5293576" y="469"/>
                </a:lnTo>
                <a:lnTo>
                  <a:pt x="5292458" y="0"/>
                </a:lnTo>
                <a:lnTo>
                  <a:pt x="5289829" y="0"/>
                </a:lnTo>
                <a:lnTo>
                  <a:pt x="5288699" y="469"/>
                </a:lnTo>
                <a:lnTo>
                  <a:pt x="5286845" y="2336"/>
                </a:lnTo>
                <a:lnTo>
                  <a:pt x="5286375" y="3454"/>
                </a:lnTo>
                <a:lnTo>
                  <a:pt x="5286375" y="6083"/>
                </a:lnTo>
                <a:lnTo>
                  <a:pt x="5286845" y="7200"/>
                </a:lnTo>
                <a:lnTo>
                  <a:pt x="5288699" y="9067"/>
                </a:lnTo>
                <a:lnTo>
                  <a:pt x="5289829" y="9525"/>
                </a:lnTo>
                <a:lnTo>
                  <a:pt x="5292458" y="9525"/>
                </a:lnTo>
                <a:lnTo>
                  <a:pt x="5293576" y="9067"/>
                </a:lnTo>
                <a:lnTo>
                  <a:pt x="5295443" y="7200"/>
                </a:lnTo>
                <a:lnTo>
                  <a:pt x="5295900" y="6083"/>
                </a:lnTo>
                <a:lnTo>
                  <a:pt x="5295900" y="3454"/>
                </a:lnTo>
                <a:close/>
              </a:path>
              <a:path w="6486525" h="1236345">
                <a:moveTo>
                  <a:pt x="5343525" y="1230274"/>
                </a:moveTo>
                <a:lnTo>
                  <a:pt x="5343068" y="1229156"/>
                </a:lnTo>
                <a:lnTo>
                  <a:pt x="5341201" y="1227289"/>
                </a:lnTo>
                <a:lnTo>
                  <a:pt x="5340083" y="1226820"/>
                </a:lnTo>
                <a:lnTo>
                  <a:pt x="5337454" y="1226820"/>
                </a:lnTo>
                <a:lnTo>
                  <a:pt x="5336324" y="1227289"/>
                </a:lnTo>
                <a:lnTo>
                  <a:pt x="5334470" y="1229156"/>
                </a:lnTo>
                <a:lnTo>
                  <a:pt x="5334000" y="1230274"/>
                </a:lnTo>
                <a:lnTo>
                  <a:pt x="5334000" y="1232903"/>
                </a:lnTo>
                <a:lnTo>
                  <a:pt x="5334470" y="1234020"/>
                </a:lnTo>
                <a:lnTo>
                  <a:pt x="5336324" y="1235887"/>
                </a:lnTo>
                <a:lnTo>
                  <a:pt x="5337454" y="1236345"/>
                </a:lnTo>
                <a:lnTo>
                  <a:pt x="5340083" y="1236345"/>
                </a:lnTo>
                <a:lnTo>
                  <a:pt x="5341201" y="1235887"/>
                </a:lnTo>
                <a:lnTo>
                  <a:pt x="5343068" y="1234020"/>
                </a:lnTo>
                <a:lnTo>
                  <a:pt x="5343525" y="1232903"/>
                </a:lnTo>
                <a:lnTo>
                  <a:pt x="5343525" y="1230274"/>
                </a:lnTo>
                <a:close/>
              </a:path>
              <a:path w="6486525" h="1236345">
                <a:moveTo>
                  <a:pt x="5343525" y="616864"/>
                </a:moveTo>
                <a:lnTo>
                  <a:pt x="5343068" y="615746"/>
                </a:lnTo>
                <a:lnTo>
                  <a:pt x="5341201" y="613879"/>
                </a:lnTo>
                <a:lnTo>
                  <a:pt x="5340083" y="613410"/>
                </a:lnTo>
                <a:lnTo>
                  <a:pt x="5337454" y="613410"/>
                </a:lnTo>
                <a:lnTo>
                  <a:pt x="5336324" y="613879"/>
                </a:lnTo>
                <a:lnTo>
                  <a:pt x="5334470" y="615746"/>
                </a:lnTo>
                <a:lnTo>
                  <a:pt x="5334000" y="616864"/>
                </a:lnTo>
                <a:lnTo>
                  <a:pt x="5334000" y="619493"/>
                </a:lnTo>
                <a:lnTo>
                  <a:pt x="5334470" y="620610"/>
                </a:lnTo>
                <a:lnTo>
                  <a:pt x="5336324" y="622477"/>
                </a:lnTo>
                <a:lnTo>
                  <a:pt x="5337454" y="622935"/>
                </a:lnTo>
                <a:lnTo>
                  <a:pt x="5340083" y="622935"/>
                </a:lnTo>
                <a:lnTo>
                  <a:pt x="5341201" y="622477"/>
                </a:lnTo>
                <a:lnTo>
                  <a:pt x="5343068" y="620610"/>
                </a:lnTo>
                <a:lnTo>
                  <a:pt x="5343525" y="619493"/>
                </a:lnTo>
                <a:lnTo>
                  <a:pt x="5343525" y="616864"/>
                </a:lnTo>
                <a:close/>
              </a:path>
              <a:path w="6486525" h="1236345">
                <a:moveTo>
                  <a:pt x="5343525" y="3454"/>
                </a:moveTo>
                <a:lnTo>
                  <a:pt x="5343068" y="2336"/>
                </a:lnTo>
                <a:lnTo>
                  <a:pt x="5341201" y="469"/>
                </a:lnTo>
                <a:lnTo>
                  <a:pt x="5340083" y="0"/>
                </a:lnTo>
                <a:lnTo>
                  <a:pt x="5337454" y="0"/>
                </a:lnTo>
                <a:lnTo>
                  <a:pt x="5336324" y="469"/>
                </a:lnTo>
                <a:lnTo>
                  <a:pt x="5334470" y="2336"/>
                </a:lnTo>
                <a:lnTo>
                  <a:pt x="5334000" y="3454"/>
                </a:lnTo>
                <a:lnTo>
                  <a:pt x="5334000" y="6083"/>
                </a:lnTo>
                <a:lnTo>
                  <a:pt x="5334470" y="7200"/>
                </a:lnTo>
                <a:lnTo>
                  <a:pt x="5336324" y="9067"/>
                </a:lnTo>
                <a:lnTo>
                  <a:pt x="5337454" y="9525"/>
                </a:lnTo>
                <a:lnTo>
                  <a:pt x="5340083" y="9525"/>
                </a:lnTo>
                <a:lnTo>
                  <a:pt x="5341201" y="9067"/>
                </a:lnTo>
                <a:lnTo>
                  <a:pt x="5343068" y="7200"/>
                </a:lnTo>
                <a:lnTo>
                  <a:pt x="5343525" y="6083"/>
                </a:lnTo>
                <a:lnTo>
                  <a:pt x="5343525" y="3454"/>
                </a:lnTo>
                <a:close/>
              </a:path>
              <a:path w="6486525" h="1236345">
                <a:moveTo>
                  <a:pt x="5391150" y="1230274"/>
                </a:moveTo>
                <a:lnTo>
                  <a:pt x="5390693" y="1229156"/>
                </a:lnTo>
                <a:lnTo>
                  <a:pt x="5388826" y="1227289"/>
                </a:lnTo>
                <a:lnTo>
                  <a:pt x="5387708" y="1226820"/>
                </a:lnTo>
                <a:lnTo>
                  <a:pt x="5385079" y="1226820"/>
                </a:lnTo>
                <a:lnTo>
                  <a:pt x="5383949" y="1227289"/>
                </a:lnTo>
                <a:lnTo>
                  <a:pt x="5382095" y="1229156"/>
                </a:lnTo>
                <a:lnTo>
                  <a:pt x="5381625" y="1230274"/>
                </a:lnTo>
                <a:lnTo>
                  <a:pt x="5381625" y="1232903"/>
                </a:lnTo>
                <a:lnTo>
                  <a:pt x="5382095" y="1234020"/>
                </a:lnTo>
                <a:lnTo>
                  <a:pt x="5383949" y="1235887"/>
                </a:lnTo>
                <a:lnTo>
                  <a:pt x="5385079" y="1236345"/>
                </a:lnTo>
                <a:lnTo>
                  <a:pt x="5387708" y="1236345"/>
                </a:lnTo>
                <a:lnTo>
                  <a:pt x="5388826" y="1235887"/>
                </a:lnTo>
                <a:lnTo>
                  <a:pt x="5390693" y="1234020"/>
                </a:lnTo>
                <a:lnTo>
                  <a:pt x="5391150" y="1232903"/>
                </a:lnTo>
                <a:lnTo>
                  <a:pt x="5391150" y="1230274"/>
                </a:lnTo>
                <a:close/>
              </a:path>
              <a:path w="6486525" h="1236345">
                <a:moveTo>
                  <a:pt x="5391150" y="616864"/>
                </a:moveTo>
                <a:lnTo>
                  <a:pt x="5390693" y="615746"/>
                </a:lnTo>
                <a:lnTo>
                  <a:pt x="5388826" y="613879"/>
                </a:lnTo>
                <a:lnTo>
                  <a:pt x="5387708" y="613410"/>
                </a:lnTo>
                <a:lnTo>
                  <a:pt x="5385079" y="613410"/>
                </a:lnTo>
                <a:lnTo>
                  <a:pt x="5383949" y="613879"/>
                </a:lnTo>
                <a:lnTo>
                  <a:pt x="5382095" y="615746"/>
                </a:lnTo>
                <a:lnTo>
                  <a:pt x="5381625" y="616864"/>
                </a:lnTo>
                <a:lnTo>
                  <a:pt x="5381625" y="619493"/>
                </a:lnTo>
                <a:lnTo>
                  <a:pt x="5382095" y="620610"/>
                </a:lnTo>
                <a:lnTo>
                  <a:pt x="5383949" y="622477"/>
                </a:lnTo>
                <a:lnTo>
                  <a:pt x="5385079" y="622935"/>
                </a:lnTo>
                <a:lnTo>
                  <a:pt x="5387708" y="622935"/>
                </a:lnTo>
                <a:lnTo>
                  <a:pt x="5388826" y="622477"/>
                </a:lnTo>
                <a:lnTo>
                  <a:pt x="5390693" y="620610"/>
                </a:lnTo>
                <a:lnTo>
                  <a:pt x="5391150" y="619493"/>
                </a:lnTo>
                <a:lnTo>
                  <a:pt x="5391150" y="616864"/>
                </a:lnTo>
                <a:close/>
              </a:path>
              <a:path w="6486525" h="1236345">
                <a:moveTo>
                  <a:pt x="5391150" y="3454"/>
                </a:moveTo>
                <a:lnTo>
                  <a:pt x="5390693" y="2336"/>
                </a:lnTo>
                <a:lnTo>
                  <a:pt x="5388826" y="469"/>
                </a:lnTo>
                <a:lnTo>
                  <a:pt x="5387708" y="0"/>
                </a:lnTo>
                <a:lnTo>
                  <a:pt x="5385079" y="0"/>
                </a:lnTo>
                <a:lnTo>
                  <a:pt x="5383949" y="469"/>
                </a:lnTo>
                <a:lnTo>
                  <a:pt x="5382095" y="2336"/>
                </a:lnTo>
                <a:lnTo>
                  <a:pt x="5381625" y="3454"/>
                </a:lnTo>
                <a:lnTo>
                  <a:pt x="5381625" y="6083"/>
                </a:lnTo>
                <a:lnTo>
                  <a:pt x="5382095" y="7200"/>
                </a:lnTo>
                <a:lnTo>
                  <a:pt x="5383949" y="9067"/>
                </a:lnTo>
                <a:lnTo>
                  <a:pt x="5385079" y="9525"/>
                </a:lnTo>
                <a:lnTo>
                  <a:pt x="5387708" y="9525"/>
                </a:lnTo>
                <a:lnTo>
                  <a:pt x="5388826" y="9067"/>
                </a:lnTo>
                <a:lnTo>
                  <a:pt x="5390693" y="7200"/>
                </a:lnTo>
                <a:lnTo>
                  <a:pt x="5391150" y="6083"/>
                </a:lnTo>
                <a:lnTo>
                  <a:pt x="5391150" y="3454"/>
                </a:lnTo>
                <a:close/>
              </a:path>
              <a:path w="6486525" h="1236345">
                <a:moveTo>
                  <a:pt x="5438775" y="1230274"/>
                </a:moveTo>
                <a:lnTo>
                  <a:pt x="5438318" y="1229156"/>
                </a:lnTo>
                <a:lnTo>
                  <a:pt x="5436451" y="1227289"/>
                </a:lnTo>
                <a:lnTo>
                  <a:pt x="5435333" y="1226820"/>
                </a:lnTo>
                <a:lnTo>
                  <a:pt x="5432704" y="1226820"/>
                </a:lnTo>
                <a:lnTo>
                  <a:pt x="5431574" y="1227289"/>
                </a:lnTo>
                <a:lnTo>
                  <a:pt x="5429720" y="1229156"/>
                </a:lnTo>
                <a:lnTo>
                  <a:pt x="5429250" y="1230274"/>
                </a:lnTo>
                <a:lnTo>
                  <a:pt x="5429250" y="1232903"/>
                </a:lnTo>
                <a:lnTo>
                  <a:pt x="5429720" y="1234020"/>
                </a:lnTo>
                <a:lnTo>
                  <a:pt x="5431574" y="1235887"/>
                </a:lnTo>
                <a:lnTo>
                  <a:pt x="5432704" y="1236345"/>
                </a:lnTo>
                <a:lnTo>
                  <a:pt x="5435333" y="1236345"/>
                </a:lnTo>
                <a:lnTo>
                  <a:pt x="5436451" y="1235887"/>
                </a:lnTo>
                <a:lnTo>
                  <a:pt x="5438318" y="1234020"/>
                </a:lnTo>
                <a:lnTo>
                  <a:pt x="5438775" y="1232903"/>
                </a:lnTo>
                <a:lnTo>
                  <a:pt x="5438775" y="1230274"/>
                </a:lnTo>
                <a:close/>
              </a:path>
              <a:path w="6486525" h="1236345">
                <a:moveTo>
                  <a:pt x="5438775" y="616864"/>
                </a:moveTo>
                <a:lnTo>
                  <a:pt x="5438318" y="615746"/>
                </a:lnTo>
                <a:lnTo>
                  <a:pt x="5436451" y="613879"/>
                </a:lnTo>
                <a:lnTo>
                  <a:pt x="5435333" y="613410"/>
                </a:lnTo>
                <a:lnTo>
                  <a:pt x="5432704" y="613410"/>
                </a:lnTo>
                <a:lnTo>
                  <a:pt x="5431574" y="613879"/>
                </a:lnTo>
                <a:lnTo>
                  <a:pt x="5429720" y="615746"/>
                </a:lnTo>
                <a:lnTo>
                  <a:pt x="5429250" y="616864"/>
                </a:lnTo>
                <a:lnTo>
                  <a:pt x="5429250" y="619493"/>
                </a:lnTo>
                <a:lnTo>
                  <a:pt x="5429720" y="620610"/>
                </a:lnTo>
                <a:lnTo>
                  <a:pt x="5431574" y="622477"/>
                </a:lnTo>
                <a:lnTo>
                  <a:pt x="5432704" y="622935"/>
                </a:lnTo>
                <a:lnTo>
                  <a:pt x="5435333" y="622935"/>
                </a:lnTo>
                <a:lnTo>
                  <a:pt x="5436451" y="622477"/>
                </a:lnTo>
                <a:lnTo>
                  <a:pt x="5438318" y="620610"/>
                </a:lnTo>
                <a:lnTo>
                  <a:pt x="5438775" y="619493"/>
                </a:lnTo>
                <a:lnTo>
                  <a:pt x="5438775" y="616864"/>
                </a:lnTo>
                <a:close/>
              </a:path>
              <a:path w="6486525" h="1236345">
                <a:moveTo>
                  <a:pt x="5438775" y="3454"/>
                </a:moveTo>
                <a:lnTo>
                  <a:pt x="5438318" y="2336"/>
                </a:lnTo>
                <a:lnTo>
                  <a:pt x="5436451" y="469"/>
                </a:lnTo>
                <a:lnTo>
                  <a:pt x="5435333" y="0"/>
                </a:lnTo>
                <a:lnTo>
                  <a:pt x="5432704" y="0"/>
                </a:lnTo>
                <a:lnTo>
                  <a:pt x="5431574" y="469"/>
                </a:lnTo>
                <a:lnTo>
                  <a:pt x="5429720" y="2336"/>
                </a:lnTo>
                <a:lnTo>
                  <a:pt x="5429250" y="3454"/>
                </a:lnTo>
                <a:lnTo>
                  <a:pt x="5429250" y="6083"/>
                </a:lnTo>
                <a:lnTo>
                  <a:pt x="5429720" y="7200"/>
                </a:lnTo>
                <a:lnTo>
                  <a:pt x="5431574" y="9067"/>
                </a:lnTo>
                <a:lnTo>
                  <a:pt x="5432704" y="9525"/>
                </a:lnTo>
                <a:lnTo>
                  <a:pt x="5435333" y="9525"/>
                </a:lnTo>
                <a:lnTo>
                  <a:pt x="5436451" y="9067"/>
                </a:lnTo>
                <a:lnTo>
                  <a:pt x="5438318" y="7200"/>
                </a:lnTo>
                <a:lnTo>
                  <a:pt x="5438775" y="6083"/>
                </a:lnTo>
                <a:lnTo>
                  <a:pt x="5438775" y="3454"/>
                </a:lnTo>
                <a:close/>
              </a:path>
              <a:path w="6486525" h="1236345">
                <a:moveTo>
                  <a:pt x="5486400" y="1230274"/>
                </a:moveTo>
                <a:lnTo>
                  <a:pt x="5485943" y="1229156"/>
                </a:lnTo>
                <a:lnTo>
                  <a:pt x="5484076" y="1227289"/>
                </a:lnTo>
                <a:lnTo>
                  <a:pt x="5482958" y="1226820"/>
                </a:lnTo>
                <a:lnTo>
                  <a:pt x="5480329" y="1226820"/>
                </a:lnTo>
                <a:lnTo>
                  <a:pt x="5479199" y="1227289"/>
                </a:lnTo>
                <a:lnTo>
                  <a:pt x="5477345" y="1229156"/>
                </a:lnTo>
                <a:lnTo>
                  <a:pt x="5476875" y="1230274"/>
                </a:lnTo>
                <a:lnTo>
                  <a:pt x="5476875" y="1232903"/>
                </a:lnTo>
                <a:lnTo>
                  <a:pt x="5477345" y="1234020"/>
                </a:lnTo>
                <a:lnTo>
                  <a:pt x="5479199" y="1235887"/>
                </a:lnTo>
                <a:lnTo>
                  <a:pt x="5480329" y="1236345"/>
                </a:lnTo>
                <a:lnTo>
                  <a:pt x="5482958" y="1236345"/>
                </a:lnTo>
                <a:lnTo>
                  <a:pt x="5484076" y="1235887"/>
                </a:lnTo>
                <a:lnTo>
                  <a:pt x="5485943" y="1234020"/>
                </a:lnTo>
                <a:lnTo>
                  <a:pt x="5486400" y="1232903"/>
                </a:lnTo>
                <a:lnTo>
                  <a:pt x="5486400" y="1230274"/>
                </a:lnTo>
                <a:close/>
              </a:path>
              <a:path w="6486525" h="1236345">
                <a:moveTo>
                  <a:pt x="5486400" y="616864"/>
                </a:moveTo>
                <a:lnTo>
                  <a:pt x="5485943" y="615746"/>
                </a:lnTo>
                <a:lnTo>
                  <a:pt x="5484076" y="613879"/>
                </a:lnTo>
                <a:lnTo>
                  <a:pt x="5482958" y="613410"/>
                </a:lnTo>
                <a:lnTo>
                  <a:pt x="5480329" y="613410"/>
                </a:lnTo>
                <a:lnTo>
                  <a:pt x="5479199" y="613879"/>
                </a:lnTo>
                <a:lnTo>
                  <a:pt x="5477345" y="615746"/>
                </a:lnTo>
                <a:lnTo>
                  <a:pt x="5476875" y="616864"/>
                </a:lnTo>
                <a:lnTo>
                  <a:pt x="5476875" y="619493"/>
                </a:lnTo>
                <a:lnTo>
                  <a:pt x="5477345" y="620610"/>
                </a:lnTo>
                <a:lnTo>
                  <a:pt x="5479199" y="622477"/>
                </a:lnTo>
                <a:lnTo>
                  <a:pt x="5480329" y="622935"/>
                </a:lnTo>
                <a:lnTo>
                  <a:pt x="5482958" y="622935"/>
                </a:lnTo>
                <a:lnTo>
                  <a:pt x="5484076" y="622477"/>
                </a:lnTo>
                <a:lnTo>
                  <a:pt x="5485943" y="620610"/>
                </a:lnTo>
                <a:lnTo>
                  <a:pt x="5486400" y="619493"/>
                </a:lnTo>
                <a:lnTo>
                  <a:pt x="5486400" y="616864"/>
                </a:lnTo>
                <a:close/>
              </a:path>
              <a:path w="6486525" h="1236345">
                <a:moveTo>
                  <a:pt x="5486400" y="3454"/>
                </a:moveTo>
                <a:lnTo>
                  <a:pt x="5485943" y="2336"/>
                </a:lnTo>
                <a:lnTo>
                  <a:pt x="5484076" y="469"/>
                </a:lnTo>
                <a:lnTo>
                  <a:pt x="5482958" y="0"/>
                </a:lnTo>
                <a:lnTo>
                  <a:pt x="5480329" y="0"/>
                </a:lnTo>
                <a:lnTo>
                  <a:pt x="5479199" y="469"/>
                </a:lnTo>
                <a:lnTo>
                  <a:pt x="5477345" y="2336"/>
                </a:lnTo>
                <a:lnTo>
                  <a:pt x="5476875" y="3454"/>
                </a:lnTo>
                <a:lnTo>
                  <a:pt x="5476875" y="6083"/>
                </a:lnTo>
                <a:lnTo>
                  <a:pt x="5477345" y="7200"/>
                </a:lnTo>
                <a:lnTo>
                  <a:pt x="5479199" y="9067"/>
                </a:lnTo>
                <a:lnTo>
                  <a:pt x="5480329" y="9525"/>
                </a:lnTo>
                <a:lnTo>
                  <a:pt x="5482958" y="9525"/>
                </a:lnTo>
                <a:lnTo>
                  <a:pt x="5484076" y="9067"/>
                </a:lnTo>
                <a:lnTo>
                  <a:pt x="5485943" y="7200"/>
                </a:lnTo>
                <a:lnTo>
                  <a:pt x="5486400" y="6083"/>
                </a:lnTo>
                <a:lnTo>
                  <a:pt x="5486400" y="3454"/>
                </a:lnTo>
                <a:close/>
              </a:path>
              <a:path w="6486525" h="1236345">
                <a:moveTo>
                  <a:pt x="5534025" y="1230274"/>
                </a:moveTo>
                <a:lnTo>
                  <a:pt x="5533568" y="1229156"/>
                </a:lnTo>
                <a:lnTo>
                  <a:pt x="5531701" y="1227289"/>
                </a:lnTo>
                <a:lnTo>
                  <a:pt x="5530583" y="1226820"/>
                </a:lnTo>
                <a:lnTo>
                  <a:pt x="5527954" y="1226820"/>
                </a:lnTo>
                <a:lnTo>
                  <a:pt x="5526824" y="1227289"/>
                </a:lnTo>
                <a:lnTo>
                  <a:pt x="5524970" y="1229156"/>
                </a:lnTo>
                <a:lnTo>
                  <a:pt x="5524500" y="1230274"/>
                </a:lnTo>
                <a:lnTo>
                  <a:pt x="5524500" y="1232903"/>
                </a:lnTo>
                <a:lnTo>
                  <a:pt x="5524970" y="1234020"/>
                </a:lnTo>
                <a:lnTo>
                  <a:pt x="5526824" y="1235887"/>
                </a:lnTo>
                <a:lnTo>
                  <a:pt x="5527954" y="1236345"/>
                </a:lnTo>
                <a:lnTo>
                  <a:pt x="5530583" y="1236345"/>
                </a:lnTo>
                <a:lnTo>
                  <a:pt x="5531701" y="1235887"/>
                </a:lnTo>
                <a:lnTo>
                  <a:pt x="5533568" y="1234020"/>
                </a:lnTo>
                <a:lnTo>
                  <a:pt x="5534025" y="1232903"/>
                </a:lnTo>
                <a:lnTo>
                  <a:pt x="5534025" y="1230274"/>
                </a:lnTo>
                <a:close/>
              </a:path>
              <a:path w="6486525" h="1236345">
                <a:moveTo>
                  <a:pt x="5534025" y="616864"/>
                </a:moveTo>
                <a:lnTo>
                  <a:pt x="5533568" y="615746"/>
                </a:lnTo>
                <a:lnTo>
                  <a:pt x="5531701" y="613879"/>
                </a:lnTo>
                <a:lnTo>
                  <a:pt x="5530583" y="613410"/>
                </a:lnTo>
                <a:lnTo>
                  <a:pt x="5527954" y="613410"/>
                </a:lnTo>
                <a:lnTo>
                  <a:pt x="5526824" y="613879"/>
                </a:lnTo>
                <a:lnTo>
                  <a:pt x="5524970" y="615746"/>
                </a:lnTo>
                <a:lnTo>
                  <a:pt x="5524500" y="616864"/>
                </a:lnTo>
                <a:lnTo>
                  <a:pt x="5524500" y="619493"/>
                </a:lnTo>
                <a:lnTo>
                  <a:pt x="5524970" y="620610"/>
                </a:lnTo>
                <a:lnTo>
                  <a:pt x="5526824" y="622477"/>
                </a:lnTo>
                <a:lnTo>
                  <a:pt x="5527954" y="622935"/>
                </a:lnTo>
                <a:lnTo>
                  <a:pt x="5530583" y="622935"/>
                </a:lnTo>
                <a:lnTo>
                  <a:pt x="5531701" y="622477"/>
                </a:lnTo>
                <a:lnTo>
                  <a:pt x="5533568" y="620610"/>
                </a:lnTo>
                <a:lnTo>
                  <a:pt x="5534025" y="619493"/>
                </a:lnTo>
                <a:lnTo>
                  <a:pt x="5534025" y="616864"/>
                </a:lnTo>
                <a:close/>
              </a:path>
              <a:path w="6486525" h="1236345">
                <a:moveTo>
                  <a:pt x="5534025" y="3454"/>
                </a:moveTo>
                <a:lnTo>
                  <a:pt x="5533568" y="2336"/>
                </a:lnTo>
                <a:lnTo>
                  <a:pt x="5531701" y="469"/>
                </a:lnTo>
                <a:lnTo>
                  <a:pt x="5530583" y="0"/>
                </a:lnTo>
                <a:lnTo>
                  <a:pt x="5527954" y="0"/>
                </a:lnTo>
                <a:lnTo>
                  <a:pt x="5526824" y="469"/>
                </a:lnTo>
                <a:lnTo>
                  <a:pt x="5524970" y="2336"/>
                </a:lnTo>
                <a:lnTo>
                  <a:pt x="5524500" y="3454"/>
                </a:lnTo>
                <a:lnTo>
                  <a:pt x="5524500" y="6083"/>
                </a:lnTo>
                <a:lnTo>
                  <a:pt x="5524970" y="7200"/>
                </a:lnTo>
                <a:lnTo>
                  <a:pt x="5526824" y="9067"/>
                </a:lnTo>
                <a:lnTo>
                  <a:pt x="5527954" y="9525"/>
                </a:lnTo>
                <a:lnTo>
                  <a:pt x="5530583" y="9525"/>
                </a:lnTo>
                <a:lnTo>
                  <a:pt x="5531701" y="9067"/>
                </a:lnTo>
                <a:lnTo>
                  <a:pt x="5533568" y="7200"/>
                </a:lnTo>
                <a:lnTo>
                  <a:pt x="5534025" y="6083"/>
                </a:lnTo>
                <a:lnTo>
                  <a:pt x="5534025" y="3454"/>
                </a:lnTo>
                <a:close/>
              </a:path>
              <a:path w="6486525" h="1236345">
                <a:moveTo>
                  <a:pt x="5581650" y="1230274"/>
                </a:moveTo>
                <a:lnTo>
                  <a:pt x="5581193" y="1229156"/>
                </a:lnTo>
                <a:lnTo>
                  <a:pt x="5579326" y="1227289"/>
                </a:lnTo>
                <a:lnTo>
                  <a:pt x="5578208" y="1226820"/>
                </a:lnTo>
                <a:lnTo>
                  <a:pt x="5575579" y="1226820"/>
                </a:lnTo>
                <a:lnTo>
                  <a:pt x="5574449" y="1227289"/>
                </a:lnTo>
                <a:lnTo>
                  <a:pt x="5572595" y="1229156"/>
                </a:lnTo>
                <a:lnTo>
                  <a:pt x="5572125" y="1230274"/>
                </a:lnTo>
                <a:lnTo>
                  <a:pt x="5572125" y="1232903"/>
                </a:lnTo>
                <a:lnTo>
                  <a:pt x="5572595" y="1234020"/>
                </a:lnTo>
                <a:lnTo>
                  <a:pt x="5574449" y="1235887"/>
                </a:lnTo>
                <a:lnTo>
                  <a:pt x="5575579" y="1236345"/>
                </a:lnTo>
                <a:lnTo>
                  <a:pt x="5578208" y="1236345"/>
                </a:lnTo>
                <a:lnTo>
                  <a:pt x="5579326" y="1235887"/>
                </a:lnTo>
                <a:lnTo>
                  <a:pt x="5581193" y="1234020"/>
                </a:lnTo>
                <a:lnTo>
                  <a:pt x="5581650" y="1232903"/>
                </a:lnTo>
                <a:lnTo>
                  <a:pt x="5581650" y="1230274"/>
                </a:lnTo>
                <a:close/>
              </a:path>
              <a:path w="6486525" h="1236345">
                <a:moveTo>
                  <a:pt x="5581650" y="616864"/>
                </a:moveTo>
                <a:lnTo>
                  <a:pt x="5581193" y="615746"/>
                </a:lnTo>
                <a:lnTo>
                  <a:pt x="5579326" y="613879"/>
                </a:lnTo>
                <a:lnTo>
                  <a:pt x="5578208" y="613410"/>
                </a:lnTo>
                <a:lnTo>
                  <a:pt x="5575579" y="613410"/>
                </a:lnTo>
                <a:lnTo>
                  <a:pt x="5574449" y="613879"/>
                </a:lnTo>
                <a:lnTo>
                  <a:pt x="5572595" y="615746"/>
                </a:lnTo>
                <a:lnTo>
                  <a:pt x="5572125" y="616864"/>
                </a:lnTo>
                <a:lnTo>
                  <a:pt x="5572125" y="619493"/>
                </a:lnTo>
                <a:lnTo>
                  <a:pt x="5572595" y="620610"/>
                </a:lnTo>
                <a:lnTo>
                  <a:pt x="5574449" y="622477"/>
                </a:lnTo>
                <a:lnTo>
                  <a:pt x="5575579" y="622935"/>
                </a:lnTo>
                <a:lnTo>
                  <a:pt x="5578208" y="622935"/>
                </a:lnTo>
                <a:lnTo>
                  <a:pt x="5579326" y="622477"/>
                </a:lnTo>
                <a:lnTo>
                  <a:pt x="5581193" y="620610"/>
                </a:lnTo>
                <a:lnTo>
                  <a:pt x="5581650" y="619493"/>
                </a:lnTo>
                <a:lnTo>
                  <a:pt x="5581650" y="616864"/>
                </a:lnTo>
                <a:close/>
              </a:path>
              <a:path w="6486525" h="1236345">
                <a:moveTo>
                  <a:pt x="5581650" y="3454"/>
                </a:moveTo>
                <a:lnTo>
                  <a:pt x="5581193" y="2336"/>
                </a:lnTo>
                <a:lnTo>
                  <a:pt x="5579326" y="469"/>
                </a:lnTo>
                <a:lnTo>
                  <a:pt x="5578208" y="0"/>
                </a:lnTo>
                <a:lnTo>
                  <a:pt x="5575579" y="0"/>
                </a:lnTo>
                <a:lnTo>
                  <a:pt x="5574449" y="469"/>
                </a:lnTo>
                <a:lnTo>
                  <a:pt x="5572595" y="2336"/>
                </a:lnTo>
                <a:lnTo>
                  <a:pt x="5572125" y="3454"/>
                </a:lnTo>
                <a:lnTo>
                  <a:pt x="5572125" y="6083"/>
                </a:lnTo>
                <a:lnTo>
                  <a:pt x="5572595" y="7200"/>
                </a:lnTo>
                <a:lnTo>
                  <a:pt x="5574449" y="9067"/>
                </a:lnTo>
                <a:lnTo>
                  <a:pt x="5575579" y="9525"/>
                </a:lnTo>
                <a:lnTo>
                  <a:pt x="5578208" y="9525"/>
                </a:lnTo>
                <a:lnTo>
                  <a:pt x="5579326" y="9067"/>
                </a:lnTo>
                <a:lnTo>
                  <a:pt x="5581193" y="7200"/>
                </a:lnTo>
                <a:lnTo>
                  <a:pt x="5581650" y="6083"/>
                </a:lnTo>
                <a:lnTo>
                  <a:pt x="5581650" y="3454"/>
                </a:lnTo>
                <a:close/>
              </a:path>
              <a:path w="6486525" h="1236345">
                <a:moveTo>
                  <a:pt x="5629275" y="1230274"/>
                </a:moveTo>
                <a:lnTo>
                  <a:pt x="5628818" y="1229156"/>
                </a:lnTo>
                <a:lnTo>
                  <a:pt x="5626951" y="1227289"/>
                </a:lnTo>
                <a:lnTo>
                  <a:pt x="5625833" y="1226820"/>
                </a:lnTo>
                <a:lnTo>
                  <a:pt x="5623204" y="1226820"/>
                </a:lnTo>
                <a:lnTo>
                  <a:pt x="5622074" y="1227289"/>
                </a:lnTo>
                <a:lnTo>
                  <a:pt x="5620220" y="1229156"/>
                </a:lnTo>
                <a:lnTo>
                  <a:pt x="5619750" y="1230274"/>
                </a:lnTo>
                <a:lnTo>
                  <a:pt x="5619750" y="1232903"/>
                </a:lnTo>
                <a:lnTo>
                  <a:pt x="5620220" y="1234020"/>
                </a:lnTo>
                <a:lnTo>
                  <a:pt x="5622074" y="1235887"/>
                </a:lnTo>
                <a:lnTo>
                  <a:pt x="5623204" y="1236345"/>
                </a:lnTo>
                <a:lnTo>
                  <a:pt x="5625833" y="1236345"/>
                </a:lnTo>
                <a:lnTo>
                  <a:pt x="5626951" y="1235887"/>
                </a:lnTo>
                <a:lnTo>
                  <a:pt x="5628818" y="1234020"/>
                </a:lnTo>
                <a:lnTo>
                  <a:pt x="5629275" y="1232903"/>
                </a:lnTo>
                <a:lnTo>
                  <a:pt x="5629275" y="1230274"/>
                </a:lnTo>
                <a:close/>
              </a:path>
              <a:path w="6486525" h="1236345">
                <a:moveTo>
                  <a:pt x="5629275" y="616864"/>
                </a:moveTo>
                <a:lnTo>
                  <a:pt x="5628818" y="615746"/>
                </a:lnTo>
                <a:lnTo>
                  <a:pt x="5626951" y="613879"/>
                </a:lnTo>
                <a:lnTo>
                  <a:pt x="5625833" y="613410"/>
                </a:lnTo>
                <a:lnTo>
                  <a:pt x="5623204" y="613410"/>
                </a:lnTo>
                <a:lnTo>
                  <a:pt x="5622074" y="613879"/>
                </a:lnTo>
                <a:lnTo>
                  <a:pt x="5620220" y="615746"/>
                </a:lnTo>
                <a:lnTo>
                  <a:pt x="5619750" y="616864"/>
                </a:lnTo>
                <a:lnTo>
                  <a:pt x="5619750" y="619493"/>
                </a:lnTo>
                <a:lnTo>
                  <a:pt x="5620220" y="620610"/>
                </a:lnTo>
                <a:lnTo>
                  <a:pt x="5622074" y="622477"/>
                </a:lnTo>
                <a:lnTo>
                  <a:pt x="5623204" y="622935"/>
                </a:lnTo>
                <a:lnTo>
                  <a:pt x="5625833" y="622935"/>
                </a:lnTo>
                <a:lnTo>
                  <a:pt x="5626951" y="622477"/>
                </a:lnTo>
                <a:lnTo>
                  <a:pt x="5628818" y="620610"/>
                </a:lnTo>
                <a:lnTo>
                  <a:pt x="5629275" y="619493"/>
                </a:lnTo>
                <a:lnTo>
                  <a:pt x="5629275" y="616864"/>
                </a:lnTo>
                <a:close/>
              </a:path>
              <a:path w="6486525" h="1236345">
                <a:moveTo>
                  <a:pt x="5629275" y="3454"/>
                </a:moveTo>
                <a:lnTo>
                  <a:pt x="5628818" y="2336"/>
                </a:lnTo>
                <a:lnTo>
                  <a:pt x="5626951" y="469"/>
                </a:lnTo>
                <a:lnTo>
                  <a:pt x="5625833" y="0"/>
                </a:lnTo>
                <a:lnTo>
                  <a:pt x="5623204" y="0"/>
                </a:lnTo>
                <a:lnTo>
                  <a:pt x="5622074" y="469"/>
                </a:lnTo>
                <a:lnTo>
                  <a:pt x="5620220" y="2336"/>
                </a:lnTo>
                <a:lnTo>
                  <a:pt x="5619750" y="3454"/>
                </a:lnTo>
                <a:lnTo>
                  <a:pt x="5619750" y="6083"/>
                </a:lnTo>
                <a:lnTo>
                  <a:pt x="5620220" y="7200"/>
                </a:lnTo>
                <a:lnTo>
                  <a:pt x="5622074" y="9067"/>
                </a:lnTo>
                <a:lnTo>
                  <a:pt x="5623204" y="9525"/>
                </a:lnTo>
                <a:lnTo>
                  <a:pt x="5625833" y="9525"/>
                </a:lnTo>
                <a:lnTo>
                  <a:pt x="5626951" y="9067"/>
                </a:lnTo>
                <a:lnTo>
                  <a:pt x="5628818" y="7200"/>
                </a:lnTo>
                <a:lnTo>
                  <a:pt x="5629275" y="6083"/>
                </a:lnTo>
                <a:lnTo>
                  <a:pt x="5629275" y="3454"/>
                </a:lnTo>
                <a:close/>
              </a:path>
              <a:path w="6486525" h="1236345">
                <a:moveTo>
                  <a:pt x="5676900" y="1230274"/>
                </a:moveTo>
                <a:lnTo>
                  <a:pt x="5676443" y="1229156"/>
                </a:lnTo>
                <a:lnTo>
                  <a:pt x="5674576" y="1227289"/>
                </a:lnTo>
                <a:lnTo>
                  <a:pt x="5673458" y="1226820"/>
                </a:lnTo>
                <a:lnTo>
                  <a:pt x="5670829" y="1226820"/>
                </a:lnTo>
                <a:lnTo>
                  <a:pt x="5669699" y="1227289"/>
                </a:lnTo>
                <a:lnTo>
                  <a:pt x="5667845" y="1229156"/>
                </a:lnTo>
                <a:lnTo>
                  <a:pt x="5667375" y="1230274"/>
                </a:lnTo>
                <a:lnTo>
                  <a:pt x="5667375" y="1232903"/>
                </a:lnTo>
                <a:lnTo>
                  <a:pt x="5667845" y="1234020"/>
                </a:lnTo>
                <a:lnTo>
                  <a:pt x="5669699" y="1235887"/>
                </a:lnTo>
                <a:lnTo>
                  <a:pt x="5670829" y="1236345"/>
                </a:lnTo>
                <a:lnTo>
                  <a:pt x="5673458" y="1236345"/>
                </a:lnTo>
                <a:lnTo>
                  <a:pt x="5674576" y="1235887"/>
                </a:lnTo>
                <a:lnTo>
                  <a:pt x="5676443" y="1234020"/>
                </a:lnTo>
                <a:lnTo>
                  <a:pt x="5676900" y="1232903"/>
                </a:lnTo>
                <a:lnTo>
                  <a:pt x="5676900" y="1230274"/>
                </a:lnTo>
                <a:close/>
              </a:path>
              <a:path w="6486525" h="1236345">
                <a:moveTo>
                  <a:pt x="5676900" y="616864"/>
                </a:moveTo>
                <a:lnTo>
                  <a:pt x="5676443" y="615746"/>
                </a:lnTo>
                <a:lnTo>
                  <a:pt x="5674576" y="613879"/>
                </a:lnTo>
                <a:lnTo>
                  <a:pt x="5673458" y="613410"/>
                </a:lnTo>
                <a:lnTo>
                  <a:pt x="5670829" y="613410"/>
                </a:lnTo>
                <a:lnTo>
                  <a:pt x="5669699" y="613879"/>
                </a:lnTo>
                <a:lnTo>
                  <a:pt x="5667845" y="615746"/>
                </a:lnTo>
                <a:lnTo>
                  <a:pt x="5667375" y="616864"/>
                </a:lnTo>
                <a:lnTo>
                  <a:pt x="5667375" y="619493"/>
                </a:lnTo>
                <a:lnTo>
                  <a:pt x="5667845" y="620610"/>
                </a:lnTo>
                <a:lnTo>
                  <a:pt x="5669699" y="622477"/>
                </a:lnTo>
                <a:lnTo>
                  <a:pt x="5670829" y="622935"/>
                </a:lnTo>
                <a:lnTo>
                  <a:pt x="5673458" y="622935"/>
                </a:lnTo>
                <a:lnTo>
                  <a:pt x="5674576" y="622477"/>
                </a:lnTo>
                <a:lnTo>
                  <a:pt x="5676443" y="620610"/>
                </a:lnTo>
                <a:lnTo>
                  <a:pt x="5676900" y="619493"/>
                </a:lnTo>
                <a:lnTo>
                  <a:pt x="5676900" y="616864"/>
                </a:lnTo>
                <a:close/>
              </a:path>
              <a:path w="6486525" h="1236345">
                <a:moveTo>
                  <a:pt x="5676900" y="3454"/>
                </a:moveTo>
                <a:lnTo>
                  <a:pt x="5676443" y="2336"/>
                </a:lnTo>
                <a:lnTo>
                  <a:pt x="5674576" y="469"/>
                </a:lnTo>
                <a:lnTo>
                  <a:pt x="5673458" y="0"/>
                </a:lnTo>
                <a:lnTo>
                  <a:pt x="5670829" y="0"/>
                </a:lnTo>
                <a:lnTo>
                  <a:pt x="5669699" y="469"/>
                </a:lnTo>
                <a:lnTo>
                  <a:pt x="5667845" y="2336"/>
                </a:lnTo>
                <a:lnTo>
                  <a:pt x="5667375" y="3454"/>
                </a:lnTo>
                <a:lnTo>
                  <a:pt x="5667375" y="6083"/>
                </a:lnTo>
                <a:lnTo>
                  <a:pt x="5667845" y="7200"/>
                </a:lnTo>
                <a:lnTo>
                  <a:pt x="5669699" y="9067"/>
                </a:lnTo>
                <a:lnTo>
                  <a:pt x="5670829" y="9525"/>
                </a:lnTo>
                <a:lnTo>
                  <a:pt x="5673458" y="9525"/>
                </a:lnTo>
                <a:lnTo>
                  <a:pt x="5674576" y="9067"/>
                </a:lnTo>
                <a:lnTo>
                  <a:pt x="5676443" y="7200"/>
                </a:lnTo>
                <a:lnTo>
                  <a:pt x="5676900" y="6083"/>
                </a:lnTo>
                <a:lnTo>
                  <a:pt x="5676900" y="3454"/>
                </a:lnTo>
                <a:close/>
              </a:path>
              <a:path w="6486525" h="1236345">
                <a:moveTo>
                  <a:pt x="5724525" y="1230274"/>
                </a:moveTo>
                <a:lnTo>
                  <a:pt x="5724068" y="1229156"/>
                </a:lnTo>
                <a:lnTo>
                  <a:pt x="5722201" y="1227289"/>
                </a:lnTo>
                <a:lnTo>
                  <a:pt x="5721083" y="1226820"/>
                </a:lnTo>
                <a:lnTo>
                  <a:pt x="5718454" y="1226820"/>
                </a:lnTo>
                <a:lnTo>
                  <a:pt x="5717324" y="1227289"/>
                </a:lnTo>
                <a:lnTo>
                  <a:pt x="5715470" y="1229156"/>
                </a:lnTo>
                <a:lnTo>
                  <a:pt x="5715000" y="1230274"/>
                </a:lnTo>
                <a:lnTo>
                  <a:pt x="5715000" y="1232903"/>
                </a:lnTo>
                <a:lnTo>
                  <a:pt x="5715470" y="1234020"/>
                </a:lnTo>
                <a:lnTo>
                  <a:pt x="5717324" y="1235887"/>
                </a:lnTo>
                <a:lnTo>
                  <a:pt x="5718454" y="1236345"/>
                </a:lnTo>
                <a:lnTo>
                  <a:pt x="5721083" y="1236345"/>
                </a:lnTo>
                <a:lnTo>
                  <a:pt x="5722201" y="1235887"/>
                </a:lnTo>
                <a:lnTo>
                  <a:pt x="5724068" y="1234020"/>
                </a:lnTo>
                <a:lnTo>
                  <a:pt x="5724525" y="1232903"/>
                </a:lnTo>
                <a:lnTo>
                  <a:pt x="5724525" y="1230274"/>
                </a:lnTo>
                <a:close/>
              </a:path>
              <a:path w="6486525" h="1236345">
                <a:moveTo>
                  <a:pt x="5724525" y="616864"/>
                </a:moveTo>
                <a:lnTo>
                  <a:pt x="5724068" y="615746"/>
                </a:lnTo>
                <a:lnTo>
                  <a:pt x="5722201" y="613879"/>
                </a:lnTo>
                <a:lnTo>
                  <a:pt x="5721083" y="613410"/>
                </a:lnTo>
                <a:lnTo>
                  <a:pt x="5718454" y="613410"/>
                </a:lnTo>
                <a:lnTo>
                  <a:pt x="5717324" y="613879"/>
                </a:lnTo>
                <a:lnTo>
                  <a:pt x="5715470" y="615746"/>
                </a:lnTo>
                <a:lnTo>
                  <a:pt x="5715000" y="616864"/>
                </a:lnTo>
                <a:lnTo>
                  <a:pt x="5715000" y="619493"/>
                </a:lnTo>
                <a:lnTo>
                  <a:pt x="5715470" y="620610"/>
                </a:lnTo>
                <a:lnTo>
                  <a:pt x="5717324" y="622477"/>
                </a:lnTo>
                <a:lnTo>
                  <a:pt x="5718454" y="622935"/>
                </a:lnTo>
                <a:lnTo>
                  <a:pt x="5721083" y="622935"/>
                </a:lnTo>
                <a:lnTo>
                  <a:pt x="5722201" y="622477"/>
                </a:lnTo>
                <a:lnTo>
                  <a:pt x="5724068" y="620610"/>
                </a:lnTo>
                <a:lnTo>
                  <a:pt x="5724525" y="619493"/>
                </a:lnTo>
                <a:lnTo>
                  <a:pt x="5724525" y="616864"/>
                </a:lnTo>
                <a:close/>
              </a:path>
              <a:path w="6486525" h="1236345">
                <a:moveTo>
                  <a:pt x="5724525" y="3454"/>
                </a:moveTo>
                <a:lnTo>
                  <a:pt x="5724068" y="2336"/>
                </a:lnTo>
                <a:lnTo>
                  <a:pt x="5722201" y="469"/>
                </a:lnTo>
                <a:lnTo>
                  <a:pt x="5721083" y="0"/>
                </a:lnTo>
                <a:lnTo>
                  <a:pt x="5718454" y="0"/>
                </a:lnTo>
                <a:lnTo>
                  <a:pt x="5717324" y="469"/>
                </a:lnTo>
                <a:lnTo>
                  <a:pt x="5715470" y="2336"/>
                </a:lnTo>
                <a:lnTo>
                  <a:pt x="5715000" y="3454"/>
                </a:lnTo>
                <a:lnTo>
                  <a:pt x="5715000" y="6083"/>
                </a:lnTo>
                <a:lnTo>
                  <a:pt x="5715470" y="7200"/>
                </a:lnTo>
                <a:lnTo>
                  <a:pt x="5717324" y="9067"/>
                </a:lnTo>
                <a:lnTo>
                  <a:pt x="5718454" y="9525"/>
                </a:lnTo>
                <a:lnTo>
                  <a:pt x="5721083" y="9525"/>
                </a:lnTo>
                <a:lnTo>
                  <a:pt x="5722201" y="9067"/>
                </a:lnTo>
                <a:lnTo>
                  <a:pt x="5724068" y="7200"/>
                </a:lnTo>
                <a:lnTo>
                  <a:pt x="5724525" y="6083"/>
                </a:lnTo>
                <a:lnTo>
                  <a:pt x="5724525" y="3454"/>
                </a:lnTo>
                <a:close/>
              </a:path>
              <a:path w="6486525" h="1236345">
                <a:moveTo>
                  <a:pt x="5772150" y="1230274"/>
                </a:moveTo>
                <a:lnTo>
                  <a:pt x="5771693" y="1229156"/>
                </a:lnTo>
                <a:lnTo>
                  <a:pt x="5769826" y="1227289"/>
                </a:lnTo>
                <a:lnTo>
                  <a:pt x="5768708" y="1226820"/>
                </a:lnTo>
                <a:lnTo>
                  <a:pt x="5766079" y="1226820"/>
                </a:lnTo>
                <a:lnTo>
                  <a:pt x="5764949" y="1227289"/>
                </a:lnTo>
                <a:lnTo>
                  <a:pt x="5763095" y="1229156"/>
                </a:lnTo>
                <a:lnTo>
                  <a:pt x="5762625" y="1230274"/>
                </a:lnTo>
                <a:lnTo>
                  <a:pt x="5762625" y="1232903"/>
                </a:lnTo>
                <a:lnTo>
                  <a:pt x="5763095" y="1234020"/>
                </a:lnTo>
                <a:lnTo>
                  <a:pt x="5764949" y="1235887"/>
                </a:lnTo>
                <a:lnTo>
                  <a:pt x="5766079" y="1236345"/>
                </a:lnTo>
                <a:lnTo>
                  <a:pt x="5768708" y="1236345"/>
                </a:lnTo>
                <a:lnTo>
                  <a:pt x="5769826" y="1235887"/>
                </a:lnTo>
                <a:lnTo>
                  <a:pt x="5771693" y="1234020"/>
                </a:lnTo>
                <a:lnTo>
                  <a:pt x="5772150" y="1232903"/>
                </a:lnTo>
                <a:lnTo>
                  <a:pt x="5772150" y="1230274"/>
                </a:lnTo>
                <a:close/>
              </a:path>
              <a:path w="6486525" h="1236345">
                <a:moveTo>
                  <a:pt x="5772150" y="616864"/>
                </a:moveTo>
                <a:lnTo>
                  <a:pt x="5771693" y="615746"/>
                </a:lnTo>
                <a:lnTo>
                  <a:pt x="5769826" y="613879"/>
                </a:lnTo>
                <a:lnTo>
                  <a:pt x="5768708" y="613410"/>
                </a:lnTo>
                <a:lnTo>
                  <a:pt x="5766079" y="613410"/>
                </a:lnTo>
                <a:lnTo>
                  <a:pt x="5764949" y="613879"/>
                </a:lnTo>
                <a:lnTo>
                  <a:pt x="5763095" y="615746"/>
                </a:lnTo>
                <a:lnTo>
                  <a:pt x="5762625" y="616864"/>
                </a:lnTo>
                <a:lnTo>
                  <a:pt x="5762625" y="619493"/>
                </a:lnTo>
                <a:lnTo>
                  <a:pt x="5763095" y="620610"/>
                </a:lnTo>
                <a:lnTo>
                  <a:pt x="5764949" y="622477"/>
                </a:lnTo>
                <a:lnTo>
                  <a:pt x="5766079" y="622935"/>
                </a:lnTo>
                <a:lnTo>
                  <a:pt x="5768708" y="622935"/>
                </a:lnTo>
                <a:lnTo>
                  <a:pt x="5769826" y="622477"/>
                </a:lnTo>
                <a:lnTo>
                  <a:pt x="5771693" y="620610"/>
                </a:lnTo>
                <a:lnTo>
                  <a:pt x="5772150" y="619493"/>
                </a:lnTo>
                <a:lnTo>
                  <a:pt x="5772150" y="616864"/>
                </a:lnTo>
                <a:close/>
              </a:path>
              <a:path w="6486525" h="1236345">
                <a:moveTo>
                  <a:pt x="5772150" y="3454"/>
                </a:moveTo>
                <a:lnTo>
                  <a:pt x="5771693" y="2336"/>
                </a:lnTo>
                <a:lnTo>
                  <a:pt x="5769826" y="469"/>
                </a:lnTo>
                <a:lnTo>
                  <a:pt x="5768708" y="0"/>
                </a:lnTo>
                <a:lnTo>
                  <a:pt x="5766079" y="0"/>
                </a:lnTo>
                <a:lnTo>
                  <a:pt x="5764949" y="469"/>
                </a:lnTo>
                <a:lnTo>
                  <a:pt x="5763095" y="2336"/>
                </a:lnTo>
                <a:lnTo>
                  <a:pt x="5762625" y="3454"/>
                </a:lnTo>
                <a:lnTo>
                  <a:pt x="5762625" y="6083"/>
                </a:lnTo>
                <a:lnTo>
                  <a:pt x="5763095" y="7200"/>
                </a:lnTo>
                <a:lnTo>
                  <a:pt x="5764949" y="9067"/>
                </a:lnTo>
                <a:lnTo>
                  <a:pt x="5766079" y="9525"/>
                </a:lnTo>
                <a:lnTo>
                  <a:pt x="5768708" y="9525"/>
                </a:lnTo>
                <a:lnTo>
                  <a:pt x="5769826" y="9067"/>
                </a:lnTo>
                <a:lnTo>
                  <a:pt x="5771693" y="7200"/>
                </a:lnTo>
                <a:lnTo>
                  <a:pt x="5772150" y="6083"/>
                </a:lnTo>
                <a:lnTo>
                  <a:pt x="5772150" y="3454"/>
                </a:lnTo>
                <a:close/>
              </a:path>
              <a:path w="6486525" h="1236345">
                <a:moveTo>
                  <a:pt x="5819775" y="1230274"/>
                </a:moveTo>
                <a:lnTo>
                  <a:pt x="5819318" y="1229156"/>
                </a:lnTo>
                <a:lnTo>
                  <a:pt x="5817451" y="1227289"/>
                </a:lnTo>
                <a:lnTo>
                  <a:pt x="5816333" y="1226820"/>
                </a:lnTo>
                <a:lnTo>
                  <a:pt x="5813704" y="1226820"/>
                </a:lnTo>
                <a:lnTo>
                  <a:pt x="5812574" y="1227289"/>
                </a:lnTo>
                <a:lnTo>
                  <a:pt x="5810720" y="1229156"/>
                </a:lnTo>
                <a:lnTo>
                  <a:pt x="5810250" y="1230274"/>
                </a:lnTo>
                <a:lnTo>
                  <a:pt x="5810250" y="1232903"/>
                </a:lnTo>
                <a:lnTo>
                  <a:pt x="5810720" y="1234020"/>
                </a:lnTo>
                <a:lnTo>
                  <a:pt x="5812574" y="1235887"/>
                </a:lnTo>
                <a:lnTo>
                  <a:pt x="5813704" y="1236345"/>
                </a:lnTo>
                <a:lnTo>
                  <a:pt x="5816333" y="1236345"/>
                </a:lnTo>
                <a:lnTo>
                  <a:pt x="5817451" y="1235887"/>
                </a:lnTo>
                <a:lnTo>
                  <a:pt x="5819318" y="1234020"/>
                </a:lnTo>
                <a:lnTo>
                  <a:pt x="5819775" y="1232903"/>
                </a:lnTo>
                <a:lnTo>
                  <a:pt x="5819775" y="1230274"/>
                </a:lnTo>
                <a:close/>
              </a:path>
              <a:path w="6486525" h="1236345">
                <a:moveTo>
                  <a:pt x="5819775" y="616864"/>
                </a:moveTo>
                <a:lnTo>
                  <a:pt x="5819318" y="615746"/>
                </a:lnTo>
                <a:lnTo>
                  <a:pt x="5817451" y="613879"/>
                </a:lnTo>
                <a:lnTo>
                  <a:pt x="5816333" y="613410"/>
                </a:lnTo>
                <a:lnTo>
                  <a:pt x="5813704" y="613410"/>
                </a:lnTo>
                <a:lnTo>
                  <a:pt x="5812574" y="613879"/>
                </a:lnTo>
                <a:lnTo>
                  <a:pt x="5810720" y="615746"/>
                </a:lnTo>
                <a:lnTo>
                  <a:pt x="5810250" y="616864"/>
                </a:lnTo>
                <a:lnTo>
                  <a:pt x="5810250" y="619493"/>
                </a:lnTo>
                <a:lnTo>
                  <a:pt x="5810720" y="620610"/>
                </a:lnTo>
                <a:lnTo>
                  <a:pt x="5812574" y="622477"/>
                </a:lnTo>
                <a:lnTo>
                  <a:pt x="5813704" y="622935"/>
                </a:lnTo>
                <a:lnTo>
                  <a:pt x="5816333" y="622935"/>
                </a:lnTo>
                <a:lnTo>
                  <a:pt x="5817451" y="622477"/>
                </a:lnTo>
                <a:lnTo>
                  <a:pt x="5819318" y="620610"/>
                </a:lnTo>
                <a:lnTo>
                  <a:pt x="5819775" y="619493"/>
                </a:lnTo>
                <a:lnTo>
                  <a:pt x="5819775" y="616864"/>
                </a:lnTo>
                <a:close/>
              </a:path>
              <a:path w="6486525" h="1236345">
                <a:moveTo>
                  <a:pt x="5819775" y="3454"/>
                </a:moveTo>
                <a:lnTo>
                  <a:pt x="5819318" y="2336"/>
                </a:lnTo>
                <a:lnTo>
                  <a:pt x="5817451" y="469"/>
                </a:lnTo>
                <a:lnTo>
                  <a:pt x="5816333" y="0"/>
                </a:lnTo>
                <a:lnTo>
                  <a:pt x="5813704" y="0"/>
                </a:lnTo>
                <a:lnTo>
                  <a:pt x="5812574" y="469"/>
                </a:lnTo>
                <a:lnTo>
                  <a:pt x="5810720" y="2336"/>
                </a:lnTo>
                <a:lnTo>
                  <a:pt x="5810250" y="3454"/>
                </a:lnTo>
                <a:lnTo>
                  <a:pt x="5810250" y="6083"/>
                </a:lnTo>
                <a:lnTo>
                  <a:pt x="5810720" y="7200"/>
                </a:lnTo>
                <a:lnTo>
                  <a:pt x="5812574" y="9067"/>
                </a:lnTo>
                <a:lnTo>
                  <a:pt x="5813704" y="9525"/>
                </a:lnTo>
                <a:lnTo>
                  <a:pt x="5816333" y="9525"/>
                </a:lnTo>
                <a:lnTo>
                  <a:pt x="5817451" y="9067"/>
                </a:lnTo>
                <a:lnTo>
                  <a:pt x="5819318" y="7200"/>
                </a:lnTo>
                <a:lnTo>
                  <a:pt x="5819775" y="6083"/>
                </a:lnTo>
                <a:lnTo>
                  <a:pt x="5819775" y="3454"/>
                </a:lnTo>
                <a:close/>
              </a:path>
              <a:path w="6486525" h="1236345">
                <a:moveTo>
                  <a:pt x="5867400" y="1230274"/>
                </a:moveTo>
                <a:lnTo>
                  <a:pt x="5866943" y="1229156"/>
                </a:lnTo>
                <a:lnTo>
                  <a:pt x="5865076" y="1227289"/>
                </a:lnTo>
                <a:lnTo>
                  <a:pt x="5863958" y="1226820"/>
                </a:lnTo>
                <a:lnTo>
                  <a:pt x="5861329" y="1226820"/>
                </a:lnTo>
                <a:lnTo>
                  <a:pt x="5860199" y="1227289"/>
                </a:lnTo>
                <a:lnTo>
                  <a:pt x="5858345" y="1229156"/>
                </a:lnTo>
                <a:lnTo>
                  <a:pt x="5857875" y="1230274"/>
                </a:lnTo>
                <a:lnTo>
                  <a:pt x="5857875" y="1232903"/>
                </a:lnTo>
                <a:lnTo>
                  <a:pt x="5858345" y="1234020"/>
                </a:lnTo>
                <a:lnTo>
                  <a:pt x="5860199" y="1235887"/>
                </a:lnTo>
                <a:lnTo>
                  <a:pt x="5861329" y="1236345"/>
                </a:lnTo>
                <a:lnTo>
                  <a:pt x="5863958" y="1236345"/>
                </a:lnTo>
                <a:lnTo>
                  <a:pt x="5865076" y="1235887"/>
                </a:lnTo>
                <a:lnTo>
                  <a:pt x="5866943" y="1234020"/>
                </a:lnTo>
                <a:lnTo>
                  <a:pt x="5867400" y="1232903"/>
                </a:lnTo>
                <a:lnTo>
                  <a:pt x="5867400" y="1230274"/>
                </a:lnTo>
                <a:close/>
              </a:path>
              <a:path w="6486525" h="1236345">
                <a:moveTo>
                  <a:pt x="5867400" y="616864"/>
                </a:moveTo>
                <a:lnTo>
                  <a:pt x="5866943" y="615746"/>
                </a:lnTo>
                <a:lnTo>
                  <a:pt x="5865076" y="613879"/>
                </a:lnTo>
                <a:lnTo>
                  <a:pt x="5863958" y="613410"/>
                </a:lnTo>
                <a:lnTo>
                  <a:pt x="5861329" y="613410"/>
                </a:lnTo>
                <a:lnTo>
                  <a:pt x="5860199" y="613879"/>
                </a:lnTo>
                <a:lnTo>
                  <a:pt x="5858345" y="615746"/>
                </a:lnTo>
                <a:lnTo>
                  <a:pt x="5857875" y="616864"/>
                </a:lnTo>
                <a:lnTo>
                  <a:pt x="5857875" y="619493"/>
                </a:lnTo>
                <a:lnTo>
                  <a:pt x="5858345" y="620610"/>
                </a:lnTo>
                <a:lnTo>
                  <a:pt x="5860199" y="622477"/>
                </a:lnTo>
                <a:lnTo>
                  <a:pt x="5861329" y="622935"/>
                </a:lnTo>
                <a:lnTo>
                  <a:pt x="5863958" y="622935"/>
                </a:lnTo>
                <a:lnTo>
                  <a:pt x="5865076" y="622477"/>
                </a:lnTo>
                <a:lnTo>
                  <a:pt x="5866943" y="620610"/>
                </a:lnTo>
                <a:lnTo>
                  <a:pt x="5867400" y="619493"/>
                </a:lnTo>
                <a:lnTo>
                  <a:pt x="5867400" y="616864"/>
                </a:lnTo>
                <a:close/>
              </a:path>
              <a:path w="6486525" h="1236345">
                <a:moveTo>
                  <a:pt x="5867400" y="3454"/>
                </a:moveTo>
                <a:lnTo>
                  <a:pt x="5866943" y="2336"/>
                </a:lnTo>
                <a:lnTo>
                  <a:pt x="5865076" y="469"/>
                </a:lnTo>
                <a:lnTo>
                  <a:pt x="5863958" y="0"/>
                </a:lnTo>
                <a:lnTo>
                  <a:pt x="5861329" y="0"/>
                </a:lnTo>
                <a:lnTo>
                  <a:pt x="5860199" y="469"/>
                </a:lnTo>
                <a:lnTo>
                  <a:pt x="5858345" y="2336"/>
                </a:lnTo>
                <a:lnTo>
                  <a:pt x="5857875" y="3454"/>
                </a:lnTo>
                <a:lnTo>
                  <a:pt x="5857875" y="6083"/>
                </a:lnTo>
                <a:lnTo>
                  <a:pt x="5858345" y="7200"/>
                </a:lnTo>
                <a:lnTo>
                  <a:pt x="5860199" y="9067"/>
                </a:lnTo>
                <a:lnTo>
                  <a:pt x="5861329" y="9525"/>
                </a:lnTo>
                <a:lnTo>
                  <a:pt x="5863958" y="9525"/>
                </a:lnTo>
                <a:lnTo>
                  <a:pt x="5865076" y="9067"/>
                </a:lnTo>
                <a:lnTo>
                  <a:pt x="5866943" y="7200"/>
                </a:lnTo>
                <a:lnTo>
                  <a:pt x="5867400" y="6083"/>
                </a:lnTo>
                <a:lnTo>
                  <a:pt x="5867400" y="3454"/>
                </a:lnTo>
                <a:close/>
              </a:path>
              <a:path w="6486525" h="1236345">
                <a:moveTo>
                  <a:pt x="5915025" y="1230274"/>
                </a:moveTo>
                <a:lnTo>
                  <a:pt x="5914568" y="1229156"/>
                </a:lnTo>
                <a:lnTo>
                  <a:pt x="5912701" y="1227289"/>
                </a:lnTo>
                <a:lnTo>
                  <a:pt x="5911583" y="1226820"/>
                </a:lnTo>
                <a:lnTo>
                  <a:pt x="5908954" y="1226820"/>
                </a:lnTo>
                <a:lnTo>
                  <a:pt x="5907824" y="1227289"/>
                </a:lnTo>
                <a:lnTo>
                  <a:pt x="5905970" y="1229156"/>
                </a:lnTo>
                <a:lnTo>
                  <a:pt x="5905500" y="1230274"/>
                </a:lnTo>
                <a:lnTo>
                  <a:pt x="5905500" y="1232903"/>
                </a:lnTo>
                <a:lnTo>
                  <a:pt x="5905970" y="1234020"/>
                </a:lnTo>
                <a:lnTo>
                  <a:pt x="5907824" y="1235887"/>
                </a:lnTo>
                <a:lnTo>
                  <a:pt x="5908954" y="1236345"/>
                </a:lnTo>
                <a:lnTo>
                  <a:pt x="5911583" y="1236345"/>
                </a:lnTo>
                <a:lnTo>
                  <a:pt x="5912701" y="1235887"/>
                </a:lnTo>
                <a:lnTo>
                  <a:pt x="5914568" y="1234020"/>
                </a:lnTo>
                <a:lnTo>
                  <a:pt x="5915025" y="1232903"/>
                </a:lnTo>
                <a:lnTo>
                  <a:pt x="5915025" y="1230274"/>
                </a:lnTo>
                <a:close/>
              </a:path>
              <a:path w="6486525" h="1236345">
                <a:moveTo>
                  <a:pt x="5915025" y="616864"/>
                </a:moveTo>
                <a:lnTo>
                  <a:pt x="5914568" y="615746"/>
                </a:lnTo>
                <a:lnTo>
                  <a:pt x="5912701" y="613879"/>
                </a:lnTo>
                <a:lnTo>
                  <a:pt x="5911583" y="613410"/>
                </a:lnTo>
                <a:lnTo>
                  <a:pt x="5908954" y="613410"/>
                </a:lnTo>
                <a:lnTo>
                  <a:pt x="5907824" y="613879"/>
                </a:lnTo>
                <a:lnTo>
                  <a:pt x="5905970" y="615746"/>
                </a:lnTo>
                <a:lnTo>
                  <a:pt x="5905500" y="616864"/>
                </a:lnTo>
                <a:lnTo>
                  <a:pt x="5905500" y="619493"/>
                </a:lnTo>
                <a:lnTo>
                  <a:pt x="5905970" y="620610"/>
                </a:lnTo>
                <a:lnTo>
                  <a:pt x="5907824" y="622477"/>
                </a:lnTo>
                <a:lnTo>
                  <a:pt x="5908954" y="622935"/>
                </a:lnTo>
                <a:lnTo>
                  <a:pt x="5911583" y="622935"/>
                </a:lnTo>
                <a:lnTo>
                  <a:pt x="5912701" y="622477"/>
                </a:lnTo>
                <a:lnTo>
                  <a:pt x="5914568" y="620610"/>
                </a:lnTo>
                <a:lnTo>
                  <a:pt x="5915025" y="619493"/>
                </a:lnTo>
                <a:lnTo>
                  <a:pt x="5915025" y="616864"/>
                </a:lnTo>
                <a:close/>
              </a:path>
              <a:path w="6486525" h="1236345">
                <a:moveTo>
                  <a:pt x="5915025" y="3454"/>
                </a:moveTo>
                <a:lnTo>
                  <a:pt x="5914568" y="2336"/>
                </a:lnTo>
                <a:lnTo>
                  <a:pt x="5912701" y="469"/>
                </a:lnTo>
                <a:lnTo>
                  <a:pt x="5911583" y="0"/>
                </a:lnTo>
                <a:lnTo>
                  <a:pt x="5908954" y="0"/>
                </a:lnTo>
                <a:lnTo>
                  <a:pt x="5907824" y="469"/>
                </a:lnTo>
                <a:lnTo>
                  <a:pt x="5905970" y="2336"/>
                </a:lnTo>
                <a:lnTo>
                  <a:pt x="5905500" y="3454"/>
                </a:lnTo>
                <a:lnTo>
                  <a:pt x="5905500" y="6083"/>
                </a:lnTo>
                <a:lnTo>
                  <a:pt x="5905970" y="7200"/>
                </a:lnTo>
                <a:lnTo>
                  <a:pt x="5907824" y="9067"/>
                </a:lnTo>
                <a:lnTo>
                  <a:pt x="5908954" y="9525"/>
                </a:lnTo>
                <a:lnTo>
                  <a:pt x="5911583" y="9525"/>
                </a:lnTo>
                <a:lnTo>
                  <a:pt x="5912701" y="9067"/>
                </a:lnTo>
                <a:lnTo>
                  <a:pt x="5914568" y="7200"/>
                </a:lnTo>
                <a:lnTo>
                  <a:pt x="5915025" y="6083"/>
                </a:lnTo>
                <a:lnTo>
                  <a:pt x="5915025" y="3454"/>
                </a:lnTo>
                <a:close/>
              </a:path>
              <a:path w="6486525" h="1236345">
                <a:moveTo>
                  <a:pt x="5962650" y="1230274"/>
                </a:moveTo>
                <a:lnTo>
                  <a:pt x="5962193" y="1229156"/>
                </a:lnTo>
                <a:lnTo>
                  <a:pt x="5960326" y="1227289"/>
                </a:lnTo>
                <a:lnTo>
                  <a:pt x="5959208" y="1226820"/>
                </a:lnTo>
                <a:lnTo>
                  <a:pt x="5956579" y="1226820"/>
                </a:lnTo>
                <a:lnTo>
                  <a:pt x="5955449" y="1227289"/>
                </a:lnTo>
                <a:lnTo>
                  <a:pt x="5953595" y="1229156"/>
                </a:lnTo>
                <a:lnTo>
                  <a:pt x="5953125" y="1230274"/>
                </a:lnTo>
                <a:lnTo>
                  <a:pt x="5953125" y="1232903"/>
                </a:lnTo>
                <a:lnTo>
                  <a:pt x="5953595" y="1234020"/>
                </a:lnTo>
                <a:lnTo>
                  <a:pt x="5955449" y="1235887"/>
                </a:lnTo>
                <a:lnTo>
                  <a:pt x="5956579" y="1236345"/>
                </a:lnTo>
                <a:lnTo>
                  <a:pt x="5959208" y="1236345"/>
                </a:lnTo>
                <a:lnTo>
                  <a:pt x="5960326" y="1235887"/>
                </a:lnTo>
                <a:lnTo>
                  <a:pt x="5962193" y="1234020"/>
                </a:lnTo>
                <a:lnTo>
                  <a:pt x="5962650" y="1232903"/>
                </a:lnTo>
                <a:lnTo>
                  <a:pt x="5962650" y="1230274"/>
                </a:lnTo>
                <a:close/>
              </a:path>
              <a:path w="6486525" h="1236345">
                <a:moveTo>
                  <a:pt x="5962650" y="616864"/>
                </a:moveTo>
                <a:lnTo>
                  <a:pt x="5962193" y="615746"/>
                </a:lnTo>
                <a:lnTo>
                  <a:pt x="5960326" y="613879"/>
                </a:lnTo>
                <a:lnTo>
                  <a:pt x="5959208" y="613410"/>
                </a:lnTo>
                <a:lnTo>
                  <a:pt x="5956579" y="613410"/>
                </a:lnTo>
                <a:lnTo>
                  <a:pt x="5955449" y="613879"/>
                </a:lnTo>
                <a:lnTo>
                  <a:pt x="5953595" y="615746"/>
                </a:lnTo>
                <a:lnTo>
                  <a:pt x="5953125" y="616864"/>
                </a:lnTo>
                <a:lnTo>
                  <a:pt x="5953125" y="619493"/>
                </a:lnTo>
                <a:lnTo>
                  <a:pt x="5953595" y="620610"/>
                </a:lnTo>
                <a:lnTo>
                  <a:pt x="5955449" y="622477"/>
                </a:lnTo>
                <a:lnTo>
                  <a:pt x="5956579" y="622935"/>
                </a:lnTo>
                <a:lnTo>
                  <a:pt x="5959208" y="622935"/>
                </a:lnTo>
                <a:lnTo>
                  <a:pt x="5960326" y="622477"/>
                </a:lnTo>
                <a:lnTo>
                  <a:pt x="5962193" y="620610"/>
                </a:lnTo>
                <a:lnTo>
                  <a:pt x="5962650" y="619493"/>
                </a:lnTo>
                <a:lnTo>
                  <a:pt x="5962650" y="616864"/>
                </a:lnTo>
                <a:close/>
              </a:path>
              <a:path w="6486525" h="1236345">
                <a:moveTo>
                  <a:pt x="5962650" y="3454"/>
                </a:moveTo>
                <a:lnTo>
                  <a:pt x="5962193" y="2336"/>
                </a:lnTo>
                <a:lnTo>
                  <a:pt x="5960326" y="469"/>
                </a:lnTo>
                <a:lnTo>
                  <a:pt x="5959208" y="0"/>
                </a:lnTo>
                <a:lnTo>
                  <a:pt x="5956579" y="0"/>
                </a:lnTo>
                <a:lnTo>
                  <a:pt x="5955449" y="469"/>
                </a:lnTo>
                <a:lnTo>
                  <a:pt x="5953595" y="2336"/>
                </a:lnTo>
                <a:lnTo>
                  <a:pt x="5953125" y="3454"/>
                </a:lnTo>
                <a:lnTo>
                  <a:pt x="5953125" y="6083"/>
                </a:lnTo>
                <a:lnTo>
                  <a:pt x="5953595" y="7200"/>
                </a:lnTo>
                <a:lnTo>
                  <a:pt x="5955449" y="9067"/>
                </a:lnTo>
                <a:lnTo>
                  <a:pt x="5956579" y="9525"/>
                </a:lnTo>
                <a:lnTo>
                  <a:pt x="5959208" y="9525"/>
                </a:lnTo>
                <a:lnTo>
                  <a:pt x="5960326" y="9067"/>
                </a:lnTo>
                <a:lnTo>
                  <a:pt x="5962193" y="7200"/>
                </a:lnTo>
                <a:lnTo>
                  <a:pt x="5962650" y="6083"/>
                </a:lnTo>
                <a:lnTo>
                  <a:pt x="5962650" y="3454"/>
                </a:lnTo>
                <a:close/>
              </a:path>
              <a:path w="6486525" h="1236345">
                <a:moveTo>
                  <a:pt x="6010275" y="1230274"/>
                </a:moveTo>
                <a:lnTo>
                  <a:pt x="6009818" y="1229156"/>
                </a:lnTo>
                <a:lnTo>
                  <a:pt x="6007951" y="1227289"/>
                </a:lnTo>
                <a:lnTo>
                  <a:pt x="6006833" y="1226820"/>
                </a:lnTo>
                <a:lnTo>
                  <a:pt x="6004204" y="1226820"/>
                </a:lnTo>
                <a:lnTo>
                  <a:pt x="6003087" y="1227289"/>
                </a:lnTo>
                <a:lnTo>
                  <a:pt x="6001220" y="1229156"/>
                </a:lnTo>
                <a:lnTo>
                  <a:pt x="6000750" y="1230274"/>
                </a:lnTo>
                <a:lnTo>
                  <a:pt x="6000750" y="1232903"/>
                </a:lnTo>
                <a:lnTo>
                  <a:pt x="6001220" y="1234020"/>
                </a:lnTo>
                <a:lnTo>
                  <a:pt x="6003087" y="1235887"/>
                </a:lnTo>
                <a:lnTo>
                  <a:pt x="6004204" y="1236345"/>
                </a:lnTo>
                <a:lnTo>
                  <a:pt x="6006833" y="1236345"/>
                </a:lnTo>
                <a:lnTo>
                  <a:pt x="6007951" y="1235887"/>
                </a:lnTo>
                <a:lnTo>
                  <a:pt x="6009818" y="1234020"/>
                </a:lnTo>
                <a:lnTo>
                  <a:pt x="6010275" y="1232903"/>
                </a:lnTo>
                <a:lnTo>
                  <a:pt x="6010275" y="1230274"/>
                </a:lnTo>
                <a:close/>
              </a:path>
              <a:path w="6486525" h="1236345">
                <a:moveTo>
                  <a:pt x="6010275" y="616864"/>
                </a:moveTo>
                <a:lnTo>
                  <a:pt x="6009818" y="615746"/>
                </a:lnTo>
                <a:lnTo>
                  <a:pt x="6007951" y="613879"/>
                </a:lnTo>
                <a:lnTo>
                  <a:pt x="6006833" y="613410"/>
                </a:lnTo>
                <a:lnTo>
                  <a:pt x="6004204" y="613410"/>
                </a:lnTo>
                <a:lnTo>
                  <a:pt x="6003087" y="613879"/>
                </a:lnTo>
                <a:lnTo>
                  <a:pt x="6001220" y="615746"/>
                </a:lnTo>
                <a:lnTo>
                  <a:pt x="6000750" y="616864"/>
                </a:lnTo>
                <a:lnTo>
                  <a:pt x="6000750" y="619493"/>
                </a:lnTo>
                <a:lnTo>
                  <a:pt x="6001220" y="620610"/>
                </a:lnTo>
                <a:lnTo>
                  <a:pt x="6003087" y="622477"/>
                </a:lnTo>
                <a:lnTo>
                  <a:pt x="6004204" y="622935"/>
                </a:lnTo>
                <a:lnTo>
                  <a:pt x="6006833" y="622935"/>
                </a:lnTo>
                <a:lnTo>
                  <a:pt x="6007951" y="622477"/>
                </a:lnTo>
                <a:lnTo>
                  <a:pt x="6009818" y="620610"/>
                </a:lnTo>
                <a:lnTo>
                  <a:pt x="6010275" y="619493"/>
                </a:lnTo>
                <a:lnTo>
                  <a:pt x="6010275" y="616864"/>
                </a:lnTo>
                <a:close/>
              </a:path>
              <a:path w="6486525" h="1236345">
                <a:moveTo>
                  <a:pt x="6010275" y="3454"/>
                </a:moveTo>
                <a:lnTo>
                  <a:pt x="6009818" y="2336"/>
                </a:lnTo>
                <a:lnTo>
                  <a:pt x="6007951" y="469"/>
                </a:lnTo>
                <a:lnTo>
                  <a:pt x="6006833" y="0"/>
                </a:lnTo>
                <a:lnTo>
                  <a:pt x="6004204" y="0"/>
                </a:lnTo>
                <a:lnTo>
                  <a:pt x="6003087" y="469"/>
                </a:lnTo>
                <a:lnTo>
                  <a:pt x="6001220" y="2336"/>
                </a:lnTo>
                <a:lnTo>
                  <a:pt x="6000750" y="3454"/>
                </a:lnTo>
                <a:lnTo>
                  <a:pt x="6000750" y="6083"/>
                </a:lnTo>
                <a:lnTo>
                  <a:pt x="6001220" y="7200"/>
                </a:lnTo>
                <a:lnTo>
                  <a:pt x="6003087" y="9067"/>
                </a:lnTo>
                <a:lnTo>
                  <a:pt x="6004204" y="9525"/>
                </a:lnTo>
                <a:lnTo>
                  <a:pt x="6006833" y="9525"/>
                </a:lnTo>
                <a:lnTo>
                  <a:pt x="6007951" y="9067"/>
                </a:lnTo>
                <a:lnTo>
                  <a:pt x="6009818" y="7200"/>
                </a:lnTo>
                <a:lnTo>
                  <a:pt x="6010275" y="6083"/>
                </a:lnTo>
                <a:lnTo>
                  <a:pt x="6010275" y="3454"/>
                </a:lnTo>
                <a:close/>
              </a:path>
              <a:path w="6486525" h="1236345">
                <a:moveTo>
                  <a:pt x="6057900" y="1230274"/>
                </a:moveTo>
                <a:lnTo>
                  <a:pt x="6057443" y="1229156"/>
                </a:lnTo>
                <a:lnTo>
                  <a:pt x="6055576" y="1227289"/>
                </a:lnTo>
                <a:lnTo>
                  <a:pt x="6054458" y="1226820"/>
                </a:lnTo>
                <a:lnTo>
                  <a:pt x="6051829" y="1226820"/>
                </a:lnTo>
                <a:lnTo>
                  <a:pt x="6050699" y="1227289"/>
                </a:lnTo>
                <a:lnTo>
                  <a:pt x="6048845" y="1229156"/>
                </a:lnTo>
                <a:lnTo>
                  <a:pt x="6048375" y="1230274"/>
                </a:lnTo>
                <a:lnTo>
                  <a:pt x="6048375" y="1232903"/>
                </a:lnTo>
                <a:lnTo>
                  <a:pt x="6048845" y="1234020"/>
                </a:lnTo>
                <a:lnTo>
                  <a:pt x="6050699" y="1235887"/>
                </a:lnTo>
                <a:lnTo>
                  <a:pt x="6051829" y="1236345"/>
                </a:lnTo>
                <a:lnTo>
                  <a:pt x="6054458" y="1236345"/>
                </a:lnTo>
                <a:lnTo>
                  <a:pt x="6055576" y="1235887"/>
                </a:lnTo>
                <a:lnTo>
                  <a:pt x="6057443" y="1234020"/>
                </a:lnTo>
                <a:lnTo>
                  <a:pt x="6057900" y="1232903"/>
                </a:lnTo>
                <a:lnTo>
                  <a:pt x="6057900" y="1230274"/>
                </a:lnTo>
                <a:close/>
              </a:path>
              <a:path w="6486525" h="1236345">
                <a:moveTo>
                  <a:pt x="6057900" y="616864"/>
                </a:moveTo>
                <a:lnTo>
                  <a:pt x="6057443" y="615746"/>
                </a:lnTo>
                <a:lnTo>
                  <a:pt x="6055576" y="613879"/>
                </a:lnTo>
                <a:lnTo>
                  <a:pt x="6054458" y="613410"/>
                </a:lnTo>
                <a:lnTo>
                  <a:pt x="6051829" y="613410"/>
                </a:lnTo>
                <a:lnTo>
                  <a:pt x="6050699" y="613879"/>
                </a:lnTo>
                <a:lnTo>
                  <a:pt x="6048845" y="615746"/>
                </a:lnTo>
                <a:lnTo>
                  <a:pt x="6048375" y="616864"/>
                </a:lnTo>
                <a:lnTo>
                  <a:pt x="6048375" y="619493"/>
                </a:lnTo>
                <a:lnTo>
                  <a:pt x="6048845" y="620610"/>
                </a:lnTo>
                <a:lnTo>
                  <a:pt x="6050699" y="622477"/>
                </a:lnTo>
                <a:lnTo>
                  <a:pt x="6051829" y="622935"/>
                </a:lnTo>
                <a:lnTo>
                  <a:pt x="6054458" y="622935"/>
                </a:lnTo>
                <a:lnTo>
                  <a:pt x="6055576" y="622477"/>
                </a:lnTo>
                <a:lnTo>
                  <a:pt x="6057443" y="620610"/>
                </a:lnTo>
                <a:lnTo>
                  <a:pt x="6057900" y="619493"/>
                </a:lnTo>
                <a:lnTo>
                  <a:pt x="6057900" y="616864"/>
                </a:lnTo>
                <a:close/>
              </a:path>
              <a:path w="6486525" h="1236345">
                <a:moveTo>
                  <a:pt x="6057900" y="3454"/>
                </a:moveTo>
                <a:lnTo>
                  <a:pt x="6057443" y="2336"/>
                </a:lnTo>
                <a:lnTo>
                  <a:pt x="6055576" y="469"/>
                </a:lnTo>
                <a:lnTo>
                  <a:pt x="6054458" y="0"/>
                </a:lnTo>
                <a:lnTo>
                  <a:pt x="6051829" y="0"/>
                </a:lnTo>
                <a:lnTo>
                  <a:pt x="6050699" y="469"/>
                </a:lnTo>
                <a:lnTo>
                  <a:pt x="6048845" y="2336"/>
                </a:lnTo>
                <a:lnTo>
                  <a:pt x="6048375" y="3454"/>
                </a:lnTo>
                <a:lnTo>
                  <a:pt x="6048375" y="6083"/>
                </a:lnTo>
                <a:lnTo>
                  <a:pt x="6048845" y="7200"/>
                </a:lnTo>
                <a:lnTo>
                  <a:pt x="6050699" y="9067"/>
                </a:lnTo>
                <a:lnTo>
                  <a:pt x="6051829" y="9525"/>
                </a:lnTo>
                <a:lnTo>
                  <a:pt x="6054458" y="9525"/>
                </a:lnTo>
                <a:lnTo>
                  <a:pt x="6055576" y="9067"/>
                </a:lnTo>
                <a:lnTo>
                  <a:pt x="6057443" y="7200"/>
                </a:lnTo>
                <a:lnTo>
                  <a:pt x="6057900" y="6083"/>
                </a:lnTo>
                <a:lnTo>
                  <a:pt x="6057900" y="3454"/>
                </a:lnTo>
                <a:close/>
              </a:path>
              <a:path w="6486525" h="1236345">
                <a:moveTo>
                  <a:pt x="6105525" y="1230274"/>
                </a:moveTo>
                <a:lnTo>
                  <a:pt x="6105068" y="1229156"/>
                </a:lnTo>
                <a:lnTo>
                  <a:pt x="6103201" y="1227289"/>
                </a:lnTo>
                <a:lnTo>
                  <a:pt x="6102083" y="1226820"/>
                </a:lnTo>
                <a:lnTo>
                  <a:pt x="6099454" y="1226820"/>
                </a:lnTo>
                <a:lnTo>
                  <a:pt x="6098324" y="1227289"/>
                </a:lnTo>
                <a:lnTo>
                  <a:pt x="6096470" y="1229156"/>
                </a:lnTo>
                <a:lnTo>
                  <a:pt x="6096000" y="1230274"/>
                </a:lnTo>
                <a:lnTo>
                  <a:pt x="6096000" y="1232903"/>
                </a:lnTo>
                <a:lnTo>
                  <a:pt x="6096470" y="1234020"/>
                </a:lnTo>
                <a:lnTo>
                  <a:pt x="6098324" y="1235887"/>
                </a:lnTo>
                <a:lnTo>
                  <a:pt x="6099454" y="1236345"/>
                </a:lnTo>
                <a:lnTo>
                  <a:pt x="6102083" y="1236345"/>
                </a:lnTo>
                <a:lnTo>
                  <a:pt x="6103201" y="1235887"/>
                </a:lnTo>
                <a:lnTo>
                  <a:pt x="6105068" y="1234020"/>
                </a:lnTo>
                <a:lnTo>
                  <a:pt x="6105525" y="1232903"/>
                </a:lnTo>
                <a:lnTo>
                  <a:pt x="6105525" y="1230274"/>
                </a:lnTo>
                <a:close/>
              </a:path>
              <a:path w="6486525" h="1236345">
                <a:moveTo>
                  <a:pt x="6105525" y="616864"/>
                </a:moveTo>
                <a:lnTo>
                  <a:pt x="6105068" y="615746"/>
                </a:lnTo>
                <a:lnTo>
                  <a:pt x="6103201" y="613879"/>
                </a:lnTo>
                <a:lnTo>
                  <a:pt x="6102083" y="613410"/>
                </a:lnTo>
                <a:lnTo>
                  <a:pt x="6099454" y="613410"/>
                </a:lnTo>
                <a:lnTo>
                  <a:pt x="6098324" y="613879"/>
                </a:lnTo>
                <a:lnTo>
                  <a:pt x="6096470" y="615746"/>
                </a:lnTo>
                <a:lnTo>
                  <a:pt x="6096000" y="616864"/>
                </a:lnTo>
                <a:lnTo>
                  <a:pt x="6096000" y="619493"/>
                </a:lnTo>
                <a:lnTo>
                  <a:pt x="6096470" y="620610"/>
                </a:lnTo>
                <a:lnTo>
                  <a:pt x="6098324" y="622477"/>
                </a:lnTo>
                <a:lnTo>
                  <a:pt x="6099454" y="622935"/>
                </a:lnTo>
                <a:lnTo>
                  <a:pt x="6102083" y="622935"/>
                </a:lnTo>
                <a:lnTo>
                  <a:pt x="6103201" y="622477"/>
                </a:lnTo>
                <a:lnTo>
                  <a:pt x="6105068" y="620610"/>
                </a:lnTo>
                <a:lnTo>
                  <a:pt x="6105525" y="619493"/>
                </a:lnTo>
                <a:lnTo>
                  <a:pt x="6105525" y="616864"/>
                </a:lnTo>
                <a:close/>
              </a:path>
              <a:path w="6486525" h="1236345">
                <a:moveTo>
                  <a:pt x="6105525" y="3454"/>
                </a:moveTo>
                <a:lnTo>
                  <a:pt x="6105068" y="2336"/>
                </a:lnTo>
                <a:lnTo>
                  <a:pt x="6103201" y="469"/>
                </a:lnTo>
                <a:lnTo>
                  <a:pt x="6102083" y="0"/>
                </a:lnTo>
                <a:lnTo>
                  <a:pt x="6099454" y="0"/>
                </a:lnTo>
                <a:lnTo>
                  <a:pt x="6098324" y="469"/>
                </a:lnTo>
                <a:lnTo>
                  <a:pt x="6096470" y="2336"/>
                </a:lnTo>
                <a:lnTo>
                  <a:pt x="6096000" y="3454"/>
                </a:lnTo>
                <a:lnTo>
                  <a:pt x="6096000" y="6083"/>
                </a:lnTo>
                <a:lnTo>
                  <a:pt x="6096470" y="7200"/>
                </a:lnTo>
                <a:lnTo>
                  <a:pt x="6098324" y="9067"/>
                </a:lnTo>
                <a:lnTo>
                  <a:pt x="6099454" y="9525"/>
                </a:lnTo>
                <a:lnTo>
                  <a:pt x="6102083" y="9525"/>
                </a:lnTo>
                <a:lnTo>
                  <a:pt x="6103201" y="9067"/>
                </a:lnTo>
                <a:lnTo>
                  <a:pt x="6105068" y="7200"/>
                </a:lnTo>
                <a:lnTo>
                  <a:pt x="6105525" y="6083"/>
                </a:lnTo>
                <a:lnTo>
                  <a:pt x="6105525" y="3454"/>
                </a:lnTo>
                <a:close/>
              </a:path>
              <a:path w="6486525" h="1236345">
                <a:moveTo>
                  <a:pt x="6153150" y="1230274"/>
                </a:moveTo>
                <a:lnTo>
                  <a:pt x="6152693" y="1229156"/>
                </a:lnTo>
                <a:lnTo>
                  <a:pt x="6150826" y="1227289"/>
                </a:lnTo>
                <a:lnTo>
                  <a:pt x="6149708" y="1226820"/>
                </a:lnTo>
                <a:lnTo>
                  <a:pt x="6147079" y="1226820"/>
                </a:lnTo>
                <a:lnTo>
                  <a:pt x="6145949" y="1227289"/>
                </a:lnTo>
                <a:lnTo>
                  <a:pt x="6144095" y="1229156"/>
                </a:lnTo>
                <a:lnTo>
                  <a:pt x="6143625" y="1230274"/>
                </a:lnTo>
                <a:lnTo>
                  <a:pt x="6143625" y="1232903"/>
                </a:lnTo>
                <a:lnTo>
                  <a:pt x="6144095" y="1234020"/>
                </a:lnTo>
                <a:lnTo>
                  <a:pt x="6145949" y="1235887"/>
                </a:lnTo>
                <a:lnTo>
                  <a:pt x="6147079" y="1236345"/>
                </a:lnTo>
                <a:lnTo>
                  <a:pt x="6149708" y="1236345"/>
                </a:lnTo>
                <a:lnTo>
                  <a:pt x="6150826" y="1235887"/>
                </a:lnTo>
                <a:lnTo>
                  <a:pt x="6152693" y="1234020"/>
                </a:lnTo>
                <a:lnTo>
                  <a:pt x="6153150" y="1232903"/>
                </a:lnTo>
                <a:lnTo>
                  <a:pt x="6153150" y="1230274"/>
                </a:lnTo>
                <a:close/>
              </a:path>
              <a:path w="6486525" h="1236345">
                <a:moveTo>
                  <a:pt x="6153150" y="616864"/>
                </a:moveTo>
                <a:lnTo>
                  <a:pt x="6152693" y="615746"/>
                </a:lnTo>
                <a:lnTo>
                  <a:pt x="6150826" y="613879"/>
                </a:lnTo>
                <a:lnTo>
                  <a:pt x="6149708" y="613410"/>
                </a:lnTo>
                <a:lnTo>
                  <a:pt x="6147079" y="613410"/>
                </a:lnTo>
                <a:lnTo>
                  <a:pt x="6145949" y="613879"/>
                </a:lnTo>
                <a:lnTo>
                  <a:pt x="6144095" y="615746"/>
                </a:lnTo>
                <a:lnTo>
                  <a:pt x="6143625" y="616864"/>
                </a:lnTo>
                <a:lnTo>
                  <a:pt x="6143625" y="619493"/>
                </a:lnTo>
                <a:lnTo>
                  <a:pt x="6144095" y="620610"/>
                </a:lnTo>
                <a:lnTo>
                  <a:pt x="6145949" y="622477"/>
                </a:lnTo>
                <a:lnTo>
                  <a:pt x="6147079" y="622935"/>
                </a:lnTo>
                <a:lnTo>
                  <a:pt x="6149708" y="622935"/>
                </a:lnTo>
                <a:lnTo>
                  <a:pt x="6150826" y="622477"/>
                </a:lnTo>
                <a:lnTo>
                  <a:pt x="6152693" y="620610"/>
                </a:lnTo>
                <a:lnTo>
                  <a:pt x="6153150" y="619493"/>
                </a:lnTo>
                <a:lnTo>
                  <a:pt x="6153150" y="616864"/>
                </a:lnTo>
                <a:close/>
              </a:path>
              <a:path w="6486525" h="1236345">
                <a:moveTo>
                  <a:pt x="6153150" y="3454"/>
                </a:moveTo>
                <a:lnTo>
                  <a:pt x="6152693" y="2336"/>
                </a:lnTo>
                <a:lnTo>
                  <a:pt x="6150826" y="469"/>
                </a:lnTo>
                <a:lnTo>
                  <a:pt x="6149708" y="0"/>
                </a:lnTo>
                <a:lnTo>
                  <a:pt x="6147079" y="0"/>
                </a:lnTo>
                <a:lnTo>
                  <a:pt x="6145949" y="469"/>
                </a:lnTo>
                <a:lnTo>
                  <a:pt x="6144095" y="2336"/>
                </a:lnTo>
                <a:lnTo>
                  <a:pt x="6143625" y="3454"/>
                </a:lnTo>
                <a:lnTo>
                  <a:pt x="6143625" y="6083"/>
                </a:lnTo>
                <a:lnTo>
                  <a:pt x="6144095" y="7200"/>
                </a:lnTo>
                <a:lnTo>
                  <a:pt x="6145949" y="9067"/>
                </a:lnTo>
                <a:lnTo>
                  <a:pt x="6147079" y="9525"/>
                </a:lnTo>
                <a:lnTo>
                  <a:pt x="6149708" y="9525"/>
                </a:lnTo>
                <a:lnTo>
                  <a:pt x="6150826" y="9067"/>
                </a:lnTo>
                <a:lnTo>
                  <a:pt x="6152693" y="7200"/>
                </a:lnTo>
                <a:lnTo>
                  <a:pt x="6153150" y="6083"/>
                </a:lnTo>
                <a:lnTo>
                  <a:pt x="6153150" y="3454"/>
                </a:lnTo>
                <a:close/>
              </a:path>
              <a:path w="6486525" h="1236345">
                <a:moveTo>
                  <a:pt x="6200775" y="1230274"/>
                </a:moveTo>
                <a:lnTo>
                  <a:pt x="6200318" y="1229156"/>
                </a:lnTo>
                <a:lnTo>
                  <a:pt x="6198451" y="1227289"/>
                </a:lnTo>
                <a:lnTo>
                  <a:pt x="6197333" y="1226820"/>
                </a:lnTo>
                <a:lnTo>
                  <a:pt x="6194704" y="1226820"/>
                </a:lnTo>
                <a:lnTo>
                  <a:pt x="6193574" y="1227289"/>
                </a:lnTo>
                <a:lnTo>
                  <a:pt x="6191720" y="1229156"/>
                </a:lnTo>
                <a:lnTo>
                  <a:pt x="6191250" y="1230274"/>
                </a:lnTo>
                <a:lnTo>
                  <a:pt x="6191250" y="1232903"/>
                </a:lnTo>
                <a:lnTo>
                  <a:pt x="6191720" y="1234020"/>
                </a:lnTo>
                <a:lnTo>
                  <a:pt x="6193574" y="1235887"/>
                </a:lnTo>
                <a:lnTo>
                  <a:pt x="6194704" y="1236345"/>
                </a:lnTo>
                <a:lnTo>
                  <a:pt x="6197333" y="1236345"/>
                </a:lnTo>
                <a:lnTo>
                  <a:pt x="6198451" y="1235887"/>
                </a:lnTo>
                <a:lnTo>
                  <a:pt x="6200318" y="1234020"/>
                </a:lnTo>
                <a:lnTo>
                  <a:pt x="6200775" y="1232903"/>
                </a:lnTo>
                <a:lnTo>
                  <a:pt x="6200775" y="1230274"/>
                </a:lnTo>
                <a:close/>
              </a:path>
              <a:path w="6486525" h="1236345">
                <a:moveTo>
                  <a:pt x="6200775" y="616864"/>
                </a:moveTo>
                <a:lnTo>
                  <a:pt x="6200318" y="615746"/>
                </a:lnTo>
                <a:lnTo>
                  <a:pt x="6198451" y="613879"/>
                </a:lnTo>
                <a:lnTo>
                  <a:pt x="6197333" y="613410"/>
                </a:lnTo>
                <a:lnTo>
                  <a:pt x="6194704" y="613410"/>
                </a:lnTo>
                <a:lnTo>
                  <a:pt x="6193574" y="613879"/>
                </a:lnTo>
                <a:lnTo>
                  <a:pt x="6191720" y="615746"/>
                </a:lnTo>
                <a:lnTo>
                  <a:pt x="6191250" y="616864"/>
                </a:lnTo>
                <a:lnTo>
                  <a:pt x="6191250" y="619493"/>
                </a:lnTo>
                <a:lnTo>
                  <a:pt x="6191720" y="620610"/>
                </a:lnTo>
                <a:lnTo>
                  <a:pt x="6193574" y="622477"/>
                </a:lnTo>
                <a:lnTo>
                  <a:pt x="6194704" y="622935"/>
                </a:lnTo>
                <a:lnTo>
                  <a:pt x="6197333" y="622935"/>
                </a:lnTo>
                <a:lnTo>
                  <a:pt x="6198451" y="622477"/>
                </a:lnTo>
                <a:lnTo>
                  <a:pt x="6200318" y="620610"/>
                </a:lnTo>
                <a:lnTo>
                  <a:pt x="6200775" y="619493"/>
                </a:lnTo>
                <a:lnTo>
                  <a:pt x="6200775" y="616864"/>
                </a:lnTo>
                <a:close/>
              </a:path>
              <a:path w="6486525" h="1236345">
                <a:moveTo>
                  <a:pt x="6200775" y="3454"/>
                </a:moveTo>
                <a:lnTo>
                  <a:pt x="6200318" y="2336"/>
                </a:lnTo>
                <a:lnTo>
                  <a:pt x="6198451" y="469"/>
                </a:lnTo>
                <a:lnTo>
                  <a:pt x="6197333" y="0"/>
                </a:lnTo>
                <a:lnTo>
                  <a:pt x="6194704" y="0"/>
                </a:lnTo>
                <a:lnTo>
                  <a:pt x="6193574" y="469"/>
                </a:lnTo>
                <a:lnTo>
                  <a:pt x="6191720" y="2336"/>
                </a:lnTo>
                <a:lnTo>
                  <a:pt x="6191250" y="3454"/>
                </a:lnTo>
                <a:lnTo>
                  <a:pt x="6191250" y="6083"/>
                </a:lnTo>
                <a:lnTo>
                  <a:pt x="6191720" y="7200"/>
                </a:lnTo>
                <a:lnTo>
                  <a:pt x="6193574" y="9067"/>
                </a:lnTo>
                <a:lnTo>
                  <a:pt x="6194704" y="9525"/>
                </a:lnTo>
                <a:lnTo>
                  <a:pt x="6197333" y="9525"/>
                </a:lnTo>
                <a:lnTo>
                  <a:pt x="6198451" y="9067"/>
                </a:lnTo>
                <a:lnTo>
                  <a:pt x="6200318" y="7200"/>
                </a:lnTo>
                <a:lnTo>
                  <a:pt x="6200775" y="6083"/>
                </a:lnTo>
                <a:lnTo>
                  <a:pt x="6200775" y="3454"/>
                </a:lnTo>
                <a:close/>
              </a:path>
              <a:path w="6486525" h="1236345">
                <a:moveTo>
                  <a:pt x="6248400" y="1230274"/>
                </a:moveTo>
                <a:lnTo>
                  <a:pt x="6247943" y="1229156"/>
                </a:lnTo>
                <a:lnTo>
                  <a:pt x="6246076" y="1227289"/>
                </a:lnTo>
                <a:lnTo>
                  <a:pt x="6244958" y="1226820"/>
                </a:lnTo>
                <a:lnTo>
                  <a:pt x="6242329" y="1226820"/>
                </a:lnTo>
                <a:lnTo>
                  <a:pt x="6241199" y="1227289"/>
                </a:lnTo>
                <a:lnTo>
                  <a:pt x="6239345" y="1229156"/>
                </a:lnTo>
                <a:lnTo>
                  <a:pt x="6238875" y="1230274"/>
                </a:lnTo>
                <a:lnTo>
                  <a:pt x="6238875" y="1232903"/>
                </a:lnTo>
                <a:lnTo>
                  <a:pt x="6239345" y="1234020"/>
                </a:lnTo>
                <a:lnTo>
                  <a:pt x="6241199" y="1235887"/>
                </a:lnTo>
                <a:lnTo>
                  <a:pt x="6242329" y="1236345"/>
                </a:lnTo>
                <a:lnTo>
                  <a:pt x="6244958" y="1236345"/>
                </a:lnTo>
                <a:lnTo>
                  <a:pt x="6246076" y="1235887"/>
                </a:lnTo>
                <a:lnTo>
                  <a:pt x="6247943" y="1234020"/>
                </a:lnTo>
                <a:lnTo>
                  <a:pt x="6248400" y="1232903"/>
                </a:lnTo>
                <a:lnTo>
                  <a:pt x="6248400" y="1230274"/>
                </a:lnTo>
                <a:close/>
              </a:path>
              <a:path w="6486525" h="1236345">
                <a:moveTo>
                  <a:pt x="6248400" y="616864"/>
                </a:moveTo>
                <a:lnTo>
                  <a:pt x="6247943" y="615746"/>
                </a:lnTo>
                <a:lnTo>
                  <a:pt x="6246076" y="613879"/>
                </a:lnTo>
                <a:lnTo>
                  <a:pt x="6244958" y="613410"/>
                </a:lnTo>
                <a:lnTo>
                  <a:pt x="6242329" y="613410"/>
                </a:lnTo>
                <a:lnTo>
                  <a:pt x="6241199" y="613879"/>
                </a:lnTo>
                <a:lnTo>
                  <a:pt x="6239345" y="615746"/>
                </a:lnTo>
                <a:lnTo>
                  <a:pt x="6238875" y="616864"/>
                </a:lnTo>
                <a:lnTo>
                  <a:pt x="6238875" y="619493"/>
                </a:lnTo>
                <a:lnTo>
                  <a:pt x="6239345" y="620610"/>
                </a:lnTo>
                <a:lnTo>
                  <a:pt x="6241199" y="622477"/>
                </a:lnTo>
                <a:lnTo>
                  <a:pt x="6242329" y="622935"/>
                </a:lnTo>
                <a:lnTo>
                  <a:pt x="6244958" y="622935"/>
                </a:lnTo>
                <a:lnTo>
                  <a:pt x="6246076" y="622477"/>
                </a:lnTo>
                <a:lnTo>
                  <a:pt x="6247943" y="620610"/>
                </a:lnTo>
                <a:lnTo>
                  <a:pt x="6248400" y="619493"/>
                </a:lnTo>
                <a:lnTo>
                  <a:pt x="6248400" y="616864"/>
                </a:lnTo>
                <a:close/>
              </a:path>
              <a:path w="6486525" h="1236345">
                <a:moveTo>
                  <a:pt x="6248400" y="3454"/>
                </a:moveTo>
                <a:lnTo>
                  <a:pt x="6247943" y="2336"/>
                </a:lnTo>
                <a:lnTo>
                  <a:pt x="6246076" y="469"/>
                </a:lnTo>
                <a:lnTo>
                  <a:pt x="6244958" y="0"/>
                </a:lnTo>
                <a:lnTo>
                  <a:pt x="6242329" y="0"/>
                </a:lnTo>
                <a:lnTo>
                  <a:pt x="6241199" y="469"/>
                </a:lnTo>
                <a:lnTo>
                  <a:pt x="6239345" y="2336"/>
                </a:lnTo>
                <a:lnTo>
                  <a:pt x="6238875" y="3454"/>
                </a:lnTo>
                <a:lnTo>
                  <a:pt x="6238875" y="6083"/>
                </a:lnTo>
                <a:lnTo>
                  <a:pt x="6239345" y="7200"/>
                </a:lnTo>
                <a:lnTo>
                  <a:pt x="6241199" y="9067"/>
                </a:lnTo>
                <a:lnTo>
                  <a:pt x="6242329" y="9525"/>
                </a:lnTo>
                <a:lnTo>
                  <a:pt x="6244958" y="9525"/>
                </a:lnTo>
                <a:lnTo>
                  <a:pt x="6246076" y="9067"/>
                </a:lnTo>
                <a:lnTo>
                  <a:pt x="6247943" y="7200"/>
                </a:lnTo>
                <a:lnTo>
                  <a:pt x="6248400" y="6083"/>
                </a:lnTo>
                <a:lnTo>
                  <a:pt x="6248400" y="3454"/>
                </a:lnTo>
                <a:close/>
              </a:path>
              <a:path w="6486525" h="1236345">
                <a:moveTo>
                  <a:pt x="6296025" y="1230274"/>
                </a:moveTo>
                <a:lnTo>
                  <a:pt x="6295568" y="1229156"/>
                </a:lnTo>
                <a:lnTo>
                  <a:pt x="6293701" y="1227289"/>
                </a:lnTo>
                <a:lnTo>
                  <a:pt x="6292583" y="1226820"/>
                </a:lnTo>
                <a:lnTo>
                  <a:pt x="6289954" y="1226820"/>
                </a:lnTo>
                <a:lnTo>
                  <a:pt x="6288824" y="1227289"/>
                </a:lnTo>
                <a:lnTo>
                  <a:pt x="6286970" y="1229156"/>
                </a:lnTo>
                <a:lnTo>
                  <a:pt x="6286500" y="1230274"/>
                </a:lnTo>
                <a:lnTo>
                  <a:pt x="6286500" y="1232903"/>
                </a:lnTo>
                <a:lnTo>
                  <a:pt x="6286970" y="1234020"/>
                </a:lnTo>
                <a:lnTo>
                  <a:pt x="6288824" y="1235887"/>
                </a:lnTo>
                <a:lnTo>
                  <a:pt x="6289954" y="1236345"/>
                </a:lnTo>
                <a:lnTo>
                  <a:pt x="6292583" y="1236345"/>
                </a:lnTo>
                <a:lnTo>
                  <a:pt x="6293701" y="1235887"/>
                </a:lnTo>
                <a:lnTo>
                  <a:pt x="6295568" y="1234020"/>
                </a:lnTo>
                <a:lnTo>
                  <a:pt x="6296025" y="1232903"/>
                </a:lnTo>
                <a:lnTo>
                  <a:pt x="6296025" y="1230274"/>
                </a:lnTo>
                <a:close/>
              </a:path>
              <a:path w="6486525" h="1236345">
                <a:moveTo>
                  <a:pt x="6296025" y="616864"/>
                </a:moveTo>
                <a:lnTo>
                  <a:pt x="6295568" y="615746"/>
                </a:lnTo>
                <a:lnTo>
                  <a:pt x="6293701" y="613879"/>
                </a:lnTo>
                <a:lnTo>
                  <a:pt x="6292583" y="613410"/>
                </a:lnTo>
                <a:lnTo>
                  <a:pt x="6289954" y="613410"/>
                </a:lnTo>
                <a:lnTo>
                  <a:pt x="6288824" y="613879"/>
                </a:lnTo>
                <a:lnTo>
                  <a:pt x="6286970" y="615746"/>
                </a:lnTo>
                <a:lnTo>
                  <a:pt x="6286500" y="616864"/>
                </a:lnTo>
                <a:lnTo>
                  <a:pt x="6286500" y="619493"/>
                </a:lnTo>
                <a:lnTo>
                  <a:pt x="6286970" y="620610"/>
                </a:lnTo>
                <a:lnTo>
                  <a:pt x="6288824" y="622477"/>
                </a:lnTo>
                <a:lnTo>
                  <a:pt x="6289954" y="622935"/>
                </a:lnTo>
                <a:lnTo>
                  <a:pt x="6292583" y="622935"/>
                </a:lnTo>
                <a:lnTo>
                  <a:pt x="6293701" y="622477"/>
                </a:lnTo>
                <a:lnTo>
                  <a:pt x="6295568" y="620610"/>
                </a:lnTo>
                <a:lnTo>
                  <a:pt x="6296025" y="619493"/>
                </a:lnTo>
                <a:lnTo>
                  <a:pt x="6296025" y="616864"/>
                </a:lnTo>
                <a:close/>
              </a:path>
              <a:path w="6486525" h="1236345">
                <a:moveTo>
                  <a:pt x="6296025" y="3454"/>
                </a:moveTo>
                <a:lnTo>
                  <a:pt x="6295568" y="2336"/>
                </a:lnTo>
                <a:lnTo>
                  <a:pt x="6293701" y="469"/>
                </a:lnTo>
                <a:lnTo>
                  <a:pt x="6292583" y="0"/>
                </a:lnTo>
                <a:lnTo>
                  <a:pt x="6289954" y="0"/>
                </a:lnTo>
                <a:lnTo>
                  <a:pt x="6288824" y="469"/>
                </a:lnTo>
                <a:lnTo>
                  <a:pt x="6286970" y="2336"/>
                </a:lnTo>
                <a:lnTo>
                  <a:pt x="6286500" y="3454"/>
                </a:lnTo>
                <a:lnTo>
                  <a:pt x="6286500" y="6083"/>
                </a:lnTo>
                <a:lnTo>
                  <a:pt x="6286970" y="7200"/>
                </a:lnTo>
                <a:lnTo>
                  <a:pt x="6288824" y="9067"/>
                </a:lnTo>
                <a:lnTo>
                  <a:pt x="6289954" y="9525"/>
                </a:lnTo>
                <a:lnTo>
                  <a:pt x="6292583" y="9525"/>
                </a:lnTo>
                <a:lnTo>
                  <a:pt x="6293701" y="9067"/>
                </a:lnTo>
                <a:lnTo>
                  <a:pt x="6295568" y="7200"/>
                </a:lnTo>
                <a:lnTo>
                  <a:pt x="6296025" y="6083"/>
                </a:lnTo>
                <a:lnTo>
                  <a:pt x="6296025" y="3454"/>
                </a:lnTo>
                <a:close/>
              </a:path>
              <a:path w="6486525" h="1236345">
                <a:moveTo>
                  <a:pt x="6343650" y="1230274"/>
                </a:moveTo>
                <a:lnTo>
                  <a:pt x="6343193" y="1229156"/>
                </a:lnTo>
                <a:lnTo>
                  <a:pt x="6341326" y="1227289"/>
                </a:lnTo>
                <a:lnTo>
                  <a:pt x="6340208" y="1226820"/>
                </a:lnTo>
                <a:lnTo>
                  <a:pt x="6337579" y="1226820"/>
                </a:lnTo>
                <a:lnTo>
                  <a:pt x="6336449" y="1227289"/>
                </a:lnTo>
                <a:lnTo>
                  <a:pt x="6334595" y="1229156"/>
                </a:lnTo>
                <a:lnTo>
                  <a:pt x="6334125" y="1230274"/>
                </a:lnTo>
                <a:lnTo>
                  <a:pt x="6334125" y="1232903"/>
                </a:lnTo>
                <a:lnTo>
                  <a:pt x="6334595" y="1234020"/>
                </a:lnTo>
                <a:lnTo>
                  <a:pt x="6336449" y="1235887"/>
                </a:lnTo>
                <a:lnTo>
                  <a:pt x="6337579" y="1236345"/>
                </a:lnTo>
                <a:lnTo>
                  <a:pt x="6340208" y="1236345"/>
                </a:lnTo>
                <a:lnTo>
                  <a:pt x="6341326" y="1235887"/>
                </a:lnTo>
                <a:lnTo>
                  <a:pt x="6343193" y="1234020"/>
                </a:lnTo>
                <a:lnTo>
                  <a:pt x="6343650" y="1232903"/>
                </a:lnTo>
                <a:lnTo>
                  <a:pt x="6343650" y="1230274"/>
                </a:lnTo>
                <a:close/>
              </a:path>
              <a:path w="6486525" h="1236345">
                <a:moveTo>
                  <a:pt x="6343650" y="616864"/>
                </a:moveTo>
                <a:lnTo>
                  <a:pt x="6343193" y="615746"/>
                </a:lnTo>
                <a:lnTo>
                  <a:pt x="6341326" y="613879"/>
                </a:lnTo>
                <a:lnTo>
                  <a:pt x="6340208" y="613410"/>
                </a:lnTo>
                <a:lnTo>
                  <a:pt x="6337579" y="613410"/>
                </a:lnTo>
                <a:lnTo>
                  <a:pt x="6336449" y="613879"/>
                </a:lnTo>
                <a:lnTo>
                  <a:pt x="6334595" y="615746"/>
                </a:lnTo>
                <a:lnTo>
                  <a:pt x="6334125" y="616864"/>
                </a:lnTo>
                <a:lnTo>
                  <a:pt x="6334125" y="619493"/>
                </a:lnTo>
                <a:lnTo>
                  <a:pt x="6334595" y="620610"/>
                </a:lnTo>
                <a:lnTo>
                  <a:pt x="6336449" y="622477"/>
                </a:lnTo>
                <a:lnTo>
                  <a:pt x="6337579" y="622935"/>
                </a:lnTo>
                <a:lnTo>
                  <a:pt x="6340208" y="622935"/>
                </a:lnTo>
                <a:lnTo>
                  <a:pt x="6341326" y="622477"/>
                </a:lnTo>
                <a:lnTo>
                  <a:pt x="6343193" y="620610"/>
                </a:lnTo>
                <a:lnTo>
                  <a:pt x="6343650" y="619493"/>
                </a:lnTo>
                <a:lnTo>
                  <a:pt x="6343650" y="616864"/>
                </a:lnTo>
                <a:close/>
              </a:path>
              <a:path w="6486525" h="1236345">
                <a:moveTo>
                  <a:pt x="6343650" y="3454"/>
                </a:moveTo>
                <a:lnTo>
                  <a:pt x="6343193" y="2336"/>
                </a:lnTo>
                <a:lnTo>
                  <a:pt x="6341326" y="469"/>
                </a:lnTo>
                <a:lnTo>
                  <a:pt x="6340208" y="0"/>
                </a:lnTo>
                <a:lnTo>
                  <a:pt x="6337579" y="0"/>
                </a:lnTo>
                <a:lnTo>
                  <a:pt x="6336449" y="469"/>
                </a:lnTo>
                <a:lnTo>
                  <a:pt x="6334595" y="2336"/>
                </a:lnTo>
                <a:lnTo>
                  <a:pt x="6334125" y="3454"/>
                </a:lnTo>
                <a:lnTo>
                  <a:pt x="6334125" y="6083"/>
                </a:lnTo>
                <a:lnTo>
                  <a:pt x="6334595" y="7200"/>
                </a:lnTo>
                <a:lnTo>
                  <a:pt x="6336449" y="9067"/>
                </a:lnTo>
                <a:lnTo>
                  <a:pt x="6337579" y="9525"/>
                </a:lnTo>
                <a:lnTo>
                  <a:pt x="6340208" y="9525"/>
                </a:lnTo>
                <a:lnTo>
                  <a:pt x="6341326" y="9067"/>
                </a:lnTo>
                <a:lnTo>
                  <a:pt x="6343193" y="7200"/>
                </a:lnTo>
                <a:lnTo>
                  <a:pt x="6343650" y="6083"/>
                </a:lnTo>
                <a:lnTo>
                  <a:pt x="6343650" y="3454"/>
                </a:lnTo>
                <a:close/>
              </a:path>
              <a:path w="6486525" h="1236345">
                <a:moveTo>
                  <a:pt x="6391275" y="1230274"/>
                </a:moveTo>
                <a:lnTo>
                  <a:pt x="6390818" y="1229156"/>
                </a:lnTo>
                <a:lnTo>
                  <a:pt x="6388951" y="1227289"/>
                </a:lnTo>
                <a:lnTo>
                  <a:pt x="6387833" y="1226820"/>
                </a:lnTo>
                <a:lnTo>
                  <a:pt x="6385204" y="1226820"/>
                </a:lnTo>
                <a:lnTo>
                  <a:pt x="6384074" y="1227289"/>
                </a:lnTo>
                <a:lnTo>
                  <a:pt x="6382220" y="1229156"/>
                </a:lnTo>
                <a:lnTo>
                  <a:pt x="6381750" y="1230274"/>
                </a:lnTo>
                <a:lnTo>
                  <a:pt x="6381750" y="1232903"/>
                </a:lnTo>
                <a:lnTo>
                  <a:pt x="6382220" y="1234020"/>
                </a:lnTo>
                <a:lnTo>
                  <a:pt x="6384074" y="1235887"/>
                </a:lnTo>
                <a:lnTo>
                  <a:pt x="6385204" y="1236345"/>
                </a:lnTo>
                <a:lnTo>
                  <a:pt x="6387833" y="1236345"/>
                </a:lnTo>
                <a:lnTo>
                  <a:pt x="6388951" y="1235887"/>
                </a:lnTo>
                <a:lnTo>
                  <a:pt x="6390818" y="1234020"/>
                </a:lnTo>
                <a:lnTo>
                  <a:pt x="6391275" y="1232903"/>
                </a:lnTo>
                <a:lnTo>
                  <a:pt x="6391275" y="1230274"/>
                </a:lnTo>
                <a:close/>
              </a:path>
              <a:path w="6486525" h="1236345">
                <a:moveTo>
                  <a:pt x="6391275" y="616864"/>
                </a:moveTo>
                <a:lnTo>
                  <a:pt x="6390818" y="615746"/>
                </a:lnTo>
                <a:lnTo>
                  <a:pt x="6388951" y="613879"/>
                </a:lnTo>
                <a:lnTo>
                  <a:pt x="6387833" y="613410"/>
                </a:lnTo>
                <a:lnTo>
                  <a:pt x="6385204" y="613410"/>
                </a:lnTo>
                <a:lnTo>
                  <a:pt x="6384074" y="613879"/>
                </a:lnTo>
                <a:lnTo>
                  <a:pt x="6382220" y="615746"/>
                </a:lnTo>
                <a:lnTo>
                  <a:pt x="6381750" y="616864"/>
                </a:lnTo>
                <a:lnTo>
                  <a:pt x="6381750" y="619493"/>
                </a:lnTo>
                <a:lnTo>
                  <a:pt x="6382220" y="620610"/>
                </a:lnTo>
                <a:lnTo>
                  <a:pt x="6384074" y="622477"/>
                </a:lnTo>
                <a:lnTo>
                  <a:pt x="6385204" y="622935"/>
                </a:lnTo>
                <a:lnTo>
                  <a:pt x="6387833" y="622935"/>
                </a:lnTo>
                <a:lnTo>
                  <a:pt x="6388951" y="622477"/>
                </a:lnTo>
                <a:lnTo>
                  <a:pt x="6390818" y="620610"/>
                </a:lnTo>
                <a:lnTo>
                  <a:pt x="6391275" y="619493"/>
                </a:lnTo>
                <a:lnTo>
                  <a:pt x="6391275" y="616864"/>
                </a:lnTo>
                <a:close/>
              </a:path>
              <a:path w="6486525" h="1236345">
                <a:moveTo>
                  <a:pt x="6391275" y="3454"/>
                </a:moveTo>
                <a:lnTo>
                  <a:pt x="6390818" y="2336"/>
                </a:lnTo>
                <a:lnTo>
                  <a:pt x="6388951" y="469"/>
                </a:lnTo>
                <a:lnTo>
                  <a:pt x="6387833" y="0"/>
                </a:lnTo>
                <a:lnTo>
                  <a:pt x="6385204" y="0"/>
                </a:lnTo>
                <a:lnTo>
                  <a:pt x="6384074" y="469"/>
                </a:lnTo>
                <a:lnTo>
                  <a:pt x="6382220" y="2336"/>
                </a:lnTo>
                <a:lnTo>
                  <a:pt x="6381750" y="3454"/>
                </a:lnTo>
                <a:lnTo>
                  <a:pt x="6381750" y="6083"/>
                </a:lnTo>
                <a:lnTo>
                  <a:pt x="6382220" y="7200"/>
                </a:lnTo>
                <a:lnTo>
                  <a:pt x="6384074" y="9067"/>
                </a:lnTo>
                <a:lnTo>
                  <a:pt x="6385204" y="9525"/>
                </a:lnTo>
                <a:lnTo>
                  <a:pt x="6387833" y="9525"/>
                </a:lnTo>
                <a:lnTo>
                  <a:pt x="6388951" y="9067"/>
                </a:lnTo>
                <a:lnTo>
                  <a:pt x="6390818" y="7200"/>
                </a:lnTo>
                <a:lnTo>
                  <a:pt x="6391275" y="6083"/>
                </a:lnTo>
                <a:lnTo>
                  <a:pt x="6391275" y="3454"/>
                </a:lnTo>
                <a:close/>
              </a:path>
              <a:path w="6486525" h="1236345">
                <a:moveTo>
                  <a:pt x="6438900" y="1230274"/>
                </a:moveTo>
                <a:lnTo>
                  <a:pt x="6438443" y="1229156"/>
                </a:lnTo>
                <a:lnTo>
                  <a:pt x="6436576" y="1227289"/>
                </a:lnTo>
                <a:lnTo>
                  <a:pt x="6435458" y="1226820"/>
                </a:lnTo>
                <a:lnTo>
                  <a:pt x="6432829" y="1226820"/>
                </a:lnTo>
                <a:lnTo>
                  <a:pt x="6431699" y="1227289"/>
                </a:lnTo>
                <a:lnTo>
                  <a:pt x="6429845" y="1229156"/>
                </a:lnTo>
                <a:lnTo>
                  <a:pt x="6429375" y="1230274"/>
                </a:lnTo>
                <a:lnTo>
                  <a:pt x="6429375" y="1232903"/>
                </a:lnTo>
                <a:lnTo>
                  <a:pt x="6429845" y="1234020"/>
                </a:lnTo>
                <a:lnTo>
                  <a:pt x="6431699" y="1235887"/>
                </a:lnTo>
                <a:lnTo>
                  <a:pt x="6432829" y="1236345"/>
                </a:lnTo>
                <a:lnTo>
                  <a:pt x="6435458" y="1236345"/>
                </a:lnTo>
                <a:lnTo>
                  <a:pt x="6436576" y="1235887"/>
                </a:lnTo>
                <a:lnTo>
                  <a:pt x="6438443" y="1234020"/>
                </a:lnTo>
                <a:lnTo>
                  <a:pt x="6438900" y="1232903"/>
                </a:lnTo>
                <a:lnTo>
                  <a:pt x="6438900" y="1230274"/>
                </a:lnTo>
                <a:close/>
              </a:path>
              <a:path w="6486525" h="1236345">
                <a:moveTo>
                  <a:pt x="6438900" y="616864"/>
                </a:moveTo>
                <a:lnTo>
                  <a:pt x="6438443" y="615746"/>
                </a:lnTo>
                <a:lnTo>
                  <a:pt x="6436576" y="613879"/>
                </a:lnTo>
                <a:lnTo>
                  <a:pt x="6435458" y="613410"/>
                </a:lnTo>
                <a:lnTo>
                  <a:pt x="6432829" y="613410"/>
                </a:lnTo>
                <a:lnTo>
                  <a:pt x="6431699" y="613879"/>
                </a:lnTo>
                <a:lnTo>
                  <a:pt x="6429845" y="615746"/>
                </a:lnTo>
                <a:lnTo>
                  <a:pt x="6429375" y="616864"/>
                </a:lnTo>
                <a:lnTo>
                  <a:pt x="6429375" y="619493"/>
                </a:lnTo>
                <a:lnTo>
                  <a:pt x="6429845" y="620610"/>
                </a:lnTo>
                <a:lnTo>
                  <a:pt x="6431699" y="622477"/>
                </a:lnTo>
                <a:lnTo>
                  <a:pt x="6432829" y="622935"/>
                </a:lnTo>
                <a:lnTo>
                  <a:pt x="6435458" y="622935"/>
                </a:lnTo>
                <a:lnTo>
                  <a:pt x="6436576" y="622477"/>
                </a:lnTo>
                <a:lnTo>
                  <a:pt x="6438443" y="620610"/>
                </a:lnTo>
                <a:lnTo>
                  <a:pt x="6438900" y="619493"/>
                </a:lnTo>
                <a:lnTo>
                  <a:pt x="6438900" y="616864"/>
                </a:lnTo>
                <a:close/>
              </a:path>
              <a:path w="6486525" h="1236345">
                <a:moveTo>
                  <a:pt x="6438900" y="3454"/>
                </a:moveTo>
                <a:lnTo>
                  <a:pt x="6438443" y="2336"/>
                </a:lnTo>
                <a:lnTo>
                  <a:pt x="6436576" y="469"/>
                </a:lnTo>
                <a:lnTo>
                  <a:pt x="6435458" y="0"/>
                </a:lnTo>
                <a:lnTo>
                  <a:pt x="6432829" y="0"/>
                </a:lnTo>
                <a:lnTo>
                  <a:pt x="6431699" y="469"/>
                </a:lnTo>
                <a:lnTo>
                  <a:pt x="6429845" y="2336"/>
                </a:lnTo>
                <a:lnTo>
                  <a:pt x="6429375" y="3454"/>
                </a:lnTo>
                <a:lnTo>
                  <a:pt x="6429375" y="6083"/>
                </a:lnTo>
                <a:lnTo>
                  <a:pt x="6429845" y="7200"/>
                </a:lnTo>
                <a:lnTo>
                  <a:pt x="6431699" y="9067"/>
                </a:lnTo>
                <a:lnTo>
                  <a:pt x="6432829" y="9525"/>
                </a:lnTo>
                <a:lnTo>
                  <a:pt x="6435458" y="9525"/>
                </a:lnTo>
                <a:lnTo>
                  <a:pt x="6436576" y="9067"/>
                </a:lnTo>
                <a:lnTo>
                  <a:pt x="6438443" y="7200"/>
                </a:lnTo>
                <a:lnTo>
                  <a:pt x="6438900" y="6083"/>
                </a:lnTo>
                <a:lnTo>
                  <a:pt x="6438900" y="3454"/>
                </a:lnTo>
                <a:close/>
              </a:path>
              <a:path w="6486525" h="1236345">
                <a:moveTo>
                  <a:pt x="6486525" y="1230274"/>
                </a:moveTo>
                <a:lnTo>
                  <a:pt x="6486068" y="1229156"/>
                </a:lnTo>
                <a:lnTo>
                  <a:pt x="6484201" y="1227289"/>
                </a:lnTo>
                <a:lnTo>
                  <a:pt x="6483083" y="1226820"/>
                </a:lnTo>
                <a:lnTo>
                  <a:pt x="6480454" y="1226820"/>
                </a:lnTo>
                <a:lnTo>
                  <a:pt x="6479324" y="1227289"/>
                </a:lnTo>
                <a:lnTo>
                  <a:pt x="6477470" y="1229156"/>
                </a:lnTo>
                <a:lnTo>
                  <a:pt x="6477000" y="1230274"/>
                </a:lnTo>
                <a:lnTo>
                  <a:pt x="6477000" y="1232903"/>
                </a:lnTo>
                <a:lnTo>
                  <a:pt x="6477470" y="1234020"/>
                </a:lnTo>
                <a:lnTo>
                  <a:pt x="6479324" y="1235887"/>
                </a:lnTo>
                <a:lnTo>
                  <a:pt x="6480454" y="1236345"/>
                </a:lnTo>
                <a:lnTo>
                  <a:pt x="6483083" y="1236345"/>
                </a:lnTo>
                <a:lnTo>
                  <a:pt x="6484201" y="1235887"/>
                </a:lnTo>
                <a:lnTo>
                  <a:pt x="6486068" y="1234020"/>
                </a:lnTo>
                <a:lnTo>
                  <a:pt x="6486525" y="1232903"/>
                </a:lnTo>
                <a:lnTo>
                  <a:pt x="6486525" y="1230274"/>
                </a:lnTo>
                <a:close/>
              </a:path>
              <a:path w="6486525" h="1236345">
                <a:moveTo>
                  <a:pt x="6486525" y="616864"/>
                </a:moveTo>
                <a:lnTo>
                  <a:pt x="6486068" y="615746"/>
                </a:lnTo>
                <a:lnTo>
                  <a:pt x="6484201" y="613879"/>
                </a:lnTo>
                <a:lnTo>
                  <a:pt x="6483083" y="613410"/>
                </a:lnTo>
                <a:lnTo>
                  <a:pt x="6480454" y="613410"/>
                </a:lnTo>
                <a:lnTo>
                  <a:pt x="6479324" y="613879"/>
                </a:lnTo>
                <a:lnTo>
                  <a:pt x="6477470" y="615746"/>
                </a:lnTo>
                <a:lnTo>
                  <a:pt x="6477000" y="616864"/>
                </a:lnTo>
                <a:lnTo>
                  <a:pt x="6477000" y="619493"/>
                </a:lnTo>
                <a:lnTo>
                  <a:pt x="6477470" y="620610"/>
                </a:lnTo>
                <a:lnTo>
                  <a:pt x="6479324" y="622477"/>
                </a:lnTo>
                <a:lnTo>
                  <a:pt x="6480454" y="622935"/>
                </a:lnTo>
                <a:lnTo>
                  <a:pt x="6483083" y="622935"/>
                </a:lnTo>
                <a:lnTo>
                  <a:pt x="6484201" y="622477"/>
                </a:lnTo>
                <a:lnTo>
                  <a:pt x="6486068" y="620610"/>
                </a:lnTo>
                <a:lnTo>
                  <a:pt x="6486525" y="619493"/>
                </a:lnTo>
                <a:lnTo>
                  <a:pt x="6486525" y="616864"/>
                </a:lnTo>
                <a:close/>
              </a:path>
              <a:path w="6486525" h="1236345">
                <a:moveTo>
                  <a:pt x="6486525" y="3454"/>
                </a:moveTo>
                <a:lnTo>
                  <a:pt x="6486068" y="2336"/>
                </a:lnTo>
                <a:lnTo>
                  <a:pt x="6484201" y="469"/>
                </a:lnTo>
                <a:lnTo>
                  <a:pt x="6483083" y="0"/>
                </a:lnTo>
                <a:lnTo>
                  <a:pt x="6480454" y="0"/>
                </a:lnTo>
                <a:lnTo>
                  <a:pt x="6479324" y="469"/>
                </a:lnTo>
                <a:lnTo>
                  <a:pt x="6477470" y="2336"/>
                </a:lnTo>
                <a:lnTo>
                  <a:pt x="6477000" y="3454"/>
                </a:lnTo>
                <a:lnTo>
                  <a:pt x="6477000" y="6083"/>
                </a:lnTo>
                <a:lnTo>
                  <a:pt x="6477470" y="7200"/>
                </a:lnTo>
                <a:lnTo>
                  <a:pt x="6479324" y="9067"/>
                </a:lnTo>
                <a:lnTo>
                  <a:pt x="6480454" y="9525"/>
                </a:lnTo>
                <a:lnTo>
                  <a:pt x="6483083" y="9525"/>
                </a:lnTo>
                <a:lnTo>
                  <a:pt x="6484201" y="9067"/>
                </a:lnTo>
                <a:lnTo>
                  <a:pt x="6486068" y="7200"/>
                </a:lnTo>
                <a:lnTo>
                  <a:pt x="6486525" y="6083"/>
                </a:lnTo>
                <a:lnTo>
                  <a:pt x="6486525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30857" y="5762723"/>
            <a:ext cx="248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0857" y="5149313"/>
            <a:ext cx="248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0857" y="4535904"/>
            <a:ext cx="248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2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267150" y="6664325"/>
            <a:ext cx="276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52423"/>
                </a:solidFill>
                <a:latin typeface="Trebuchet MS"/>
                <a:cs typeface="Trebuchet MS"/>
              </a:rPr>
              <a:t>Mês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30545" y="4613622"/>
            <a:ext cx="177800" cy="9359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4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 de </a:t>
            </a:r>
            <a:r>
              <a:rPr sz="1200" spc="-45" dirty="0">
                <a:solidFill>
                  <a:srgbClr val="252423"/>
                </a:solidFill>
                <a:latin typeface="Trebuchet MS"/>
                <a:cs typeface="Trebuchet MS"/>
              </a:rPr>
              <a:t>Lucro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378647" y="5896017"/>
            <a:ext cx="177800" cy="50482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setembro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69401" y="5895924"/>
            <a:ext cx="177800" cy="43497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outubro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160155" y="5896054"/>
            <a:ext cx="177800" cy="54419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novembro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550910" y="5895961"/>
            <a:ext cx="177800" cy="53657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dezembro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941664" y="5895924"/>
            <a:ext cx="177800" cy="37020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janeiro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332419" y="5896054"/>
            <a:ext cx="177800" cy="46990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fevereiro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723174" y="5895925"/>
            <a:ext cx="177800" cy="34163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março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113928" y="5896036"/>
            <a:ext cx="177800" cy="246379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abril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504683" y="5896036"/>
            <a:ext cx="177800" cy="27686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maio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895437" y="5895943"/>
            <a:ext cx="177800" cy="31432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junho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286192" y="5896036"/>
            <a:ext cx="177800" cy="27749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julho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676946" y="5896054"/>
            <a:ext cx="177800" cy="37211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agosto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067701" y="5896017"/>
            <a:ext cx="177800" cy="50482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setembro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458455" y="5895924"/>
            <a:ext cx="177800" cy="43497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outubro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849209" y="5896054"/>
            <a:ext cx="177800" cy="54419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novembro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239964" y="5895961"/>
            <a:ext cx="177800" cy="53657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dezembro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274513" y="3907790"/>
            <a:ext cx="10963275" cy="3178810"/>
            <a:chOff x="1274513" y="3907790"/>
            <a:chExt cx="10963275" cy="3178810"/>
          </a:xfrm>
        </p:grpSpPr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4513" y="5900737"/>
              <a:ext cx="9524" cy="77152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37531" y="5900737"/>
              <a:ext cx="9525" cy="77152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6585" y="5900737"/>
              <a:ext cx="9525" cy="771524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318348" y="4605731"/>
              <a:ext cx="6170295" cy="1242695"/>
            </a:xfrm>
            <a:custGeom>
              <a:avLst/>
              <a:gdLst/>
              <a:ahLst/>
              <a:cxnLst/>
              <a:rect l="l" t="t" r="r" b="b"/>
              <a:pathLst>
                <a:path w="6170295" h="1242695">
                  <a:moveTo>
                    <a:pt x="308876" y="774217"/>
                  </a:moveTo>
                  <a:lnTo>
                    <a:pt x="0" y="774217"/>
                  </a:lnTo>
                  <a:lnTo>
                    <a:pt x="0" y="1242618"/>
                  </a:lnTo>
                  <a:lnTo>
                    <a:pt x="308876" y="1242618"/>
                  </a:lnTo>
                  <a:lnTo>
                    <a:pt x="308876" y="774217"/>
                  </a:lnTo>
                  <a:close/>
                </a:path>
                <a:path w="6170295" h="1242695">
                  <a:moveTo>
                    <a:pt x="699630" y="225717"/>
                  </a:moveTo>
                  <a:lnTo>
                    <a:pt x="390753" y="225717"/>
                  </a:lnTo>
                  <a:lnTo>
                    <a:pt x="390753" y="1242618"/>
                  </a:lnTo>
                  <a:lnTo>
                    <a:pt x="699630" y="1242618"/>
                  </a:lnTo>
                  <a:lnTo>
                    <a:pt x="699630" y="225717"/>
                  </a:lnTo>
                  <a:close/>
                </a:path>
                <a:path w="6170295" h="1242695">
                  <a:moveTo>
                    <a:pt x="1090383" y="773061"/>
                  </a:moveTo>
                  <a:lnTo>
                    <a:pt x="781507" y="773061"/>
                  </a:lnTo>
                  <a:lnTo>
                    <a:pt x="781507" y="1242618"/>
                  </a:lnTo>
                  <a:lnTo>
                    <a:pt x="1090383" y="1242618"/>
                  </a:lnTo>
                  <a:lnTo>
                    <a:pt x="1090383" y="773061"/>
                  </a:lnTo>
                  <a:close/>
                </a:path>
                <a:path w="6170295" h="1242695">
                  <a:moveTo>
                    <a:pt x="1481137" y="818413"/>
                  </a:moveTo>
                  <a:lnTo>
                    <a:pt x="1172260" y="818413"/>
                  </a:lnTo>
                  <a:lnTo>
                    <a:pt x="1172260" y="1242618"/>
                  </a:lnTo>
                  <a:lnTo>
                    <a:pt x="1481137" y="1242618"/>
                  </a:lnTo>
                  <a:lnTo>
                    <a:pt x="1481137" y="818413"/>
                  </a:lnTo>
                  <a:close/>
                </a:path>
                <a:path w="6170295" h="1242695">
                  <a:moveTo>
                    <a:pt x="1871891" y="743292"/>
                  </a:moveTo>
                  <a:lnTo>
                    <a:pt x="1563014" y="743292"/>
                  </a:lnTo>
                  <a:lnTo>
                    <a:pt x="1563014" y="1242618"/>
                  </a:lnTo>
                  <a:lnTo>
                    <a:pt x="1871891" y="1242618"/>
                  </a:lnTo>
                  <a:lnTo>
                    <a:pt x="1871891" y="743292"/>
                  </a:lnTo>
                  <a:close/>
                </a:path>
                <a:path w="6170295" h="1242695">
                  <a:moveTo>
                    <a:pt x="2262657" y="538099"/>
                  </a:moveTo>
                  <a:lnTo>
                    <a:pt x="1953768" y="538099"/>
                  </a:lnTo>
                  <a:lnTo>
                    <a:pt x="1953768" y="1242618"/>
                  </a:lnTo>
                  <a:lnTo>
                    <a:pt x="2262657" y="1242618"/>
                  </a:lnTo>
                  <a:lnTo>
                    <a:pt x="2262657" y="538099"/>
                  </a:lnTo>
                  <a:close/>
                </a:path>
                <a:path w="6170295" h="1242695">
                  <a:moveTo>
                    <a:pt x="2653411" y="831723"/>
                  </a:moveTo>
                  <a:lnTo>
                    <a:pt x="2344521" y="831723"/>
                  </a:lnTo>
                  <a:lnTo>
                    <a:pt x="2344521" y="1242618"/>
                  </a:lnTo>
                  <a:lnTo>
                    <a:pt x="2653411" y="1242618"/>
                  </a:lnTo>
                  <a:lnTo>
                    <a:pt x="2653411" y="831723"/>
                  </a:lnTo>
                  <a:close/>
                </a:path>
                <a:path w="6170295" h="1242695">
                  <a:moveTo>
                    <a:pt x="3044164" y="672160"/>
                  </a:moveTo>
                  <a:lnTo>
                    <a:pt x="2735275" y="672160"/>
                  </a:lnTo>
                  <a:lnTo>
                    <a:pt x="2735275" y="1242618"/>
                  </a:lnTo>
                  <a:lnTo>
                    <a:pt x="3044164" y="1242618"/>
                  </a:lnTo>
                  <a:lnTo>
                    <a:pt x="3044164" y="672160"/>
                  </a:lnTo>
                  <a:close/>
                </a:path>
                <a:path w="6170295" h="1242695">
                  <a:moveTo>
                    <a:pt x="3434918" y="734326"/>
                  </a:moveTo>
                  <a:lnTo>
                    <a:pt x="3126028" y="734326"/>
                  </a:lnTo>
                  <a:lnTo>
                    <a:pt x="3126028" y="1242618"/>
                  </a:lnTo>
                  <a:lnTo>
                    <a:pt x="3434918" y="1242618"/>
                  </a:lnTo>
                  <a:lnTo>
                    <a:pt x="3434918" y="734326"/>
                  </a:lnTo>
                  <a:close/>
                </a:path>
                <a:path w="6170295" h="1242695">
                  <a:moveTo>
                    <a:pt x="3825671" y="338607"/>
                  </a:moveTo>
                  <a:lnTo>
                    <a:pt x="3516782" y="338607"/>
                  </a:lnTo>
                  <a:lnTo>
                    <a:pt x="3516782" y="1242618"/>
                  </a:lnTo>
                  <a:lnTo>
                    <a:pt x="3825671" y="1242618"/>
                  </a:lnTo>
                  <a:lnTo>
                    <a:pt x="3825671" y="338607"/>
                  </a:lnTo>
                  <a:close/>
                </a:path>
                <a:path w="6170295" h="1242695">
                  <a:moveTo>
                    <a:pt x="4216425" y="675919"/>
                  </a:moveTo>
                  <a:lnTo>
                    <a:pt x="3907536" y="675919"/>
                  </a:lnTo>
                  <a:lnTo>
                    <a:pt x="3907536" y="1242618"/>
                  </a:lnTo>
                  <a:lnTo>
                    <a:pt x="4216425" y="1242618"/>
                  </a:lnTo>
                  <a:lnTo>
                    <a:pt x="4216425" y="675919"/>
                  </a:lnTo>
                  <a:close/>
                </a:path>
                <a:path w="6170295" h="1242695">
                  <a:moveTo>
                    <a:pt x="4607179" y="757377"/>
                  </a:moveTo>
                  <a:lnTo>
                    <a:pt x="4298302" y="757377"/>
                  </a:lnTo>
                  <a:lnTo>
                    <a:pt x="4298302" y="1242618"/>
                  </a:lnTo>
                  <a:lnTo>
                    <a:pt x="4607179" y="1242618"/>
                  </a:lnTo>
                  <a:lnTo>
                    <a:pt x="4607179" y="757377"/>
                  </a:lnTo>
                  <a:close/>
                </a:path>
                <a:path w="6170295" h="1242695">
                  <a:moveTo>
                    <a:pt x="4997932" y="615022"/>
                  </a:moveTo>
                  <a:lnTo>
                    <a:pt x="4689056" y="615022"/>
                  </a:lnTo>
                  <a:lnTo>
                    <a:pt x="4689056" y="1242618"/>
                  </a:lnTo>
                  <a:lnTo>
                    <a:pt x="4997932" y="1242618"/>
                  </a:lnTo>
                  <a:lnTo>
                    <a:pt x="4997932" y="615022"/>
                  </a:lnTo>
                  <a:close/>
                </a:path>
                <a:path w="6170295" h="1242695">
                  <a:moveTo>
                    <a:pt x="5388686" y="149542"/>
                  </a:moveTo>
                  <a:lnTo>
                    <a:pt x="5079809" y="149542"/>
                  </a:lnTo>
                  <a:lnTo>
                    <a:pt x="5079809" y="1242618"/>
                  </a:lnTo>
                  <a:lnTo>
                    <a:pt x="5388686" y="1242618"/>
                  </a:lnTo>
                  <a:lnTo>
                    <a:pt x="5388686" y="149542"/>
                  </a:lnTo>
                  <a:close/>
                </a:path>
                <a:path w="6170295" h="1242695">
                  <a:moveTo>
                    <a:pt x="5779440" y="871753"/>
                  </a:moveTo>
                  <a:lnTo>
                    <a:pt x="5470563" y="871753"/>
                  </a:lnTo>
                  <a:lnTo>
                    <a:pt x="5470563" y="1242618"/>
                  </a:lnTo>
                  <a:lnTo>
                    <a:pt x="5779440" y="1242618"/>
                  </a:lnTo>
                  <a:lnTo>
                    <a:pt x="5779440" y="871753"/>
                  </a:lnTo>
                  <a:close/>
                </a:path>
                <a:path w="6170295" h="1242695">
                  <a:moveTo>
                    <a:pt x="6170193" y="0"/>
                  </a:moveTo>
                  <a:lnTo>
                    <a:pt x="5861316" y="0"/>
                  </a:lnTo>
                  <a:lnTo>
                    <a:pt x="5861316" y="1242618"/>
                  </a:lnTo>
                  <a:lnTo>
                    <a:pt x="6170193" y="1242618"/>
                  </a:lnTo>
                  <a:lnTo>
                    <a:pt x="6170193" y="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888211" y="3907789"/>
              <a:ext cx="4349750" cy="3178810"/>
            </a:xfrm>
            <a:custGeom>
              <a:avLst/>
              <a:gdLst/>
              <a:ahLst/>
              <a:cxnLst/>
              <a:rect l="l" t="t" r="r" b="b"/>
              <a:pathLst>
                <a:path w="4349750" h="3178809">
                  <a:moveTo>
                    <a:pt x="4349496" y="102235"/>
                  </a:moveTo>
                  <a:lnTo>
                    <a:pt x="4122801" y="102235"/>
                  </a:lnTo>
                  <a:lnTo>
                    <a:pt x="4122801" y="2988310"/>
                  </a:lnTo>
                  <a:lnTo>
                    <a:pt x="93726" y="2988310"/>
                  </a:lnTo>
                  <a:lnTo>
                    <a:pt x="93726" y="101612"/>
                  </a:lnTo>
                  <a:lnTo>
                    <a:pt x="0" y="101612"/>
                  </a:lnTo>
                  <a:lnTo>
                    <a:pt x="0" y="2988310"/>
                  </a:lnTo>
                  <a:lnTo>
                    <a:pt x="0" y="3178810"/>
                  </a:lnTo>
                  <a:lnTo>
                    <a:pt x="4349496" y="3178810"/>
                  </a:lnTo>
                  <a:lnTo>
                    <a:pt x="4349496" y="2988310"/>
                  </a:lnTo>
                  <a:lnTo>
                    <a:pt x="4349496" y="102235"/>
                  </a:lnTo>
                  <a:close/>
                </a:path>
                <a:path w="4349750" h="3178809">
                  <a:moveTo>
                    <a:pt x="4349496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4349496" y="101600"/>
                  </a:lnTo>
                  <a:lnTo>
                    <a:pt x="4349496" y="0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605825" y="4314825"/>
              <a:ext cx="3343275" cy="1838325"/>
            </a:xfrm>
            <a:custGeom>
              <a:avLst/>
              <a:gdLst/>
              <a:ahLst/>
              <a:cxnLst/>
              <a:rect l="l" t="t" r="r" b="b"/>
              <a:pathLst>
                <a:path w="3343275" h="1838325">
                  <a:moveTo>
                    <a:pt x="9525" y="1832254"/>
                  </a:moveTo>
                  <a:lnTo>
                    <a:pt x="9067" y="1831136"/>
                  </a:lnTo>
                  <a:lnTo>
                    <a:pt x="7200" y="1829269"/>
                  </a:lnTo>
                  <a:lnTo>
                    <a:pt x="6083" y="1828800"/>
                  </a:lnTo>
                  <a:lnTo>
                    <a:pt x="3454" y="1828800"/>
                  </a:lnTo>
                  <a:lnTo>
                    <a:pt x="2336" y="1829269"/>
                  </a:lnTo>
                  <a:lnTo>
                    <a:pt x="469" y="1831136"/>
                  </a:lnTo>
                  <a:lnTo>
                    <a:pt x="0" y="1832254"/>
                  </a:lnTo>
                  <a:lnTo>
                    <a:pt x="0" y="1834883"/>
                  </a:lnTo>
                  <a:lnTo>
                    <a:pt x="469" y="1836000"/>
                  </a:lnTo>
                  <a:lnTo>
                    <a:pt x="2336" y="1837867"/>
                  </a:lnTo>
                  <a:lnTo>
                    <a:pt x="3454" y="1838325"/>
                  </a:lnTo>
                  <a:lnTo>
                    <a:pt x="6083" y="1838325"/>
                  </a:lnTo>
                  <a:lnTo>
                    <a:pt x="7200" y="1837867"/>
                  </a:lnTo>
                  <a:lnTo>
                    <a:pt x="9067" y="1836000"/>
                  </a:lnTo>
                  <a:lnTo>
                    <a:pt x="9525" y="1834883"/>
                  </a:lnTo>
                  <a:lnTo>
                    <a:pt x="9525" y="1832254"/>
                  </a:lnTo>
                  <a:close/>
                </a:path>
                <a:path w="3343275" h="1838325">
                  <a:moveTo>
                    <a:pt x="9525" y="1222654"/>
                  </a:moveTo>
                  <a:lnTo>
                    <a:pt x="9067" y="1221536"/>
                  </a:lnTo>
                  <a:lnTo>
                    <a:pt x="7200" y="1219669"/>
                  </a:lnTo>
                  <a:lnTo>
                    <a:pt x="6083" y="1219200"/>
                  </a:lnTo>
                  <a:lnTo>
                    <a:pt x="3454" y="1219200"/>
                  </a:lnTo>
                  <a:lnTo>
                    <a:pt x="2336" y="1219669"/>
                  </a:lnTo>
                  <a:lnTo>
                    <a:pt x="469" y="1221536"/>
                  </a:lnTo>
                  <a:lnTo>
                    <a:pt x="0" y="1222654"/>
                  </a:lnTo>
                  <a:lnTo>
                    <a:pt x="0" y="1225283"/>
                  </a:lnTo>
                  <a:lnTo>
                    <a:pt x="469" y="1226400"/>
                  </a:lnTo>
                  <a:lnTo>
                    <a:pt x="2336" y="1228267"/>
                  </a:lnTo>
                  <a:lnTo>
                    <a:pt x="3454" y="1228725"/>
                  </a:lnTo>
                  <a:lnTo>
                    <a:pt x="6083" y="1228725"/>
                  </a:lnTo>
                  <a:lnTo>
                    <a:pt x="7200" y="1228267"/>
                  </a:lnTo>
                  <a:lnTo>
                    <a:pt x="9067" y="1226400"/>
                  </a:lnTo>
                  <a:lnTo>
                    <a:pt x="9525" y="1225283"/>
                  </a:lnTo>
                  <a:lnTo>
                    <a:pt x="9525" y="1222654"/>
                  </a:lnTo>
                  <a:close/>
                </a:path>
                <a:path w="3343275" h="1838325">
                  <a:moveTo>
                    <a:pt x="9525" y="613054"/>
                  </a:moveTo>
                  <a:lnTo>
                    <a:pt x="9067" y="611936"/>
                  </a:lnTo>
                  <a:lnTo>
                    <a:pt x="7200" y="610069"/>
                  </a:lnTo>
                  <a:lnTo>
                    <a:pt x="6083" y="609600"/>
                  </a:lnTo>
                  <a:lnTo>
                    <a:pt x="3454" y="609600"/>
                  </a:lnTo>
                  <a:lnTo>
                    <a:pt x="2336" y="610069"/>
                  </a:lnTo>
                  <a:lnTo>
                    <a:pt x="469" y="611936"/>
                  </a:lnTo>
                  <a:lnTo>
                    <a:pt x="0" y="613054"/>
                  </a:lnTo>
                  <a:lnTo>
                    <a:pt x="0" y="615683"/>
                  </a:lnTo>
                  <a:lnTo>
                    <a:pt x="469" y="616800"/>
                  </a:lnTo>
                  <a:lnTo>
                    <a:pt x="2336" y="618667"/>
                  </a:lnTo>
                  <a:lnTo>
                    <a:pt x="3454" y="619125"/>
                  </a:lnTo>
                  <a:lnTo>
                    <a:pt x="6083" y="619125"/>
                  </a:lnTo>
                  <a:lnTo>
                    <a:pt x="7200" y="618667"/>
                  </a:lnTo>
                  <a:lnTo>
                    <a:pt x="9067" y="616800"/>
                  </a:lnTo>
                  <a:lnTo>
                    <a:pt x="9525" y="615683"/>
                  </a:lnTo>
                  <a:lnTo>
                    <a:pt x="9525" y="613054"/>
                  </a:lnTo>
                  <a:close/>
                </a:path>
                <a:path w="3343275" h="1838325">
                  <a:moveTo>
                    <a:pt x="9525" y="3454"/>
                  </a:moveTo>
                  <a:lnTo>
                    <a:pt x="9067" y="2336"/>
                  </a:lnTo>
                  <a:lnTo>
                    <a:pt x="7200" y="469"/>
                  </a:lnTo>
                  <a:lnTo>
                    <a:pt x="6083" y="0"/>
                  </a:lnTo>
                  <a:lnTo>
                    <a:pt x="3454" y="0"/>
                  </a:lnTo>
                  <a:lnTo>
                    <a:pt x="2336" y="469"/>
                  </a:lnTo>
                  <a:lnTo>
                    <a:pt x="469" y="2336"/>
                  </a:lnTo>
                  <a:lnTo>
                    <a:pt x="0" y="3454"/>
                  </a:lnTo>
                  <a:lnTo>
                    <a:pt x="0" y="6083"/>
                  </a:lnTo>
                  <a:lnTo>
                    <a:pt x="469" y="7200"/>
                  </a:lnTo>
                  <a:lnTo>
                    <a:pt x="2336" y="9067"/>
                  </a:lnTo>
                  <a:lnTo>
                    <a:pt x="3454" y="9525"/>
                  </a:lnTo>
                  <a:lnTo>
                    <a:pt x="6083" y="9525"/>
                  </a:lnTo>
                  <a:lnTo>
                    <a:pt x="7200" y="9067"/>
                  </a:lnTo>
                  <a:lnTo>
                    <a:pt x="9067" y="7200"/>
                  </a:lnTo>
                  <a:lnTo>
                    <a:pt x="9525" y="6083"/>
                  </a:lnTo>
                  <a:lnTo>
                    <a:pt x="9525" y="3454"/>
                  </a:lnTo>
                  <a:close/>
                </a:path>
                <a:path w="3343275" h="1838325">
                  <a:moveTo>
                    <a:pt x="57150" y="1832254"/>
                  </a:moveTo>
                  <a:lnTo>
                    <a:pt x="56692" y="1831136"/>
                  </a:lnTo>
                  <a:lnTo>
                    <a:pt x="54825" y="1829269"/>
                  </a:lnTo>
                  <a:lnTo>
                    <a:pt x="53708" y="1828800"/>
                  </a:lnTo>
                  <a:lnTo>
                    <a:pt x="51079" y="1828800"/>
                  </a:lnTo>
                  <a:lnTo>
                    <a:pt x="49961" y="1829269"/>
                  </a:lnTo>
                  <a:lnTo>
                    <a:pt x="48094" y="1831136"/>
                  </a:lnTo>
                  <a:lnTo>
                    <a:pt x="47625" y="1832254"/>
                  </a:lnTo>
                  <a:lnTo>
                    <a:pt x="47625" y="1834883"/>
                  </a:lnTo>
                  <a:lnTo>
                    <a:pt x="48094" y="1836000"/>
                  </a:lnTo>
                  <a:lnTo>
                    <a:pt x="49961" y="1837867"/>
                  </a:lnTo>
                  <a:lnTo>
                    <a:pt x="51079" y="1838325"/>
                  </a:lnTo>
                  <a:lnTo>
                    <a:pt x="53708" y="1838325"/>
                  </a:lnTo>
                  <a:lnTo>
                    <a:pt x="54825" y="1837867"/>
                  </a:lnTo>
                  <a:lnTo>
                    <a:pt x="56692" y="1836000"/>
                  </a:lnTo>
                  <a:lnTo>
                    <a:pt x="57150" y="1834883"/>
                  </a:lnTo>
                  <a:lnTo>
                    <a:pt x="57150" y="1832254"/>
                  </a:lnTo>
                  <a:close/>
                </a:path>
                <a:path w="3343275" h="1838325">
                  <a:moveTo>
                    <a:pt x="57150" y="1222654"/>
                  </a:moveTo>
                  <a:lnTo>
                    <a:pt x="56692" y="1221536"/>
                  </a:lnTo>
                  <a:lnTo>
                    <a:pt x="54825" y="1219669"/>
                  </a:lnTo>
                  <a:lnTo>
                    <a:pt x="53708" y="1219200"/>
                  </a:lnTo>
                  <a:lnTo>
                    <a:pt x="51079" y="1219200"/>
                  </a:lnTo>
                  <a:lnTo>
                    <a:pt x="49961" y="1219669"/>
                  </a:lnTo>
                  <a:lnTo>
                    <a:pt x="48094" y="1221536"/>
                  </a:lnTo>
                  <a:lnTo>
                    <a:pt x="47625" y="1222654"/>
                  </a:lnTo>
                  <a:lnTo>
                    <a:pt x="47625" y="1225283"/>
                  </a:lnTo>
                  <a:lnTo>
                    <a:pt x="48094" y="1226400"/>
                  </a:lnTo>
                  <a:lnTo>
                    <a:pt x="49961" y="1228267"/>
                  </a:lnTo>
                  <a:lnTo>
                    <a:pt x="51079" y="1228725"/>
                  </a:lnTo>
                  <a:lnTo>
                    <a:pt x="53708" y="1228725"/>
                  </a:lnTo>
                  <a:lnTo>
                    <a:pt x="54825" y="1228267"/>
                  </a:lnTo>
                  <a:lnTo>
                    <a:pt x="56692" y="1226400"/>
                  </a:lnTo>
                  <a:lnTo>
                    <a:pt x="57150" y="1225283"/>
                  </a:lnTo>
                  <a:lnTo>
                    <a:pt x="57150" y="1222654"/>
                  </a:lnTo>
                  <a:close/>
                </a:path>
                <a:path w="3343275" h="1838325">
                  <a:moveTo>
                    <a:pt x="57150" y="613054"/>
                  </a:moveTo>
                  <a:lnTo>
                    <a:pt x="56692" y="611936"/>
                  </a:lnTo>
                  <a:lnTo>
                    <a:pt x="54825" y="610069"/>
                  </a:lnTo>
                  <a:lnTo>
                    <a:pt x="53708" y="609600"/>
                  </a:lnTo>
                  <a:lnTo>
                    <a:pt x="51079" y="609600"/>
                  </a:lnTo>
                  <a:lnTo>
                    <a:pt x="49961" y="610069"/>
                  </a:lnTo>
                  <a:lnTo>
                    <a:pt x="48094" y="611936"/>
                  </a:lnTo>
                  <a:lnTo>
                    <a:pt x="47625" y="613054"/>
                  </a:lnTo>
                  <a:lnTo>
                    <a:pt x="47625" y="615683"/>
                  </a:lnTo>
                  <a:lnTo>
                    <a:pt x="48094" y="616800"/>
                  </a:lnTo>
                  <a:lnTo>
                    <a:pt x="49961" y="618667"/>
                  </a:lnTo>
                  <a:lnTo>
                    <a:pt x="51079" y="619125"/>
                  </a:lnTo>
                  <a:lnTo>
                    <a:pt x="53708" y="619125"/>
                  </a:lnTo>
                  <a:lnTo>
                    <a:pt x="54825" y="618667"/>
                  </a:lnTo>
                  <a:lnTo>
                    <a:pt x="56692" y="616800"/>
                  </a:lnTo>
                  <a:lnTo>
                    <a:pt x="57150" y="615683"/>
                  </a:lnTo>
                  <a:lnTo>
                    <a:pt x="57150" y="613054"/>
                  </a:lnTo>
                  <a:close/>
                </a:path>
                <a:path w="3343275" h="1838325">
                  <a:moveTo>
                    <a:pt x="57150" y="3454"/>
                  </a:moveTo>
                  <a:lnTo>
                    <a:pt x="56692" y="2336"/>
                  </a:lnTo>
                  <a:lnTo>
                    <a:pt x="54825" y="469"/>
                  </a:lnTo>
                  <a:lnTo>
                    <a:pt x="53708" y="0"/>
                  </a:lnTo>
                  <a:lnTo>
                    <a:pt x="51079" y="0"/>
                  </a:lnTo>
                  <a:lnTo>
                    <a:pt x="49961" y="469"/>
                  </a:lnTo>
                  <a:lnTo>
                    <a:pt x="48094" y="2336"/>
                  </a:lnTo>
                  <a:lnTo>
                    <a:pt x="47625" y="3454"/>
                  </a:lnTo>
                  <a:lnTo>
                    <a:pt x="47625" y="6083"/>
                  </a:lnTo>
                  <a:lnTo>
                    <a:pt x="48094" y="7200"/>
                  </a:lnTo>
                  <a:lnTo>
                    <a:pt x="49961" y="9067"/>
                  </a:lnTo>
                  <a:lnTo>
                    <a:pt x="51079" y="9525"/>
                  </a:lnTo>
                  <a:lnTo>
                    <a:pt x="53708" y="9525"/>
                  </a:lnTo>
                  <a:lnTo>
                    <a:pt x="54825" y="9067"/>
                  </a:lnTo>
                  <a:lnTo>
                    <a:pt x="56692" y="7200"/>
                  </a:lnTo>
                  <a:lnTo>
                    <a:pt x="57150" y="6083"/>
                  </a:lnTo>
                  <a:lnTo>
                    <a:pt x="57150" y="3454"/>
                  </a:lnTo>
                  <a:close/>
                </a:path>
                <a:path w="3343275" h="1838325">
                  <a:moveTo>
                    <a:pt x="104775" y="1832254"/>
                  </a:moveTo>
                  <a:lnTo>
                    <a:pt x="104317" y="1831136"/>
                  </a:lnTo>
                  <a:lnTo>
                    <a:pt x="102450" y="1829269"/>
                  </a:lnTo>
                  <a:lnTo>
                    <a:pt x="101333" y="1828800"/>
                  </a:lnTo>
                  <a:lnTo>
                    <a:pt x="98704" y="1828800"/>
                  </a:lnTo>
                  <a:lnTo>
                    <a:pt x="97586" y="1829269"/>
                  </a:lnTo>
                  <a:lnTo>
                    <a:pt x="95719" y="1831136"/>
                  </a:lnTo>
                  <a:lnTo>
                    <a:pt x="95250" y="1832254"/>
                  </a:lnTo>
                  <a:lnTo>
                    <a:pt x="95250" y="1834883"/>
                  </a:lnTo>
                  <a:lnTo>
                    <a:pt x="95719" y="1836000"/>
                  </a:lnTo>
                  <a:lnTo>
                    <a:pt x="97586" y="1837867"/>
                  </a:lnTo>
                  <a:lnTo>
                    <a:pt x="98704" y="1838325"/>
                  </a:lnTo>
                  <a:lnTo>
                    <a:pt x="101333" y="1838325"/>
                  </a:lnTo>
                  <a:lnTo>
                    <a:pt x="102450" y="1837867"/>
                  </a:lnTo>
                  <a:lnTo>
                    <a:pt x="104317" y="1836000"/>
                  </a:lnTo>
                  <a:lnTo>
                    <a:pt x="104775" y="1834883"/>
                  </a:lnTo>
                  <a:lnTo>
                    <a:pt x="104775" y="1832254"/>
                  </a:lnTo>
                  <a:close/>
                </a:path>
                <a:path w="3343275" h="1838325">
                  <a:moveTo>
                    <a:pt x="104775" y="1222654"/>
                  </a:moveTo>
                  <a:lnTo>
                    <a:pt x="104317" y="1221536"/>
                  </a:lnTo>
                  <a:lnTo>
                    <a:pt x="102450" y="1219669"/>
                  </a:lnTo>
                  <a:lnTo>
                    <a:pt x="101333" y="1219200"/>
                  </a:lnTo>
                  <a:lnTo>
                    <a:pt x="98704" y="1219200"/>
                  </a:lnTo>
                  <a:lnTo>
                    <a:pt x="97586" y="1219669"/>
                  </a:lnTo>
                  <a:lnTo>
                    <a:pt x="95719" y="1221536"/>
                  </a:lnTo>
                  <a:lnTo>
                    <a:pt x="95250" y="1222654"/>
                  </a:lnTo>
                  <a:lnTo>
                    <a:pt x="95250" y="1225283"/>
                  </a:lnTo>
                  <a:lnTo>
                    <a:pt x="95719" y="1226400"/>
                  </a:lnTo>
                  <a:lnTo>
                    <a:pt x="97586" y="1228267"/>
                  </a:lnTo>
                  <a:lnTo>
                    <a:pt x="98704" y="1228725"/>
                  </a:lnTo>
                  <a:lnTo>
                    <a:pt x="101333" y="1228725"/>
                  </a:lnTo>
                  <a:lnTo>
                    <a:pt x="102450" y="1228267"/>
                  </a:lnTo>
                  <a:lnTo>
                    <a:pt x="104317" y="1226400"/>
                  </a:lnTo>
                  <a:lnTo>
                    <a:pt x="104775" y="1225283"/>
                  </a:lnTo>
                  <a:lnTo>
                    <a:pt x="104775" y="1222654"/>
                  </a:lnTo>
                  <a:close/>
                </a:path>
                <a:path w="3343275" h="1838325">
                  <a:moveTo>
                    <a:pt x="104775" y="613054"/>
                  </a:moveTo>
                  <a:lnTo>
                    <a:pt x="104317" y="611936"/>
                  </a:lnTo>
                  <a:lnTo>
                    <a:pt x="102450" y="610069"/>
                  </a:lnTo>
                  <a:lnTo>
                    <a:pt x="101333" y="609600"/>
                  </a:lnTo>
                  <a:lnTo>
                    <a:pt x="98704" y="609600"/>
                  </a:lnTo>
                  <a:lnTo>
                    <a:pt x="97586" y="610069"/>
                  </a:lnTo>
                  <a:lnTo>
                    <a:pt x="95719" y="611936"/>
                  </a:lnTo>
                  <a:lnTo>
                    <a:pt x="95250" y="613054"/>
                  </a:lnTo>
                  <a:lnTo>
                    <a:pt x="95250" y="615683"/>
                  </a:lnTo>
                  <a:lnTo>
                    <a:pt x="95719" y="616800"/>
                  </a:lnTo>
                  <a:lnTo>
                    <a:pt x="97586" y="618667"/>
                  </a:lnTo>
                  <a:lnTo>
                    <a:pt x="98704" y="619125"/>
                  </a:lnTo>
                  <a:lnTo>
                    <a:pt x="101333" y="619125"/>
                  </a:lnTo>
                  <a:lnTo>
                    <a:pt x="102450" y="618667"/>
                  </a:lnTo>
                  <a:lnTo>
                    <a:pt x="104317" y="616800"/>
                  </a:lnTo>
                  <a:lnTo>
                    <a:pt x="104775" y="615683"/>
                  </a:lnTo>
                  <a:lnTo>
                    <a:pt x="104775" y="613054"/>
                  </a:lnTo>
                  <a:close/>
                </a:path>
                <a:path w="3343275" h="1838325">
                  <a:moveTo>
                    <a:pt x="104775" y="3454"/>
                  </a:moveTo>
                  <a:lnTo>
                    <a:pt x="104317" y="2336"/>
                  </a:lnTo>
                  <a:lnTo>
                    <a:pt x="102450" y="469"/>
                  </a:lnTo>
                  <a:lnTo>
                    <a:pt x="101333" y="0"/>
                  </a:lnTo>
                  <a:lnTo>
                    <a:pt x="98704" y="0"/>
                  </a:lnTo>
                  <a:lnTo>
                    <a:pt x="97586" y="469"/>
                  </a:lnTo>
                  <a:lnTo>
                    <a:pt x="95719" y="2336"/>
                  </a:lnTo>
                  <a:lnTo>
                    <a:pt x="95250" y="3454"/>
                  </a:lnTo>
                  <a:lnTo>
                    <a:pt x="95250" y="6083"/>
                  </a:lnTo>
                  <a:lnTo>
                    <a:pt x="95719" y="7200"/>
                  </a:lnTo>
                  <a:lnTo>
                    <a:pt x="97586" y="9067"/>
                  </a:lnTo>
                  <a:lnTo>
                    <a:pt x="98704" y="9525"/>
                  </a:lnTo>
                  <a:lnTo>
                    <a:pt x="101333" y="9525"/>
                  </a:lnTo>
                  <a:lnTo>
                    <a:pt x="102450" y="9067"/>
                  </a:lnTo>
                  <a:lnTo>
                    <a:pt x="104317" y="7200"/>
                  </a:lnTo>
                  <a:lnTo>
                    <a:pt x="104775" y="6083"/>
                  </a:lnTo>
                  <a:lnTo>
                    <a:pt x="104775" y="3454"/>
                  </a:lnTo>
                  <a:close/>
                </a:path>
                <a:path w="3343275" h="1838325">
                  <a:moveTo>
                    <a:pt x="152400" y="1832254"/>
                  </a:moveTo>
                  <a:lnTo>
                    <a:pt x="151942" y="1831136"/>
                  </a:lnTo>
                  <a:lnTo>
                    <a:pt x="150075" y="1829269"/>
                  </a:lnTo>
                  <a:lnTo>
                    <a:pt x="148958" y="1828800"/>
                  </a:lnTo>
                  <a:lnTo>
                    <a:pt x="146329" y="1828800"/>
                  </a:lnTo>
                  <a:lnTo>
                    <a:pt x="145211" y="1829269"/>
                  </a:lnTo>
                  <a:lnTo>
                    <a:pt x="143344" y="1831136"/>
                  </a:lnTo>
                  <a:lnTo>
                    <a:pt x="142875" y="1832254"/>
                  </a:lnTo>
                  <a:lnTo>
                    <a:pt x="142875" y="1834883"/>
                  </a:lnTo>
                  <a:lnTo>
                    <a:pt x="143344" y="1836000"/>
                  </a:lnTo>
                  <a:lnTo>
                    <a:pt x="145211" y="1837867"/>
                  </a:lnTo>
                  <a:lnTo>
                    <a:pt x="146329" y="1838325"/>
                  </a:lnTo>
                  <a:lnTo>
                    <a:pt x="148958" y="1838325"/>
                  </a:lnTo>
                  <a:lnTo>
                    <a:pt x="150075" y="1837867"/>
                  </a:lnTo>
                  <a:lnTo>
                    <a:pt x="151942" y="1836000"/>
                  </a:lnTo>
                  <a:lnTo>
                    <a:pt x="152400" y="1834883"/>
                  </a:lnTo>
                  <a:lnTo>
                    <a:pt x="152400" y="1832254"/>
                  </a:lnTo>
                  <a:close/>
                </a:path>
                <a:path w="3343275" h="1838325">
                  <a:moveTo>
                    <a:pt x="152400" y="1222654"/>
                  </a:moveTo>
                  <a:lnTo>
                    <a:pt x="151942" y="1221536"/>
                  </a:lnTo>
                  <a:lnTo>
                    <a:pt x="150075" y="1219669"/>
                  </a:lnTo>
                  <a:lnTo>
                    <a:pt x="148958" y="1219200"/>
                  </a:lnTo>
                  <a:lnTo>
                    <a:pt x="146329" y="1219200"/>
                  </a:lnTo>
                  <a:lnTo>
                    <a:pt x="145211" y="1219669"/>
                  </a:lnTo>
                  <a:lnTo>
                    <a:pt x="143344" y="1221536"/>
                  </a:lnTo>
                  <a:lnTo>
                    <a:pt x="142875" y="1222654"/>
                  </a:lnTo>
                  <a:lnTo>
                    <a:pt x="142875" y="1225283"/>
                  </a:lnTo>
                  <a:lnTo>
                    <a:pt x="143344" y="1226400"/>
                  </a:lnTo>
                  <a:lnTo>
                    <a:pt x="145211" y="1228267"/>
                  </a:lnTo>
                  <a:lnTo>
                    <a:pt x="146329" y="1228725"/>
                  </a:lnTo>
                  <a:lnTo>
                    <a:pt x="148958" y="1228725"/>
                  </a:lnTo>
                  <a:lnTo>
                    <a:pt x="150075" y="1228267"/>
                  </a:lnTo>
                  <a:lnTo>
                    <a:pt x="151942" y="1226400"/>
                  </a:lnTo>
                  <a:lnTo>
                    <a:pt x="152400" y="1225283"/>
                  </a:lnTo>
                  <a:lnTo>
                    <a:pt x="152400" y="1222654"/>
                  </a:lnTo>
                  <a:close/>
                </a:path>
                <a:path w="3343275" h="1838325">
                  <a:moveTo>
                    <a:pt x="152400" y="613054"/>
                  </a:moveTo>
                  <a:lnTo>
                    <a:pt x="151942" y="611936"/>
                  </a:lnTo>
                  <a:lnTo>
                    <a:pt x="150075" y="610069"/>
                  </a:lnTo>
                  <a:lnTo>
                    <a:pt x="148958" y="609600"/>
                  </a:lnTo>
                  <a:lnTo>
                    <a:pt x="146329" y="609600"/>
                  </a:lnTo>
                  <a:lnTo>
                    <a:pt x="145211" y="610069"/>
                  </a:lnTo>
                  <a:lnTo>
                    <a:pt x="143344" y="611936"/>
                  </a:lnTo>
                  <a:lnTo>
                    <a:pt x="142875" y="613054"/>
                  </a:lnTo>
                  <a:lnTo>
                    <a:pt x="142875" y="615683"/>
                  </a:lnTo>
                  <a:lnTo>
                    <a:pt x="143344" y="616800"/>
                  </a:lnTo>
                  <a:lnTo>
                    <a:pt x="145211" y="618667"/>
                  </a:lnTo>
                  <a:lnTo>
                    <a:pt x="146329" y="619125"/>
                  </a:lnTo>
                  <a:lnTo>
                    <a:pt x="148958" y="619125"/>
                  </a:lnTo>
                  <a:lnTo>
                    <a:pt x="150075" y="618667"/>
                  </a:lnTo>
                  <a:lnTo>
                    <a:pt x="151942" y="616800"/>
                  </a:lnTo>
                  <a:lnTo>
                    <a:pt x="152400" y="615683"/>
                  </a:lnTo>
                  <a:lnTo>
                    <a:pt x="152400" y="613054"/>
                  </a:lnTo>
                  <a:close/>
                </a:path>
                <a:path w="3343275" h="1838325">
                  <a:moveTo>
                    <a:pt x="152400" y="3454"/>
                  </a:moveTo>
                  <a:lnTo>
                    <a:pt x="151942" y="2336"/>
                  </a:lnTo>
                  <a:lnTo>
                    <a:pt x="150075" y="469"/>
                  </a:lnTo>
                  <a:lnTo>
                    <a:pt x="148958" y="0"/>
                  </a:lnTo>
                  <a:lnTo>
                    <a:pt x="146329" y="0"/>
                  </a:lnTo>
                  <a:lnTo>
                    <a:pt x="145211" y="469"/>
                  </a:lnTo>
                  <a:lnTo>
                    <a:pt x="143344" y="2336"/>
                  </a:lnTo>
                  <a:lnTo>
                    <a:pt x="142875" y="3454"/>
                  </a:lnTo>
                  <a:lnTo>
                    <a:pt x="142875" y="6083"/>
                  </a:lnTo>
                  <a:lnTo>
                    <a:pt x="143344" y="7200"/>
                  </a:lnTo>
                  <a:lnTo>
                    <a:pt x="145211" y="9067"/>
                  </a:lnTo>
                  <a:lnTo>
                    <a:pt x="146329" y="9525"/>
                  </a:lnTo>
                  <a:lnTo>
                    <a:pt x="148958" y="9525"/>
                  </a:lnTo>
                  <a:lnTo>
                    <a:pt x="150075" y="9067"/>
                  </a:lnTo>
                  <a:lnTo>
                    <a:pt x="151942" y="7200"/>
                  </a:lnTo>
                  <a:lnTo>
                    <a:pt x="152400" y="6083"/>
                  </a:lnTo>
                  <a:lnTo>
                    <a:pt x="152400" y="3454"/>
                  </a:lnTo>
                  <a:close/>
                </a:path>
                <a:path w="3343275" h="1838325">
                  <a:moveTo>
                    <a:pt x="200025" y="1832254"/>
                  </a:moveTo>
                  <a:lnTo>
                    <a:pt x="199567" y="1831136"/>
                  </a:lnTo>
                  <a:lnTo>
                    <a:pt x="197700" y="1829269"/>
                  </a:lnTo>
                  <a:lnTo>
                    <a:pt x="196583" y="1828800"/>
                  </a:lnTo>
                  <a:lnTo>
                    <a:pt x="193954" y="1828800"/>
                  </a:lnTo>
                  <a:lnTo>
                    <a:pt x="192836" y="1829269"/>
                  </a:lnTo>
                  <a:lnTo>
                    <a:pt x="190969" y="1831136"/>
                  </a:lnTo>
                  <a:lnTo>
                    <a:pt x="190500" y="1832254"/>
                  </a:lnTo>
                  <a:lnTo>
                    <a:pt x="190500" y="1834883"/>
                  </a:lnTo>
                  <a:lnTo>
                    <a:pt x="190969" y="1836000"/>
                  </a:lnTo>
                  <a:lnTo>
                    <a:pt x="192836" y="1837867"/>
                  </a:lnTo>
                  <a:lnTo>
                    <a:pt x="193954" y="1838325"/>
                  </a:lnTo>
                  <a:lnTo>
                    <a:pt x="196583" y="1838325"/>
                  </a:lnTo>
                  <a:lnTo>
                    <a:pt x="197700" y="1837867"/>
                  </a:lnTo>
                  <a:lnTo>
                    <a:pt x="199567" y="1836000"/>
                  </a:lnTo>
                  <a:lnTo>
                    <a:pt x="200025" y="1834883"/>
                  </a:lnTo>
                  <a:lnTo>
                    <a:pt x="200025" y="1832254"/>
                  </a:lnTo>
                  <a:close/>
                </a:path>
                <a:path w="3343275" h="1838325">
                  <a:moveTo>
                    <a:pt x="200025" y="1222654"/>
                  </a:moveTo>
                  <a:lnTo>
                    <a:pt x="199567" y="1221536"/>
                  </a:lnTo>
                  <a:lnTo>
                    <a:pt x="197700" y="1219669"/>
                  </a:lnTo>
                  <a:lnTo>
                    <a:pt x="196583" y="1219200"/>
                  </a:lnTo>
                  <a:lnTo>
                    <a:pt x="193954" y="1219200"/>
                  </a:lnTo>
                  <a:lnTo>
                    <a:pt x="192836" y="1219669"/>
                  </a:lnTo>
                  <a:lnTo>
                    <a:pt x="190969" y="1221536"/>
                  </a:lnTo>
                  <a:lnTo>
                    <a:pt x="190500" y="1222654"/>
                  </a:lnTo>
                  <a:lnTo>
                    <a:pt x="190500" y="1225283"/>
                  </a:lnTo>
                  <a:lnTo>
                    <a:pt x="190969" y="1226400"/>
                  </a:lnTo>
                  <a:lnTo>
                    <a:pt x="192836" y="1228267"/>
                  </a:lnTo>
                  <a:lnTo>
                    <a:pt x="193954" y="1228725"/>
                  </a:lnTo>
                  <a:lnTo>
                    <a:pt x="196583" y="1228725"/>
                  </a:lnTo>
                  <a:lnTo>
                    <a:pt x="197700" y="1228267"/>
                  </a:lnTo>
                  <a:lnTo>
                    <a:pt x="199567" y="1226400"/>
                  </a:lnTo>
                  <a:lnTo>
                    <a:pt x="200025" y="1225283"/>
                  </a:lnTo>
                  <a:lnTo>
                    <a:pt x="200025" y="1222654"/>
                  </a:lnTo>
                  <a:close/>
                </a:path>
                <a:path w="3343275" h="1838325">
                  <a:moveTo>
                    <a:pt x="200025" y="613054"/>
                  </a:moveTo>
                  <a:lnTo>
                    <a:pt x="199567" y="611936"/>
                  </a:lnTo>
                  <a:lnTo>
                    <a:pt x="197700" y="610069"/>
                  </a:lnTo>
                  <a:lnTo>
                    <a:pt x="196583" y="609600"/>
                  </a:lnTo>
                  <a:lnTo>
                    <a:pt x="193954" y="609600"/>
                  </a:lnTo>
                  <a:lnTo>
                    <a:pt x="192836" y="610069"/>
                  </a:lnTo>
                  <a:lnTo>
                    <a:pt x="190969" y="611936"/>
                  </a:lnTo>
                  <a:lnTo>
                    <a:pt x="190500" y="613054"/>
                  </a:lnTo>
                  <a:lnTo>
                    <a:pt x="190500" y="615683"/>
                  </a:lnTo>
                  <a:lnTo>
                    <a:pt x="190969" y="616800"/>
                  </a:lnTo>
                  <a:lnTo>
                    <a:pt x="192836" y="618667"/>
                  </a:lnTo>
                  <a:lnTo>
                    <a:pt x="193954" y="619125"/>
                  </a:lnTo>
                  <a:lnTo>
                    <a:pt x="196583" y="619125"/>
                  </a:lnTo>
                  <a:lnTo>
                    <a:pt x="197700" y="618667"/>
                  </a:lnTo>
                  <a:lnTo>
                    <a:pt x="199567" y="616800"/>
                  </a:lnTo>
                  <a:lnTo>
                    <a:pt x="200025" y="615683"/>
                  </a:lnTo>
                  <a:lnTo>
                    <a:pt x="200025" y="613054"/>
                  </a:lnTo>
                  <a:close/>
                </a:path>
                <a:path w="3343275" h="1838325">
                  <a:moveTo>
                    <a:pt x="200025" y="3454"/>
                  </a:moveTo>
                  <a:lnTo>
                    <a:pt x="199567" y="2336"/>
                  </a:lnTo>
                  <a:lnTo>
                    <a:pt x="197700" y="469"/>
                  </a:lnTo>
                  <a:lnTo>
                    <a:pt x="196583" y="0"/>
                  </a:lnTo>
                  <a:lnTo>
                    <a:pt x="193954" y="0"/>
                  </a:lnTo>
                  <a:lnTo>
                    <a:pt x="192836" y="469"/>
                  </a:lnTo>
                  <a:lnTo>
                    <a:pt x="190969" y="2336"/>
                  </a:lnTo>
                  <a:lnTo>
                    <a:pt x="190500" y="3454"/>
                  </a:lnTo>
                  <a:lnTo>
                    <a:pt x="190500" y="6083"/>
                  </a:lnTo>
                  <a:lnTo>
                    <a:pt x="190969" y="7200"/>
                  </a:lnTo>
                  <a:lnTo>
                    <a:pt x="192836" y="9067"/>
                  </a:lnTo>
                  <a:lnTo>
                    <a:pt x="193954" y="9525"/>
                  </a:lnTo>
                  <a:lnTo>
                    <a:pt x="196583" y="9525"/>
                  </a:lnTo>
                  <a:lnTo>
                    <a:pt x="197700" y="9067"/>
                  </a:lnTo>
                  <a:lnTo>
                    <a:pt x="199567" y="7200"/>
                  </a:lnTo>
                  <a:lnTo>
                    <a:pt x="200025" y="6083"/>
                  </a:lnTo>
                  <a:lnTo>
                    <a:pt x="200025" y="3454"/>
                  </a:lnTo>
                  <a:close/>
                </a:path>
                <a:path w="3343275" h="1838325">
                  <a:moveTo>
                    <a:pt x="247650" y="1832254"/>
                  </a:moveTo>
                  <a:lnTo>
                    <a:pt x="247192" y="1831136"/>
                  </a:lnTo>
                  <a:lnTo>
                    <a:pt x="245325" y="1829269"/>
                  </a:lnTo>
                  <a:lnTo>
                    <a:pt x="244208" y="1828800"/>
                  </a:lnTo>
                  <a:lnTo>
                    <a:pt x="241579" y="1828800"/>
                  </a:lnTo>
                  <a:lnTo>
                    <a:pt x="240461" y="1829269"/>
                  </a:lnTo>
                  <a:lnTo>
                    <a:pt x="238594" y="1831136"/>
                  </a:lnTo>
                  <a:lnTo>
                    <a:pt x="238125" y="1832254"/>
                  </a:lnTo>
                  <a:lnTo>
                    <a:pt x="238125" y="1834883"/>
                  </a:lnTo>
                  <a:lnTo>
                    <a:pt x="238594" y="1836000"/>
                  </a:lnTo>
                  <a:lnTo>
                    <a:pt x="240461" y="1837867"/>
                  </a:lnTo>
                  <a:lnTo>
                    <a:pt x="241579" y="1838325"/>
                  </a:lnTo>
                  <a:lnTo>
                    <a:pt x="244208" y="1838325"/>
                  </a:lnTo>
                  <a:lnTo>
                    <a:pt x="245325" y="1837867"/>
                  </a:lnTo>
                  <a:lnTo>
                    <a:pt x="247192" y="1836000"/>
                  </a:lnTo>
                  <a:lnTo>
                    <a:pt x="247650" y="1834883"/>
                  </a:lnTo>
                  <a:lnTo>
                    <a:pt x="247650" y="1832254"/>
                  </a:lnTo>
                  <a:close/>
                </a:path>
                <a:path w="3343275" h="1838325">
                  <a:moveTo>
                    <a:pt x="247650" y="1222654"/>
                  </a:moveTo>
                  <a:lnTo>
                    <a:pt x="247192" y="1221536"/>
                  </a:lnTo>
                  <a:lnTo>
                    <a:pt x="245325" y="1219669"/>
                  </a:lnTo>
                  <a:lnTo>
                    <a:pt x="244208" y="1219200"/>
                  </a:lnTo>
                  <a:lnTo>
                    <a:pt x="241579" y="1219200"/>
                  </a:lnTo>
                  <a:lnTo>
                    <a:pt x="240461" y="1219669"/>
                  </a:lnTo>
                  <a:lnTo>
                    <a:pt x="238594" y="1221536"/>
                  </a:lnTo>
                  <a:lnTo>
                    <a:pt x="238125" y="1222654"/>
                  </a:lnTo>
                  <a:lnTo>
                    <a:pt x="238125" y="1225283"/>
                  </a:lnTo>
                  <a:lnTo>
                    <a:pt x="238594" y="1226400"/>
                  </a:lnTo>
                  <a:lnTo>
                    <a:pt x="240461" y="1228267"/>
                  </a:lnTo>
                  <a:lnTo>
                    <a:pt x="241579" y="1228725"/>
                  </a:lnTo>
                  <a:lnTo>
                    <a:pt x="244208" y="1228725"/>
                  </a:lnTo>
                  <a:lnTo>
                    <a:pt x="245325" y="1228267"/>
                  </a:lnTo>
                  <a:lnTo>
                    <a:pt x="247192" y="1226400"/>
                  </a:lnTo>
                  <a:lnTo>
                    <a:pt x="247650" y="1225283"/>
                  </a:lnTo>
                  <a:lnTo>
                    <a:pt x="247650" y="1222654"/>
                  </a:lnTo>
                  <a:close/>
                </a:path>
                <a:path w="3343275" h="1838325">
                  <a:moveTo>
                    <a:pt x="247650" y="613054"/>
                  </a:moveTo>
                  <a:lnTo>
                    <a:pt x="247192" y="611936"/>
                  </a:lnTo>
                  <a:lnTo>
                    <a:pt x="245325" y="610069"/>
                  </a:lnTo>
                  <a:lnTo>
                    <a:pt x="244208" y="609600"/>
                  </a:lnTo>
                  <a:lnTo>
                    <a:pt x="241579" y="609600"/>
                  </a:lnTo>
                  <a:lnTo>
                    <a:pt x="240461" y="610069"/>
                  </a:lnTo>
                  <a:lnTo>
                    <a:pt x="238594" y="611936"/>
                  </a:lnTo>
                  <a:lnTo>
                    <a:pt x="238125" y="613054"/>
                  </a:lnTo>
                  <a:lnTo>
                    <a:pt x="238125" y="615683"/>
                  </a:lnTo>
                  <a:lnTo>
                    <a:pt x="238594" y="616800"/>
                  </a:lnTo>
                  <a:lnTo>
                    <a:pt x="240461" y="618667"/>
                  </a:lnTo>
                  <a:lnTo>
                    <a:pt x="241579" y="619125"/>
                  </a:lnTo>
                  <a:lnTo>
                    <a:pt x="244208" y="619125"/>
                  </a:lnTo>
                  <a:lnTo>
                    <a:pt x="245325" y="618667"/>
                  </a:lnTo>
                  <a:lnTo>
                    <a:pt x="247192" y="616800"/>
                  </a:lnTo>
                  <a:lnTo>
                    <a:pt x="247650" y="615683"/>
                  </a:lnTo>
                  <a:lnTo>
                    <a:pt x="247650" y="613054"/>
                  </a:lnTo>
                  <a:close/>
                </a:path>
                <a:path w="3343275" h="1838325">
                  <a:moveTo>
                    <a:pt x="247650" y="3454"/>
                  </a:moveTo>
                  <a:lnTo>
                    <a:pt x="247192" y="2336"/>
                  </a:lnTo>
                  <a:lnTo>
                    <a:pt x="245325" y="469"/>
                  </a:lnTo>
                  <a:lnTo>
                    <a:pt x="244208" y="0"/>
                  </a:lnTo>
                  <a:lnTo>
                    <a:pt x="241579" y="0"/>
                  </a:lnTo>
                  <a:lnTo>
                    <a:pt x="240461" y="469"/>
                  </a:lnTo>
                  <a:lnTo>
                    <a:pt x="238594" y="2336"/>
                  </a:lnTo>
                  <a:lnTo>
                    <a:pt x="238125" y="3454"/>
                  </a:lnTo>
                  <a:lnTo>
                    <a:pt x="238125" y="6083"/>
                  </a:lnTo>
                  <a:lnTo>
                    <a:pt x="238594" y="7200"/>
                  </a:lnTo>
                  <a:lnTo>
                    <a:pt x="240461" y="9067"/>
                  </a:lnTo>
                  <a:lnTo>
                    <a:pt x="241579" y="9525"/>
                  </a:lnTo>
                  <a:lnTo>
                    <a:pt x="244208" y="9525"/>
                  </a:lnTo>
                  <a:lnTo>
                    <a:pt x="245325" y="9067"/>
                  </a:lnTo>
                  <a:lnTo>
                    <a:pt x="247192" y="7200"/>
                  </a:lnTo>
                  <a:lnTo>
                    <a:pt x="247650" y="6083"/>
                  </a:lnTo>
                  <a:lnTo>
                    <a:pt x="247650" y="3454"/>
                  </a:lnTo>
                  <a:close/>
                </a:path>
                <a:path w="3343275" h="1838325">
                  <a:moveTo>
                    <a:pt x="295275" y="1832254"/>
                  </a:moveTo>
                  <a:lnTo>
                    <a:pt x="294817" y="1831136"/>
                  </a:lnTo>
                  <a:lnTo>
                    <a:pt x="292950" y="1829269"/>
                  </a:lnTo>
                  <a:lnTo>
                    <a:pt x="291833" y="1828800"/>
                  </a:lnTo>
                  <a:lnTo>
                    <a:pt x="289204" y="1828800"/>
                  </a:lnTo>
                  <a:lnTo>
                    <a:pt x="288086" y="1829269"/>
                  </a:lnTo>
                  <a:lnTo>
                    <a:pt x="286219" y="1831136"/>
                  </a:lnTo>
                  <a:lnTo>
                    <a:pt x="285750" y="1832254"/>
                  </a:lnTo>
                  <a:lnTo>
                    <a:pt x="285750" y="1834883"/>
                  </a:lnTo>
                  <a:lnTo>
                    <a:pt x="286219" y="1836000"/>
                  </a:lnTo>
                  <a:lnTo>
                    <a:pt x="288086" y="1837867"/>
                  </a:lnTo>
                  <a:lnTo>
                    <a:pt x="289204" y="1838325"/>
                  </a:lnTo>
                  <a:lnTo>
                    <a:pt x="291833" y="1838325"/>
                  </a:lnTo>
                  <a:lnTo>
                    <a:pt x="292950" y="1837867"/>
                  </a:lnTo>
                  <a:lnTo>
                    <a:pt x="294817" y="1836000"/>
                  </a:lnTo>
                  <a:lnTo>
                    <a:pt x="295275" y="1834883"/>
                  </a:lnTo>
                  <a:lnTo>
                    <a:pt x="295275" y="1832254"/>
                  </a:lnTo>
                  <a:close/>
                </a:path>
                <a:path w="3343275" h="1838325">
                  <a:moveTo>
                    <a:pt x="295275" y="1222654"/>
                  </a:moveTo>
                  <a:lnTo>
                    <a:pt x="294817" y="1221536"/>
                  </a:lnTo>
                  <a:lnTo>
                    <a:pt x="292950" y="1219669"/>
                  </a:lnTo>
                  <a:lnTo>
                    <a:pt x="291833" y="1219200"/>
                  </a:lnTo>
                  <a:lnTo>
                    <a:pt x="289204" y="1219200"/>
                  </a:lnTo>
                  <a:lnTo>
                    <a:pt x="288086" y="1219669"/>
                  </a:lnTo>
                  <a:lnTo>
                    <a:pt x="286219" y="1221536"/>
                  </a:lnTo>
                  <a:lnTo>
                    <a:pt x="285750" y="1222654"/>
                  </a:lnTo>
                  <a:lnTo>
                    <a:pt x="285750" y="1225283"/>
                  </a:lnTo>
                  <a:lnTo>
                    <a:pt x="286219" y="1226400"/>
                  </a:lnTo>
                  <a:lnTo>
                    <a:pt x="288086" y="1228267"/>
                  </a:lnTo>
                  <a:lnTo>
                    <a:pt x="289204" y="1228725"/>
                  </a:lnTo>
                  <a:lnTo>
                    <a:pt x="291833" y="1228725"/>
                  </a:lnTo>
                  <a:lnTo>
                    <a:pt x="292950" y="1228267"/>
                  </a:lnTo>
                  <a:lnTo>
                    <a:pt x="294817" y="1226400"/>
                  </a:lnTo>
                  <a:lnTo>
                    <a:pt x="295275" y="1225283"/>
                  </a:lnTo>
                  <a:lnTo>
                    <a:pt x="295275" y="1222654"/>
                  </a:lnTo>
                  <a:close/>
                </a:path>
                <a:path w="3343275" h="1838325">
                  <a:moveTo>
                    <a:pt x="295275" y="613054"/>
                  </a:moveTo>
                  <a:lnTo>
                    <a:pt x="294817" y="611936"/>
                  </a:lnTo>
                  <a:lnTo>
                    <a:pt x="292950" y="610069"/>
                  </a:lnTo>
                  <a:lnTo>
                    <a:pt x="291833" y="609600"/>
                  </a:lnTo>
                  <a:lnTo>
                    <a:pt x="289204" y="609600"/>
                  </a:lnTo>
                  <a:lnTo>
                    <a:pt x="288086" y="610069"/>
                  </a:lnTo>
                  <a:lnTo>
                    <a:pt x="286219" y="611936"/>
                  </a:lnTo>
                  <a:lnTo>
                    <a:pt x="285750" y="613054"/>
                  </a:lnTo>
                  <a:lnTo>
                    <a:pt x="285750" y="615683"/>
                  </a:lnTo>
                  <a:lnTo>
                    <a:pt x="286219" y="616800"/>
                  </a:lnTo>
                  <a:lnTo>
                    <a:pt x="288086" y="618667"/>
                  </a:lnTo>
                  <a:lnTo>
                    <a:pt x="289204" y="619125"/>
                  </a:lnTo>
                  <a:lnTo>
                    <a:pt x="291833" y="619125"/>
                  </a:lnTo>
                  <a:lnTo>
                    <a:pt x="292950" y="618667"/>
                  </a:lnTo>
                  <a:lnTo>
                    <a:pt x="294817" y="616800"/>
                  </a:lnTo>
                  <a:lnTo>
                    <a:pt x="295275" y="615683"/>
                  </a:lnTo>
                  <a:lnTo>
                    <a:pt x="295275" y="613054"/>
                  </a:lnTo>
                  <a:close/>
                </a:path>
                <a:path w="3343275" h="1838325">
                  <a:moveTo>
                    <a:pt x="295275" y="3454"/>
                  </a:moveTo>
                  <a:lnTo>
                    <a:pt x="294817" y="2336"/>
                  </a:lnTo>
                  <a:lnTo>
                    <a:pt x="292950" y="469"/>
                  </a:lnTo>
                  <a:lnTo>
                    <a:pt x="291833" y="0"/>
                  </a:lnTo>
                  <a:lnTo>
                    <a:pt x="289204" y="0"/>
                  </a:lnTo>
                  <a:lnTo>
                    <a:pt x="288086" y="469"/>
                  </a:lnTo>
                  <a:lnTo>
                    <a:pt x="286219" y="2336"/>
                  </a:lnTo>
                  <a:lnTo>
                    <a:pt x="285750" y="3454"/>
                  </a:lnTo>
                  <a:lnTo>
                    <a:pt x="285750" y="6083"/>
                  </a:lnTo>
                  <a:lnTo>
                    <a:pt x="286219" y="7200"/>
                  </a:lnTo>
                  <a:lnTo>
                    <a:pt x="288086" y="9067"/>
                  </a:lnTo>
                  <a:lnTo>
                    <a:pt x="289204" y="9525"/>
                  </a:lnTo>
                  <a:lnTo>
                    <a:pt x="291833" y="9525"/>
                  </a:lnTo>
                  <a:lnTo>
                    <a:pt x="292950" y="9067"/>
                  </a:lnTo>
                  <a:lnTo>
                    <a:pt x="294817" y="7200"/>
                  </a:lnTo>
                  <a:lnTo>
                    <a:pt x="295275" y="6083"/>
                  </a:lnTo>
                  <a:lnTo>
                    <a:pt x="295275" y="3454"/>
                  </a:lnTo>
                  <a:close/>
                </a:path>
                <a:path w="3343275" h="1838325">
                  <a:moveTo>
                    <a:pt x="342900" y="1832254"/>
                  </a:moveTo>
                  <a:lnTo>
                    <a:pt x="342442" y="1831136"/>
                  </a:lnTo>
                  <a:lnTo>
                    <a:pt x="340575" y="1829269"/>
                  </a:lnTo>
                  <a:lnTo>
                    <a:pt x="339458" y="1828800"/>
                  </a:lnTo>
                  <a:lnTo>
                    <a:pt x="336829" y="1828800"/>
                  </a:lnTo>
                  <a:lnTo>
                    <a:pt x="335711" y="1829269"/>
                  </a:lnTo>
                  <a:lnTo>
                    <a:pt x="333844" y="1831136"/>
                  </a:lnTo>
                  <a:lnTo>
                    <a:pt x="333375" y="1832254"/>
                  </a:lnTo>
                  <a:lnTo>
                    <a:pt x="333375" y="1834883"/>
                  </a:lnTo>
                  <a:lnTo>
                    <a:pt x="333844" y="1836000"/>
                  </a:lnTo>
                  <a:lnTo>
                    <a:pt x="335711" y="1837867"/>
                  </a:lnTo>
                  <a:lnTo>
                    <a:pt x="336829" y="1838325"/>
                  </a:lnTo>
                  <a:lnTo>
                    <a:pt x="339458" y="1838325"/>
                  </a:lnTo>
                  <a:lnTo>
                    <a:pt x="340575" y="1837867"/>
                  </a:lnTo>
                  <a:lnTo>
                    <a:pt x="342442" y="1836000"/>
                  </a:lnTo>
                  <a:lnTo>
                    <a:pt x="342900" y="1834883"/>
                  </a:lnTo>
                  <a:lnTo>
                    <a:pt x="342900" y="1832254"/>
                  </a:lnTo>
                  <a:close/>
                </a:path>
                <a:path w="3343275" h="1838325">
                  <a:moveTo>
                    <a:pt x="342900" y="1222654"/>
                  </a:moveTo>
                  <a:lnTo>
                    <a:pt x="342442" y="1221536"/>
                  </a:lnTo>
                  <a:lnTo>
                    <a:pt x="340575" y="1219669"/>
                  </a:lnTo>
                  <a:lnTo>
                    <a:pt x="339458" y="1219200"/>
                  </a:lnTo>
                  <a:lnTo>
                    <a:pt x="336829" y="1219200"/>
                  </a:lnTo>
                  <a:lnTo>
                    <a:pt x="335711" y="1219669"/>
                  </a:lnTo>
                  <a:lnTo>
                    <a:pt x="333844" y="1221536"/>
                  </a:lnTo>
                  <a:lnTo>
                    <a:pt x="333375" y="1222654"/>
                  </a:lnTo>
                  <a:lnTo>
                    <a:pt x="333375" y="1225283"/>
                  </a:lnTo>
                  <a:lnTo>
                    <a:pt x="333844" y="1226400"/>
                  </a:lnTo>
                  <a:lnTo>
                    <a:pt x="335711" y="1228267"/>
                  </a:lnTo>
                  <a:lnTo>
                    <a:pt x="336829" y="1228725"/>
                  </a:lnTo>
                  <a:lnTo>
                    <a:pt x="339458" y="1228725"/>
                  </a:lnTo>
                  <a:lnTo>
                    <a:pt x="340575" y="1228267"/>
                  </a:lnTo>
                  <a:lnTo>
                    <a:pt x="342442" y="1226400"/>
                  </a:lnTo>
                  <a:lnTo>
                    <a:pt x="342900" y="1225283"/>
                  </a:lnTo>
                  <a:lnTo>
                    <a:pt x="342900" y="1222654"/>
                  </a:lnTo>
                  <a:close/>
                </a:path>
                <a:path w="3343275" h="1838325">
                  <a:moveTo>
                    <a:pt x="342900" y="613054"/>
                  </a:moveTo>
                  <a:lnTo>
                    <a:pt x="342442" y="611936"/>
                  </a:lnTo>
                  <a:lnTo>
                    <a:pt x="340575" y="610069"/>
                  </a:lnTo>
                  <a:lnTo>
                    <a:pt x="339458" y="609600"/>
                  </a:lnTo>
                  <a:lnTo>
                    <a:pt x="336829" y="609600"/>
                  </a:lnTo>
                  <a:lnTo>
                    <a:pt x="335711" y="610069"/>
                  </a:lnTo>
                  <a:lnTo>
                    <a:pt x="333844" y="611936"/>
                  </a:lnTo>
                  <a:lnTo>
                    <a:pt x="333375" y="613054"/>
                  </a:lnTo>
                  <a:lnTo>
                    <a:pt x="333375" y="615683"/>
                  </a:lnTo>
                  <a:lnTo>
                    <a:pt x="333844" y="616800"/>
                  </a:lnTo>
                  <a:lnTo>
                    <a:pt x="335711" y="618667"/>
                  </a:lnTo>
                  <a:lnTo>
                    <a:pt x="336829" y="619125"/>
                  </a:lnTo>
                  <a:lnTo>
                    <a:pt x="339458" y="619125"/>
                  </a:lnTo>
                  <a:lnTo>
                    <a:pt x="340575" y="618667"/>
                  </a:lnTo>
                  <a:lnTo>
                    <a:pt x="342442" y="616800"/>
                  </a:lnTo>
                  <a:lnTo>
                    <a:pt x="342900" y="615683"/>
                  </a:lnTo>
                  <a:lnTo>
                    <a:pt x="342900" y="613054"/>
                  </a:lnTo>
                  <a:close/>
                </a:path>
                <a:path w="3343275" h="1838325">
                  <a:moveTo>
                    <a:pt x="342900" y="3454"/>
                  </a:moveTo>
                  <a:lnTo>
                    <a:pt x="342442" y="2336"/>
                  </a:lnTo>
                  <a:lnTo>
                    <a:pt x="340575" y="469"/>
                  </a:lnTo>
                  <a:lnTo>
                    <a:pt x="339458" y="0"/>
                  </a:lnTo>
                  <a:lnTo>
                    <a:pt x="336829" y="0"/>
                  </a:lnTo>
                  <a:lnTo>
                    <a:pt x="335711" y="469"/>
                  </a:lnTo>
                  <a:lnTo>
                    <a:pt x="333844" y="2336"/>
                  </a:lnTo>
                  <a:lnTo>
                    <a:pt x="333375" y="3454"/>
                  </a:lnTo>
                  <a:lnTo>
                    <a:pt x="333375" y="6083"/>
                  </a:lnTo>
                  <a:lnTo>
                    <a:pt x="333844" y="7200"/>
                  </a:lnTo>
                  <a:lnTo>
                    <a:pt x="335711" y="9067"/>
                  </a:lnTo>
                  <a:lnTo>
                    <a:pt x="336829" y="9525"/>
                  </a:lnTo>
                  <a:lnTo>
                    <a:pt x="339458" y="9525"/>
                  </a:lnTo>
                  <a:lnTo>
                    <a:pt x="340575" y="9067"/>
                  </a:lnTo>
                  <a:lnTo>
                    <a:pt x="342442" y="7200"/>
                  </a:lnTo>
                  <a:lnTo>
                    <a:pt x="342900" y="6083"/>
                  </a:lnTo>
                  <a:lnTo>
                    <a:pt x="342900" y="3454"/>
                  </a:lnTo>
                  <a:close/>
                </a:path>
                <a:path w="3343275" h="1838325">
                  <a:moveTo>
                    <a:pt x="390525" y="1832254"/>
                  </a:moveTo>
                  <a:lnTo>
                    <a:pt x="390067" y="1831136"/>
                  </a:lnTo>
                  <a:lnTo>
                    <a:pt x="388200" y="1829269"/>
                  </a:lnTo>
                  <a:lnTo>
                    <a:pt x="387083" y="1828800"/>
                  </a:lnTo>
                  <a:lnTo>
                    <a:pt x="384454" y="1828800"/>
                  </a:lnTo>
                  <a:lnTo>
                    <a:pt x="383336" y="1829269"/>
                  </a:lnTo>
                  <a:lnTo>
                    <a:pt x="381469" y="1831136"/>
                  </a:lnTo>
                  <a:lnTo>
                    <a:pt x="381000" y="1832254"/>
                  </a:lnTo>
                  <a:lnTo>
                    <a:pt x="381000" y="1834883"/>
                  </a:lnTo>
                  <a:lnTo>
                    <a:pt x="381469" y="1836000"/>
                  </a:lnTo>
                  <a:lnTo>
                    <a:pt x="383336" y="1837867"/>
                  </a:lnTo>
                  <a:lnTo>
                    <a:pt x="384454" y="1838325"/>
                  </a:lnTo>
                  <a:lnTo>
                    <a:pt x="387083" y="1838325"/>
                  </a:lnTo>
                  <a:lnTo>
                    <a:pt x="388200" y="1837867"/>
                  </a:lnTo>
                  <a:lnTo>
                    <a:pt x="390067" y="1836000"/>
                  </a:lnTo>
                  <a:lnTo>
                    <a:pt x="390525" y="1834883"/>
                  </a:lnTo>
                  <a:lnTo>
                    <a:pt x="390525" y="1832254"/>
                  </a:lnTo>
                  <a:close/>
                </a:path>
                <a:path w="3343275" h="1838325">
                  <a:moveTo>
                    <a:pt x="390525" y="1222654"/>
                  </a:moveTo>
                  <a:lnTo>
                    <a:pt x="390067" y="1221536"/>
                  </a:lnTo>
                  <a:lnTo>
                    <a:pt x="388200" y="1219669"/>
                  </a:lnTo>
                  <a:lnTo>
                    <a:pt x="387083" y="1219200"/>
                  </a:lnTo>
                  <a:lnTo>
                    <a:pt x="384454" y="1219200"/>
                  </a:lnTo>
                  <a:lnTo>
                    <a:pt x="383336" y="1219669"/>
                  </a:lnTo>
                  <a:lnTo>
                    <a:pt x="381469" y="1221536"/>
                  </a:lnTo>
                  <a:lnTo>
                    <a:pt x="381000" y="1222654"/>
                  </a:lnTo>
                  <a:lnTo>
                    <a:pt x="381000" y="1225283"/>
                  </a:lnTo>
                  <a:lnTo>
                    <a:pt x="381469" y="1226400"/>
                  </a:lnTo>
                  <a:lnTo>
                    <a:pt x="383336" y="1228267"/>
                  </a:lnTo>
                  <a:lnTo>
                    <a:pt x="384454" y="1228725"/>
                  </a:lnTo>
                  <a:lnTo>
                    <a:pt x="387083" y="1228725"/>
                  </a:lnTo>
                  <a:lnTo>
                    <a:pt x="388200" y="1228267"/>
                  </a:lnTo>
                  <a:lnTo>
                    <a:pt x="390067" y="1226400"/>
                  </a:lnTo>
                  <a:lnTo>
                    <a:pt x="390525" y="1225283"/>
                  </a:lnTo>
                  <a:lnTo>
                    <a:pt x="390525" y="1222654"/>
                  </a:lnTo>
                  <a:close/>
                </a:path>
                <a:path w="3343275" h="1838325">
                  <a:moveTo>
                    <a:pt x="390525" y="613054"/>
                  </a:moveTo>
                  <a:lnTo>
                    <a:pt x="390067" y="611936"/>
                  </a:lnTo>
                  <a:lnTo>
                    <a:pt x="388200" y="610069"/>
                  </a:lnTo>
                  <a:lnTo>
                    <a:pt x="387083" y="609600"/>
                  </a:lnTo>
                  <a:lnTo>
                    <a:pt x="384454" y="609600"/>
                  </a:lnTo>
                  <a:lnTo>
                    <a:pt x="383336" y="610069"/>
                  </a:lnTo>
                  <a:lnTo>
                    <a:pt x="381469" y="611936"/>
                  </a:lnTo>
                  <a:lnTo>
                    <a:pt x="381000" y="613054"/>
                  </a:lnTo>
                  <a:lnTo>
                    <a:pt x="381000" y="615683"/>
                  </a:lnTo>
                  <a:lnTo>
                    <a:pt x="381469" y="616800"/>
                  </a:lnTo>
                  <a:lnTo>
                    <a:pt x="383336" y="618667"/>
                  </a:lnTo>
                  <a:lnTo>
                    <a:pt x="384454" y="619125"/>
                  </a:lnTo>
                  <a:lnTo>
                    <a:pt x="387083" y="619125"/>
                  </a:lnTo>
                  <a:lnTo>
                    <a:pt x="388200" y="618667"/>
                  </a:lnTo>
                  <a:lnTo>
                    <a:pt x="390067" y="616800"/>
                  </a:lnTo>
                  <a:lnTo>
                    <a:pt x="390525" y="615683"/>
                  </a:lnTo>
                  <a:lnTo>
                    <a:pt x="390525" y="613054"/>
                  </a:lnTo>
                  <a:close/>
                </a:path>
                <a:path w="3343275" h="1838325">
                  <a:moveTo>
                    <a:pt x="390525" y="3454"/>
                  </a:moveTo>
                  <a:lnTo>
                    <a:pt x="390067" y="2336"/>
                  </a:lnTo>
                  <a:lnTo>
                    <a:pt x="388200" y="469"/>
                  </a:lnTo>
                  <a:lnTo>
                    <a:pt x="387083" y="0"/>
                  </a:lnTo>
                  <a:lnTo>
                    <a:pt x="384454" y="0"/>
                  </a:lnTo>
                  <a:lnTo>
                    <a:pt x="383336" y="469"/>
                  </a:lnTo>
                  <a:lnTo>
                    <a:pt x="381469" y="2336"/>
                  </a:lnTo>
                  <a:lnTo>
                    <a:pt x="381000" y="3454"/>
                  </a:lnTo>
                  <a:lnTo>
                    <a:pt x="381000" y="6083"/>
                  </a:lnTo>
                  <a:lnTo>
                    <a:pt x="381469" y="7200"/>
                  </a:lnTo>
                  <a:lnTo>
                    <a:pt x="383336" y="9067"/>
                  </a:lnTo>
                  <a:lnTo>
                    <a:pt x="384454" y="9525"/>
                  </a:lnTo>
                  <a:lnTo>
                    <a:pt x="387083" y="9525"/>
                  </a:lnTo>
                  <a:lnTo>
                    <a:pt x="388200" y="9067"/>
                  </a:lnTo>
                  <a:lnTo>
                    <a:pt x="390067" y="7200"/>
                  </a:lnTo>
                  <a:lnTo>
                    <a:pt x="390525" y="6083"/>
                  </a:lnTo>
                  <a:lnTo>
                    <a:pt x="390525" y="3454"/>
                  </a:lnTo>
                  <a:close/>
                </a:path>
                <a:path w="3343275" h="1838325">
                  <a:moveTo>
                    <a:pt x="438150" y="1832254"/>
                  </a:moveTo>
                  <a:lnTo>
                    <a:pt x="437692" y="1831136"/>
                  </a:lnTo>
                  <a:lnTo>
                    <a:pt x="435825" y="1829269"/>
                  </a:lnTo>
                  <a:lnTo>
                    <a:pt x="434708" y="1828800"/>
                  </a:lnTo>
                  <a:lnTo>
                    <a:pt x="432079" y="1828800"/>
                  </a:lnTo>
                  <a:lnTo>
                    <a:pt x="430961" y="1829269"/>
                  </a:lnTo>
                  <a:lnTo>
                    <a:pt x="429094" y="1831136"/>
                  </a:lnTo>
                  <a:lnTo>
                    <a:pt x="428625" y="1832254"/>
                  </a:lnTo>
                  <a:lnTo>
                    <a:pt x="428625" y="1834883"/>
                  </a:lnTo>
                  <a:lnTo>
                    <a:pt x="429094" y="1836000"/>
                  </a:lnTo>
                  <a:lnTo>
                    <a:pt x="430961" y="1837867"/>
                  </a:lnTo>
                  <a:lnTo>
                    <a:pt x="432079" y="1838325"/>
                  </a:lnTo>
                  <a:lnTo>
                    <a:pt x="434708" y="1838325"/>
                  </a:lnTo>
                  <a:lnTo>
                    <a:pt x="435825" y="1837867"/>
                  </a:lnTo>
                  <a:lnTo>
                    <a:pt x="437692" y="1836000"/>
                  </a:lnTo>
                  <a:lnTo>
                    <a:pt x="438150" y="1834883"/>
                  </a:lnTo>
                  <a:lnTo>
                    <a:pt x="438150" y="1832254"/>
                  </a:lnTo>
                  <a:close/>
                </a:path>
                <a:path w="3343275" h="1838325">
                  <a:moveTo>
                    <a:pt x="438150" y="1222654"/>
                  </a:moveTo>
                  <a:lnTo>
                    <a:pt x="437692" y="1221536"/>
                  </a:lnTo>
                  <a:lnTo>
                    <a:pt x="435825" y="1219669"/>
                  </a:lnTo>
                  <a:lnTo>
                    <a:pt x="434708" y="1219200"/>
                  </a:lnTo>
                  <a:lnTo>
                    <a:pt x="432079" y="1219200"/>
                  </a:lnTo>
                  <a:lnTo>
                    <a:pt x="430961" y="1219669"/>
                  </a:lnTo>
                  <a:lnTo>
                    <a:pt x="429094" y="1221536"/>
                  </a:lnTo>
                  <a:lnTo>
                    <a:pt x="428625" y="1222654"/>
                  </a:lnTo>
                  <a:lnTo>
                    <a:pt x="428625" y="1225283"/>
                  </a:lnTo>
                  <a:lnTo>
                    <a:pt x="429094" y="1226400"/>
                  </a:lnTo>
                  <a:lnTo>
                    <a:pt x="430961" y="1228267"/>
                  </a:lnTo>
                  <a:lnTo>
                    <a:pt x="432079" y="1228725"/>
                  </a:lnTo>
                  <a:lnTo>
                    <a:pt x="434708" y="1228725"/>
                  </a:lnTo>
                  <a:lnTo>
                    <a:pt x="435825" y="1228267"/>
                  </a:lnTo>
                  <a:lnTo>
                    <a:pt x="437692" y="1226400"/>
                  </a:lnTo>
                  <a:lnTo>
                    <a:pt x="438150" y="1225283"/>
                  </a:lnTo>
                  <a:lnTo>
                    <a:pt x="438150" y="1222654"/>
                  </a:lnTo>
                  <a:close/>
                </a:path>
                <a:path w="3343275" h="1838325">
                  <a:moveTo>
                    <a:pt x="438150" y="613054"/>
                  </a:moveTo>
                  <a:lnTo>
                    <a:pt x="437692" y="611936"/>
                  </a:lnTo>
                  <a:lnTo>
                    <a:pt x="435825" y="610069"/>
                  </a:lnTo>
                  <a:lnTo>
                    <a:pt x="434708" y="609600"/>
                  </a:lnTo>
                  <a:lnTo>
                    <a:pt x="432079" y="609600"/>
                  </a:lnTo>
                  <a:lnTo>
                    <a:pt x="430961" y="610069"/>
                  </a:lnTo>
                  <a:lnTo>
                    <a:pt x="429094" y="611936"/>
                  </a:lnTo>
                  <a:lnTo>
                    <a:pt x="428625" y="613054"/>
                  </a:lnTo>
                  <a:lnTo>
                    <a:pt x="428625" y="615683"/>
                  </a:lnTo>
                  <a:lnTo>
                    <a:pt x="429094" y="616800"/>
                  </a:lnTo>
                  <a:lnTo>
                    <a:pt x="430961" y="618667"/>
                  </a:lnTo>
                  <a:lnTo>
                    <a:pt x="432079" y="619125"/>
                  </a:lnTo>
                  <a:lnTo>
                    <a:pt x="434708" y="619125"/>
                  </a:lnTo>
                  <a:lnTo>
                    <a:pt x="435825" y="618667"/>
                  </a:lnTo>
                  <a:lnTo>
                    <a:pt x="437692" y="616800"/>
                  </a:lnTo>
                  <a:lnTo>
                    <a:pt x="438150" y="615683"/>
                  </a:lnTo>
                  <a:lnTo>
                    <a:pt x="438150" y="613054"/>
                  </a:lnTo>
                  <a:close/>
                </a:path>
                <a:path w="3343275" h="1838325">
                  <a:moveTo>
                    <a:pt x="438150" y="3454"/>
                  </a:moveTo>
                  <a:lnTo>
                    <a:pt x="437692" y="2336"/>
                  </a:lnTo>
                  <a:lnTo>
                    <a:pt x="435825" y="469"/>
                  </a:lnTo>
                  <a:lnTo>
                    <a:pt x="434708" y="0"/>
                  </a:lnTo>
                  <a:lnTo>
                    <a:pt x="432079" y="0"/>
                  </a:lnTo>
                  <a:lnTo>
                    <a:pt x="430961" y="469"/>
                  </a:lnTo>
                  <a:lnTo>
                    <a:pt x="429094" y="2336"/>
                  </a:lnTo>
                  <a:lnTo>
                    <a:pt x="428625" y="3454"/>
                  </a:lnTo>
                  <a:lnTo>
                    <a:pt x="428625" y="6083"/>
                  </a:lnTo>
                  <a:lnTo>
                    <a:pt x="429094" y="7200"/>
                  </a:lnTo>
                  <a:lnTo>
                    <a:pt x="430961" y="9067"/>
                  </a:lnTo>
                  <a:lnTo>
                    <a:pt x="432079" y="9525"/>
                  </a:lnTo>
                  <a:lnTo>
                    <a:pt x="434708" y="9525"/>
                  </a:lnTo>
                  <a:lnTo>
                    <a:pt x="435825" y="9067"/>
                  </a:lnTo>
                  <a:lnTo>
                    <a:pt x="437692" y="7200"/>
                  </a:lnTo>
                  <a:lnTo>
                    <a:pt x="438150" y="6083"/>
                  </a:lnTo>
                  <a:lnTo>
                    <a:pt x="438150" y="3454"/>
                  </a:lnTo>
                  <a:close/>
                </a:path>
                <a:path w="3343275" h="1838325">
                  <a:moveTo>
                    <a:pt x="485775" y="1832254"/>
                  </a:moveTo>
                  <a:lnTo>
                    <a:pt x="485317" y="1831136"/>
                  </a:lnTo>
                  <a:lnTo>
                    <a:pt x="483450" y="1829269"/>
                  </a:lnTo>
                  <a:lnTo>
                    <a:pt x="482333" y="1828800"/>
                  </a:lnTo>
                  <a:lnTo>
                    <a:pt x="479704" y="1828800"/>
                  </a:lnTo>
                  <a:lnTo>
                    <a:pt x="478586" y="1829269"/>
                  </a:lnTo>
                  <a:lnTo>
                    <a:pt x="476719" y="1831136"/>
                  </a:lnTo>
                  <a:lnTo>
                    <a:pt x="476250" y="1832254"/>
                  </a:lnTo>
                  <a:lnTo>
                    <a:pt x="476250" y="1834883"/>
                  </a:lnTo>
                  <a:lnTo>
                    <a:pt x="476719" y="1836000"/>
                  </a:lnTo>
                  <a:lnTo>
                    <a:pt x="478586" y="1837867"/>
                  </a:lnTo>
                  <a:lnTo>
                    <a:pt x="479704" y="1838325"/>
                  </a:lnTo>
                  <a:lnTo>
                    <a:pt x="482333" y="1838325"/>
                  </a:lnTo>
                  <a:lnTo>
                    <a:pt x="483450" y="1837867"/>
                  </a:lnTo>
                  <a:lnTo>
                    <a:pt x="485317" y="1836000"/>
                  </a:lnTo>
                  <a:lnTo>
                    <a:pt x="485775" y="1834883"/>
                  </a:lnTo>
                  <a:lnTo>
                    <a:pt x="485775" y="1832254"/>
                  </a:lnTo>
                  <a:close/>
                </a:path>
                <a:path w="3343275" h="1838325">
                  <a:moveTo>
                    <a:pt x="485775" y="1222654"/>
                  </a:moveTo>
                  <a:lnTo>
                    <a:pt x="485317" y="1221536"/>
                  </a:lnTo>
                  <a:lnTo>
                    <a:pt x="483450" y="1219669"/>
                  </a:lnTo>
                  <a:lnTo>
                    <a:pt x="482333" y="1219200"/>
                  </a:lnTo>
                  <a:lnTo>
                    <a:pt x="479704" y="1219200"/>
                  </a:lnTo>
                  <a:lnTo>
                    <a:pt x="478586" y="1219669"/>
                  </a:lnTo>
                  <a:lnTo>
                    <a:pt x="476719" y="1221536"/>
                  </a:lnTo>
                  <a:lnTo>
                    <a:pt x="476250" y="1222654"/>
                  </a:lnTo>
                  <a:lnTo>
                    <a:pt x="476250" y="1225283"/>
                  </a:lnTo>
                  <a:lnTo>
                    <a:pt x="476719" y="1226400"/>
                  </a:lnTo>
                  <a:lnTo>
                    <a:pt x="478586" y="1228267"/>
                  </a:lnTo>
                  <a:lnTo>
                    <a:pt x="479704" y="1228725"/>
                  </a:lnTo>
                  <a:lnTo>
                    <a:pt x="482333" y="1228725"/>
                  </a:lnTo>
                  <a:lnTo>
                    <a:pt x="483450" y="1228267"/>
                  </a:lnTo>
                  <a:lnTo>
                    <a:pt x="485317" y="1226400"/>
                  </a:lnTo>
                  <a:lnTo>
                    <a:pt x="485775" y="1225283"/>
                  </a:lnTo>
                  <a:lnTo>
                    <a:pt x="485775" y="1222654"/>
                  </a:lnTo>
                  <a:close/>
                </a:path>
                <a:path w="3343275" h="1838325">
                  <a:moveTo>
                    <a:pt x="485775" y="613054"/>
                  </a:moveTo>
                  <a:lnTo>
                    <a:pt x="485317" y="611936"/>
                  </a:lnTo>
                  <a:lnTo>
                    <a:pt x="483450" y="610069"/>
                  </a:lnTo>
                  <a:lnTo>
                    <a:pt x="482333" y="609600"/>
                  </a:lnTo>
                  <a:lnTo>
                    <a:pt x="479704" y="609600"/>
                  </a:lnTo>
                  <a:lnTo>
                    <a:pt x="478586" y="610069"/>
                  </a:lnTo>
                  <a:lnTo>
                    <a:pt x="476719" y="611936"/>
                  </a:lnTo>
                  <a:lnTo>
                    <a:pt x="476250" y="613054"/>
                  </a:lnTo>
                  <a:lnTo>
                    <a:pt x="476250" y="615683"/>
                  </a:lnTo>
                  <a:lnTo>
                    <a:pt x="476719" y="616800"/>
                  </a:lnTo>
                  <a:lnTo>
                    <a:pt x="478586" y="618667"/>
                  </a:lnTo>
                  <a:lnTo>
                    <a:pt x="479704" y="619125"/>
                  </a:lnTo>
                  <a:lnTo>
                    <a:pt x="482333" y="619125"/>
                  </a:lnTo>
                  <a:lnTo>
                    <a:pt x="483450" y="618667"/>
                  </a:lnTo>
                  <a:lnTo>
                    <a:pt x="485317" y="616800"/>
                  </a:lnTo>
                  <a:lnTo>
                    <a:pt x="485775" y="615683"/>
                  </a:lnTo>
                  <a:lnTo>
                    <a:pt x="485775" y="613054"/>
                  </a:lnTo>
                  <a:close/>
                </a:path>
                <a:path w="3343275" h="1838325">
                  <a:moveTo>
                    <a:pt x="485775" y="3454"/>
                  </a:moveTo>
                  <a:lnTo>
                    <a:pt x="485317" y="2336"/>
                  </a:lnTo>
                  <a:lnTo>
                    <a:pt x="483450" y="469"/>
                  </a:lnTo>
                  <a:lnTo>
                    <a:pt x="482333" y="0"/>
                  </a:lnTo>
                  <a:lnTo>
                    <a:pt x="479704" y="0"/>
                  </a:lnTo>
                  <a:lnTo>
                    <a:pt x="478586" y="469"/>
                  </a:lnTo>
                  <a:lnTo>
                    <a:pt x="476719" y="2336"/>
                  </a:lnTo>
                  <a:lnTo>
                    <a:pt x="476250" y="3454"/>
                  </a:lnTo>
                  <a:lnTo>
                    <a:pt x="476250" y="6083"/>
                  </a:lnTo>
                  <a:lnTo>
                    <a:pt x="476719" y="7200"/>
                  </a:lnTo>
                  <a:lnTo>
                    <a:pt x="478586" y="9067"/>
                  </a:lnTo>
                  <a:lnTo>
                    <a:pt x="479704" y="9525"/>
                  </a:lnTo>
                  <a:lnTo>
                    <a:pt x="482333" y="9525"/>
                  </a:lnTo>
                  <a:lnTo>
                    <a:pt x="483450" y="9067"/>
                  </a:lnTo>
                  <a:lnTo>
                    <a:pt x="485317" y="7200"/>
                  </a:lnTo>
                  <a:lnTo>
                    <a:pt x="485775" y="6083"/>
                  </a:lnTo>
                  <a:lnTo>
                    <a:pt x="485775" y="3454"/>
                  </a:lnTo>
                  <a:close/>
                </a:path>
                <a:path w="3343275" h="1838325">
                  <a:moveTo>
                    <a:pt x="533400" y="1832254"/>
                  </a:moveTo>
                  <a:lnTo>
                    <a:pt x="532942" y="1831136"/>
                  </a:lnTo>
                  <a:lnTo>
                    <a:pt x="531075" y="1829269"/>
                  </a:lnTo>
                  <a:lnTo>
                    <a:pt x="529958" y="1828800"/>
                  </a:lnTo>
                  <a:lnTo>
                    <a:pt x="527329" y="1828800"/>
                  </a:lnTo>
                  <a:lnTo>
                    <a:pt x="526211" y="1829269"/>
                  </a:lnTo>
                  <a:lnTo>
                    <a:pt x="524344" y="1831136"/>
                  </a:lnTo>
                  <a:lnTo>
                    <a:pt x="523875" y="1832254"/>
                  </a:lnTo>
                  <a:lnTo>
                    <a:pt x="523875" y="1834883"/>
                  </a:lnTo>
                  <a:lnTo>
                    <a:pt x="524344" y="1836000"/>
                  </a:lnTo>
                  <a:lnTo>
                    <a:pt x="526211" y="1837867"/>
                  </a:lnTo>
                  <a:lnTo>
                    <a:pt x="527329" y="1838325"/>
                  </a:lnTo>
                  <a:lnTo>
                    <a:pt x="529958" y="1838325"/>
                  </a:lnTo>
                  <a:lnTo>
                    <a:pt x="531075" y="1837867"/>
                  </a:lnTo>
                  <a:lnTo>
                    <a:pt x="532942" y="1836000"/>
                  </a:lnTo>
                  <a:lnTo>
                    <a:pt x="533400" y="1834883"/>
                  </a:lnTo>
                  <a:lnTo>
                    <a:pt x="533400" y="1832254"/>
                  </a:lnTo>
                  <a:close/>
                </a:path>
                <a:path w="3343275" h="1838325">
                  <a:moveTo>
                    <a:pt x="533400" y="1222654"/>
                  </a:moveTo>
                  <a:lnTo>
                    <a:pt x="532942" y="1221536"/>
                  </a:lnTo>
                  <a:lnTo>
                    <a:pt x="531075" y="1219669"/>
                  </a:lnTo>
                  <a:lnTo>
                    <a:pt x="529958" y="1219200"/>
                  </a:lnTo>
                  <a:lnTo>
                    <a:pt x="527329" y="1219200"/>
                  </a:lnTo>
                  <a:lnTo>
                    <a:pt x="526211" y="1219669"/>
                  </a:lnTo>
                  <a:lnTo>
                    <a:pt x="524344" y="1221536"/>
                  </a:lnTo>
                  <a:lnTo>
                    <a:pt x="523875" y="1222654"/>
                  </a:lnTo>
                  <a:lnTo>
                    <a:pt x="523875" y="1225283"/>
                  </a:lnTo>
                  <a:lnTo>
                    <a:pt x="524344" y="1226400"/>
                  </a:lnTo>
                  <a:lnTo>
                    <a:pt x="526211" y="1228267"/>
                  </a:lnTo>
                  <a:lnTo>
                    <a:pt x="527329" y="1228725"/>
                  </a:lnTo>
                  <a:lnTo>
                    <a:pt x="529958" y="1228725"/>
                  </a:lnTo>
                  <a:lnTo>
                    <a:pt x="531075" y="1228267"/>
                  </a:lnTo>
                  <a:lnTo>
                    <a:pt x="532942" y="1226400"/>
                  </a:lnTo>
                  <a:lnTo>
                    <a:pt x="533400" y="1225283"/>
                  </a:lnTo>
                  <a:lnTo>
                    <a:pt x="533400" y="1222654"/>
                  </a:lnTo>
                  <a:close/>
                </a:path>
                <a:path w="3343275" h="1838325">
                  <a:moveTo>
                    <a:pt x="533400" y="613054"/>
                  </a:moveTo>
                  <a:lnTo>
                    <a:pt x="532942" y="611936"/>
                  </a:lnTo>
                  <a:lnTo>
                    <a:pt x="531075" y="610069"/>
                  </a:lnTo>
                  <a:lnTo>
                    <a:pt x="529958" y="609600"/>
                  </a:lnTo>
                  <a:lnTo>
                    <a:pt x="527329" y="609600"/>
                  </a:lnTo>
                  <a:lnTo>
                    <a:pt x="526211" y="610069"/>
                  </a:lnTo>
                  <a:lnTo>
                    <a:pt x="524344" y="611936"/>
                  </a:lnTo>
                  <a:lnTo>
                    <a:pt x="523875" y="613054"/>
                  </a:lnTo>
                  <a:lnTo>
                    <a:pt x="523875" y="615683"/>
                  </a:lnTo>
                  <a:lnTo>
                    <a:pt x="524344" y="616800"/>
                  </a:lnTo>
                  <a:lnTo>
                    <a:pt x="526211" y="618667"/>
                  </a:lnTo>
                  <a:lnTo>
                    <a:pt x="527329" y="619125"/>
                  </a:lnTo>
                  <a:lnTo>
                    <a:pt x="529958" y="619125"/>
                  </a:lnTo>
                  <a:lnTo>
                    <a:pt x="531075" y="618667"/>
                  </a:lnTo>
                  <a:lnTo>
                    <a:pt x="532942" y="616800"/>
                  </a:lnTo>
                  <a:lnTo>
                    <a:pt x="533400" y="615683"/>
                  </a:lnTo>
                  <a:lnTo>
                    <a:pt x="533400" y="613054"/>
                  </a:lnTo>
                  <a:close/>
                </a:path>
                <a:path w="3343275" h="1838325">
                  <a:moveTo>
                    <a:pt x="533400" y="3454"/>
                  </a:moveTo>
                  <a:lnTo>
                    <a:pt x="532942" y="2336"/>
                  </a:lnTo>
                  <a:lnTo>
                    <a:pt x="531075" y="469"/>
                  </a:lnTo>
                  <a:lnTo>
                    <a:pt x="529958" y="0"/>
                  </a:lnTo>
                  <a:lnTo>
                    <a:pt x="527329" y="0"/>
                  </a:lnTo>
                  <a:lnTo>
                    <a:pt x="526211" y="469"/>
                  </a:lnTo>
                  <a:lnTo>
                    <a:pt x="524344" y="2336"/>
                  </a:lnTo>
                  <a:lnTo>
                    <a:pt x="523875" y="3454"/>
                  </a:lnTo>
                  <a:lnTo>
                    <a:pt x="523875" y="6083"/>
                  </a:lnTo>
                  <a:lnTo>
                    <a:pt x="524344" y="7200"/>
                  </a:lnTo>
                  <a:lnTo>
                    <a:pt x="526211" y="9067"/>
                  </a:lnTo>
                  <a:lnTo>
                    <a:pt x="527329" y="9525"/>
                  </a:lnTo>
                  <a:lnTo>
                    <a:pt x="529958" y="9525"/>
                  </a:lnTo>
                  <a:lnTo>
                    <a:pt x="531075" y="9067"/>
                  </a:lnTo>
                  <a:lnTo>
                    <a:pt x="532942" y="7200"/>
                  </a:lnTo>
                  <a:lnTo>
                    <a:pt x="533400" y="6083"/>
                  </a:lnTo>
                  <a:lnTo>
                    <a:pt x="533400" y="3454"/>
                  </a:lnTo>
                  <a:close/>
                </a:path>
                <a:path w="3343275" h="1838325">
                  <a:moveTo>
                    <a:pt x="581025" y="1832254"/>
                  </a:moveTo>
                  <a:lnTo>
                    <a:pt x="580567" y="1831136"/>
                  </a:lnTo>
                  <a:lnTo>
                    <a:pt x="578700" y="1829269"/>
                  </a:lnTo>
                  <a:lnTo>
                    <a:pt x="577583" y="1828800"/>
                  </a:lnTo>
                  <a:lnTo>
                    <a:pt x="574954" y="1828800"/>
                  </a:lnTo>
                  <a:lnTo>
                    <a:pt x="573836" y="1829269"/>
                  </a:lnTo>
                  <a:lnTo>
                    <a:pt x="571969" y="1831136"/>
                  </a:lnTo>
                  <a:lnTo>
                    <a:pt x="571500" y="1832254"/>
                  </a:lnTo>
                  <a:lnTo>
                    <a:pt x="571500" y="1834883"/>
                  </a:lnTo>
                  <a:lnTo>
                    <a:pt x="571969" y="1836000"/>
                  </a:lnTo>
                  <a:lnTo>
                    <a:pt x="573836" y="1837867"/>
                  </a:lnTo>
                  <a:lnTo>
                    <a:pt x="574954" y="1838325"/>
                  </a:lnTo>
                  <a:lnTo>
                    <a:pt x="577583" y="1838325"/>
                  </a:lnTo>
                  <a:lnTo>
                    <a:pt x="578700" y="1837867"/>
                  </a:lnTo>
                  <a:lnTo>
                    <a:pt x="580567" y="1836000"/>
                  </a:lnTo>
                  <a:lnTo>
                    <a:pt x="581025" y="1834883"/>
                  </a:lnTo>
                  <a:lnTo>
                    <a:pt x="581025" y="1832254"/>
                  </a:lnTo>
                  <a:close/>
                </a:path>
                <a:path w="3343275" h="1838325">
                  <a:moveTo>
                    <a:pt x="581025" y="1222654"/>
                  </a:moveTo>
                  <a:lnTo>
                    <a:pt x="580567" y="1221536"/>
                  </a:lnTo>
                  <a:lnTo>
                    <a:pt x="578700" y="1219669"/>
                  </a:lnTo>
                  <a:lnTo>
                    <a:pt x="577583" y="1219200"/>
                  </a:lnTo>
                  <a:lnTo>
                    <a:pt x="574954" y="1219200"/>
                  </a:lnTo>
                  <a:lnTo>
                    <a:pt x="573836" y="1219669"/>
                  </a:lnTo>
                  <a:lnTo>
                    <a:pt x="571969" y="1221536"/>
                  </a:lnTo>
                  <a:lnTo>
                    <a:pt x="571500" y="1222654"/>
                  </a:lnTo>
                  <a:lnTo>
                    <a:pt x="571500" y="1225283"/>
                  </a:lnTo>
                  <a:lnTo>
                    <a:pt x="571969" y="1226400"/>
                  </a:lnTo>
                  <a:lnTo>
                    <a:pt x="573836" y="1228267"/>
                  </a:lnTo>
                  <a:lnTo>
                    <a:pt x="574954" y="1228725"/>
                  </a:lnTo>
                  <a:lnTo>
                    <a:pt x="577583" y="1228725"/>
                  </a:lnTo>
                  <a:lnTo>
                    <a:pt x="578700" y="1228267"/>
                  </a:lnTo>
                  <a:lnTo>
                    <a:pt x="580567" y="1226400"/>
                  </a:lnTo>
                  <a:lnTo>
                    <a:pt x="581025" y="1225283"/>
                  </a:lnTo>
                  <a:lnTo>
                    <a:pt x="581025" y="1222654"/>
                  </a:lnTo>
                  <a:close/>
                </a:path>
                <a:path w="3343275" h="1838325">
                  <a:moveTo>
                    <a:pt x="581025" y="613054"/>
                  </a:moveTo>
                  <a:lnTo>
                    <a:pt x="580567" y="611936"/>
                  </a:lnTo>
                  <a:lnTo>
                    <a:pt x="578700" y="610069"/>
                  </a:lnTo>
                  <a:lnTo>
                    <a:pt x="577583" y="609600"/>
                  </a:lnTo>
                  <a:lnTo>
                    <a:pt x="574954" y="609600"/>
                  </a:lnTo>
                  <a:lnTo>
                    <a:pt x="573836" y="610069"/>
                  </a:lnTo>
                  <a:lnTo>
                    <a:pt x="571969" y="611936"/>
                  </a:lnTo>
                  <a:lnTo>
                    <a:pt x="571500" y="613054"/>
                  </a:lnTo>
                  <a:lnTo>
                    <a:pt x="571500" y="615683"/>
                  </a:lnTo>
                  <a:lnTo>
                    <a:pt x="571969" y="616800"/>
                  </a:lnTo>
                  <a:lnTo>
                    <a:pt x="573836" y="618667"/>
                  </a:lnTo>
                  <a:lnTo>
                    <a:pt x="574954" y="619125"/>
                  </a:lnTo>
                  <a:lnTo>
                    <a:pt x="577583" y="619125"/>
                  </a:lnTo>
                  <a:lnTo>
                    <a:pt x="578700" y="618667"/>
                  </a:lnTo>
                  <a:lnTo>
                    <a:pt x="580567" y="616800"/>
                  </a:lnTo>
                  <a:lnTo>
                    <a:pt x="581025" y="615683"/>
                  </a:lnTo>
                  <a:lnTo>
                    <a:pt x="581025" y="613054"/>
                  </a:lnTo>
                  <a:close/>
                </a:path>
                <a:path w="3343275" h="1838325">
                  <a:moveTo>
                    <a:pt x="581025" y="3454"/>
                  </a:moveTo>
                  <a:lnTo>
                    <a:pt x="580567" y="2336"/>
                  </a:lnTo>
                  <a:lnTo>
                    <a:pt x="578700" y="469"/>
                  </a:lnTo>
                  <a:lnTo>
                    <a:pt x="577583" y="0"/>
                  </a:lnTo>
                  <a:lnTo>
                    <a:pt x="574954" y="0"/>
                  </a:lnTo>
                  <a:lnTo>
                    <a:pt x="573836" y="469"/>
                  </a:lnTo>
                  <a:lnTo>
                    <a:pt x="571969" y="2336"/>
                  </a:lnTo>
                  <a:lnTo>
                    <a:pt x="571500" y="3454"/>
                  </a:lnTo>
                  <a:lnTo>
                    <a:pt x="571500" y="6083"/>
                  </a:lnTo>
                  <a:lnTo>
                    <a:pt x="571969" y="7200"/>
                  </a:lnTo>
                  <a:lnTo>
                    <a:pt x="573836" y="9067"/>
                  </a:lnTo>
                  <a:lnTo>
                    <a:pt x="574954" y="9525"/>
                  </a:lnTo>
                  <a:lnTo>
                    <a:pt x="577583" y="9525"/>
                  </a:lnTo>
                  <a:lnTo>
                    <a:pt x="578700" y="9067"/>
                  </a:lnTo>
                  <a:lnTo>
                    <a:pt x="580567" y="7200"/>
                  </a:lnTo>
                  <a:lnTo>
                    <a:pt x="581025" y="6083"/>
                  </a:lnTo>
                  <a:lnTo>
                    <a:pt x="581025" y="3454"/>
                  </a:lnTo>
                  <a:close/>
                </a:path>
                <a:path w="3343275" h="1838325">
                  <a:moveTo>
                    <a:pt x="628650" y="1832254"/>
                  </a:moveTo>
                  <a:lnTo>
                    <a:pt x="628192" y="1831136"/>
                  </a:lnTo>
                  <a:lnTo>
                    <a:pt x="626325" y="1829269"/>
                  </a:lnTo>
                  <a:lnTo>
                    <a:pt x="625208" y="1828800"/>
                  </a:lnTo>
                  <a:lnTo>
                    <a:pt x="622579" y="1828800"/>
                  </a:lnTo>
                  <a:lnTo>
                    <a:pt x="621461" y="1829269"/>
                  </a:lnTo>
                  <a:lnTo>
                    <a:pt x="619594" y="1831136"/>
                  </a:lnTo>
                  <a:lnTo>
                    <a:pt x="619125" y="1832254"/>
                  </a:lnTo>
                  <a:lnTo>
                    <a:pt x="619125" y="1834883"/>
                  </a:lnTo>
                  <a:lnTo>
                    <a:pt x="619594" y="1836000"/>
                  </a:lnTo>
                  <a:lnTo>
                    <a:pt x="621461" y="1837867"/>
                  </a:lnTo>
                  <a:lnTo>
                    <a:pt x="622579" y="1838325"/>
                  </a:lnTo>
                  <a:lnTo>
                    <a:pt x="625208" y="1838325"/>
                  </a:lnTo>
                  <a:lnTo>
                    <a:pt x="626325" y="1837867"/>
                  </a:lnTo>
                  <a:lnTo>
                    <a:pt x="628192" y="1836000"/>
                  </a:lnTo>
                  <a:lnTo>
                    <a:pt x="628650" y="1834883"/>
                  </a:lnTo>
                  <a:lnTo>
                    <a:pt x="628650" y="1832254"/>
                  </a:lnTo>
                  <a:close/>
                </a:path>
                <a:path w="3343275" h="1838325">
                  <a:moveTo>
                    <a:pt x="628650" y="1222654"/>
                  </a:moveTo>
                  <a:lnTo>
                    <a:pt x="628192" y="1221536"/>
                  </a:lnTo>
                  <a:lnTo>
                    <a:pt x="626325" y="1219669"/>
                  </a:lnTo>
                  <a:lnTo>
                    <a:pt x="625208" y="1219200"/>
                  </a:lnTo>
                  <a:lnTo>
                    <a:pt x="622579" y="1219200"/>
                  </a:lnTo>
                  <a:lnTo>
                    <a:pt x="621461" y="1219669"/>
                  </a:lnTo>
                  <a:lnTo>
                    <a:pt x="619594" y="1221536"/>
                  </a:lnTo>
                  <a:lnTo>
                    <a:pt x="619125" y="1222654"/>
                  </a:lnTo>
                  <a:lnTo>
                    <a:pt x="619125" y="1225283"/>
                  </a:lnTo>
                  <a:lnTo>
                    <a:pt x="619594" y="1226400"/>
                  </a:lnTo>
                  <a:lnTo>
                    <a:pt x="621461" y="1228267"/>
                  </a:lnTo>
                  <a:lnTo>
                    <a:pt x="622579" y="1228725"/>
                  </a:lnTo>
                  <a:lnTo>
                    <a:pt x="625208" y="1228725"/>
                  </a:lnTo>
                  <a:lnTo>
                    <a:pt x="626325" y="1228267"/>
                  </a:lnTo>
                  <a:lnTo>
                    <a:pt x="628192" y="1226400"/>
                  </a:lnTo>
                  <a:lnTo>
                    <a:pt x="628650" y="1225283"/>
                  </a:lnTo>
                  <a:lnTo>
                    <a:pt x="628650" y="1222654"/>
                  </a:lnTo>
                  <a:close/>
                </a:path>
                <a:path w="3343275" h="1838325">
                  <a:moveTo>
                    <a:pt x="628650" y="613054"/>
                  </a:moveTo>
                  <a:lnTo>
                    <a:pt x="628192" y="611936"/>
                  </a:lnTo>
                  <a:lnTo>
                    <a:pt x="626325" y="610069"/>
                  </a:lnTo>
                  <a:lnTo>
                    <a:pt x="625208" y="609600"/>
                  </a:lnTo>
                  <a:lnTo>
                    <a:pt x="622579" y="609600"/>
                  </a:lnTo>
                  <a:lnTo>
                    <a:pt x="621461" y="610069"/>
                  </a:lnTo>
                  <a:lnTo>
                    <a:pt x="619594" y="611936"/>
                  </a:lnTo>
                  <a:lnTo>
                    <a:pt x="619125" y="613054"/>
                  </a:lnTo>
                  <a:lnTo>
                    <a:pt x="619125" y="615683"/>
                  </a:lnTo>
                  <a:lnTo>
                    <a:pt x="619594" y="616800"/>
                  </a:lnTo>
                  <a:lnTo>
                    <a:pt x="621461" y="618667"/>
                  </a:lnTo>
                  <a:lnTo>
                    <a:pt x="622579" y="619125"/>
                  </a:lnTo>
                  <a:lnTo>
                    <a:pt x="625208" y="619125"/>
                  </a:lnTo>
                  <a:lnTo>
                    <a:pt x="626325" y="618667"/>
                  </a:lnTo>
                  <a:lnTo>
                    <a:pt x="628192" y="616800"/>
                  </a:lnTo>
                  <a:lnTo>
                    <a:pt x="628650" y="615683"/>
                  </a:lnTo>
                  <a:lnTo>
                    <a:pt x="628650" y="613054"/>
                  </a:lnTo>
                  <a:close/>
                </a:path>
                <a:path w="3343275" h="1838325">
                  <a:moveTo>
                    <a:pt x="628650" y="3454"/>
                  </a:moveTo>
                  <a:lnTo>
                    <a:pt x="628192" y="2336"/>
                  </a:lnTo>
                  <a:lnTo>
                    <a:pt x="626325" y="469"/>
                  </a:lnTo>
                  <a:lnTo>
                    <a:pt x="625208" y="0"/>
                  </a:lnTo>
                  <a:lnTo>
                    <a:pt x="622579" y="0"/>
                  </a:lnTo>
                  <a:lnTo>
                    <a:pt x="621461" y="469"/>
                  </a:lnTo>
                  <a:lnTo>
                    <a:pt x="619594" y="2336"/>
                  </a:lnTo>
                  <a:lnTo>
                    <a:pt x="619125" y="3454"/>
                  </a:lnTo>
                  <a:lnTo>
                    <a:pt x="619125" y="6083"/>
                  </a:lnTo>
                  <a:lnTo>
                    <a:pt x="619594" y="7200"/>
                  </a:lnTo>
                  <a:lnTo>
                    <a:pt x="621461" y="9067"/>
                  </a:lnTo>
                  <a:lnTo>
                    <a:pt x="622579" y="9525"/>
                  </a:lnTo>
                  <a:lnTo>
                    <a:pt x="625208" y="9525"/>
                  </a:lnTo>
                  <a:lnTo>
                    <a:pt x="626325" y="9067"/>
                  </a:lnTo>
                  <a:lnTo>
                    <a:pt x="628192" y="7200"/>
                  </a:lnTo>
                  <a:lnTo>
                    <a:pt x="628650" y="6083"/>
                  </a:lnTo>
                  <a:lnTo>
                    <a:pt x="628650" y="3454"/>
                  </a:lnTo>
                  <a:close/>
                </a:path>
                <a:path w="3343275" h="1838325">
                  <a:moveTo>
                    <a:pt x="676275" y="1832254"/>
                  </a:moveTo>
                  <a:lnTo>
                    <a:pt x="675817" y="1831136"/>
                  </a:lnTo>
                  <a:lnTo>
                    <a:pt x="673950" y="1829269"/>
                  </a:lnTo>
                  <a:lnTo>
                    <a:pt x="672833" y="1828800"/>
                  </a:lnTo>
                  <a:lnTo>
                    <a:pt x="670204" y="1828800"/>
                  </a:lnTo>
                  <a:lnTo>
                    <a:pt x="669086" y="1829269"/>
                  </a:lnTo>
                  <a:lnTo>
                    <a:pt x="667219" y="1831136"/>
                  </a:lnTo>
                  <a:lnTo>
                    <a:pt x="666750" y="1832254"/>
                  </a:lnTo>
                  <a:lnTo>
                    <a:pt x="666750" y="1834883"/>
                  </a:lnTo>
                  <a:lnTo>
                    <a:pt x="667219" y="1836000"/>
                  </a:lnTo>
                  <a:lnTo>
                    <a:pt x="669086" y="1837867"/>
                  </a:lnTo>
                  <a:lnTo>
                    <a:pt x="670204" y="1838325"/>
                  </a:lnTo>
                  <a:lnTo>
                    <a:pt x="672833" y="1838325"/>
                  </a:lnTo>
                  <a:lnTo>
                    <a:pt x="673950" y="1837867"/>
                  </a:lnTo>
                  <a:lnTo>
                    <a:pt x="675817" y="1836000"/>
                  </a:lnTo>
                  <a:lnTo>
                    <a:pt x="676275" y="1834883"/>
                  </a:lnTo>
                  <a:lnTo>
                    <a:pt x="676275" y="1832254"/>
                  </a:lnTo>
                  <a:close/>
                </a:path>
                <a:path w="3343275" h="1838325">
                  <a:moveTo>
                    <a:pt x="676275" y="1222654"/>
                  </a:moveTo>
                  <a:lnTo>
                    <a:pt x="675817" y="1221536"/>
                  </a:lnTo>
                  <a:lnTo>
                    <a:pt x="673950" y="1219669"/>
                  </a:lnTo>
                  <a:lnTo>
                    <a:pt x="672833" y="1219200"/>
                  </a:lnTo>
                  <a:lnTo>
                    <a:pt x="670204" y="1219200"/>
                  </a:lnTo>
                  <a:lnTo>
                    <a:pt x="669086" y="1219669"/>
                  </a:lnTo>
                  <a:lnTo>
                    <a:pt x="667219" y="1221536"/>
                  </a:lnTo>
                  <a:lnTo>
                    <a:pt x="666750" y="1222654"/>
                  </a:lnTo>
                  <a:lnTo>
                    <a:pt x="666750" y="1225283"/>
                  </a:lnTo>
                  <a:lnTo>
                    <a:pt x="667219" y="1226400"/>
                  </a:lnTo>
                  <a:lnTo>
                    <a:pt x="669086" y="1228267"/>
                  </a:lnTo>
                  <a:lnTo>
                    <a:pt x="670204" y="1228725"/>
                  </a:lnTo>
                  <a:lnTo>
                    <a:pt x="672833" y="1228725"/>
                  </a:lnTo>
                  <a:lnTo>
                    <a:pt x="673950" y="1228267"/>
                  </a:lnTo>
                  <a:lnTo>
                    <a:pt x="675817" y="1226400"/>
                  </a:lnTo>
                  <a:lnTo>
                    <a:pt x="676275" y="1225283"/>
                  </a:lnTo>
                  <a:lnTo>
                    <a:pt x="676275" y="1222654"/>
                  </a:lnTo>
                  <a:close/>
                </a:path>
                <a:path w="3343275" h="1838325">
                  <a:moveTo>
                    <a:pt x="676275" y="613054"/>
                  </a:moveTo>
                  <a:lnTo>
                    <a:pt x="675817" y="611936"/>
                  </a:lnTo>
                  <a:lnTo>
                    <a:pt x="673950" y="610069"/>
                  </a:lnTo>
                  <a:lnTo>
                    <a:pt x="672833" y="609600"/>
                  </a:lnTo>
                  <a:lnTo>
                    <a:pt x="670204" y="609600"/>
                  </a:lnTo>
                  <a:lnTo>
                    <a:pt x="669086" y="610069"/>
                  </a:lnTo>
                  <a:lnTo>
                    <a:pt x="667219" y="611936"/>
                  </a:lnTo>
                  <a:lnTo>
                    <a:pt x="666750" y="613054"/>
                  </a:lnTo>
                  <a:lnTo>
                    <a:pt x="666750" y="615683"/>
                  </a:lnTo>
                  <a:lnTo>
                    <a:pt x="667219" y="616800"/>
                  </a:lnTo>
                  <a:lnTo>
                    <a:pt x="669086" y="618667"/>
                  </a:lnTo>
                  <a:lnTo>
                    <a:pt x="670204" y="619125"/>
                  </a:lnTo>
                  <a:lnTo>
                    <a:pt x="672833" y="619125"/>
                  </a:lnTo>
                  <a:lnTo>
                    <a:pt x="673950" y="618667"/>
                  </a:lnTo>
                  <a:lnTo>
                    <a:pt x="675817" y="616800"/>
                  </a:lnTo>
                  <a:lnTo>
                    <a:pt x="676275" y="615683"/>
                  </a:lnTo>
                  <a:lnTo>
                    <a:pt x="676275" y="613054"/>
                  </a:lnTo>
                  <a:close/>
                </a:path>
                <a:path w="3343275" h="1838325">
                  <a:moveTo>
                    <a:pt x="676275" y="3454"/>
                  </a:moveTo>
                  <a:lnTo>
                    <a:pt x="675817" y="2336"/>
                  </a:lnTo>
                  <a:lnTo>
                    <a:pt x="673950" y="469"/>
                  </a:lnTo>
                  <a:lnTo>
                    <a:pt x="672833" y="0"/>
                  </a:lnTo>
                  <a:lnTo>
                    <a:pt x="670204" y="0"/>
                  </a:lnTo>
                  <a:lnTo>
                    <a:pt x="669086" y="469"/>
                  </a:lnTo>
                  <a:lnTo>
                    <a:pt x="667219" y="2336"/>
                  </a:lnTo>
                  <a:lnTo>
                    <a:pt x="666750" y="3454"/>
                  </a:lnTo>
                  <a:lnTo>
                    <a:pt x="666750" y="6083"/>
                  </a:lnTo>
                  <a:lnTo>
                    <a:pt x="667219" y="7200"/>
                  </a:lnTo>
                  <a:lnTo>
                    <a:pt x="669086" y="9067"/>
                  </a:lnTo>
                  <a:lnTo>
                    <a:pt x="670204" y="9525"/>
                  </a:lnTo>
                  <a:lnTo>
                    <a:pt x="672833" y="9525"/>
                  </a:lnTo>
                  <a:lnTo>
                    <a:pt x="673950" y="9067"/>
                  </a:lnTo>
                  <a:lnTo>
                    <a:pt x="675817" y="7200"/>
                  </a:lnTo>
                  <a:lnTo>
                    <a:pt x="676275" y="6083"/>
                  </a:lnTo>
                  <a:lnTo>
                    <a:pt x="676275" y="3454"/>
                  </a:lnTo>
                  <a:close/>
                </a:path>
                <a:path w="3343275" h="1838325">
                  <a:moveTo>
                    <a:pt x="723900" y="1832254"/>
                  </a:moveTo>
                  <a:lnTo>
                    <a:pt x="723442" y="1831136"/>
                  </a:lnTo>
                  <a:lnTo>
                    <a:pt x="721575" y="1829269"/>
                  </a:lnTo>
                  <a:lnTo>
                    <a:pt x="720458" y="1828800"/>
                  </a:lnTo>
                  <a:lnTo>
                    <a:pt x="717829" y="1828800"/>
                  </a:lnTo>
                  <a:lnTo>
                    <a:pt x="716711" y="1829269"/>
                  </a:lnTo>
                  <a:lnTo>
                    <a:pt x="714844" y="1831136"/>
                  </a:lnTo>
                  <a:lnTo>
                    <a:pt x="714375" y="1832254"/>
                  </a:lnTo>
                  <a:lnTo>
                    <a:pt x="714375" y="1834883"/>
                  </a:lnTo>
                  <a:lnTo>
                    <a:pt x="714844" y="1836000"/>
                  </a:lnTo>
                  <a:lnTo>
                    <a:pt x="716711" y="1837867"/>
                  </a:lnTo>
                  <a:lnTo>
                    <a:pt x="717829" y="1838325"/>
                  </a:lnTo>
                  <a:lnTo>
                    <a:pt x="720458" y="1838325"/>
                  </a:lnTo>
                  <a:lnTo>
                    <a:pt x="721575" y="1837867"/>
                  </a:lnTo>
                  <a:lnTo>
                    <a:pt x="723442" y="1836000"/>
                  </a:lnTo>
                  <a:lnTo>
                    <a:pt x="723900" y="1834883"/>
                  </a:lnTo>
                  <a:lnTo>
                    <a:pt x="723900" y="1832254"/>
                  </a:lnTo>
                  <a:close/>
                </a:path>
                <a:path w="3343275" h="1838325">
                  <a:moveTo>
                    <a:pt x="723900" y="1222654"/>
                  </a:moveTo>
                  <a:lnTo>
                    <a:pt x="723442" y="1221536"/>
                  </a:lnTo>
                  <a:lnTo>
                    <a:pt x="721575" y="1219669"/>
                  </a:lnTo>
                  <a:lnTo>
                    <a:pt x="720458" y="1219200"/>
                  </a:lnTo>
                  <a:lnTo>
                    <a:pt x="717829" y="1219200"/>
                  </a:lnTo>
                  <a:lnTo>
                    <a:pt x="716711" y="1219669"/>
                  </a:lnTo>
                  <a:lnTo>
                    <a:pt x="714844" y="1221536"/>
                  </a:lnTo>
                  <a:lnTo>
                    <a:pt x="714375" y="1222654"/>
                  </a:lnTo>
                  <a:lnTo>
                    <a:pt x="714375" y="1225283"/>
                  </a:lnTo>
                  <a:lnTo>
                    <a:pt x="714844" y="1226400"/>
                  </a:lnTo>
                  <a:lnTo>
                    <a:pt x="716711" y="1228267"/>
                  </a:lnTo>
                  <a:lnTo>
                    <a:pt x="717829" y="1228725"/>
                  </a:lnTo>
                  <a:lnTo>
                    <a:pt x="720458" y="1228725"/>
                  </a:lnTo>
                  <a:lnTo>
                    <a:pt x="721575" y="1228267"/>
                  </a:lnTo>
                  <a:lnTo>
                    <a:pt x="723442" y="1226400"/>
                  </a:lnTo>
                  <a:lnTo>
                    <a:pt x="723900" y="1225283"/>
                  </a:lnTo>
                  <a:lnTo>
                    <a:pt x="723900" y="1222654"/>
                  </a:lnTo>
                  <a:close/>
                </a:path>
                <a:path w="3343275" h="1838325">
                  <a:moveTo>
                    <a:pt x="723900" y="613054"/>
                  </a:moveTo>
                  <a:lnTo>
                    <a:pt x="723442" y="611936"/>
                  </a:lnTo>
                  <a:lnTo>
                    <a:pt x="721575" y="610069"/>
                  </a:lnTo>
                  <a:lnTo>
                    <a:pt x="720458" y="609600"/>
                  </a:lnTo>
                  <a:lnTo>
                    <a:pt x="717829" y="609600"/>
                  </a:lnTo>
                  <a:lnTo>
                    <a:pt x="716711" y="610069"/>
                  </a:lnTo>
                  <a:lnTo>
                    <a:pt x="714844" y="611936"/>
                  </a:lnTo>
                  <a:lnTo>
                    <a:pt x="714375" y="613054"/>
                  </a:lnTo>
                  <a:lnTo>
                    <a:pt x="714375" y="615683"/>
                  </a:lnTo>
                  <a:lnTo>
                    <a:pt x="714844" y="616800"/>
                  </a:lnTo>
                  <a:lnTo>
                    <a:pt x="716711" y="618667"/>
                  </a:lnTo>
                  <a:lnTo>
                    <a:pt x="717829" y="619125"/>
                  </a:lnTo>
                  <a:lnTo>
                    <a:pt x="720458" y="619125"/>
                  </a:lnTo>
                  <a:lnTo>
                    <a:pt x="721575" y="618667"/>
                  </a:lnTo>
                  <a:lnTo>
                    <a:pt x="723442" y="616800"/>
                  </a:lnTo>
                  <a:lnTo>
                    <a:pt x="723900" y="615683"/>
                  </a:lnTo>
                  <a:lnTo>
                    <a:pt x="723900" y="613054"/>
                  </a:lnTo>
                  <a:close/>
                </a:path>
                <a:path w="3343275" h="1838325">
                  <a:moveTo>
                    <a:pt x="723900" y="3454"/>
                  </a:moveTo>
                  <a:lnTo>
                    <a:pt x="723442" y="2336"/>
                  </a:lnTo>
                  <a:lnTo>
                    <a:pt x="721575" y="469"/>
                  </a:lnTo>
                  <a:lnTo>
                    <a:pt x="720458" y="0"/>
                  </a:lnTo>
                  <a:lnTo>
                    <a:pt x="717829" y="0"/>
                  </a:lnTo>
                  <a:lnTo>
                    <a:pt x="716711" y="469"/>
                  </a:lnTo>
                  <a:lnTo>
                    <a:pt x="714844" y="2336"/>
                  </a:lnTo>
                  <a:lnTo>
                    <a:pt x="714375" y="3454"/>
                  </a:lnTo>
                  <a:lnTo>
                    <a:pt x="714375" y="6083"/>
                  </a:lnTo>
                  <a:lnTo>
                    <a:pt x="714844" y="7200"/>
                  </a:lnTo>
                  <a:lnTo>
                    <a:pt x="716711" y="9067"/>
                  </a:lnTo>
                  <a:lnTo>
                    <a:pt x="717829" y="9525"/>
                  </a:lnTo>
                  <a:lnTo>
                    <a:pt x="720458" y="9525"/>
                  </a:lnTo>
                  <a:lnTo>
                    <a:pt x="721575" y="9067"/>
                  </a:lnTo>
                  <a:lnTo>
                    <a:pt x="723442" y="7200"/>
                  </a:lnTo>
                  <a:lnTo>
                    <a:pt x="723900" y="6083"/>
                  </a:lnTo>
                  <a:lnTo>
                    <a:pt x="723900" y="3454"/>
                  </a:lnTo>
                  <a:close/>
                </a:path>
                <a:path w="3343275" h="1838325">
                  <a:moveTo>
                    <a:pt x="771525" y="1832254"/>
                  </a:moveTo>
                  <a:lnTo>
                    <a:pt x="771067" y="1831136"/>
                  </a:lnTo>
                  <a:lnTo>
                    <a:pt x="769200" y="1829269"/>
                  </a:lnTo>
                  <a:lnTo>
                    <a:pt x="768083" y="1828800"/>
                  </a:lnTo>
                  <a:lnTo>
                    <a:pt x="765454" y="1828800"/>
                  </a:lnTo>
                  <a:lnTo>
                    <a:pt x="764336" y="1829269"/>
                  </a:lnTo>
                  <a:lnTo>
                    <a:pt x="762469" y="1831136"/>
                  </a:lnTo>
                  <a:lnTo>
                    <a:pt x="762000" y="1832254"/>
                  </a:lnTo>
                  <a:lnTo>
                    <a:pt x="762000" y="1834883"/>
                  </a:lnTo>
                  <a:lnTo>
                    <a:pt x="762469" y="1836000"/>
                  </a:lnTo>
                  <a:lnTo>
                    <a:pt x="764336" y="1837867"/>
                  </a:lnTo>
                  <a:lnTo>
                    <a:pt x="765454" y="1838325"/>
                  </a:lnTo>
                  <a:lnTo>
                    <a:pt x="768083" y="1838325"/>
                  </a:lnTo>
                  <a:lnTo>
                    <a:pt x="769200" y="1837867"/>
                  </a:lnTo>
                  <a:lnTo>
                    <a:pt x="771067" y="1836000"/>
                  </a:lnTo>
                  <a:lnTo>
                    <a:pt x="771525" y="1834883"/>
                  </a:lnTo>
                  <a:lnTo>
                    <a:pt x="771525" y="1832254"/>
                  </a:lnTo>
                  <a:close/>
                </a:path>
                <a:path w="3343275" h="1838325">
                  <a:moveTo>
                    <a:pt x="771525" y="1222654"/>
                  </a:moveTo>
                  <a:lnTo>
                    <a:pt x="771067" y="1221536"/>
                  </a:lnTo>
                  <a:lnTo>
                    <a:pt x="769200" y="1219669"/>
                  </a:lnTo>
                  <a:lnTo>
                    <a:pt x="768083" y="1219200"/>
                  </a:lnTo>
                  <a:lnTo>
                    <a:pt x="765454" y="1219200"/>
                  </a:lnTo>
                  <a:lnTo>
                    <a:pt x="764336" y="1219669"/>
                  </a:lnTo>
                  <a:lnTo>
                    <a:pt x="762469" y="1221536"/>
                  </a:lnTo>
                  <a:lnTo>
                    <a:pt x="762000" y="1222654"/>
                  </a:lnTo>
                  <a:lnTo>
                    <a:pt x="762000" y="1225283"/>
                  </a:lnTo>
                  <a:lnTo>
                    <a:pt x="762469" y="1226400"/>
                  </a:lnTo>
                  <a:lnTo>
                    <a:pt x="764336" y="1228267"/>
                  </a:lnTo>
                  <a:lnTo>
                    <a:pt x="765454" y="1228725"/>
                  </a:lnTo>
                  <a:lnTo>
                    <a:pt x="768083" y="1228725"/>
                  </a:lnTo>
                  <a:lnTo>
                    <a:pt x="769200" y="1228267"/>
                  </a:lnTo>
                  <a:lnTo>
                    <a:pt x="771067" y="1226400"/>
                  </a:lnTo>
                  <a:lnTo>
                    <a:pt x="771525" y="1225283"/>
                  </a:lnTo>
                  <a:lnTo>
                    <a:pt x="771525" y="1222654"/>
                  </a:lnTo>
                  <a:close/>
                </a:path>
                <a:path w="3343275" h="1838325">
                  <a:moveTo>
                    <a:pt x="771525" y="613054"/>
                  </a:moveTo>
                  <a:lnTo>
                    <a:pt x="771067" y="611936"/>
                  </a:lnTo>
                  <a:lnTo>
                    <a:pt x="769200" y="610069"/>
                  </a:lnTo>
                  <a:lnTo>
                    <a:pt x="768083" y="609600"/>
                  </a:lnTo>
                  <a:lnTo>
                    <a:pt x="765454" y="609600"/>
                  </a:lnTo>
                  <a:lnTo>
                    <a:pt x="764336" y="610069"/>
                  </a:lnTo>
                  <a:lnTo>
                    <a:pt x="762469" y="611936"/>
                  </a:lnTo>
                  <a:lnTo>
                    <a:pt x="762000" y="613054"/>
                  </a:lnTo>
                  <a:lnTo>
                    <a:pt x="762000" y="615683"/>
                  </a:lnTo>
                  <a:lnTo>
                    <a:pt x="762469" y="616800"/>
                  </a:lnTo>
                  <a:lnTo>
                    <a:pt x="764336" y="618667"/>
                  </a:lnTo>
                  <a:lnTo>
                    <a:pt x="765454" y="619125"/>
                  </a:lnTo>
                  <a:lnTo>
                    <a:pt x="768083" y="619125"/>
                  </a:lnTo>
                  <a:lnTo>
                    <a:pt x="769200" y="618667"/>
                  </a:lnTo>
                  <a:lnTo>
                    <a:pt x="771067" y="616800"/>
                  </a:lnTo>
                  <a:lnTo>
                    <a:pt x="771525" y="615683"/>
                  </a:lnTo>
                  <a:lnTo>
                    <a:pt x="771525" y="613054"/>
                  </a:lnTo>
                  <a:close/>
                </a:path>
                <a:path w="3343275" h="1838325">
                  <a:moveTo>
                    <a:pt x="771525" y="3454"/>
                  </a:moveTo>
                  <a:lnTo>
                    <a:pt x="771067" y="2336"/>
                  </a:lnTo>
                  <a:lnTo>
                    <a:pt x="769200" y="469"/>
                  </a:lnTo>
                  <a:lnTo>
                    <a:pt x="768083" y="0"/>
                  </a:lnTo>
                  <a:lnTo>
                    <a:pt x="765454" y="0"/>
                  </a:lnTo>
                  <a:lnTo>
                    <a:pt x="764336" y="469"/>
                  </a:lnTo>
                  <a:lnTo>
                    <a:pt x="762469" y="2336"/>
                  </a:lnTo>
                  <a:lnTo>
                    <a:pt x="762000" y="3454"/>
                  </a:lnTo>
                  <a:lnTo>
                    <a:pt x="762000" y="6083"/>
                  </a:lnTo>
                  <a:lnTo>
                    <a:pt x="762469" y="7200"/>
                  </a:lnTo>
                  <a:lnTo>
                    <a:pt x="764336" y="9067"/>
                  </a:lnTo>
                  <a:lnTo>
                    <a:pt x="765454" y="9525"/>
                  </a:lnTo>
                  <a:lnTo>
                    <a:pt x="768083" y="9525"/>
                  </a:lnTo>
                  <a:lnTo>
                    <a:pt x="769200" y="9067"/>
                  </a:lnTo>
                  <a:lnTo>
                    <a:pt x="771067" y="7200"/>
                  </a:lnTo>
                  <a:lnTo>
                    <a:pt x="771525" y="6083"/>
                  </a:lnTo>
                  <a:lnTo>
                    <a:pt x="771525" y="3454"/>
                  </a:lnTo>
                  <a:close/>
                </a:path>
                <a:path w="3343275" h="1838325">
                  <a:moveTo>
                    <a:pt x="819150" y="1832254"/>
                  </a:moveTo>
                  <a:lnTo>
                    <a:pt x="818692" y="1831136"/>
                  </a:lnTo>
                  <a:lnTo>
                    <a:pt x="816825" y="1829269"/>
                  </a:lnTo>
                  <a:lnTo>
                    <a:pt x="815708" y="1828800"/>
                  </a:lnTo>
                  <a:lnTo>
                    <a:pt x="813079" y="1828800"/>
                  </a:lnTo>
                  <a:lnTo>
                    <a:pt x="811961" y="1829269"/>
                  </a:lnTo>
                  <a:lnTo>
                    <a:pt x="810094" y="1831136"/>
                  </a:lnTo>
                  <a:lnTo>
                    <a:pt x="809625" y="1832254"/>
                  </a:lnTo>
                  <a:lnTo>
                    <a:pt x="809625" y="1834883"/>
                  </a:lnTo>
                  <a:lnTo>
                    <a:pt x="810094" y="1836000"/>
                  </a:lnTo>
                  <a:lnTo>
                    <a:pt x="811961" y="1837867"/>
                  </a:lnTo>
                  <a:lnTo>
                    <a:pt x="813079" y="1838325"/>
                  </a:lnTo>
                  <a:lnTo>
                    <a:pt x="815708" y="1838325"/>
                  </a:lnTo>
                  <a:lnTo>
                    <a:pt x="816825" y="1837867"/>
                  </a:lnTo>
                  <a:lnTo>
                    <a:pt x="818692" y="1836000"/>
                  </a:lnTo>
                  <a:lnTo>
                    <a:pt x="819150" y="1834883"/>
                  </a:lnTo>
                  <a:lnTo>
                    <a:pt x="819150" y="1832254"/>
                  </a:lnTo>
                  <a:close/>
                </a:path>
                <a:path w="3343275" h="1838325">
                  <a:moveTo>
                    <a:pt x="819150" y="1222654"/>
                  </a:moveTo>
                  <a:lnTo>
                    <a:pt x="818692" y="1221536"/>
                  </a:lnTo>
                  <a:lnTo>
                    <a:pt x="816825" y="1219669"/>
                  </a:lnTo>
                  <a:lnTo>
                    <a:pt x="815708" y="1219200"/>
                  </a:lnTo>
                  <a:lnTo>
                    <a:pt x="813079" y="1219200"/>
                  </a:lnTo>
                  <a:lnTo>
                    <a:pt x="811961" y="1219669"/>
                  </a:lnTo>
                  <a:lnTo>
                    <a:pt x="810094" y="1221536"/>
                  </a:lnTo>
                  <a:lnTo>
                    <a:pt x="809625" y="1222654"/>
                  </a:lnTo>
                  <a:lnTo>
                    <a:pt x="809625" y="1225283"/>
                  </a:lnTo>
                  <a:lnTo>
                    <a:pt x="810094" y="1226400"/>
                  </a:lnTo>
                  <a:lnTo>
                    <a:pt x="811961" y="1228267"/>
                  </a:lnTo>
                  <a:lnTo>
                    <a:pt x="813079" y="1228725"/>
                  </a:lnTo>
                  <a:lnTo>
                    <a:pt x="815708" y="1228725"/>
                  </a:lnTo>
                  <a:lnTo>
                    <a:pt x="816825" y="1228267"/>
                  </a:lnTo>
                  <a:lnTo>
                    <a:pt x="818692" y="1226400"/>
                  </a:lnTo>
                  <a:lnTo>
                    <a:pt x="819150" y="1225283"/>
                  </a:lnTo>
                  <a:lnTo>
                    <a:pt x="819150" y="1222654"/>
                  </a:lnTo>
                  <a:close/>
                </a:path>
                <a:path w="3343275" h="1838325">
                  <a:moveTo>
                    <a:pt x="819150" y="613054"/>
                  </a:moveTo>
                  <a:lnTo>
                    <a:pt x="818692" y="611936"/>
                  </a:lnTo>
                  <a:lnTo>
                    <a:pt x="816825" y="610069"/>
                  </a:lnTo>
                  <a:lnTo>
                    <a:pt x="815708" y="609600"/>
                  </a:lnTo>
                  <a:lnTo>
                    <a:pt x="813079" y="609600"/>
                  </a:lnTo>
                  <a:lnTo>
                    <a:pt x="811961" y="610069"/>
                  </a:lnTo>
                  <a:lnTo>
                    <a:pt x="810094" y="611936"/>
                  </a:lnTo>
                  <a:lnTo>
                    <a:pt x="809625" y="613054"/>
                  </a:lnTo>
                  <a:lnTo>
                    <a:pt x="809625" y="615683"/>
                  </a:lnTo>
                  <a:lnTo>
                    <a:pt x="810094" y="616800"/>
                  </a:lnTo>
                  <a:lnTo>
                    <a:pt x="811961" y="618667"/>
                  </a:lnTo>
                  <a:lnTo>
                    <a:pt x="813079" y="619125"/>
                  </a:lnTo>
                  <a:lnTo>
                    <a:pt x="815708" y="619125"/>
                  </a:lnTo>
                  <a:lnTo>
                    <a:pt x="816825" y="618667"/>
                  </a:lnTo>
                  <a:lnTo>
                    <a:pt x="818692" y="616800"/>
                  </a:lnTo>
                  <a:lnTo>
                    <a:pt x="819150" y="615683"/>
                  </a:lnTo>
                  <a:lnTo>
                    <a:pt x="819150" y="613054"/>
                  </a:lnTo>
                  <a:close/>
                </a:path>
                <a:path w="3343275" h="1838325">
                  <a:moveTo>
                    <a:pt x="819150" y="3454"/>
                  </a:moveTo>
                  <a:lnTo>
                    <a:pt x="818692" y="2336"/>
                  </a:lnTo>
                  <a:lnTo>
                    <a:pt x="816825" y="469"/>
                  </a:lnTo>
                  <a:lnTo>
                    <a:pt x="815708" y="0"/>
                  </a:lnTo>
                  <a:lnTo>
                    <a:pt x="813079" y="0"/>
                  </a:lnTo>
                  <a:lnTo>
                    <a:pt x="811961" y="469"/>
                  </a:lnTo>
                  <a:lnTo>
                    <a:pt x="810094" y="2336"/>
                  </a:lnTo>
                  <a:lnTo>
                    <a:pt x="809625" y="3454"/>
                  </a:lnTo>
                  <a:lnTo>
                    <a:pt x="809625" y="6083"/>
                  </a:lnTo>
                  <a:lnTo>
                    <a:pt x="810094" y="7200"/>
                  </a:lnTo>
                  <a:lnTo>
                    <a:pt x="811961" y="9067"/>
                  </a:lnTo>
                  <a:lnTo>
                    <a:pt x="813079" y="9525"/>
                  </a:lnTo>
                  <a:lnTo>
                    <a:pt x="815708" y="9525"/>
                  </a:lnTo>
                  <a:lnTo>
                    <a:pt x="816825" y="9067"/>
                  </a:lnTo>
                  <a:lnTo>
                    <a:pt x="818692" y="7200"/>
                  </a:lnTo>
                  <a:lnTo>
                    <a:pt x="819150" y="6083"/>
                  </a:lnTo>
                  <a:lnTo>
                    <a:pt x="819150" y="3454"/>
                  </a:lnTo>
                  <a:close/>
                </a:path>
                <a:path w="3343275" h="1838325">
                  <a:moveTo>
                    <a:pt x="866775" y="1832254"/>
                  </a:moveTo>
                  <a:lnTo>
                    <a:pt x="866317" y="1831136"/>
                  </a:lnTo>
                  <a:lnTo>
                    <a:pt x="864450" y="1829269"/>
                  </a:lnTo>
                  <a:lnTo>
                    <a:pt x="863333" y="1828800"/>
                  </a:lnTo>
                  <a:lnTo>
                    <a:pt x="860704" y="1828800"/>
                  </a:lnTo>
                  <a:lnTo>
                    <a:pt x="859586" y="1829269"/>
                  </a:lnTo>
                  <a:lnTo>
                    <a:pt x="857719" y="1831136"/>
                  </a:lnTo>
                  <a:lnTo>
                    <a:pt x="857250" y="1832254"/>
                  </a:lnTo>
                  <a:lnTo>
                    <a:pt x="857250" y="1834883"/>
                  </a:lnTo>
                  <a:lnTo>
                    <a:pt x="857719" y="1836000"/>
                  </a:lnTo>
                  <a:lnTo>
                    <a:pt x="859586" y="1837867"/>
                  </a:lnTo>
                  <a:lnTo>
                    <a:pt x="860704" y="1838325"/>
                  </a:lnTo>
                  <a:lnTo>
                    <a:pt x="863333" y="1838325"/>
                  </a:lnTo>
                  <a:lnTo>
                    <a:pt x="864450" y="1837867"/>
                  </a:lnTo>
                  <a:lnTo>
                    <a:pt x="866317" y="1836000"/>
                  </a:lnTo>
                  <a:lnTo>
                    <a:pt x="866775" y="1834883"/>
                  </a:lnTo>
                  <a:lnTo>
                    <a:pt x="866775" y="1832254"/>
                  </a:lnTo>
                  <a:close/>
                </a:path>
                <a:path w="3343275" h="1838325">
                  <a:moveTo>
                    <a:pt x="866775" y="1222654"/>
                  </a:moveTo>
                  <a:lnTo>
                    <a:pt x="866317" y="1221536"/>
                  </a:lnTo>
                  <a:lnTo>
                    <a:pt x="864450" y="1219669"/>
                  </a:lnTo>
                  <a:lnTo>
                    <a:pt x="863333" y="1219200"/>
                  </a:lnTo>
                  <a:lnTo>
                    <a:pt x="860704" y="1219200"/>
                  </a:lnTo>
                  <a:lnTo>
                    <a:pt x="859586" y="1219669"/>
                  </a:lnTo>
                  <a:lnTo>
                    <a:pt x="857719" y="1221536"/>
                  </a:lnTo>
                  <a:lnTo>
                    <a:pt x="857250" y="1222654"/>
                  </a:lnTo>
                  <a:lnTo>
                    <a:pt x="857250" y="1225283"/>
                  </a:lnTo>
                  <a:lnTo>
                    <a:pt x="857719" y="1226400"/>
                  </a:lnTo>
                  <a:lnTo>
                    <a:pt x="859586" y="1228267"/>
                  </a:lnTo>
                  <a:lnTo>
                    <a:pt x="860704" y="1228725"/>
                  </a:lnTo>
                  <a:lnTo>
                    <a:pt x="863333" y="1228725"/>
                  </a:lnTo>
                  <a:lnTo>
                    <a:pt x="864450" y="1228267"/>
                  </a:lnTo>
                  <a:lnTo>
                    <a:pt x="866317" y="1226400"/>
                  </a:lnTo>
                  <a:lnTo>
                    <a:pt x="866775" y="1225283"/>
                  </a:lnTo>
                  <a:lnTo>
                    <a:pt x="866775" y="1222654"/>
                  </a:lnTo>
                  <a:close/>
                </a:path>
                <a:path w="3343275" h="1838325">
                  <a:moveTo>
                    <a:pt x="866775" y="613054"/>
                  </a:moveTo>
                  <a:lnTo>
                    <a:pt x="866317" y="611936"/>
                  </a:lnTo>
                  <a:lnTo>
                    <a:pt x="864450" y="610069"/>
                  </a:lnTo>
                  <a:lnTo>
                    <a:pt x="863333" y="609600"/>
                  </a:lnTo>
                  <a:lnTo>
                    <a:pt x="860704" y="609600"/>
                  </a:lnTo>
                  <a:lnTo>
                    <a:pt x="859586" y="610069"/>
                  </a:lnTo>
                  <a:lnTo>
                    <a:pt x="857719" y="611936"/>
                  </a:lnTo>
                  <a:lnTo>
                    <a:pt x="857250" y="613054"/>
                  </a:lnTo>
                  <a:lnTo>
                    <a:pt x="857250" y="615683"/>
                  </a:lnTo>
                  <a:lnTo>
                    <a:pt x="857719" y="616800"/>
                  </a:lnTo>
                  <a:lnTo>
                    <a:pt x="859586" y="618667"/>
                  </a:lnTo>
                  <a:lnTo>
                    <a:pt x="860704" y="619125"/>
                  </a:lnTo>
                  <a:lnTo>
                    <a:pt x="863333" y="619125"/>
                  </a:lnTo>
                  <a:lnTo>
                    <a:pt x="864450" y="618667"/>
                  </a:lnTo>
                  <a:lnTo>
                    <a:pt x="866317" y="616800"/>
                  </a:lnTo>
                  <a:lnTo>
                    <a:pt x="866775" y="615683"/>
                  </a:lnTo>
                  <a:lnTo>
                    <a:pt x="866775" y="613054"/>
                  </a:lnTo>
                  <a:close/>
                </a:path>
                <a:path w="3343275" h="1838325">
                  <a:moveTo>
                    <a:pt x="866775" y="3454"/>
                  </a:moveTo>
                  <a:lnTo>
                    <a:pt x="866317" y="2336"/>
                  </a:lnTo>
                  <a:lnTo>
                    <a:pt x="864450" y="469"/>
                  </a:lnTo>
                  <a:lnTo>
                    <a:pt x="863333" y="0"/>
                  </a:lnTo>
                  <a:lnTo>
                    <a:pt x="860704" y="0"/>
                  </a:lnTo>
                  <a:lnTo>
                    <a:pt x="859586" y="469"/>
                  </a:lnTo>
                  <a:lnTo>
                    <a:pt x="857719" y="2336"/>
                  </a:lnTo>
                  <a:lnTo>
                    <a:pt x="857250" y="3454"/>
                  </a:lnTo>
                  <a:lnTo>
                    <a:pt x="857250" y="6083"/>
                  </a:lnTo>
                  <a:lnTo>
                    <a:pt x="857719" y="7200"/>
                  </a:lnTo>
                  <a:lnTo>
                    <a:pt x="859586" y="9067"/>
                  </a:lnTo>
                  <a:lnTo>
                    <a:pt x="860704" y="9525"/>
                  </a:lnTo>
                  <a:lnTo>
                    <a:pt x="863333" y="9525"/>
                  </a:lnTo>
                  <a:lnTo>
                    <a:pt x="864450" y="9067"/>
                  </a:lnTo>
                  <a:lnTo>
                    <a:pt x="866317" y="7200"/>
                  </a:lnTo>
                  <a:lnTo>
                    <a:pt x="866775" y="6083"/>
                  </a:lnTo>
                  <a:lnTo>
                    <a:pt x="866775" y="3454"/>
                  </a:lnTo>
                  <a:close/>
                </a:path>
                <a:path w="3343275" h="1838325">
                  <a:moveTo>
                    <a:pt x="914400" y="1832254"/>
                  </a:moveTo>
                  <a:lnTo>
                    <a:pt x="913942" y="1831136"/>
                  </a:lnTo>
                  <a:lnTo>
                    <a:pt x="912075" y="1829269"/>
                  </a:lnTo>
                  <a:lnTo>
                    <a:pt x="910958" y="1828800"/>
                  </a:lnTo>
                  <a:lnTo>
                    <a:pt x="908329" y="1828800"/>
                  </a:lnTo>
                  <a:lnTo>
                    <a:pt x="907211" y="1829269"/>
                  </a:lnTo>
                  <a:lnTo>
                    <a:pt x="905344" y="1831136"/>
                  </a:lnTo>
                  <a:lnTo>
                    <a:pt x="904875" y="1832254"/>
                  </a:lnTo>
                  <a:lnTo>
                    <a:pt x="904875" y="1834883"/>
                  </a:lnTo>
                  <a:lnTo>
                    <a:pt x="905344" y="1836000"/>
                  </a:lnTo>
                  <a:lnTo>
                    <a:pt x="907211" y="1837867"/>
                  </a:lnTo>
                  <a:lnTo>
                    <a:pt x="908329" y="1838325"/>
                  </a:lnTo>
                  <a:lnTo>
                    <a:pt x="910958" y="1838325"/>
                  </a:lnTo>
                  <a:lnTo>
                    <a:pt x="912075" y="1837867"/>
                  </a:lnTo>
                  <a:lnTo>
                    <a:pt x="913942" y="1836000"/>
                  </a:lnTo>
                  <a:lnTo>
                    <a:pt x="914400" y="1834883"/>
                  </a:lnTo>
                  <a:lnTo>
                    <a:pt x="914400" y="1832254"/>
                  </a:lnTo>
                  <a:close/>
                </a:path>
                <a:path w="3343275" h="1838325">
                  <a:moveTo>
                    <a:pt x="914400" y="1222654"/>
                  </a:moveTo>
                  <a:lnTo>
                    <a:pt x="913942" y="1221536"/>
                  </a:lnTo>
                  <a:lnTo>
                    <a:pt x="912075" y="1219669"/>
                  </a:lnTo>
                  <a:lnTo>
                    <a:pt x="910958" y="1219200"/>
                  </a:lnTo>
                  <a:lnTo>
                    <a:pt x="908329" y="1219200"/>
                  </a:lnTo>
                  <a:lnTo>
                    <a:pt x="907211" y="1219669"/>
                  </a:lnTo>
                  <a:lnTo>
                    <a:pt x="905344" y="1221536"/>
                  </a:lnTo>
                  <a:lnTo>
                    <a:pt x="904875" y="1222654"/>
                  </a:lnTo>
                  <a:lnTo>
                    <a:pt x="904875" y="1225283"/>
                  </a:lnTo>
                  <a:lnTo>
                    <a:pt x="905344" y="1226400"/>
                  </a:lnTo>
                  <a:lnTo>
                    <a:pt x="907211" y="1228267"/>
                  </a:lnTo>
                  <a:lnTo>
                    <a:pt x="908329" y="1228725"/>
                  </a:lnTo>
                  <a:lnTo>
                    <a:pt x="910958" y="1228725"/>
                  </a:lnTo>
                  <a:lnTo>
                    <a:pt x="912075" y="1228267"/>
                  </a:lnTo>
                  <a:lnTo>
                    <a:pt x="913942" y="1226400"/>
                  </a:lnTo>
                  <a:lnTo>
                    <a:pt x="914400" y="1225283"/>
                  </a:lnTo>
                  <a:lnTo>
                    <a:pt x="914400" y="1222654"/>
                  </a:lnTo>
                  <a:close/>
                </a:path>
                <a:path w="3343275" h="1838325">
                  <a:moveTo>
                    <a:pt x="914400" y="613054"/>
                  </a:moveTo>
                  <a:lnTo>
                    <a:pt x="913942" y="611936"/>
                  </a:lnTo>
                  <a:lnTo>
                    <a:pt x="912075" y="610069"/>
                  </a:lnTo>
                  <a:lnTo>
                    <a:pt x="910958" y="609600"/>
                  </a:lnTo>
                  <a:lnTo>
                    <a:pt x="908329" y="609600"/>
                  </a:lnTo>
                  <a:lnTo>
                    <a:pt x="907211" y="610069"/>
                  </a:lnTo>
                  <a:lnTo>
                    <a:pt x="905344" y="611936"/>
                  </a:lnTo>
                  <a:lnTo>
                    <a:pt x="904875" y="613054"/>
                  </a:lnTo>
                  <a:lnTo>
                    <a:pt x="904875" y="615683"/>
                  </a:lnTo>
                  <a:lnTo>
                    <a:pt x="905344" y="616800"/>
                  </a:lnTo>
                  <a:lnTo>
                    <a:pt x="907211" y="618667"/>
                  </a:lnTo>
                  <a:lnTo>
                    <a:pt x="908329" y="619125"/>
                  </a:lnTo>
                  <a:lnTo>
                    <a:pt x="910958" y="619125"/>
                  </a:lnTo>
                  <a:lnTo>
                    <a:pt x="912075" y="618667"/>
                  </a:lnTo>
                  <a:lnTo>
                    <a:pt x="913942" y="616800"/>
                  </a:lnTo>
                  <a:lnTo>
                    <a:pt x="914400" y="615683"/>
                  </a:lnTo>
                  <a:lnTo>
                    <a:pt x="914400" y="613054"/>
                  </a:lnTo>
                  <a:close/>
                </a:path>
                <a:path w="3343275" h="1838325">
                  <a:moveTo>
                    <a:pt x="914400" y="3454"/>
                  </a:moveTo>
                  <a:lnTo>
                    <a:pt x="913942" y="2336"/>
                  </a:lnTo>
                  <a:lnTo>
                    <a:pt x="912075" y="469"/>
                  </a:lnTo>
                  <a:lnTo>
                    <a:pt x="910958" y="0"/>
                  </a:lnTo>
                  <a:lnTo>
                    <a:pt x="908329" y="0"/>
                  </a:lnTo>
                  <a:lnTo>
                    <a:pt x="907211" y="469"/>
                  </a:lnTo>
                  <a:lnTo>
                    <a:pt x="905344" y="2336"/>
                  </a:lnTo>
                  <a:lnTo>
                    <a:pt x="904875" y="3454"/>
                  </a:lnTo>
                  <a:lnTo>
                    <a:pt x="904875" y="6083"/>
                  </a:lnTo>
                  <a:lnTo>
                    <a:pt x="905344" y="7200"/>
                  </a:lnTo>
                  <a:lnTo>
                    <a:pt x="907211" y="9067"/>
                  </a:lnTo>
                  <a:lnTo>
                    <a:pt x="908329" y="9525"/>
                  </a:lnTo>
                  <a:lnTo>
                    <a:pt x="910958" y="9525"/>
                  </a:lnTo>
                  <a:lnTo>
                    <a:pt x="912075" y="9067"/>
                  </a:lnTo>
                  <a:lnTo>
                    <a:pt x="913942" y="7200"/>
                  </a:lnTo>
                  <a:lnTo>
                    <a:pt x="914400" y="6083"/>
                  </a:lnTo>
                  <a:lnTo>
                    <a:pt x="914400" y="3454"/>
                  </a:lnTo>
                  <a:close/>
                </a:path>
                <a:path w="3343275" h="1838325">
                  <a:moveTo>
                    <a:pt x="962025" y="1832254"/>
                  </a:moveTo>
                  <a:lnTo>
                    <a:pt x="961567" y="1831136"/>
                  </a:lnTo>
                  <a:lnTo>
                    <a:pt x="959700" y="1829269"/>
                  </a:lnTo>
                  <a:lnTo>
                    <a:pt x="958583" y="1828800"/>
                  </a:lnTo>
                  <a:lnTo>
                    <a:pt x="955954" y="1828800"/>
                  </a:lnTo>
                  <a:lnTo>
                    <a:pt x="954836" y="1829269"/>
                  </a:lnTo>
                  <a:lnTo>
                    <a:pt x="952969" y="1831136"/>
                  </a:lnTo>
                  <a:lnTo>
                    <a:pt x="952500" y="1832254"/>
                  </a:lnTo>
                  <a:lnTo>
                    <a:pt x="952500" y="1834883"/>
                  </a:lnTo>
                  <a:lnTo>
                    <a:pt x="952969" y="1836000"/>
                  </a:lnTo>
                  <a:lnTo>
                    <a:pt x="954836" y="1837867"/>
                  </a:lnTo>
                  <a:lnTo>
                    <a:pt x="955954" y="1838325"/>
                  </a:lnTo>
                  <a:lnTo>
                    <a:pt x="958583" y="1838325"/>
                  </a:lnTo>
                  <a:lnTo>
                    <a:pt x="959700" y="1837867"/>
                  </a:lnTo>
                  <a:lnTo>
                    <a:pt x="961567" y="1836000"/>
                  </a:lnTo>
                  <a:lnTo>
                    <a:pt x="962025" y="1834883"/>
                  </a:lnTo>
                  <a:lnTo>
                    <a:pt x="962025" y="1832254"/>
                  </a:lnTo>
                  <a:close/>
                </a:path>
                <a:path w="3343275" h="1838325">
                  <a:moveTo>
                    <a:pt x="962025" y="1222654"/>
                  </a:moveTo>
                  <a:lnTo>
                    <a:pt x="961567" y="1221536"/>
                  </a:lnTo>
                  <a:lnTo>
                    <a:pt x="959700" y="1219669"/>
                  </a:lnTo>
                  <a:lnTo>
                    <a:pt x="958583" y="1219200"/>
                  </a:lnTo>
                  <a:lnTo>
                    <a:pt x="955954" y="1219200"/>
                  </a:lnTo>
                  <a:lnTo>
                    <a:pt x="954836" y="1219669"/>
                  </a:lnTo>
                  <a:lnTo>
                    <a:pt x="952969" y="1221536"/>
                  </a:lnTo>
                  <a:lnTo>
                    <a:pt x="952500" y="1222654"/>
                  </a:lnTo>
                  <a:lnTo>
                    <a:pt x="952500" y="1225283"/>
                  </a:lnTo>
                  <a:lnTo>
                    <a:pt x="952969" y="1226400"/>
                  </a:lnTo>
                  <a:lnTo>
                    <a:pt x="954836" y="1228267"/>
                  </a:lnTo>
                  <a:lnTo>
                    <a:pt x="955954" y="1228725"/>
                  </a:lnTo>
                  <a:lnTo>
                    <a:pt x="958583" y="1228725"/>
                  </a:lnTo>
                  <a:lnTo>
                    <a:pt x="959700" y="1228267"/>
                  </a:lnTo>
                  <a:lnTo>
                    <a:pt x="961567" y="1226400"/>
                  </a:lnTo>
                  <a:lnTo>
                    <a:pt x="962025" y="1225283"/>
                  </a:lnTo>
                  <a:lnTo>
                    <a:pt x="962025" y="1222654"/>
                  </a:lnTo>
                  <a:close/>
                </a:path>
                <a:path w="3343275" h="1838325">
                  <a:moveTo>
                    <a:pt x="962025" y="613054"/>
                  </a:moveTo>
                  <a:lnTo>
                    <a:pt x="961567" y="611936"/>
                  </a:lnTo>
                  <a:lnTo>
                    <a:pt x="959700" y="610069"/>
                  </a:lnTo>
                  <a:lnTo>
                    <a:pt x="958583" y="609600"/>
                  </a:lnTo>
                  <a:lnTo>
                    <a:pt x="955954" y="609600"/>
                  </a:lnTo>
                  <a:lnTo>
                    <a:pt x="954836" y="610069"/>
                  </a:lnTo>
                  <a:lnTo>
                    <a:pt x="952969" y="611936"/>
                  </a:lnTo>
                  <a:lnTo>
                    <a:pt x="952500" y="613054"/>
                  </a:lnTo>
                  <a:lnTo>
                    <a:pt x="952500" y="615683"/>
                  </a:lnTo>
                  <a:lnTo>
                    <a:pt x="952969" y="616800"/>
                  </a:lnTo>
                  <a:lnTo>
                    <a:pt x="954836" y="618667"/>
                  </a:lnTo>
                  <a:lnTo>
                    <a:pt x="955954" y="619125"/>
                  </a:lnTo>
                  <a:lnTo>
                    <a:pt x="958583" y="619125"/>
                  </a:lnTo>
                  <a:lnTo>
                    <a:pt x="959700" y="618667"/>
                  </a:lnTo>
                  <a:lnTo>
                    <a:pt x="961567" y="616800"/>
                  </a:lnTo>
                  <a:lnTo>
                    <a:pt x="962025" y="615683"/>
                  </a:lnTo>
                  <a:lnTo>
                    <a:pt x="962025" y="613054"/>
                  </a:lnTo>
                  <a:close/>
                </a:path>
                <a:path w="3343275" h="1838325">
                  <a:moveTo>
                    <a:pt x="962025" y="3454"/>
                  </a:moveTo>
                  <a:lnTo>
                    <a:pt x="961567" y="2336"/>
                  </a:lnTo>
                  <a:lnTo>
                    <a:pt x="959700" y="469"/>
                  </a:lnTo>
                  <a:lnTo>
                    <a:pt x="958583" y="0"/>
                  </a:lnTo>
                  <a:lnTo>
                    <a:pt x="955954" y="0"/>
                  </a:lnTo>
                  <a:lnTo>
                    <a:pt x="954836" y="469"/>
                  </a:lnTo>
                  <a:lnTo>
                    <a:pt x="952969" y="2336"/>
                  </a:lnTo>
                  <a:lnTo>
                    <a:pt x="952500" y="3454"/>
                  </a:lnTo>
                  <a:lnTo>
                    <a:pt x="952500" y="6083"/>
                  </a:lnTo>
                  <a:lnTo>
                    <a:pt x="952969" y="7200"/>
                  </a:lnTo>
                  <a:lnTo>
                    <a:pt x="954836" y="9067"/>
                  </a:lnTo>
                  <a:lnTo>
                    <a:pt x="955954" y="9525"/>
                  </a:lnTo>
                  <a:lnTo>
                    <a:pt x="958583" y="9525"/>
                  </a:lnTo>
                  <a:lnTo>
                    <a:pt x="959700" y="9067"/>
                  </a:lnTo>
                  <a:lnTo>
                    <a:pt x="961567" y="7200"/>
                  </a:lnTo>
                  <a:lnTo>
                    <a:pt x="962025" y="6083"/>
                  </a:lnTo>
                  <a:lnTo>
                    <a:pt x="962025" y="3454"/>
                  </a:lnTo>
                  <a:close/>
                </a:path>
                <a:path w="3343275" h="1838325">
                  <a:moveTo>
                    <a:pt x="1009650" y="1832254"/>
                  </a:moveTo>
                  <a:lnTo>
                    <a:pt x="1009192" y="1831136"/>
                  </a:lnTo>
                  <a:lnTo>
                    <a:pt x="1007325" y="1829269"/>
                  </a:lnTo>
                  <a:lnTo>
                    <a:pt x="1006208" y="1828800"/>
                  </a:lnTo>
                  <a:lnTo>
                    <a:pt x="1003579" y="1828800"/>
                  </a:lnTo>
                  <a:lnTo>
                    <a:pt x="1002461" y="1829269"/>
                  </a:lnTo>
                  <a:lnTo>
                    <a:pt x="1000594" y="1831136"/>
                  </a:lnTo>
                  <a:lnTo>
                    <a:pt x="1000125" y="1832254"/>
                  </a:lnTo>
                  <a:lnTo>
                    <a:pt x="1000125" y="1834883"/>
                  </a:lnTo>
                  <a:lnTo>
                    <a:pt x="1000594" y="1836000"/>
                  </a:lnTo>
                  <a:lnTo>
                    <a:pt x="1002461" y="1837867"/>
                  </a:lnTo>
                  <a:lnTo>
                    <a:pt x="1003579" y="1838325"/>
                  </a:lnTo>
                  <a:lnTo>
                    <a:pt x="1006208" y="1838325"/>
                  </a:lnTo>
                  <a:lnTo>
                    <a:pt x="1007325" y="1837867"/>
                  </a:lnTo>
                  <a:lnTo>
                    <a:pt x="1009192" y="1836000"/>
                  </a:lnTo>
                  <a:lnTo>
                    <a:pt x="1009650" y="1834883"/>
                  </a:lnTo>
                  <a:lnTo>
                    <a:pt x="1009650" y="1832254"/>
                  </a:lnTo>
                  <a:close/>
                </a:path>
                <a:path w="3343275" h="1838325">
                  <a:moveTo>
                    <a:pt x="1009650" y="1222654"/>
                  </a:moveTo>
                  <a:lnTo>
                    <a:pt x="1009192" y="1221536"/>
                  </a:lnTo>
                  <a:lnTo>
                    <a:pt x="1007325" y="1219669"/>
                  </a:lnTo>
                  <a:lnTo>
                    <a:pt x="1006208" y="1219200"/>
                  </a:lnTo>
                  <a:lnTo>
                    <a:pt x="1003579" y="1219200"/>
                  </a:lnTo>
                  <a:lnTo>
                    <a:pt x="1002461" y="1219669"/>
                  </a:lnTo>
                  <a:lnTo>
                    <a:pt x="1000594" y="1221536"/>
                  </a:lnTo>
                  <a:lnTo>
                    <a:pt x="1000125" y="1222654"/>
                  </a:lnTo>
                  <a:lnTo>
                    <a:pt x="1000125" y="1225283"/>
                  </a:lnTo>
                  <a:lnTo>
                    <a:pt x="1000594" y="1226400"/>
                  </a:lnTo>
                  <a:lnTo>
                    <a:pt x="1002461" y="1228267"/>
                  </a:lnTo>
                  <a:lnTo>
                    <a:pt x="1003579" y="1228725"/>
                  </a:lnTo>
                  <a:lnTo>
                    <a:pt x="1006208" y="1228725"/>
                  </a:lnTo>
                  <a:lnTo>
                    <a:pt x="1007325" y="1228267"/>
                  </a:lnTo>
                  <a:lnTo>
                    <a:pt x="1009192" y="1226400"/>
                  </a:lnTo>
                  <a:lnTo>
                    <a:pt x="1009650" y="1225283"/>
                  </a:lnTo>
                  <a:lnTo>
                    <a:pt x="1009650" y="1222654"/>
                  </a:lnTo>
                  <a:close/>
                </a:path>
                <a:path w="3343275" h="1838325">
                  <a:moveTo>
                    <a:pt x="1009650" y="613054"/>
                  </a:moveTo>
                  <a:lnTo>
                    <a:pt x="1009192" y="611936"/>
                  </a:lnTo>
                  <a:lnTo>
                    <a:pt x="1007325" y="610069"/>
                  </a:lnTo>
                  <a:lnTo>
                    <a:pt x="1006208" y="609600"/>
                  </a:lnTo>
                  <a:lnTo>
                    <a:pt x="1003579" y="609600"/>
                  </a:lnTo>
                  <a:lnTo>
                    <a:pt x="1002461" y="610069"/>
                  </a:lnTo>
                  <a:lnTo>
                    <a:pt x="1000594" y="611936"/>
                  </a:lnTo>
                  <a:lnTo>
                    <a:pt x="1000125" y="613054"/>
                  </a:lnTo>
                  <a:lnTo>
                    <a:pt x="1000125" y="615683"/>
                  </a:lnTo>
                  <a:lnTo>
                    <a:pt x="1000594" y="616800"/>
                  </a:lnTo>
                  <a:lnTo>
                    <a:pt x="1002461" y="618667"/>
                  </a:lnTo>
                  <a:lnTo>
                    <a:pt x="1003579" y="619125"/>
                  </a:lnTo>
                  <a:lnTo>
                    <a:pt x="1006208" y="619125"/>
                  </a:lnTo>
                  <a:lnTo>
                    <a:pt x="1007325" y="618667"/>
                  </a:lnTo>
                  <a:lnTo>
                    <a:pt x="1009192" y="616800"/>
                  </a:lnTo>
                  <a:lnTo>
                    <a:pt x="1009650" y="615683"/>
                  </a:lnTo>
                  <a:lnTo>
                    <a:pt x="1009650" y="613054"/>
                  </a:lnTo>
                  <a:close/>
                </a:path>
                <a:path w="3343275" h="1838325">
                  <a:moveTo>
                    <a:pt x="1009650" y="3454"/>
                  </a:moveTo>
                  <a:lnTo>
                    <a:pt x="1009192" y="2336"/>
                  </a:lnTo>
                  <a:lnTo>
                    <a:pt x="1007325" y="469"/>
                  </a:lnTo>
                  <a:lnTo>
                    <a:pt x="1006208" y="0"/>
                  </a:lnTo>
                  <a:lnTo>
                    <a:pt x="1003579" y="0"/>
                  </a:lnTo>
                  <a:lnTo>
                    <a:pt x="1002461" y="469"/>
                  </a:lnTo>
                  <a:lnTo>
                    <a:pt x="1000594" y="2336"/>
                  </a:lnTo>
                  <a:lnTo>
                    <a:pt x="1000125" y="3454"/>
                  </a:lnTo>
                  <a:lnTo>
                    <a:pt x="1000125" y="6083"/>
                  </a:lnTo>
                  <a:lnTo>
                    <a:pt x="1000594" y="7200"/>
                  </a:lnTo>
                  <a:lnTo>
                    <a:pt x="1002461" y="9067"/>
                  </a:lnTo>
                  <a:lnTo>
                    <a:pt x="1003579" y="9525"/>
                  </a:lnTo>
                  <a:lnTo>
                    <a:pt x="1006208" y="9525"/>
                  </a:lnTo>
                  <a:lnTo>
                    <a:pt x="1007325" y="9067"/>
                  </a:lnTo>
                  <a:lnTo>
                    <a:pt x="1009192" y="7200"/>
                  </a:lnTo>
                  <a:lnTo>
                    <a:pt x="1009650" y="6083"/>
                  </a:lnTo>
                  <a:lnTo>
                    <a:pt x="1009650" y="3454"/>
                  </a:lnTo>
                  <a:close/>
                </a:path>
                <a:path w="3343275" h="1838325">
                  <a:moveTo>
                    <a:pt x="1057275" y="1832254"/>
                  </a:moveTo>
                  <a:lnTo>
                    <a:pt x="1056817" y="1831136"/>
                  </a:lnTo>
                  <a:lnTo>
                    <a:pt x="1054950" y="1829269"/>
                  </a:lnTo>
                  <a:lnTo>
                    <a:pt x="1053833" y="1828800"/>
                  </a:lnTo>
                  <a:lnTo>
                    <a:pt x="1051204" y="1828800"/>
                  </a:lnTo>
                  <a:lnTo>
                    <a:pt x="1050086" y="1829269"/>
                  </a:lnTo>
                  <a:lnTo>
                    <a:pt x="1048219" y="1831136"/>
                  </a:lnTo>
                  <a:lnTo>
                    <a:pt x="1047750" y="1832254"/>
                  </a:lnTo>
                  <a:lnTo>
                    <a:pt x="1047750" y="1834883"/>
                  </a:lnTo>
                  <a:lnTo>
                    <a:pt x="1048219" y="1836000"/>
                  </a:lnTo>
                  <a:lnTo>
                    <a:pt x="1050086" y="1837867"/>
                  </a:lnTo>
                  <a:lnTo>
                    <a:pt x="1051204" y="1838325"/>
                  </a:lnTo>
                  <a:lnTo>
                    <a:pt x="1053833" y="1838325"/>
                  </a:lnTo>
                  <a:lnTo>
                    <a:pt x="1054950" y="1837867"/>
                  </a:lnTo>
                  <a:lnTo>
                    <a:pt x="1056817" y="1836000"/>
                  </a:lnTo>
                  <a:lnTo>
                    <a:pt x="1057275" y="1834883"/>
                  </a:lnTo>
                  <a:lnTo>
                    <a:pt x="1057275" y="1832254"/>
                  </a:lnTo>
                  <a:close/>
                </a:path>
                <a:path w="3343275" h="1838325">
                  <a:moveTo>
                    <a:pt x="1057275" y="1222654"/>
                  </a:moveTo>
                  <a:lnTo>
                    <a:pt x="1056817" y="1221536"/>
                  </a:lnTo>
                  <a:lnTo>
                    <a:pt x="1054950" y="1219669"/>
                  </a:lnTo>
                  <a:lnTo>
                    <a:pt x="1053833" y="1219200"/>
                  </a:lnTo>
                  <a:lnTo>
                    <a:pt x="1051204" y="1219200"/>
                  </a:lnTo>
                  <a:lnTo>
                    <a:pt x="1050086" y="1219669"/>
                  </a:lnTo>
                  <a:lnTo>
                    <a:pt x="1048219" y="1221536"/>
                  </a:lnTo>
                  <a:lnTo>
                    <a:pt x="1047750" y="1222654"/>
                  </a:lnTo>
                  <a:lnTo>
                    <a:pt x="1047750" y="1225283"/>
                  </a:lnTo>
                  <a:lnTo>
                    <a:pt x="1048219" y="1226400"/>
                  </a:lnTo>
                  <a:lnTo>
                    <a:pt x="1050086" y="1228267"/>
                  </a:lnTo>
                  <a:lnTo>
                    <a:pt x="1051204" y="1228725"/>
                  </a:lnTo>
                  <a:lnTo>
                    <a:pt x="1053833" y="1228725"/>
                  </a:lnTo>
                  <a:lnTo>
                    <a:pt x="1054950" y="1228267"/>
                  </a:lnTo>
                  <a:lnTo>
                    <a:pt x="1056817" y="1226400"/>
                  </a:lnTo>
                  <a:lnTo>
                    <a:pt x="1057275" y="1225283"/>
                  </a:lnTo>
                  <a:lnTo>
                    <a:pt x="1057275" y="1222654"/>
                  </a:lnTo>
                  <a:close/>
                </a:path>
                <a:path w="3343275" h="1838325">
                  <a:moveTo>
                    <a:pt x="1057275" y="613054"/>
                  </a:moveTo>
                  <a:lnTo>
                    <a:pt x="1056817" y="611936"/>
                  </a:lnTo>
                  <a:lnTo>
                    <a:pt x="1054950" y="610069"/>
                  </a:lnTo>
                  <a:lnTo>
                    <a:pt x="1053833" y="609600"/>
                  </a:lnTo>
                  <a:lnTo>
                    <a:pt x="1051204" y="609600"/>
                  </a:lnTo>
                  <a:lnTo>
                    <a:pt x="1050086" y="610069"/>
                  </a:lnTo>
                  <a:lnTo>
                    <a:pt x="1048219" y="611936"/>
                  </a:lnTo>
                  <a:lnTo>
                    <a:pt x="1047750" y="613054"/>
                  </a:lnTo>
                  <a:lnTo>
                    <a:pt x="1047750" y="615683"/>
                  </a:lnTo>
                  <a:lnTo>
                    <a:pt x="1048219" y="616800"/>
                  </a:lnTo>
                  <a:lnTo>
                    <a:pt x="1050086" y="618667"/>
                  </a:lnTo>
                  <a:lnTo>
                    <a:pt x="1051204" y="619125"/>
                  </a:lnTo>
                  <a:lnTo>
                    <a:pt x="1053833" y="619125"/>
                  </a:lnTo>
                  <a:lnTo>
                    <a:pt x="1054950" y="618667"/>
                  </a:lnTo>
                  <a:lnTo>
                    <a:pt x="1056817" y="616800"/>
                  </a:lnTo>
                  <a:lnTo>
                    <a:pt x="1057275" y="615683"/>
                  </a:lnTo>
                  <a:lnTo>
                    <a:pt x="1057275" y="613054"/>
                  </a:lnTo>
                  <a:close/>
                </a:path>
                <a:path w="3343275" h="1838325">
                  <a:moveTo>
                    <a:pt x="1057275" y="3454"/>
                  </a:moveTo>
                  <a:lnTo>
                    <a:pt x="1056817" y="2336"/>
                  </a:lnTo>
                  <a:lnTo>
                    <a:pt x="1054950" y="469"/>
                  </a:lnTo>
                  <a:lnTo>
                    <a:pt x="1053833" y="0"/>
                  </a:lnTo>
                  <a:lnTo>
                    <a:pt x="1051204" y="0"/>
                  </a:lnTo>
                  <a:lnTo>
                    <a:pt x="1050086" y="469"/>
                  </a:lnTo>
                  <a:lnTo>
                    <a:pt x="1048219" y="2336"/>
                  </a:lnTo>
                  <a:lnTo>
                    <a:pt x="1047750" y="3454"/>
                  </a:lnTo>
                  <a:lnTo>
                    <a:pt x="1047750" y="6083"/>
                  </a:lnTo>
                  <a:lnTo>
                    <a:pt x="1048219" y="7200"/>
                  </a:lnTo>
                  <a:lnTo>
                    <a:pt x="1050086" y="9067"/>
                  </a:lnTo>
                  <a:lnTo>
                    <a:pt x="1051204" y="9525"/>
                  </a:lnTo>
                  <a:lnTo>
                    <a:pt x="1053833" y="9525"/>
                  </a:lnTo>
                  <a:lnTo>
                    <a:pt x="1054950" y="9067"/>
                  </a:lnTo>
                  <a:lnTo>
                    <a:pt x="1056817" y="7200"/>
                  </a:lnTo>
                  <a:lnTo>
                    <a:pt x="1057275" y="6083"/>
                  </a:lnTo>
                  <a:lnTo>
                    <a:pt x="1057275" y="3454"/>
                  </a:lnTo>
                  <a:close/>
                </a:path>
                <a:path w="3343275" h="1838325">
                  <a:moveTo>
                    <a:pt x="1104900" y="1832254"/>
                  </a:moveTo>
                  <a:lnTo>
                    <a:pt x="1104442" y="1831136"/>
                  </a:lnTo>
                  <a:lnTo>
                    <a:pt x="1102575" y="1829269"/>
                  </a:lnTo>
                  <a:lnTo>
                    <a:pt x="1101458" y="1828800"/>
                  </a:lnTo>
                  <a:lnTo>
                    <a:pt x="1098829" y="1828800"/>
                  </a:lnTo>
                  <a:lnTo>
                    <a:pt x="1097711" y="1829269"/>
                  </a:lnTo>
                  <a:lnTo>
                    <a:pt x="1095844" y="1831136"/>
                  </a:lnTo>
                  <a:lnTo>
                    <a:pt x="1095375" y="1832254"/>
                  </a:lnTo>
                  <a:lnTo>
                    <a:pt x="1095375" y="1834883"/>
                  </a:lnTo>
                  <a:lnTo>
                    <a:pt x="1095844" y="1836000"/>
                  </a:lnTo>
                  <a:lnTo>
                    <a:pt x="1097711" y="1837867"/>
                  </a:lnTo>
                  <a:lnTo>
                    <a:pt x="1098829" y="1838325"/>
                  </a:lnTo>
                  <a:lnTo>
                    <a:pt x="1101458" y="1838325"/>
                  </a:lnTo>
                  <a:lnTo>
                    <a:pt x="1102575" y="1837867"/>
                  </a:lnTo>
                  <a:lnTo>
                    <a:pt x="1104442" y="1836000"/>
                  </a:lnTo>
                  <a:lnTo>
                    <a:pt x="1104900" y="1834883"/>
                  </a:lnTo>
                  <a:lnTo>
                    <a:pt x="1104900" y="1832254"/>
                  </a:lnTo>
                  <a:close/>
                </a:path>
                <a:path w="3343275" h="1838325">
                  <a:moveTo>
                    <a:pt x="1104900" y="1222654"/>
                  </a:moveTo>
                  <a:lnTo>
                    <a:pt x="1104442" y="1221536"/>
                  </a:lnTo>
                  <a:lnTo>
                    <a:pt x="1102575" y="1219669"/>
                  </a:lnTo>
                  <a:lnTo>
                    <a:pt x="1101458" y="1219200"/>
                  </a:lnTo>
                  <a:lnTo>
                    <a:pt x="1098829" y="1219200"/>
                  </a:lnTo>
                  <a:lnTo>
                    <a:pt x="1097711" y="1219669"/>
                  </a:lnTo>
                  <a:lnTo>
                    <a:pt x="1095844" y="1221536"/>
                  </a:lnTo>
                  <a:lnTo>
                    <a:pt x="1095375" y="1222654"/>
                  </a:lnTo>
                  <a:lnTo>
                    <a:pt x="1095375" y="1225283"/>
                  </a:lnTo>
                  <a:lnTo>
                    <a:pt x="1095844" y="1226400"/>
                  </a:lnTo>
                  <a:lnTo>
                    <a:pt x="1097711" y="1228267"/>
                  </a:lnTo>
                  <a:lnTo>
                    <a:pt x="1098829" y="1228725"/>
                  </a:lnTo>
                  <a:lnTo>
                    <a:pt x="1101458" y="1228725"/>
                  </a:lnTo>
                  <a:lnTo>
                    <a:pt x="1102575" y="1228267"/>
                  </a:lnTo>
                  <a:lnTo>
                    <a:pt x="1104442" y="1226400"/>
                  </a:lnTo>
                  <a:lnTo>
                    <a:pt x="1104900" y="1225283"/>
                  </a:lnTo>
                  <a:lnTo>
                    <a:pt x="1104900" y="1222654"/>
                  </a:lnTo>
                  <a:close/>
                </a:path>
                <a:path w="3343275" h="1838325">
                  <a:moveTo>
                    <a:pt x="1104900" y="613054"/>
                  </a:moveTo>
                  <a:lnTo>
                    <a:pt x="1104442" y="611936"/>
                  </a:lnTo>
                  <a:lnTo>
                    <a:pt x="1102575" y="610069"/>
                  </a:lnTo>
                  <a:lnTo>
                    <a:pt x="1101458" y="609600"/>
                  </a:lnTo>
                  <a:lnTo>
                    <a:pt x="1098829" y="609600"/>
                  </a:lnTo>
                  <a:lnTo>
                    <a:pt x="1097711" y="610069"/>
                  </a:lnTo>
                  <a:lnTo>
                    <a:pt x="1095844" y="611936"/>
                  </a:lnTo>
                  <a:lnTo>
                    <a:pt x="1095375" y="613054"/>
                  </a:lnTo>
                  <a:lnTo>
                    <a:pt x="1095375" y="615683"/>
                  </a:lnTo>
                  <a:lnTo>
                    <a:pt x="1095844" y="616800"/>
                  </a:lnTo>
                  <a:lnTo>
                    <a:pt x="1097711" y="618667"/>
                  </a:lnTo>
                  <a:lnTo>
                    <a:pt x="1098829" y="619125"/>
                  </a:lnTo>
                  <a:lnTo>
                    <a:pt x="1101458" y="619125"/>
                  </a:lnTo>
                  <a:lnTo>
                    <a:pt x="1102575" y="618667"/>
                  </a:lnTo>
                  <a:lnTo>
                    <a:pt x="1104442" y="616800"/>
                  </a:lnTo>
                  <a:lnTo>
                    <a:pt x="1104900" y="615683"/>
                  </a:lnTo>
                  <a:lnTo>
                    <a:pt x="1104900" y="613054"/>
                  </a:lnTo>
                  <a:close/>
                </a:path>
                <a:path w="3343275" h="1838325">
                  <a:moveTo>
                    <a:pt x="1104900" y="3454"/>
                  </a:moveTo>
                  <a:lnTo>
                    <a:pt x="1104442" y="2336"/>
                  </a:lnTo>
                  <a:lnTo>
                    <a:pt x="1102575" y="469"/>
                  </a:lnTo>
                  <a:lnTo>
                    <a:pt x="1101458" y="0"/>
                  </a:lnTo>
                  <a:lnTo>
                    <a:pt x="1098829" y="0"/>
                  </a:lnTo>
                  <a:lnTo>
                    <a:pt x="1097711" y="469"/>
                  </a:lnTo>
                  <a:lnTo>
                    <a:pt x="1095844" y="2336"/>
                  </a:lnTo>
                  <a:lnTo>
                    <a:pt x="1095375" y="3454"/>
                  </a:lnTo>
                  <a:lnTo>
                    <a:pt x="1095375" y="6083"/>
                  </a:lnTo>
                  <a:lnTo>
                    <a:pt x="1095844" y="7200"/>
                  </a:lnTo>
                  <a:lnTo>
                    <a:pt x="1097711" y="9067"/>
                  </a:lnTo>
                  <a:lnTo>
                    <a:pt x="1098829" y="9525"/>
                  </a:lnTo>
                  <a:lnTo>
                    <a:pt x="1101458" y="9525"/>
                  </a:lnTo>
                  <a:lnTo>
                    <a:pt x="1102575" y="9067"/>
                  </a:lnTo>
                  <a:lnTo>
                    <a:pt x="1104442" y="7200"/>
                  </a:lnTo>
                  <a:lnTo>
                    <a:pt x="1104900" y="6083"/>
                  </a:lnTo>
                  <a:lnTo>
                    <a:pt x="1104900" y="3454"/>
                  </a:lnTo>
                  <a:close/>
                </a:path>
                <a:path w="3343275" h="1838325">
                  <a:moveTo>
                    <a:pt x="1152525" y="1832254"/>
                  </a:moveTo>
                  <a:lnTo>
                    <a:pt x="1152067" y="1831136"/>
                  </a:lnTo>
                  <a:lnTo>
                    <a:pt x="1150200" y="1829269"/>
                  </a:lnTo>
                  <a:lnTo>
                    <a:pt x="1149083" y="1828800"/>
                  </a:lnTo>
                  <a:lnTo>
                    <a:pt x="1146454" y="1828800"/>
                  </a:lnTo>
                  <a:lnTo>
                    <a:pt x="1145336" y="1829269"/>
                  </a:lnTo>
                  <a:lnTo>
                    <a:pt x="1143469" y="1831136"/>
                  </a:lnTo>
                  <a:lnTo>
                    <a:pt x="1143000" y="1832254"/>
                  </a:lnTo>
                  <a:lnTo>
                    <a:pt x="1143000" y="1834883"/>
                  </a:lnTo>
                  <a:lnTo>
                    <a:pt x="1143469" y="1836000"/>
                  </a:lnTo>
                  <a:lnTo>
                    <a:pt x="1145336" y="1837867"/>
                  </a:lnTo>
                  <a:lnTo>
                    <a:pt x="1146454" y="1838325"/>
                  </a:lnTo>
                  <a:lnTo>
                    <a:pt x="1149083" y="1838325"/>
                  </a:lnTo>
                  <a:lnTo>
                    <a:pt x="1150200" y="1837867"/>
                  </a:lnTo>
                  <a:lnTo>
                    <a:pt x="1152067" y="1836000"/>
                  </a:lnTo>
                  <a:lnTo>
                    <a:pt x="1152525" y="1834883"/>
                  </a:lnTo>
                  <a:lnTo>
                    <a:pt x="1152525" y="1832254"/>
                  </a:lnTo>
                  <a:close/>
                </a:path>
                <a:path w="3343275" h="1838325">
                  <a:moveTo>
                    <a:pt x="1152525" y="1222654"/>
                  </a:moveTo>
                  <a:lnTo>
                    <a:pt x="1152067" y="1221536"/>
                  </a:lnTo>
                  <a:lnTo>
                    <a:pt x="1150200" y="1219669"/>
                  </a:lnTo>
                  <a:lnTo>
                    <a:pt x="1149083" y="1219200"/>
                  </a:lnTo>
                  <a:lnTo>
                    <a:pt x="1146454" y="1219200"/>
                  </a:lnTo>
                  <a:lnTo>
                    <a:pt x="1145336" y="1219669"/>
                  </a:lnTo>
                  <a:lnTo>
                    <a:pt x="1143469" y="1221536"/>
                  </a:lnTo>
                  <a:lnTo>
                    <a:pt x="1143000" y="1222654"/>
                  </a:lnTo>
                  <a:lnTo>
                    <a:pt x="1143000" y="1225283"/>
                  </a:lnTo>
                  <a:lnTo>
                    <a:pt x="1143469" y="1226400"/>
                  </a:lnTo>
                  <a:lnTo>
                    <a:pt x="1145336" y="1228267"/>
                  </a:lnTo>
                  <a:lnTo>
                    <a:pt x="1146454" y="1228725"/>
                  </a:lnTo>
                  <a:lnTo>
                    <a:pt x="1149083" y="1228725"/>
                  </a:lnTo>
                  <a:lnTo>
                    <a:pt x="1150200" y="1228267"/>
                  </a:lnTo>
                  <a:lnTo>
                    <a:pt x="1152067" y="1226400"/>
                  </a:lnTo>
                  <a:lnTo>
                    <a:pt x="1152525" y="1225283"/>
                  </a:lnTo>
                  <a:lnTo>
                    <a:pt x="1152525" y="1222654"/>
                  </a:lnTo>
                  <a:close/>
                </a:path>
                <a:path w="3343275" h="1838325">
                  <a:moveTo>
                    <a:pt x="1152525" y="613054"/>
                  </a:moveTo>
                  <a:lnTo>
                    <a:pt x="1152067" y="611936"/>
                  </a:lnTo>
                  <a:lnTo>
                    <a:pt x="1150200" y="610069"/>
                  </a:lnTo>
                  <a:lnTo>
                    <a:pt x="1149083" y="609600"/>
                  </a:lnTo>
                  <a:lnTo>
                    <a:pt x="1146454" y="609600"/>
                  </a:lnTo>
                  <a:lnTo>
                    <a:pt x="1145336" y="610069"/>
                  </a:lnTo>
                  <a:lnTo>
                    <a:pt x="1143469" y="611936"/>
                  </a:lnTo>
                  <a:lnTo>
                    <a:pt x="1143000" y="613054"/>
                  </a:lnTo>
                  <a:lnTo>
                    <a:pt x="1143000" y="615683"/>
                  </a:lnTo>
                  <a:lnTo>
                    <a:pt x="1143469" y="616800"/>
                  </a:lnTo>
                  <a:lnTo>
                    <a:pt x="1145336" y="618667"/>
                  </a:lnTo>
                  <a:lnTo>
                    <a:pt x="1146454" y="619125"/>
                  </a:lnTo>
                  <a:lnTo>
                    <a:pt x="1149083" y="619125"/>
                  </a:lnTo>
                  <a:lnTo>
                    <a:pt x="1150200" y="618667"/>
                  </a:lnTo>
                  <a:lnTo>
                    <a:pt x="1152067" y="616800"/>
                  </a:lnTo>
                  <a:lnTo>
                    <a:pt x="1152525" y="615683"/>
                  </a:lnTo>
                  <a:lnTo>
                    <a:pt x="1152525" y="613054"/>
                  </a:lnTo>
                  <a:close/>
                </a:path>
                <a:path w="3343275" h="1838325">
                  <a:moveTo>
                    <a:pt x="1152525" y="3454"/>
                  </a:moveTo>
                  <a:lnTo>
                    <a:pt x="1152067" y="2336"/>
                  </a:lnTo>
                  <a:lnTo>
                    <a:pt x="1150200" y="469"/>
                  </a:lnTo>
                  <a:lnTo>
                    <a:pt x="1149083" y="0"/>
                  </a:lnTo>
                  <a:lnTo>
                    <a:pt x="1146454" y="0"/>
                  </a:lnTo>
                  <a:lnTo>
                    <a:pt x="1145336" y="469"/>
                  </a:lnTo>
                  <a:lnTo>
                    <a:pt x="1143469" y="2336"/>
                  </a:lnTo>
                  <a:lnTo>
                    <a:pt x="1143000" y="3454"/>
                  </a:lnTo>
                  <a:lnTo>
                    <a:pt x="1143000" y="6083"/>
                  </a:lnTo>
                  <a:lnTo>
                    <a:pt x="1143469" y="7200"/>
                  </a:lnTo>
                  <a:lnTo>
                    <a:pt x="1145336" y="9067"/>
                  </a:lnTo>
                  <a:lnTo>
                    <a:pt x="1146454" y="9525"/>
                  </a:lnTo>
                  <a:lnTo>
                    <a:pt x="1149083" y="9525"/>
                  </a:lnTo>
                  <a:lnTo>
                    <a:pt x="1150200" y="9067"/>
                  </a:lnTo>
                  <a:lnTo>
                    <a:pt x="1152067" y="7200"/>
                  </a:lnTo>
                  <a:lnTo>
                    <a:pt x="1152525" y="6083"/>
                  </a:lnTo>
                  <a:lnTo>
                    <a:pt x="1152525" y="3454"/>
                  </a:lnTo>
                  <a:close/>
                </a:path>
                <a:path w="3343275" h="1838325">
                  <a:moveTo>
                    <a:pt x="1200150" y="1832254"/>
                  </a:moveTo>
                  <a:lnTo>
                    <a:pt x="1199692" y="1831136"/>
                  </a:lnTo>
                  <a:lnTo>
                    <a:pt x="1197825" y="1829269"/>
                  </a:lnTo>
                  <a:lnTo>
                    <a:pt x="1196708" y="1828800"/>
                  </a:lnTo>
                  <a:lnTo>
                    <a:pt x="1194079" y="1828800"/>
                  </a:lnTo>
                  <a:lnTo>
                    <a:pt x="1192961" y="1829269"/>
                  </a:lnTo>
                  <a:lnTo>
                    <a:pt x="1191094" y="1831136"/>
                  </a:lnTo>
                  <a:lnTo>
                    <a:pt x="1190625" y="1832254"/>
                  </a:lnTo>
                  <a:lnTo>
                    <a:pt x="1190625" y="1834883"/>
                  </a:lnTo>
                  <a:lnTo>
                    <a:pt x="1191094" y="1836000"/>
                  </a:lnTo>
                  <a:lnTo>
                    <a:pt x="1192961" y="1837867"/>
                  </a:lnTo>
                  <a:lnTo>
                    <a:pt x="1194079" y="1838325"/>
                  </a:lnTo>
                  <a:lnTo>
                    <a:pt x="1196708" y="1838325"/>
                  </a:lnTo>
                  <a:lnTo>
                    <a:pt x="1197825" y="1837867"/>
                  </a:lnTo>
                  <a:lnTo>
                    <a:pt x="1199692" y="1836000"/>
                  </a:lnTo>
                  <a:lnTo>
                    <a:pt x="1200150" y="1834883"/>
                  </a:lnTo>
                  <a:lnTo>
                    <a:pt x="1200150" y="1832254"/>
                  </a:lnTo>
                  <a:close/>
                </a:path>
                <a:path w="3343275" h="1838325">
                  <a:moveTo>
                    <a:pt x="1200150" y="1222654"/>
                  </a:moveTo>
                  <a:lnTo>
                    <a:pt x="1199692" y="1221536"/>
                  </a:lnTo>
                  <a:lnTo>
                    <a:pt x="1197825" y="1219669"/>
                  </a:lnTo>
                  <a:lnTo>
                    <a:pt x="1196708" y="1219200"/>
                  </a:lnTo>
                  <a:lnTo>
                    <a:pt x="1194079" y="1219200"/>
                  </a:lnTo>
                  <a:lnTo>
                    <a:pt x="1192961" y="1219669"/>
                  </a:lnTo>
                  <a:lnTo>
                    <a:pt x="1191094" y="1221536"/>
                  </a:lnTo>
                  <a:lnTo>
                    <a:pt x="1190625" y="1222654"/>
                  </a:lnTo>
                  <a:lnTo>
                    <a:pt x="1190625" y="1225283"/>
                  </a:lnTo>
                  <a:lnTo>
                    <a:pt x="1191094" y="1226400"/>
                  </a:lnTo>
                  <a:lnTo>
                    <a:pt x="1192961" y="1228267"/>
                  </a:lnTo>
                  <a:lnTo>
                    <a:pt x="1194079" y="1228725"/>
                  </a:lnTo>
                  <a:lnTo>
                    <a:pt x="1196708" y="1228725"/>
                  </a:lnTo>
                  <a:lnTo>
                    <a:pt x="1197825" y="1228267"/>
                  </a:lnTo>
                  <a:lnTo>
                    <a:pt x="1199692" y="1226400"/>
                  </a:lnTo>
                  <a:lnTo>
                    <a:pt x="1200150" y="1225283"/>
                  </a:lnTo>
                  <a:lnTo>
                    <a:pt x="1200150" y="1222654"/>
                  </a:lnTo>
                  <a:close/>
                </a:path>
                <a:path w="3343275" h="1838325">
                  <a:moveTo>
                    <a:pt x="1200150" y="613054"/>
                  </a:moveTo>
                  <a:lnTo>
                    <a:pt x="1199692" y="611936"/>
                  </a:lnTo>
                  <a:lnTo>
                    <a:pt x="1197825" y="610069"/>
                  </a:lnTo>
                  <a:lnTo>
                    <a:pt x="1196708" y="609600"/>
                  </a:lnTo>
                  <a:lnTo>
                    <a:pt x="1194079" y="609600"/>
                  </a:lnTo>
                  <a:lnTo>
                    <a:pt x="1192961" y="610069"/>
                  </a:lnTo>
                  <a:lnTo>
                    <a:pt x="1191094" y="611936"/>
                  </a:lnTo>
                  <a:lnTo>
                    <a:pt x="1190625" y="613054"/>
                  </a:lnTo>
                  <a:lnTo>
                    <a:pt x="1190625" y="615683"/>
                  </a:lnTo>
                  <a:lnTo>
                    <a:pt x="1191094" y="616800"/>
                  </a:lnTo>
                  <a:lnTo>
                    <a:pt x="1192961" y="618667"/>
                  </a:lnTo>
                  <a:lnTo>
                    <a:pt x="1194079" y="619125"/>
                  </a:lnTo>
                  <a:lnTo>
                    <a:pt x="1196708" y="619125"/>
                  </a:lnTo>
                  <a:lnTo>
                    <a:pt x="1197825" y="618667"/>
                  </a:lnTo>
                  <a:lnTo>
                    <a:pt x="1199692" y="616800"/>
                  </a:lnTo>
                  <a:lnTo>
                    <a:pt x="1200150" y="615683"/>
                  </a:lnTo>
                  <a:lnTo>
                    <a:pt x="1200150" y="613054"/>
                  </a:lnTo>
                  <a:close/>
                </a:path>
                <a:path w="3343275" h="1838325">
                  <a:moveTo>
                    <a:pt x="1200150" y="3454"/>
                  </a:moveTo>
                  <a:lnTo>
                    <a:pt x="1199692" y="2336"/>
                  </a:lnTo>
                  <a:lnTo>
                    <a:pt x="1197825" y="469"/>
                  </a:lnTo>
                  <a:lnTo>
                    <a:pt x="1196708" y="0"/>
                  </a:lnTo>
                  <a:lnTo>
                    <a:pt x="1194079" y="0"/>
                  </a:lnTo>
                  <a:lnTo>
                    <a:pt x="1192961" y="469"/>
                  </a:lnTo>
                  <a:lnTo>
                    <a:pt x="1191094" y="2336"/>
                  </a:lnTo>
                  <a:lnTo>
                    <a:pt x="1190625" y="3454"/>
                  </a:lnTo>
                  <a:lnTo>
                    <a:pt x="1190625" y="6083"/>
                  </a:lnTo>
                  <a:lnTo>
                    <a:pt x="1191094" y="7200"/>
                  </a:lnTo>
                  <a:lnTo>
                    <a:pt x="1192961" y="9067"/>
                  </a:lnTo>
                  <a:lnTo>
                    <a:pt x="1194079" y="9525"/>
                  </a:lnTo>
                  <a:lnTo>
                    <a:pt x="1196708" y="9525"/>
                  </a:lnTo>
                  <a:lnTo>
                    <a:pt x="1197825" y="9067"/>
                  </a:lnTo>
                  <a:lnTo>
                    <a:pt x="1199692" y="7200"/>
                  </a:lnTo>
                  <a:lnTo>
                    <a:pt x="1200150" y="6083"/>
                  </a:lnTo>
                  <a:lnTo>
                    <a:pt x="1200150" y="3454"/>
                  </a:lnTo>
                  <a:close/>
                </a:path>
                <a:path w="3343275" h="1838325">
                  <a:moveTo>
                    <a:pt x="1247775" y="1832254"/>
                  </a:moveTo>
                  <a:lnTo>
                    <a:pt x="1247317" y="1831136"/>
                  </a:lnTo>
                  <a:lnTo>
                    <a:pt x="1245450" y="1829269"/>
                  </a:lnTo>
                  <a:lnTo>
                    <a:pt x="1244333" y="1828800"/>
                  </a:lnTo>
                  <a:lnTo>
                    <a:pt x="1241704" y="1828800"/>
                  </a:lnTo>
                  <a:lnTo>
                    <a:pt x="1240586" y="1829269"/>
                  </a:lnTo>
                  <a:lnTo>
                    <a:pt x="1238719" y="1831136"/>
                  </a:lnTo>
                  <a:lnTo>
                    <a:pt x="1238250" y="1832254"/>
                  </a:lnTo>
                  <a:lnTo>
                    <a:pt x="1238250" y="1834883"/>
                  </a:lnTo>
                  <a:lnTo>
                    <a:pt x="1238719" y="1836000"/>
                  </a:lnTo>
                  <a:lnTo>
                    <a:pt x="1240586" y="1837867"/>
                  </a:lnTo>
                  <a:lnTo>
                    <a:pt x="1241704" y="1838325"/>
                  </a:lnTo>
                  <a:lnTo>
                    <a:pt x="1244333" y="1838325"/>
                  </a:lnTo>
                  <a:lnTo>
                    <a:pt x="1245450" y="1837867"/>
                  </a:lnTo>
                  <a:lnTo>
                    <a:pt x="1247317" y="1836000"/>
                  </a:lnTo>
                  <a:lnTo>
                    <a:pt x="1247775" y="1834883"/>
                  </a:lnTo>
                  <a:lnTo>
                    <a:pt x="1247775" y="1832254"/>
                  </a:lnTo>
                  <a:close/>
                </a:path>
                <a:path w="3343275" h="1838325">
                  <a:moveTo>
                    <a:pt x="1247775" y="1222654"/>
                  </a:moveTo>
                  <a:lnTo>
                    <a:pt x="1247317" y="1221536"/>
                  </a:lnTo>
                  <a:lnTo>
                    <a:pt x="1245450" y="1219669"/>
                  </a:lnTo>
                  <a:lnTo>
                    <a:pt x="1244333" y="1219200"/>
                  </a:lnTo>
                  <a:lnTo>
                    <a:pt x="1241704" y="1219200"/>
                  </a:lnTo>
                  <a:lnTo>
                    <a:pt x="1240586" y="1219669"/>
                  </a:lnTo>
                  <a:lnTo>
                    <a:pt x="1238719" y="1221536"/>
                  </a:lnTo>
                  <a:lnTo>
                    <a:pt x="1238250" y="1222654"/>
                  </a:lnTo>
                  <a:lnTo>
                    <a:pt x="1238250" y="1225283"/>
                  </a:lnTo>
                  <a:lnTo>
                    <a:pt x="1238719" y="1226400"/>
                  </a:lnTo>
                  <a:lnTo>
                    <a:pt x="1240586" y="1228267"/>
                  </a:lnTo>
                  <a:lnTo>
                    <a:pt x="1241704" y="1228725"/>
                  </a:lnTo>
                  <a:lnTo>
                    <a:pt x="1244333" y="1228725"/>
                  </a:lnTo>
                  <a:lnTo>
                    <a:pt x="1245450" y="1228267"/>
                  </a:lnTo>
                  <a:lnTo>
                    <a:pt x="1247317" y="1226400"/>
                  </a:lnTo>
                  <a:lnTo>
                    <a:pt x="1247775" y="1225283"/>
                  </a:lnTo>
                  <a:lnTo>
                    <a:pt x="1247775" y="1222654"/>
                  </a:lnTo>
                  <a:close/>
                </a:path>
                <a:path w="3343275" h="1838325">
                  <a:moveTo>
                    <a:pt x="1247775" y="613054"/>
                  </a:moveTo>
                  <a:lnTo>
                    <a:pt x="1247317" y="611936"/>
                  </a:lnTo>
                  <a:lnTo>
                    <a:pt x="1245450" y="610069"/>
                  </a:lnTo>
                  <a:lnTo>
                    <a:pt x="1244333" y="609600"/>
                  </a:lnTo>
                  <a:lnTo>
                    <a:pt x="1241704" y="609600"/>
                  </a:lnTo>
                  <a:lnTo>
                    <a:pt x="1240586" y="610069"/>
                  </a:lnTo>
                  <a:lnTo>
                    <a:pt x="1238719" y="611936"/>
                  </a:lnTo>
                  <a:lnTo>
                    <a:pt x="1238250" y="613054"/>
                  </a:lnTo>
                  <a:lnTo>
                    <a:pt x="1238250" y="615683"/>
                  </a:lnTo>
                  <a:lnTo>
                    <a:pt x="1238719" y="616800"/>
                  </a:lnTo>
                  <a:lnTo>
                    <a:pt x="1240586" y="618667"/>
                  </a:lnTo>
                  <a:lnTo>
                    <a:pt x="1241704" y="619125"/>
                  </a:lnTo>
                  <a:lnTo>
                    <a:pt x="1244333" y="619125"/>
                  </a:lnTo>
                  <a:lnTo>
                    <a:pt x="1245450" y="618667"/>
                  </a:lnTo>
                  <a:lnTo>
                    <a:pt x="1247317" y="616800"/>
                  </a:lnTo>
                  <a:lnTo>
                    <a:pt x="1247775" y="615683"/>
                  </a:lnTo>
                  <a:lnTo>
                    <a:pt x="1247775" y="613054"/>
                  </a:lnTo>
                  <a:close/>
                </a:path>
                <a:path w="3343275" h="1838325">
                  <a:moveTo>
                    <a:pt x="1247775" y="3454"/>
                  </a:moveTo>
                  <a:lnTo>
                    <a:pt x="1247317" y="2336"/>
                  </a:lnTo>
                  <a:lnTo>
                    <a:pt x="1245450" y="469"/>
                  </a:lnTo>
                  <a:lnTo>
                    <a:pt x="1244333" y="0"/>
                  </a:lnTo>
                  <a:lnTo>
                    <a:pt x="1241704" y="0"/>
                  </a:lnTo>
                  <a:lnTo>
                    <a:pt x="1240586" y="469"/>
                  </a:lnTo>
                  <a:lnTo>
                    <a:pt x="1238719" y="2336"/>
                  </a:lnTo>
                  <a:lnTo>
                    <a:pt x="1238250" y="3454"/>
                  </a:lnTo>
                  <a:lnTo>
                    <a:pt x="1238250" y="6083"/>
                  </a:lnTo>
                  <a:lnTo>
                    <a:pt x="1238719" y="7200"/>
                  </a:lnTo>
                  <a:lnTo>
                    <a:pt x="1240586" y="9067"/>
                  </a:lnTo>
                  <a:lnTo>
                    <a:pt x="1241704" y="9525"/>
                  </a:lnTo>
                  <a:lnTo>
                    <a:pt x="1244333" y="9525"/>
                  </a:lnTo>
                  <a:lnTo>
                    <a:pt x="1245450" y="9067"/>
                  </a:lnTo>
                  <a:lnTo>
                    <a:pt x="1247317" y="7200"/>
                  </a:lnTo>
                  <a:lnTo>
                    <a:pt x="1247775" y="6083"/>
                  </a:lnTo>
                  <a:lnTo>
                    <a:pt x="1247775" y="3454"/>
                  </a:lnTo>
                  <a:close/>
                </a:path>
                <a:path w="3343275" h="1838325">
                  <a:moveTo>
                    <a:pt x="1295400" y="1832254"/>
                  </a:moveTo>
                  <a:lnTo>
                    <a:pt x="1294942" y="1831136"/>
                  </a:lnTo>
                  <a:lnTo>
                    <a:pt x="1293075" y="1829269"/>
                  </a:lnTo>
                  <a:lnTo>
                    <a:pt x="1291958" y="1828800"/>
                  </a:lnTo>
                  <a:lnTo>
                    <a:pt x="1289329" y="1828800"/>
                  </a:lnTo>
                  <a:lnTo>
                    <a:pt x="1288211" y="1829269"/>
                  </a:lnTo>
                  <a:lnTo>
                    <a:pt x="1286344" y="1831136"/>
                  </a:lnTo>
                  <a:lnTo>
                    <a:pt x="1285875" y="1832254"/>
                  </a:lnTo>
                  <a:lnTo>
                    <a:pt x="1285875" y="1834883"/>
                  </a:lnTo>
                  <a:lnTo>
                    <a:pt x="1286344" y="1836000"/>
                  </a:lnTo>
                  <a:lnTo>
                    <a:pt x="1288211" y="1837867"/>
                  </a:lnTo>
                  <a:lnTo>
                    <a:pt x="1289329" y="1838325"/>
                  </a:lnTo>
                  <a:lnTo>
                    <a:pt x="1291958" y="1838325"/>
                  </a:lnTo>
                  <a:lnTo>
                    <a:pt x="1293075" y="1837867"/>
                  </a:lnTo>
                  <a:lnTo>
                    <a:pt x="1294942" y="1836000"/>
                  </a:lnTo>
                  <a:lnTo>
                    <a:pt x="1295400" y="1834883"/>
                  </a:lnTo>
                  <a:lnTo>
                    <a:pt x="1295400" y="1832254"/>
                  </a:lnTo>
                  <a:close/>
                </a:path>
                <a:path w="3343275" h="1838325">
                  <a:moveTo>
                    <a:pt x="1295400" y="1222654"/>
                  </a:moveTo>
                  <a:lnTo>
                    <a:pt x="1294942" y="1221536"/>
                  </a:lnTo>
                  <a:lnTo>
                    <a:pt x="1293075" y="1219669"/>
                  </a:lnTo>
                  <a:lnTo>
                    <a:pt x="1291958" y="1219200"/>
                  </a:lnTo>
                  <a:lnTo>
                    <a:pt x="1289329" y="1219200"/>
                  </a:lnTo>
                  <a:lnTo>
                    <a:pt x="1288211" y="1219669"/>
                  </a:lnTo>
                  <a:lnTo>
                    <a:pt x="1286344" y="1221536"/>
                  </a:lnTo>
                  <a:lnTo>
                    <a:pt x="1285875" y="1222654"/>
                  </a:lnTo>
                  <a:lnTo>
                    <a:pt x="1285875" y="1225283"/>
                  </a:lnTo>
                  <a:lnTo>
                    <a:pt x="1286344" y="1226400"/>
                  </a:lnTo>
                  <a:lnTo>
                    <a:pt x="1288211" y="1228267"/>
                  </a:lnTo>
                  <a:lnTo>
                    <a:pt x="1289329" y="1228725"/>
                  </a:lnTo>
                  <a:lnTo>
                    <a:pt x="1291958" y="1228725"/>
                  </a:lnTo>
                  <a:lnTo>
                    <a:pt x="1293075" y="1228267"/>
                  </a:lnTo>
                  <a:lnTo>
                    <a:pt x="1294942" y="1226400"/>
                  </a:lnTo>
                  <a:lnTo>
                    <a:pt x="1295400" y="1225283"/>
                  </a:lnTo>
                  <a:lnTo>
                    <a:pt x="1295400" y="1222654"/>
                  </a:lnTo>
                  <a:close/>
                </a:path>
                <a:path w="3343275" h="1838325">
                  <a:moveTo>
                    <a:pt x="1295400" y="613054"/>
                  </a:moveTo>
                  <a:lnTo>
                    <a:pt x="1294942" y="611936"/>
                  </a:lnTo>
                  <a:lnTo>
                    <a:pt x="1293075" y="610069"/>
                  </a:lnTo>
                  <a:lnTo>
                    <a:pt x="1291958" y="609600"/>
                  </a:lnTo>
                  <a:lnTo>
                    <a:pt x="1289329" y="609600"/>
                  </a:lnTo>
                  <a:lnTo>
                    <a:pt x="1288211" y="610069"/>
                  </a:lnTo>
                  <a:lnTo>
                    <a:pt x="1286344" y="611936"/>
                  </a:lnTo>
                  <a:lnTo>
                    <a:pt x="1285875" y="613054"/>
                  </a:lnTo>
                  <a:lnTo>
                    <a:pt x="1285875" y="615683"/>
                  </a:lnTo>
                  <a:lnTo>
                    <a:pt x="1286344" y="616800"/>
                  </a:lnTo>
                  <a:lnTo>
                    <a:pt x="1288211" y="618667"/>
                  </a:lnTo>
                  <a:lnTo>
                    <a:pt x="1289329" y="619125"/>
                  </a:lnTo>
                  <a:lnTo>
                    <a:pt x="1291958" y="619125"/>
                  </a:lnTo>
                  <a:lnTo>
                    <a:pt x="1293075" y="618667"/>
                  </a:lnTo>
                  <a:lnTo>
                    <a:pt x="1294942" y="616800"/>
                  </a:lnTo>
                  <a:lnTo>
                    <a:pt x="1295400" y="615683"/>
                  </a:lnTo>
                  <a:lnTo>
                    <a:pt x="1295400" y="613054"/>
                  </a:lnTo>
                  <a:close/>
                </a:path>
                <a:path w="3343275" h="1838325">
                  <a:moveTo>
                    <a:pt x="1295400" y="3454"/>
                  </a:moveTo>
                  <a:lnTo>
                    <a:pt x="1294942" y="2336"/>
                  </a:lnTo>
                  <a:lnTo>
                    <a:pt x="1293075" y="469"/>
                  </a:lnTo>
                  <a:lnTo>
                    <a:pt x="1291958" y="0"/>
                  </a:lnTo>
                  <a:lnTo>
                    <a:pt x="1289329" y="0"/>
                  </a:lnTo>
                  <a:lnTo>
                    <a:pt x="1288211" y="469"/>
                  </a:lnTo>
                  <a:lnTo>
                    <a:pt x="1286344" y="2336"/>
                  </a:lnTo>
                  <a:lnTo>
                    <a:pt x="1285875" y="3454"/>
                  </a:lnTo>
                  <a:lnTo>
                    <a:pt x="1285875" y="6083"/>
                  </a:lnTo>
                  <a:lnTo>
                    <a:pt x="1286344" y="7200"/>
                  </a:lnTo>
                  <a:lnTo>
                    <a:pt x="1288211" y="9067"/>
                  </a:lnTo>
                  <a:lnTo>
                    <a:pt x="1289329" y="9525"/>
                  </a:lnTo>
                  <a:lnTo>
                    <a:pt x="1291958" y="9525"/>
                  </a:lnTo>
                  <a:lnTo>
                    <a:pt x="1293075" y="9067"/>
                  </a:lnTo>
                  <a:lnTo>
                    <a:pt x="1294942" y="7200"/>
                  </a:lnTo>
                  <a:lnTo>
                    <a:pt x="1295400" y="6083"/>
                  </a:lnTo>
                  <a:lnTo>
                    <a:pt x="1295400" y="3454"/>
                  </a:lnTo>
                  <a:close/>
                </a:path>
                <a:path w="3343275" h="1838325">
                  <a:moveTo>
                    <a:pt x="1343025" y="1832254"/>
                  </a:moveTo>
                  <a:lnTo>
                    <a:pt x="1342567" y="1831136"/>
                  </a:lnTo>
                  <a:lnTo>
                    <a:pt x="1340700" y="1829269"/>
                  </a:lnTo>
                  <a:lnTo>
                    <a:pt x="1339583" y="1828800"/>
                  </a:lnTo>
                  <a:lnTo>
                    <a:pt x="1336954" y="1828800"/>
                  </a:lnTo>
                  <a:lnTo>
                    <a:pt x="1335836" y="1829269"/>
                  </a:lnTo>
                  <a:lnTo>
                    <a:pt x="1333969" y="1831136"/>
                  </a:lnTo>
                  <a:lnTo>
                    <a:pt x="1333500" y="1832254"/>
                  </a:lnTo>
                  <a:lnTo>
                    <a:pt x="1333500" y="1834883"/>
                  </a:lnTo>
                  <a:lnTo>
                    <a:pt x="1333969" y="1836000"/>
                  </a:lnTo>
                  <a:lnTo>
                    <a:pt x="1335836" y="1837867"/>
                  </a:lnTo>
                  <a:lnTo>
                    <a:pt x="1336954" y="1838325"/>
                  </a:lnTo>
                  <a:lnTo>
                    <a:pt x="1339583" y="1838325"/>
                  </a:lnTo>
                  <a:lnTo>
                    <a:pt x="1340700" y="1837867"/>
                  </a:lnTo>
                  <a:lnTo>
                    <a:pt x="1342567" y="1836000"/>
                  </a:lnTo>
                  <a:lnTo>
                    <a:pt x="1343025" y="1834883"/>
                  </a:lnTo>
                  <a:lnTo>
                    <a:pt x="1343025" y="1832254"/>
                  </a:lnTo>
                  <a:close/>
                </a:path>
                <a:path w="3343275" h="1838325">
                  <a:moveTo>
                    <a:pt x="1343025" y="1222654"/>
                  </a:moveTo>
                  <a:lnTo>
                    <a:pt x="1342567" y="1221536"/>
                  </a:lnTo>
                  <a:lnTo>
                    <a:pt x="1340700" y="1219669"/>
                  </a:lnTo>
                  <a:lnTo>
                    <a:pt x="1339583" y="1219200"/>
                  </a:lnTo>
                  <a:lnTo>
                    <a:pt x="1336954" y="1219200"/>
                  </a:lnTo>
                  <a:lnTo>
                    <a:pt x="1335836" y="1219669"/>
                  </a:lnTo>
                  <a:lnTo>
                    <a:pt x="1333969" y="1221536"/>
                  </a:lnTo>
                  <a:lnTo>
                    <a:pt x="1333500" y="1222654"/>
                  </a:lnTo>
                  <a:lnTo>
                    <a:pt x="1333500" y="1225283"/>
                  </a:lnTo>
                  <a:lnTo>
                    <a:pt x="1333969" y="1226400"/>
                  </a:lnTo>
                  <a:lnTo>
                    <a:pt x="1335836" y="1228267"/>
                  </a:lnTo>
                  <a:lnTo>
                    <a:pt x="1336954" y="1228725"/>
                  </a:lnTo>
                  <a:lnTo>
                    <a:pt x="1339583" y="1228725"/>
                  </a:lnTo>
                  <a:lnTo>
                    <a:pt x="1340700" y="1228267"/>
                  </a:lnTo>
                  <a:lnTo>
                    <a:pt x="1342567" y="1226400"/>
                  </a:lnTo>
                  <a:lnTo>
                    <a:pt x="1343025" y="1225283"/>
                  </a:lnTo>
                  <a:lnTo>
                    <a:pt x="1343025" y="1222654"/>
                  </a:lnTo>
                  <a:close/>
                </a:path>
                <a:path w="3343275" h="1838325">
                  <a:moveTo>
                    <a:pt x="1343025" y="613054"/>
                  </a:moveTo>
                  <a:lnTo>
                    <a:pt x="1342567" y="611936"/>
                  </a:lnTo>
                  <a:lnTo>
                    <a:pt x="1340700" y="610069"/>
                  </a:lnTo>
                  <a:lnTo>
                    <a:pt x="1339583" y="609600"/>
                  </a:lnTo>
                  <a:lnTo>
                    <a:pt x="1336954" y="609600"/>
                  </a:lnTo>
                  <a:lnTo>
                    <a:pt x="1335836" y="610069"/>
                  </a:lnTo>
                  <a:lnTo>
                    <a:pt x="1333969" y="611936"/>
                  </a:lnTo>
                  <a:lnTo>
                    <a:pt x="1333500" y="613054"/>
                  </a:lnTo>
                  <a:lnTo>
                    <a:pt x="1333500" y="615683"/>
                  </a:lnTo>
                  <a:lnTo>
                    <a:pt x="1333969" y="616800"/>
                  </a:lnTo>
                  <a:lnTo>
                    <a:pt x="1335836" y="618667"/>
                  </a:lnTo>
                  <a:lnTo>
                    <a:pt x="1336954" y="619125"/>
                  </a:lnTo>
                  <a:lnTo>
                    <a:pt x="1339583" y="619125"/>
                  </a:lnTo>
                  <a:lnTo>
                    <a:pt x="1340700" y="618667"/>
                  </a:lnTo>
                  <a:lnTo>
                    <a:pt x="1342567" y="616800"/>
                  </a:lnTo>
                  <a:lnTo>
                    <a:pt x="1343025" y="615683"/>
                  </a:lnTo>
                  <a:lnTo>
                    <a:pt x="1343025" y="613054"/>
                  </a:lnTo>
                  <a:close/>
                </a:path>
                <a:path w="3343275" h="1838325">
                  <a:moveTo>
                    <a:pt x="1343025" y="3454"/>
                  </a:moveTo>
                  <a:lnTo>
                    <a:pt x="1342567" y="2336"/>
                  </a:lnTo>
                  <a:lnTo>
                    <a:pt x="1340700" y="469"/>
                  </a:lnTo>
                  <a:lnTo>
                    <a:pt x="1339583" y="0"/>
                  </a:lnTo>
                  <a:lnTo>
                    <a:pt x="1336954" y="0"/>
                  </a:lnTo>
                  <a:lnTo>
                    <a:pt x="1335836" y="469"/>
                  </a:lnTo>
                  <a:lnTo>
                    <a:pt x="1333969" y="2336"/>
                  </a:lnTo>
                  <a:lnTo>
                    <a:pt x="1333500" y="3454"/>
                  </a:lnTo>
                  <a:lnTo>
                    <a:pt x="1333500" y="6083"/>
                  </a:lnTo>
                  <a:lnTo>
                    <a:pt x="1333969" y="7200"/>
                  </a:lnTo>
                  <a:lnTo>
                    <a:pt x="1335836" y="9067"/>
                  </a:lnTo>
                  <a:lnTo>
                    <a:pt x="1336954" y="9525"/>
                  </a:lnTo>
                  <a:lnTo>
                    <a:pt x="1339583" y="9525"/>
                  </a:lnTo>
                  <a:lnTo>
                    <a:pt x="1340700" y="9067"/>
                  </a:lnTo>
                  <a:lnTo>
                    <a:pt x="1342567" y="7200"/>
                  </a:lnTo>
                  <a:lnTo>
                    <a:pt x="1343025" y="6083"/>
                  </a:lnTo>
                  <a:lnTo>
                    <a:pt x="1343025" y="3454"/>
                  </a:lnTo>
                  <a:close/>
                </a:path>
                <a:path w="3343275" h="1838325">
                  <a:moveTo>
                    <a:pt x="1390650" y="1832254"/>
                  </a:moveTo>
                  <a:lnTo>
                    <a:pt x="1390192" y="1831136"/>
                  </a:lnTo>
                  <a:lnTo>
                    <a:pt x="1388325" y="1829269"/>
                  </a:lnTo>
                  <a:lnTo>
                    <a:pt x="1387208" y="1828800"/>
                  </a:lnTo>
                  <a:lnTo>
                    <a:pt x="1384579" y="1828800"/>
                  </a:lnTo>
                  <a:lnTo>
                    <a:pt x="1383461" y="1829269"/>
                  </a:lnTo>
                  <a:lnTo>
                    <a:pt x="1381594" y="1831136"/>
                  </a:lnTo>
                  <a:lnTo>
                    <a:pt x="1381125" y="1832254"/>
                  </a:lnTo>
                  <a:lnTo>
                    <a:pt x="1381125" y="1834883"/>
                  </a:lnTo>
                  <a:lnTo>
                    <a:pt x="1381594" y="1836000"/>
                  </a:lnTo>
                  <a:lnTo>
                    <a:pt x="1383461" y="1837867"/>
                  </a:lnTo>
                  <a:lnTo>
                    <a:pt x="1384579" y="1838325"/>
                  </a:lnTo>
                  <a:lnTo>
                    <a:pt x="1387208" y="1838325"/>
                  </a:lnTo>
                  <a:lnTo>
                    <a:pt x="1388325" y="1837867"/>
                  </a:lnTo>
                  <a:lnTo>
                    <a:pt x="1390192" y="1836000"/>
                  </a:lnTo>
                  <a:lnTo>
                    <a:pt x="1390650" y="1834883"/>
                  </a:lnTo>
                  <a:lnTo>
                    <a:pt x="1390650" y="1832254"/>
                  </a:lnTo>
                  <a:close/>
                </a:path>
                <a:path w="3343275" h="1838325">
                  <a:moveTo>
                    <a:pt x="1390650" y="1222654"/>
                  </a:moveTo>
                  <a:lnTo>
                    <a:pt x="1390192" y="1221536"/>
                  </a:lnTo>
                  <a:lnTo>
                    <a:pt x="1388325" y="1219669"/>
                  </a:lnTo>
                  <a:lnTo>
                    <a:pt x="1387208" y="1219200"/>
                  </a:lnTo>
                  <a:lnTo>
                    <a:pt x="1384579" y="1219200"/>
                  </a:lnTo>
                  <a:lnTo>
                    <a:pt x="1383461" y="1219669"/>
                  </a:lnTo>
                  <a:lnTo>
                    <a:pt x="1381594" y="1221536"/>
                  </a:lnTo>
                  <a:lnTo>
                    <a:pt x="1381125" y="1222654"/>
                  </a:lnTo>
                  <a:lnTo>
                    <a:pt x="1381125" y="1225283"/>
                  </a:lnTo>
                  <a:lnTo>
                    <a:pt x="1381594" y="1226400"/>
                  </a:lnTo>
                  <a:lnTo>
                    <a:pt x="1383461" y="1228267"/>
                  </a:lnTo>
                  <a:lnTo>
                    <a:pt x="1384579" y="1228725"/>
                  </a:lnTo>
                  <a:lnTo>
                    <a:pt x="1387208" y="1228725"/>
                  </a:lnTo>
                  <a:lnTo>
                    <a:pt x="1388325" y="1228267"/>
                  </a:lnTo>
                  <a:lnTo>
                    <a:pt x="1390192" y="1226400"/>
                  </a:lnTo>
                  <a:lnTo>
                    <a:pt x="1390650" y="1225283"/>
                  </a:lnTo>
                  <a:lnTo>
                    <a:pt x="1390650" y="1222654"/>
                  </a:lnTo>
                  <a:close/>
                </a:path>
                <a:path w="3343275" h="1838325">
                  <a:moveTo>
                    <a:pt x="1390650" y="613054"/>
                  </a:moveTo>
                  <a:lnTo>
                    <a:pt x="1390192" y="611936"/>
                  </a:lnTo>
                  <a:lnTo>
                    <a:pt x="1388325" y="610069"/>
                  </a:lnTo>
                  <a:lnTo>
                    <a:pt x="1387208" y="609600"/>
                  </a:lnTo>
                  <a:lnTo>
                    <a:pt x="1384579" y="609600"/>
                  </a:lnTo>
                  <a:lnTo>
                    <a:pt x="1383461" y="610069"/>
                  </a:lnTo>
                  <a:lnTo>
                    <a:pt x="1381594" y="611936"/>
                  </a:lnTo>
                  <a:lnTo>
                    <a:pt x="1381125" y="613054"/>
                  </a:lnTo>
                  <a:lnTo>
                    <a:pt x="1381125" y="615683"/>
                  </a:lnTo>
                  <a:lnTo>
                    <a:pt x="1381594" y="616800"/>
                  </a:lnTo>
                  <a:lnTo>
                    <a:pt x="1383461" y="618667"/>
                  </a:lnTo>
                  <a:lnTo>
                    <a:pt x="1384579" y="619125"/>
                  </a:lnTo>
                  <a:lnTo>
                    <a:pt x="1387208" y="619125"/>
                  </a:lnTo>
                  <a:lnTo>
                    <a:pt x="1388325" y="618667"/>
                  </a:lnTo>
                  <a:lnTo>
                    <a:pt x="1390192" y="616800"/>
                  </a:lnTo>
                  <a:lnTo>
                    <a:pt x="1390650" y="615683"/>
                  </a:lnTo>
                  <a:lnTo>
                    <a:pt x="1390650" y="613054"/>
                  </a:lnTo>
                  <a:close/>
                </a:path>
                <a:path w="3343275" h="1838325">
                  <a:moveTo>
                    <a:pt x="1390650" y="3454"/>
                  </a:moveTo>
                  <a:lnTo>
                    <a:pt x="1390192" y="2336"/>
                  </a:lnTo>
                  <a:lnTo>
                    <a:pt x="1388325" y="469"/>
                  </a:lnTo>
                  <a:lnTo>
                    <a:pt x="1387208" y="0"/>
                  </a:lnTo>
                  <a:lnTo>
                    <a:pt x="1384579" y="0"/>
                  </a:lnTo>
                  <a:lnTo>
                    <a:pt x="1383461" y="469"/>
                  </a:lnTo>
                  <a:lnTo>
                    <a:pt x="1381594" y="2336"/>
                  </a:lnTo>
                  <a:lnTo>
                    <a:pt x="1381125" y="3454"/>
                  </a:lnTo>
                  <a:lnTo>
                    <a:pt x="1381125" y="6083"/>
                  </a:lnTo>
                  <a:lnTo>
                    <a:pt x="1381594" y="7200"/>
                  </a:lnTo>
                  <a:lnTo>
                    <a:pt x="1383461" y="9067"/>
                  </a:lnTo>
                  <a:lnTo>
                    <a:pt x="1384579" y="9525"/>
                  </a:lnTo>
                  <a:lnTo>
                    <a:pt x="1387208" y="9525"/>
                  </a:lnTo>
                  <a:lnTo>
                    <a:pt x="1388325" y="9067"/>
                  </a:lnTo>
                  <a:lnTo>
                    <a:pt x="1390192" y="7200"/>
                  </a:lnTo>
                  <a:lnTo>
                    <a:pt x="1390650" y="6083"/>
                  </a:lnTo>
                  <a:lnTo>
                    <a:pt x="1390650" y="3454"/>
                  </a:lnTo>
                  <a:close/>
                </a:path>
                <a:path w="3343275" h="1838325">
                  <a:moveTo>
                    <a:pt x="1438275" y="1832254"/>
                  </a:moveTo>
                  <a:lnTo>
                    <a:pt x="1437817" y="1831136"/>
                  </a:lnTo>
                  <a:lnTo>
                    <a:pt x="1435950" y="1829269"/>
                  </a:lnTo>
                  <a:lnTo>
                    <a:pt x="1434833" y="1828800"/>
                  </a:lnTo>
                  <a:lnTo>
                    <a:pt x="1432204" y="1828800"/>
                  </a:lnTo>
                  <a:lnTo>
                    <a:pt x="1431086" y="1829269"/>
                  </a:lnTo>
                  <a:lnTo>
                    <a:pt x="1429219" y="1831136"/>
                  </a:lnTo>
                  <a:lnTo>
                    <a:pt x="1428750" y="1832254"/>
                  </a:lnTo>
                  <a:lnTo>
                    <a:pt x="1428750" y="1834883"/>
                  </a:lnTo>
                  <a:lnTo>
                    <a:pt x="1429219" y="1836000"/>
                  </a:lnTo>
                  <a:lnTo>
                    <a:pt x="1431086" y="1837867"/>
                  </a:lnTo>
                  <a:lnTo>
                    <a:pt x="1432204" y="1838325"/>
                  </a:lnTo>
                  <a:lnTo>
                    <a:pt x="1434833" y="1838325"/>
                  </a:lnTo>
                  <a:lnTo>
                    <a:pt x="1435950" y="1837867"/>
                  </a:lnTo>
                  <a:lnTo>
                    <a:pt x="1437817" y="1836000"/>
                  </a:lnTo>
                  <a:lnTo>
                    <a:pt x="1438275" y="1834883"/>
                  </a:lnTo>
                  <a:lnTo>
                    <a:pt x="1438275" y="1832254"/>
                  </a:lnTo>
                  <a:close/>
                </a:path>
                <a:path w="3343275" h="1838325">
                  <a:moveTo>
                    <a:pt x="1438275" y="1222654"/>
                  </a:moveTo>
                  <a:lnTo>
                    <a:pt x="1437817" y="1221536"/>
                  </a:lnTo>
                  <a:lnTo>
                    <a:pt x="1435950" y="1219669"/>
                  </a:lnTo>
                  <a:lnTo>
                    <a:pt x="1434833" y="1219200"/>
                  </a:lnTo>
                  <a:lnTo>
                    <a:pt x="1432204" y="1219200"/>
                  </a:lnTo>
                  <a:lnTo>
                    <a:pt x="1431086" y="1219669"/>
                  </a:lnTo>
                  <a:lnTo>
                    <a:pt x="1429219" y="1221536"/>
                  </a:lnTo>
                  <a:lnTo>
                    <a:pt x="1428750" y="1222654"/>
                  </a:lnTo>
                  <a:lnTo>
                    <a:pt x="1428750" y="1225283"/>
                  </a:lnTo>
                  <a:lnTo>
                    <a:pt x="1429219" y="1226400"/>
                  </a:lnTo>
                  <a:lnTo>
                    <a:pt x="1431086" y="1228267"/>
                  </a:lnTo>
                  <a:lnTo>
                    <a:pt x="1432204" y="1228725"/>
                  </a:lnTo>
                  <a:lnTo>
                    <a:pt x="1434833" y="1228725"/>
                  </a:lnTo>
                  <a:lnTo>
                    <a:pt x="1435950" y="1228267"/>
                  </a:lnTo>
                  <a:lnTo>
                    <a:pt x="1437817" y="1226400"/>
                  </a:lnTo>
                  <a:lnTo>
                    <a:pt x="1438275" y="1225283"/>
                  </a:lnTo>
                  <a:lnTo>
                    <a:pt x="1438275" y="1222654"/>
                  </a:lnTo>
                  <a:close/>
                </a:path>
                <a:path w="3343275" h="1838325">
                  <a:moveTo>
                    <a:pt x="1438275" y="613054"/>
                  </a:moveTo>
                  <a:lnTo>
                    <a:pt x="1437817" y="611936"/>
                  </a:lnTo>
                  <a:lnTo>
                    <a:pt x="1435950" y="610069"/>
                  </a:lnTo>
                  <a:lnTo>
                    <a:pt x="1434833" y="609600"/>
                  </a:lnTo>
                  <a:lnTo>
                    <a:pt x="1432204" y="609600"/>
                  </a:lnTo>
                  <a:lnTo>
                    <a:pt x="1431086" y="610069"/>
                  </a:lnTo>
                  <a:lnTo>
                    <a:pt x="1429219" y="611936"/>
                  </a:lnTo>
                  <a:lnTo>
                    <a:pt x="1428750" y="613054"/>
                  </a:lnTo>
                  <a:lnTo>
                    <a:pt x="1428750" y="615683"/>
                  </a:lnTo>
                  <a:lnTo>
                    <a:pt x="1429219" y="616800"/>
                  </a:lnTo>
                  <a:lnTo>
                    <a:pt x="1431086" y="618667"/>
                  </a:lnTo>
                  <a:lnTo>
                    <a:pt x="1432204" y="619125"/>
                  </a:lnTo>
                  <a:lnTo>
                    <a:pt x="1434833" y="619125"/>
                  </a:lnTo>
                  <a:lnTo>
                    <a:pt x="1435950" y="618667"/>
                  </a:lnTo>
                  <a:lnTo>
                    <a:pt x="1437817" y="616800"/>
                  </a:lnTo>
                  <a:lnTo>
                    <a:pt x="1438275" y="615683"/>
                  </a:lnTo>
                  <a:lnTo>
                    <a:pt x="1438275" y="613054"/>
                  </a:lnTo>
                  <a:close/>
                </a:path>
                <a:path w="3343275" h="1838325">
                  <a:moveTo>
                    <a:pt x="1438275" y="3454"/>
                  </a:moveTo>
                  <a:lnTo>
                    <a:pt x="1437817" y="2336"/>
                  </a:lnTo>
                  <a:lnTo>
                    <a:pt x="1435950" y="469"/>
                  </a:lnTo>
                  <a:lnTo>
                    <a:pt x="1434833" y="0"/>
                  </a:lnTo>
                  <a:lnTo>
                    <a:pt x="1432204" y="0"/>
                  </a:lnTo>
                  <a:lnTo>
                    <a:pt x="1431086" y="469"/>
                  </a:lnTo>
                  <a:lnTo>
                    <a:pt x="1429219" y="2336"/>
                  </a:lnTo>
                  <a:lnTo>
                    <a:pt x="1428750" y="3454"/>
                  </a:lnTo>
                  <a:lnTo>
                    <a:pt x="1428750" y="6083"/>
                  </a:lnTo>
                  <a:lnTo>
                    <a:pt x="1429219" y="7200"/>
                  </a:lnTo>
                  <a:lnTo>
                    <a:pt x="1431086" y="9067"/>
                  </a:lnTo>
                  <a:lnTo>
                    <a:pt x="1432204" y="9525"/>
                  </a:lnTo>
                  <a:lnTo>
                    <a:pt x="1434833" y="9525"/>
                  </a:lnTo>
                  <a:lnTo>
                    <a:pt x="1435950" y="9067"/>
                  </a:lnTo>
                  <a:lnTo>
                    <a:pt x="1437817" y="7200"/>
                  </a:lnTo>
                  <a:lnTo>
                    <a:pt x="1438275" y="6083"/>
                  </a:lnTo>
                  <a:lnTo>
                    <a:pt x="1438275" y="3454"/>
                  </a:lnTo>
                  <a:close/>
                </a:path>
                <a:path w="3343275" h="1838325">
                  <a:moveTo>
                    <a:pt x="1485900" y="1832254"/>
                  </a:moveTo>
                  <a:lnTo>
                    <a:pt x="1485442" y="1831136"/>
                  </a:lnTo>
                  <a:lnTo>
                    <a:pt x="1483575" y="1829269"/>
                  </a:lnTo>
                  <a:lnTo>
                    <a:pt x="1482458" y="1828800"/>
                  </a:lnTo>
                  <a:lnTo>
                    <a:pt x="1479829" y="1828800"/>
                  </a:lnTo>
                  <a:lnTo>
                    <a:pt x="1478711" y="1829269"/>
                  </a:lnTo>
                  <a:lnTo>
                    <a:pt x="1476844" y="1831136"/>
                  </a:lnTo>
                  <a:lnTo>
                    <a:pt x="1476375" y="1832254"/>
                  </a:lnTo>
                  <a:lnTo>
                    <a:pt x="1476375" y="1834883"/>
                  </a:lnTo>
                  <a:lnTo>
                    <a:pt x="1476844" y="1836000"/>
                  </a:lnTo>
                  <a:lnTo>
                    <a:pt x="1478711" y="1837867"/>
                  </a:lnTo>
                  <a:lnTo>
                    <a:pt x="1479829" y="1838325"/>
                  </a:lnTo>
                  <a:lnTo>
                    <a:pt x="1482458" y="1838325"/>
                  </a:lnTo>
                  <a:lnTo>
                    <a:pt x="1483575" y="1837867"/>
                  </a:lnTo>
                  <a:lnTo>
                    <a:pt x="1485442" y="1836000"/>
                  </a:lnTo>
                  <a:lnTo>
                    <a:pt x="1485900" y="1834883"/>
                  </a:lnTo>
                  <a:lnTo>
                    <a:pt x="1485900" y="1832254"/>
                  </a:lnTo>
                  <a:close/>
                </a:path>
                <a:path w="3343275" h="1838325">
                  <a:moveTo>
                    <a:pt x="1485900" y="1222654"/>
                  </a:moveTo>
                  <a:lnTo>
                    <a:pt x="1485442" y="1221536"/>
                  </a:lnTo>
                  <a:lnTo>
                    <a:pt x="1483575" y="1219669"/>
                  </a:lnTo>
                  <a:lnTo>
                    <a:pt x="1482458" y="1219200"/>
                  </a:lnTo>
                  <a:lnTo>
                    <a:pt x="1479829" y="1219200"/>
                  </a:lnTo>
                  <a:lnTo>
                    <a:pt x="1478711" y="1219669"/>
                  </a:lnTo>
                  <a:lnTo>
                    <a:pt x="1476844" y="1221536"/>
                  </a:lnTo>
                  <a:lnTo>
                    <a:pt x="1476375" y="1222654"/>
                  </a:lnTo>
                  <a:lnTo>
                    <a:pt x="1476375" y="1225283"/>
                  </a:lnTo>
                  <a:lnTo>
                    <a:pt x="1476844" y="1226400"/>
                  </a:lnTo>
                  <a:lnTo>
                    <a:pt x="1478711" y="1228267"/>
                  </a:lnTo>
                  <a:lnTo>
                    <a:pt x="1479829" y="1228725"/>
                  </a:lnTo>
                  <a:lnTo>
                    <a:pt x="1482458" y="1228725"/>
                  </a:lnTo>
                  <a:lnTo>
                    <a:pt x="1483575" y="1228267"/>
                  </a:lnTo>
                  <a:lnTo>
                    <a:pt x="1485442" y="1226400"/>
                  </a:lnTo>
                  <a:lnTo>
                    <a:pt x="1485900" y="1225283"/>
                  </a:lnTo>
                  <a:lnTo>
                    <a:pt x="1485900" y="1222654"/>
                  </a:lnTo>
                  <a:close/>
                </a:path>
                <a:path w="3343275" h="1838325">
                  <a:moveTo>
                    <a:pt x="1485900" y="613054"/>
                  </a:moveTo>
                  <a:lnTo>
                    <a:pt x="1485442" y="611936"/>
                  </a:lnTo>
                  <a:lnTo>
                    <a:pt x="1483575" y="610069"/>
                  </a:lnTo>
                  <a:lnTo>
                    <a:pt x="1482458" y="609600"/>
                  </a:lnTo>
                  <a:lnTo>
                    <a:pt x="1479829" y="609600"/>
                  </a:lnTo>
                  <a:lnTo>
                    <a:pt x="1478711" y="610069"/>
                  </a:lnTo>
                  <a:lnTo>
                    <a:pt x="1476844" y="611936"/>
                  </a:lnTo>
                  <a:lnTo>
                    <a:pt x="1476375" y="613054"/>
                  </a:lnTo>
                  <a:lnTo>
                    <a:pt x="1476375" y="615683"/>
                  </a:lnTo>
                  <a:lnTo>
                    <a:pt x="1476844" y="616800"/>
                  </a:lnTo>
                  <a:lnTo>
                    <a:pt x="1478711" y="618667"/>
                  </a:lnTo>
                  <a:lnTo>
                    <a:pt x="1479829" y="619125"/>
                  </a:lnTo>
                  <a:lnTo>
                    <a:pt x="1482458" y="619125"/>
                  </a:lnTo>
                  <a:lnTo>
                    <a:pt x="1483575" y="618667"/>
                  </a:lnTo>
                  <a:lnTo>
                    <a:pt x="1485442" y="616800"/>
                  </a:lnTo>
                  <a:lnTo>
                    <a:pt x="1485900" y="615683"/>
                  </a:lnTo>
                  <a:lnTo>
                    <a:pt x="1485900" y="613054"/>
                  </a:lnTo>
                  <a:close/>
                </a:path>
                <a:path w="3343275" h="1838325">
                  <a:moveTo>
                    <a:pt x="1485900" y="3454"/>
                  </a:moveTo>
                  <a:lnTo>
                    <a:pt x="1485442" y="2336"/>
                  </a:lnTo>
                  <a:lnTo>
                    <a:pt x="1483575" y="469"/>
                  </a:lnTo>
                  <a:lnTo>
                    <a:pt x="1482458" y="0"/>
                  </a:lnTo>
                  <a:lnTo>
                    <a:pt x="1479829" y="0"/>
                  </a:lnTo>
                  <a:lnTo>
                    <a:pt x="1478711" y="469"/>
                  </a:lnTo>
                  <a:lnTo>
                    <a:pt x="1476844" y="2336"/>
                  </a:lnTo>
                  <a:lnTo>
                    <a:pt x="1476375" y="3454"/>
                  </a:lnTo>
                  <a:lnTo>
                    <a:pt x="1476375" y="6083"/>
                  </a:lnTo>
                  <a:lnTo>
                    <a:pt x="1476844" y="7200"/>
                  </a:lnTo>
                  <a:lnTo>
                    <a:pt x="1478711" y="9067"/>
                  </a:lnTo>
                  <a:lnTo>
                    <a:pt x="1479829" y="9525"/>
                  </a:lnTo>
                  <a:lnTo>
                    <a:pt x="1482458" y="9525"/>
                  </a:lnTo>
                  <a:lnTo>
                    <a:pt x="1483575" y="9067"/>
                  </a:lnTo>
                  <a:lnTo>
                    <a:pt x="1485442" y="7200"/>
                  </a:lnTo>
                  <a:lnTo>
                    <a:pt x="1485900" y="6083"/>
                  </a:lnTo>
                  <a:lnTo>
                    <a:pt x="1485900" y="3454"/>
                  </a:lnTo>
                  <a:close/>
                </a:path>
                <a:path w="3343275" h="1838325">
                  <a:moveTo>
                    <a:pt x="1533525" y="1832254"/>
                  </a:moveTo>
                  <a:lnTo>
                    <a:pt x="1533067" y="1831136"/>
                  </a:lnTo>
                  <a:lnTo>
                    <a:pt x="1531200" y="1829269"/>
                  </a:lnTo>
                  <a:lnTo>
                    <a:pt x="1530083" y="1828800"/>
                  </a:lnTo>
                  <a:lnTo>
                    <a:pt x="1527454" y="1828800"/>
                  </a:lnTo>
                  <a:lnTo>
                    <a:pt x="1526336" y="1829269"/>
                  </a:lnTo>
                  <a:lnTo>
                    <a:pt x="1524469" y="1831136"/>
                  </a:lnTo>
                  <a:lnTo>
                    <a:pt x="1524000" y="1832254"/>
                  </a:lnTo>
                  <a:lnTo>
                    <a:pt x="1524000" y="1834883"/>
                  </a:lnTo>
                  <a:lnTo>
                    <a:pt x="1524469" y="1836000"/>
                  </a:lnTo>
                  <a:lnTo>
                    <a:pt x="1526336" y="1837867"/>
                  </a:lnTo>
                  <a:lnTo>
                    <a:pt x="1527454" y="1838325"/>
                  </a:lnTo>
                  <a:lnTo>
                    <a:pt x="1530083" y="1838325"/>
                  </a:lnTo>
                  <a:lnTo>
                    <a:pt x="1531200" y="1837867"/>
                  </a:lnTo>
                  <a:lnTo>
                    <a:pt x="1533067" y="1836000"/>
                  </a:lnTo>
                  <a:lnTo>
                    <a:pt x="1533525" y="1834883"/>
                  </a:lnTo>
                  <a:lnTo>
                    <a:pt x="1533525" y="1832254"/>
                  </a:lnTo>
                  <a:close/>
                </a:path>
                <a:path w="3343275" h="1838325">
                  <a:moveTo>
                    <a:pt x="1533525" y="1222654"/>
                  </a:moveTo>
                  <a:lnTo>
                    <a:pt x="1533067" y="1221536"/>
                  </a:lnTo>
                  <a:lnTo>
                    <a:pt x="1531200" y="1219669"/>
                  </a:lnTo>
                  <a:lnTo>
                    <a:pt x="1530083" y="1219200"/>
                  </a:lnTo>
                  <a:lnTo>
                    <a:pt x="1527454" y="1219200"/>
                  </a:lnTo>
                  <a:lnTo>
                    <a:pt x="1526336" y="1219669"/>
                  </a:lnTo>
                  <a:lnTo>
                    <a:pt x="1524469" y="1221536"/>
                  </a:lnTo>
                  <a:lnTo>
                    <a:pt x="1524000" y="1222654"/>
                  </a:lnTo>
                  <a:lnTo>
                    <a:pt x="1524000" y="1225283"/>
                  </a:lnTo>
                  <a:lnTo>
                    <a:pt x="1524469" y="1226400"/>
                  </a:lnTo>
                  <a:lnTo>
                    <a:pt x="1526336" y="1228267"/>
                  </a:lnTo>
                  <a:lnTo>
                    <a:pt x="1527454" y="1228725"/>
                  </a:lnTo>
                  <a:lnTo>
                    <a:pt x="1530083" y="1228725"/>
                  </a:lnTo>
                  <a:lnTo>
                    <a:pt x="1531200" y="1228267"/>
                  </a:lnTo>
                  <a:lnTo>
                    <a:pt x="1533067" y="1226400"/>
                  </a:lnTo>
                  <a:lnTo>
                    <a:pt x="1533525" y="1225283"/>
                  </a:lnTo>
                  <a:lnTo>
                    <a:pt x="1533525" y="1222654"/>
                  </a:lnTo>
                  <a:close/>
                </a:path>
                <a:path w="3343275" h="1838325">
                  <a:moveTo>
                    <a:pt x="1533525" y="613054"/>
                  </a:moveTo>
                  <a:lnTo>
                    <a:pt x="1533067" y="611936"/>
                  </a:lnTo>
                  <a:lnTo>
                    <a:pt x="1531200" y="610069"/>
                  </a:lnTo>
                  <a:lnTo>
                    <a:pt x="1530083" y="609600"/>
                  </a:lnTo>
                  <a:lnTo>
                    <a:pt x="1527454" y="609600"/>
                  </a:lnTo>
                  <a:lnTo>
                    <a:pt x="1526336" y="610069"/>
                  </a:lnTo>
                  <a:lnTo>
                    <a:pt x="1524469" y="611936"/>
                  </a:lnTo>
                  <a:lnTo>
                    <a:pt x="1524000" y="613054"/>
                  </a:lnTo>
                  <a:lnTo>
                    <a:pt x="1524000" y="615683"/>
                  </a:lnTo>
                  <a:lnTo>
                    <a:pt x="1524469" y="616800"/>
                  </a:lnTo>
                  <a:lnTo>
                    <a:pt x="1526336" y="618667"/>
                  </a:lnTo>
                  <a:lnTo>
                    <a:pt x="1527454" y="619125"/>
                  </a:lnTo>
                  <a:lnTo>
                    <a:pt x="1530083" y="619125"/>
                  </a:lnTo>
                  <a:lnTo>
                    <a:pt x="1531200" y="618667"/>
                  </a:lnTo>
                  <a:lnTo>
                    <a:pt x="1533067" y="616800"/>
                  </a:lnTo>
                  <a:lnTo>
                    <a:pt x="1533525" y="615683"/>
                  </a:lnTo>
                  <a:lnTo>
                    <a:pt x="1533525" y="613054"/>
                  </a:lnTo>
                  <a:close/>
                </a:path>
                <a:path w="3343275" h="1838325">
                  <a:moveTo>
                    <a:pt x="1533525" y="3454"/>
                  </a:moveTo>
                  <a:lnTo>
                    <a:pt x="1533067" y="2336"/>
                  </a:lnTo>
                  <a:lnTo>
                    <a:pt x="1531200" y="469"/>
                  </a:lnTo>
                  <a:lnTo>
                    <a:pt x="1530083" y="0"/>
                  </a:lnTo>
                  <a:lnTo>
                    <a:pt x="1527454" y="0"/>
                  </a:lnTo>
                  <a:lnTo>
                    <a:pt x="1526336" y="469"/>
                  </a:lnTo>
                  <a:lnTo>
                    <a:pt x="1524469" y="2336"/>
                  </a:lnTo>
                  <a:lnTo>
                    <a:pt x="1524000" y="3454"/>
                  </a:lnTo>
                  <a:lnTo>
                    <a:pt x="1524000" y="6083"/>
                  </a:lnTo>
                  <a:lnTo>
                    <a:pt x="1524469" y="7200"/>
                  </a:lnTo>
                  <a:lnTo>
                    <a:pt x="1526336" y="9067"/>
                  </a:lnTo>
                  <a:lnTo>
                    <a:pt x="1527454" y="9525"/>
                  </a:lnTo>
                  <a:lnTo>
                    <a:pt x="1530083" y="9525"/>
                  </a:lnTo>
                  <a:lnTo>
                    <a:pt x="1531200" y="9067"/>
                  </a:lnTo>
                  <a:lnTo>
                    <a:pt x="1533067" y="7200"/>
                  </a:lnTo>
                  <a:lnTo>
                    <a:pt x="1533525" y="6083"/>
                  </a:lnTo>
                  <a:lnTo>
                    <a:pt x="1533525" y="3454"/>
                  </a:lnTo>
                  <a:close/>
                </a:path>
                <a:path w="3343275" h="1838325">
                  <a:moveTo>
                    <a:pt x="1581150" y="1832254"/>
                  </a:moveTo>
                  <a:lnTo>
                    <a:pt x="1580692" y="1831136"/>
                  </a:lnTo>
                  <a:lnTo>
                    <a:pt x="1578825" y="1829269"/>
                  </a:lnTo>
                  <a:lnTo>
                    <a:pt x="1577708" y="1828800"/>
                  </a:lnTo>
                  <a:lnTo>
                    <a:pt x="1575079" y="1828800"/>
                  </a:lnTo>
                  <a:lnTo>
                    <a:pt x="1573961" y="1829269"/>
                  </a:lnTo>
                  <a:lnTo>
                    <a:pt x="1572094" y="1831136"/>
                  </a:lnTo>
                  <a:lnTo>
                    <a:pt x="1571625" y="1832254"/>
                  </a:lnTo>
                  <a:lnTo>
                    <a:pt x="1571625" y="1834883"/>
                  </a:lnTo>
                  <a:lnTo>
                    <a:pt x="1572094" y="1836000"/>
                  </a:lnTo>
                  <a:lnTo>
                    <a:pt x="1573961" y="1837867"/>
                  </a:lnTo>
                  <a:lnTo>
                    <a:pt x="1575079" y="1838325"/>
                  </a:lnTo>
                  <a:lnTo>
                    <a:pt x="1577708" y="1838325"/>
                  </a:lnTo>
                  <a:lnTo>
                    <a:pt x="1578825" y="1837867"/>
                  </a:lnTo>
                  <a:lnTo>
                    <a:pt x="1580692" y="1836000"/>
                  </a:lnTo>
                  <a:lnTo>
                    <a:pt x="1581150" y="1834883"/>
                  </a:lnTo>
                  <a:lnTo>
                    <a:pt x="1581150" y="1832254"/>
                  </a:lnTo>
                  <a:close/>
                </a:path>
                <a:path w="3343275" h="1838325">
                  <a:moveTo>
                    <a:pt x="1581150" y="1222654"/>
                  </a:moveTo>
                  <a:lnTo>
                    <a:pt x="1580692" y="1221536"/>
                  </a:lnTo>
                  <a:lnTo>
                    <a:pt x="1578825" y="1219669"/>
                  </a:lnTo>
                  <a:lnTo>
                    <a:pt x="1577708" y="1219200"/>
                  </a:lnTo>
                  <a:lnTo>
                    <a:pt x="1575079" y="1219200"/>
                  </a:lnTo>
                  <a:lnTo>
                    <a:pt x="1573961" y="1219669"/>
                  </a:lnTo>
                  <a:lnTo>
                    <a:pt x="1572094" y="1221536"/>
                  </a:lnTo>
                  <a:lnTo>
                    <a:pt x="1571625" y="1222654"/>
                  </a:lnTo>
                  <a:lnTo>
                    <a:pt x="1571625" y="1225283"/>
                  </a:lnTo>
                  <a:lnTo>
                    <a:pt x="1572094" y="1226400"/>
                  </a:lnTo>
                  <a:lnTo>
                    <a:pt x="1573961" y="1228267"/>
                  </a:lnTo>
                  <a:lnTo>
                    <a:pt x="1575079" y="1228725"/>
                  </a:lnTo>
                  <a:lnTo>
                    <a:pt x="1577708" y="1228725"/>
                  </a:lnTo>
                  <a:lnTo>
                    <a:pt x="1578825" y="1228267"/>
                  </a:lnTo>
                  <a:lnTo>
                    <a:pt x="1580692" y="1226400"/>
                  </a:lnTo>
                  <a:lnTo>
                    <a:pt x="1581150" y="1225283"/>
                  </a:lnTo>
                  <a:lnTo>
                    <a:pt x="1581150" y="1222654"/>
                  </a:lnTo>
                  <a:close/>
                </a:path>
                <a:path w="3343275" h="1838325">
                  <a:moveTo>
                    <a:pt x="1581150" y="613054"/>
                  </a:moveTo>
                  <a:lnTo>
                    <a:pt x="1580692" y="611936"/>
                  </a:lnTo>
                  <a:lnTo>
                    <a:pt x="1578825" y="610069"/>
                  </a:lnTo>
                  <a:lnTo>
                    <a:pt x="1577708" y="609600"/>
                  </a:lnTo>
                  <a:lnTo>
                    <a:pt x="1575079" y="609600"/>
                  </a:lnTo>
                  <a:lnTo>
                    <a:pt x="1573961" y="610069"/>
                  </a:lnTo>
                  <a:lnTo>
                    <a:pt x="1572094" y="611936"/>
                  </a:lnTo>
                  <a:lnTo>
                    <a:pt x="1571625" y="613054"/>
                  </a:lnTo>
                  <a:lnTo>
                    <a:pt x="1571625" y="615683"/>
                  </a:lnTo>
                  <a:lnTo>
                    <a:pt x="1572094" y="616800"/>
                  </a:lnTo>
                  <a:lnTo>
                    <a:pt x="1573961" y="618667"/>
                  </a:lnTo>
                  <a:lnTo>
                    <a:pt x="1575079" y="619125"/>
                  </a:lnTo>
                  <a:lnTo>
                    <a:pt x="1577708" y="619125"/>
                  </a:lnTo>
                  <a:lnTo>
                    <a:pt x="1578825" y="618667"/>
                  </a:lnTo>
                  <a:lnTo>
                    <a:pt x="1580692" y="616800"/>
                  </a:lnTo>
                  <a:lnTo>
                    <a:pt x="1581150" y="615683"/>
                  </a:lnTo>
                  <a:lnTo>
                    <a:pt x="1581150" y="613054"/>
                  </a:lnTo>
                  <a:close/>
                </a:path>
                <a:path w="3343275" h="1838325">
                  <a:moveTo>
                    <a:pt x="1581150" y="3454"/>
                  </a:moveTo>
                  <a:lnTo>
                    <a:pt x="1580692" y="2336"/>
                  </a:lnTo>
                  <a:lnTo>
                    <a:pt x="1578825" y="469"/>
                  </a:lnTo>
                  <a:lnTo>
                    <a:pt x="1577708" y="0"/>
                  </a:lnTo>
                  <a:lnTo>
                    <a:pt x="1575079" y="0"/>
                  </a:lnTo>
                  <a:lnTo>
                    <a:pt x="1573961" y="469"/>
                  </a:lnTo>
                  <a:lnTo>
                    <a:pt x="1572094" y="2336"/>
                  </a:lnTo>
                  <a:lnTo>
                    <a:pt x="1571625" y="3454"/>
                  </a:lnTo>
                  <a:lnTo>
                    <a:pt x="1571625" y="6083"/>
                  </a:lnTo>
                  <a:lnTo>
                    <a:pt x="1572094" y="7200"/>
                  </a:lnTo>
                  <a:lnTo>
                    <a:pt x="1573961" y="9067"/>
                  </a:lnTo>
                  <a:lnTo>
                    <a:pt x="1575079" y="9525"/>
                  </a:lnTo>
                  <a:lnTo>
                    <a:pt x="1577708" y="9525"/>
                  </a:lnTo>
                  <a:lnTo>
                    <a:pt x="1578825" y="9067"/>
                  </a:lnTo>
                  <a:lnTo>
                    <a:pt x="1580692" y="7200"/>
                  </a:lnTo>
                  <a:lnTo>
                    <a:pt x="1581150" y="6083"/>
                  </a:lnTo>
                  <a:lnTo>
                    <a:pt x="1581150" y="3454"/>
                  </a:lnTo>
                  <a:close/>
                </a:path>
                <a:path w="3343275" h="1838325">
                  <a:moveTo>
                    <a:pt x="1628775" y="1832254"/>
                  </a:moveTo>
                  <a:lnTo>
                    <a:pt x="1628317" y="1831136"/>
                  </a:lnTo>
                  <a:lnTo>
                    <a:pt x="1626450" y="1829269"/>
                  </a:lnTo>
                  <a:lnTo>
                    <a:pt x="1625333" y="1828800"/>
                  </a:lnTo>
                  <a:lnTo>
                    <a:pt x="1622704" y="1828800"/>
                  </a:lnTo>
                  <a:lnTo>
                    <a:pt x="1621586" y="1829269"/>
                  </a:lnTo>
                  <a:lnTo>
                    <a:pt x="1619719" y="1831136"/>
                  </a:lnTo>
                  <a:lnTo>
                    <a:pt x="1619250" y="1832254"/>
                  </a:lnTo>
                  <a:lnTo>
                    <a:pt x="1619250" y="1834883"/>
                  </a:lnTo>
                  <a:lnTo>
                    <a:pt x="1619719" y="1836000"/>
                  </a:lnTo>
                  <a:lnTo>
                    <a:pt x="1621586" y="1837867"/>
                  </a:lnTo>
                  <a:lnTo>
                    <a:pt x="1622704" y="1838325"/>
                  </a:lnTo>
                  <a:lnTo>
                    <a:pt x="1625333" y="1838325"/>
                  </a:lnTo>
                  <a:lnTo>
                    <a:pt x="1626450" y="1837867"/>
                  </a:lnTo>
                  <a:lnTo>
                    <a:pt x="1628317" y="1836000"/>
                  </a:lnTo>
                  <a:lnTo>
                    <a:pt x="1628775" y="1834883"/>
                  </a:lnTo>
                  <a:lnTo>
                    <a:pt x="1628775" y="1832254"/>
                  </a:lnTo>
                  <a:close/>
                </a:path>
                <a:path w="3343275" h="1838325">
                  <a:moveTo>
                    <a:pt x="1628775" y="1222654"/>
                  </a:moveTo>
                  <a:lnTo>
                    <a:pt x="1628317" y="1221536"/>
                  </a:lnTo>
                  <a:lnTo>
                    <a:pt x="1626450" y="1219669"/>
                  </a:lnTo>
                  <a:lnTo>
                    <a:pt x="1625333" y="1219200"/>
                  </a:lnTo>
                  <a:lnTo>
                    <a:pt x="1622704" y="1219200"/>
                  </a:lnTo>
                  <a:lnTo>
                    <a:pt x="1621586" y="1219669"/>
                  </a:lnTo>
                  <a:lnTo>
                    <a:pt x="1619719" y="1221536"/>
                  </a:lnTo>
                  <a:lnTo>
                    <a:pt x="1619250" y="1222654"/>
                  </a:lnTo>
                  <a:lnTo>
                    <a:pt x="1619250" y="1225283"/>
                  </a:lnTo>
                  <a:lnTo>
                    <a:pt x="1619719" y="1226400"/>
                  </a:lnTo>
                  <a:lnTo>
                    <a:pt x="1621586" y="1228267"/>
                  </a:lnTo>
                  <a:lnTo>
                    <a:pt x="1622704" y="1228725"/>
                  </a:lnTo>
                  <a:lnTo>
                    <a:pt x="1625333" y="1228725"/>
                  </a:lnTo>
                  <a:lnTo>
                    <a:pt x="1626450" y="1228267"/>
                  </a:lnTo>
                  <a:lnTo>
                    <a:pt x="1628317" y="1226400"/>
                  </a:lnTo>
                  <a:lnTo>
                    <a:pt x="1628775" y="1225283"/>
                  </a:lnTo>
                  <a:lnTo>
                    <a:pt x="1628775" y="1222654"/>
                  </a:lnTo>
                  <a:close/>
                </a:path>
                <a:path w="3343275" h="1838325">
                  <a:moveTo>
                    <a:pt x="1628775" y="613054"/>
                  </a:moveTo>
                  <a:lnTo>
                    <a:pt x="1628317" y="611936"/>
                  </a:lnTo>
                  <a:lnTo>
                    <a:pt x="1626450" y="610069"/>
                  </a:lnTo>
                  <a:lnTo>
                    <a:pt x="1625333" y="609600"/>
                  </a:lnTo>
                  <a:lnTo>
                    <a:pt x="1622704" y="609600"/>
                  </a:lnTo>
                  <a:lnTo>
                    <a:pt x="1621586" y="610069"/>
                  </a:lnTo>
                  <a:lnTo>
                    <a:pt x="1619719" y="611936"/>
                  </a:lnTo>
                  <a:lnTo>
                    <a:pt x="1619250" y="613054"/>
                  </a:lnTo>
                  <a:lnTo>
                    <a:pt x="1619250" y="615683"/>
                  </a:lnTo>
                  <a:lnTo>
                    <a:pt x="1619719" y="616800"/>
                  </a:lnTo>
                  <a:lnTo>
                    <a:pt x="1621586" y="618667"/>
                  </a:lnTo>
                  <a:lnTo>
                    <a:pt x="1622704" y="619125"/>
                  </a:lnTo>
                  <a:lnTo>
                    <a:pt x="1625333" y="619125"/>
                  </a:lnTo>
                  <a:lnTo>
                    <a:pt x="1626450" y="618667"/>
                  </a:lnTo>
                  <a:lnTo>
                    <a:pt x="1628317" y="616800"/>
                  </a:lnTo>
                  <a:lnTo>
                    <a:pt x="1628775" y="615683"/>
                  </a:lnTo>
                  <a:lnTo>
                    <a:pt x="1628775" y="613054"/>
                  </a:lnTo>
                  <a:close/>
                </a:path>
                <a:path w="3343275" h="1838325">
                  <a:moveTo>
                    <a:pt x="1628775" y="3454"/>
                  </a:moveTo>
                  <a:lnTo>
                    <a:pt x="1628317" y="2336"/>
                  </a:lnTo>
                  <a:lnTo>
                    <a:pt x="1626450" y="469"/>
                  </a:lnTo>
                  <a:lnTo>
                    <a:pt x="1625333" y="0"/>
                  </a:lnTo>
                  <a:lnTo>
                    <a:pt x="1622704" y="0"/>
                  </a:lnTo>
                  <a:lnTo>
                    <a:pt x="1621586" y="469"/>
                  </a:lnTo>
                  <a:lnTo>
                    <a:pt x="1619719" y="2336"/>
                  </a:lnTo>
                  <a:lnTo>
                    <a:pt x="1619250" y="3454"/>
                  </a:lnTo>
                  <a:lnTo>
                    <a:pt x="1619250" y="6083"/>
                  </a:lnTo>
                  <a:lnTo>
                    <a:pt x="1619719" y="7200"/>
                  </a:lnTo>
                  <a:lnTo>
                    <a:pt x="1621586" y="9067"/>
                  </a:lnTo>
                  <a:lnTo>
                    <a:pt x="1622704" y="9525"/>
                  </a:lnTo>
                  <a:lnTo>
                    <a:pt x="1625333" y="9525"/>
                  </a:lnTo>
                  <a:lnTo>
                    <a:pt x="1626450" y="9067"/>
                  </a:lnTo>
                  <a:lnTo>
                    <a:pt x="1628317" y="7200"/>
                  </a:lnTo>
                  <a:lnTo>
                    <a:pt x="1628775" y="6083"/>
                  </a:lnTo>
                  <a:lnTo>
                    <a:pt x="1628775" y="3454"/>
                  </a:lnTo>
                  <a:close/>
                </a:path>
                <a:path w="3343275" h="1838325">
                  <a:moveTo>
                    <a:pt x="1676400" y="1832254"/>
                  </a:moveTo>
                  <a:lnTo>
                    <a:pt x="1675942" y="1831136"/>
                  </a:lnTo>
                  <a:lnTo>
                    <a:pt x="1674075" y="1829269"/>
                  </a:lnTo>
                  <a:lnTo>
                    <a:pt x="1672958" y="1828800"/>
                  </a:lnTo>
                  <a:lnTo>
                    <a:pt x="1670329" y="1828800"/>
                  </a:lnTo>
                  <a:lnTo>
                    <a:pt x="1669211" y="1829269"/>
                  </a:lnTo>
                  <a:lnTo>
                    <a:pt x="1667344" y="1831136"/>
                  </a:lnTo>
                  <a:lnTo>
                    <a:pt x="1666875" y="1832254"/>
                  </a:lnTo>
                  <a:lnTo>
                    <a:pt x="1666875" y="1834883"/>
                  </a:lnTo>
                  <a:lnTo>
                    <a:pt x="1667344" y="1836000"/>
                  </a:lnTo>
                  <a:lnTo>
                    <a:pt x="1669211" y="1837867"/>
                  </a:lnTo>
                  <a:lnTo>
                    <a:pt x="1670329" y="1838325"/>
                  </a:lnTo>
                  <a:lnTo>
                    <a:pt x="1672958" y="1838325"/>
                  </a:lnTo>
                  <a:lnTo>
                    <a:pt x="1674075" y="1837867"/>
                  </a:lnTo>
                  <a:lnTo>
                    <a:pt x="1675942" y="1836000"/>
                  </a:lnTo>
                  <a:lnTo>
                    <a:pt x="1676400" y="1834883"/>
                  </a:lnTo>
                  <a:lnTo>
                    <a:pt x="1676400" y="1832254"/>
                  </a:lnTo>
                  <a:close/>
                </a:path>
                <a:path w="3343275" h="1838325">
                  <a:moveTo>
                    <a:pt x="1676400" y="1222654"/>
                  </a:moveTo>
                  <a:lnTo>
                    <a:pt x="1675942" y="1221536"/>
                  </a:lnTo>
                  <a:lnTo>
                    <a:pt x="1674075" y="1219669"/>
                  </a:lnTo>
                  <a:lnTo>
                    <a:pt x="1672958" y="1219200"/>
                  </a:lnTo>
                  <a:lnTo>
                    <a:pt x="1670329" y="1219200"/>
                  </a:lnTo>
                  <a:lnTo>
                    <a:pt x="1669211" y="1219669"/>
                  </a:lnTo>
                  <a:lnTo>
                    <a:pt x="1667344" y="1221536"/>
                  </a:lnTo>
                  <a:lnTo>
                    <a:pt x="1666875" y="1222654"/>
                  </a:lnTo>
                  <a:lnTo>
                    <a:pt x="1666875" y="1225283"/>
                  </a:lnTo>
                  <a:lnTo>
                    <a:pt x="1667344" y="1226400"/>
                  </a:lnTo>
                  <a:lnTo>
                    <a:pt x="1669211" y="1228267"/>
                  </a:lnTo>
                  <a:lnTo>
                    <a:pt x="1670329" y="1228725"/>
                  </a:lnTo>
                  <a:lnTo>
                    <a:pt x="1672958" y="1228725"/>
                  </a:lnTo>
                  <a:lnTo>
                    <a:pt x="1674075" y="1228267"/>
                  </a:lnTo>
                  <a:lnTo>
                    <a:pt x="1675942" y="1226400"/>
                  </a:lnTo>
                  <a:lnTo>
                    <a:pt x="1676400" y="1225283"/>
                  </a:lnTo>
                  <a:lnTo>
                    <a:pt x="1676400" y="1222654"/>
                  </a:lnTo>
                  <a:close/>
                </a:path>
                <a:path w="3343275" h="1838325">
                  <a:moveTo>
                    <a:pt x="1676400" y="613054"/>
                  </a:moveTo>
                  <a:lnTo>
                    <a:pt x="1675942" y="611936"/>
                  </a:lnTo>
                  <a:lnTo>
                    <a:pt x="1674075" y="610069"/>
                  </a:lnTo>
                  <a:lnTo>
                    <a:pt x="1672958" y="609600"/>
                  </a:lnTo>
                  <a:lnTo>
                    <a:pt x="1670329" y="609600"/>
                  </a:lnTo>
                  <a:lnTo>
                    <a:pt x="1669211" y="610069"/>
                  </a:lnTo>
                  <a:lnTo>
                    <a:pt x="1667344" y="611936"/>
                  </a:lnTo>
                  <a:lnTo>
                    <a:pt x="1666875" y="613054"/>
                  </a:lnTo>
                  <a:lnTo>
                    <a:pt x="1666875" y="615683"/>
                  </a:lnTo>
                  <a:lnTo>
                    <a:pt x="1667344" y="616800"/>
                  </a:lnTo>
                  <a:lnTo>
                    <a:pt x="1669211" y="618667"/>
                  </a:lnTo>
                  <a:lnTo>
                    <a:pt x="1670329" y="619125"/>
                  </a:lnTo>
                  <a:lnTo>
                    <a:pt x="1672958" y="619125"/>
                  </a:lnTo>
                  <a:lnTo>
                    <a:pt x="1674075" y="618667"/>
                  </a:lnTo>
                  <a:lnTo>
                    <a:pt x="1675942" y="616800"/>
                  </a:lnTo>
                  <a:lnTo>
                    <a:pt x="1676400" y="615683"/>
                  </a:lnTo>
                  <a:lnTo>
                    <a:pt x="1676400" y="613054"/>
                  </a:lnTo>
                  <a:close/>
                </a:path>
                <a:path w="3343275" h="1838325">
                  <a:moveTo>
                    <a:pt x="1676400" y="3454"/>
                  </a:moveTo>
                  <a:lnTo>
                    <a:pt x="1675942" y="2336"/>
                  </a:lnTo>
                  <a:lnTo>
                    <a:pt x="1674075" y="469"/>
                  </a:lnTo>
                  <a:lnTo>
                    <a:pt x="1672958" y="0"/>
                  </a:lnTo>
                  <a:lnTo>
                    <a:pt x="1670329" y="0"/>
                  </a:lnTo>
                  <a:lnTo>
                    <a:pt x="1669211" y="469"/>
                  </a:lnTo>
                  <a:lnTo>
                    <a:pt x="1667344" y="2336"/>
                  </a:lnTo>
                  <a:lnTo>
                    <a:pt x="1666875" y="3454"/>
                  </a:lnTo>
                  <a:lnTo>
                    <a:pt x="1666875" y="6083"/>
                  </a:lnTo>
                  <a:lnTo>
                    <a:pt x="1667344" y="7200"/>
                  </a:lnTo>
                  <a:lnTo>
                    <a:pt x="1669211" y="9067"/>
                  </a:lnTo>
                  <a:lnTo>
                    <a:pt x="1670329" y="9525"/>
                  </a:lnTo>
                  <a:lnTo>
                    <a:pt x="1672958" y="9525"/>
                  </a:lnTo>
                  <a:lnTo>
                    <a:pt x="1674075" y="9067"/>
                  </a:lnTo>
                  <a:lnTo>
                    <a:pt x="1675942" y="7200"/>
                  </a:lnTo>
                  <a:lnTo>
                    <a:pt x="1676400" y="6083"/>
                  </a:lnTo>
                  <a:lnTo>
                    <a:pt x="1676400" y="3454"/>
                  </a:lnTo>
                  <a:close/>
                </a:path>
                <a:path w="3343275" h="1838325">
                  <a:moveTo>
                    <a:pt x="1724025" y="1832254"/>
                  </a:moveTo>
                  <a:lnTo>
                    <a:pt x="1723567" y="1831136"/>
                  </a:lnTo>
                  <a:lnTo>
                    <a:pt x="1721700" y="1829269"/>
                  </a:lnTo>
                  <a:lnTo>
                    <a:pt x="1720583" y="1828800"/>
                  </a:lnTo>
                  <a:lnTo>
                    <a:pt x="1717954" y="1828800"/>
                  </a:lnTo>
                  <a:lnTo>
                    <a:pt x="1716836" y="1829269"/>
                  </a:lnTo>
                  <a:lnTo>
                    <a:pt x="1714969" y="1831136"/>
                  </a:lnTo>
                  <a:lnTo>
                    <a:pt x="1714500" y="1832254"/>
                  </a:lnTo>
                  <a:lnTo>
                    <a:pt x="1714500" y="1834883"/>
                  </a:lnTo>
                  <a:lnTo>
                    <a:pt x="1714969" y="1836000"/>
                  </a:lnTo>
                  <a:lnTo>
                    <a:pt x="1716836" y="1837867"/>
                  </a:lnTo>
                  <a:lnTo>
                    <a:pt x="1717954" y="1838325"/>
                  </a:lnTo>
                  <a:lnTo>
                    <a:pt x="1720583" y="1838325"/>
                  </a:lnTo>
                  <a:lnTo>
                    <a:pt x="1721700" y="1837867"/>
                  </a:lnTo>
                  <a:lnTo>
                    <a:pt x="1723567" y="1836000"/>
                  </a:lnTo>
                  <a:lnTo>
                    <a:pt x="1724025" y="1834883"/>
                  </a:lnTo>
                  <a:lnTo>
                    <a:pt x="1724025" y="1832254"/>
                  </a:lnTo>
                  <a:close/>
                </a:path>
                <a:path w="3343275" h="1838325">
                  <a:moveTo>
                    <a:pt x="1724025" y="1222654"/>
                  </a:moveTo>
                  <a:lnTo>
                    <a:pt x="1723567" y="1221536"/>
                  </a:lnTo>
                  <a:lnTo>
                    <a:pt x="1721700" y="1219669"/>
                  </a:lnTo>
                  <a:lnTo>
                    <a:pt x="1720583" y="1219200"/>
                  </a:lnTo>
                  <a:lnTo>
                    <a:pt x="1717954" y="1219200"/>
                  </a:lnTo>
                  <a:lnTo>
                    <a:pt x="1716836" y="1219669"/>
                  </a:lnTo>
                  <a:lnTo>
                    <a:pt x="1714969" y="1221536"/>
                  </a:lnTo>
                  <a:lnTo>
                    <a:pt x="1714500" y="1222654"/>
                  </a:lnTo>
                  <a:lnTo>
                    <a:pt x="1714500" y="1225283"/>
                  </a:lnTo>
                  <a:lnTo>
                    <a:pt x="1714969" y="1226400"/>
                  </a:lnTo>
                  <a:lnTo>
                    <a:pt x="1716836" y="1228267"/>
                  </a:lnTo>
                  <a:lnTo>
                    <a:pt x="1717954" y="1228725"/>
                  </a:lnTo>
                  <a:lnTo>
                    <a:pt x="1720583" y="1228725"/>
                  </a:lnTo>
                  <a:lnTo>
                    <a:pt x="1721700" y="1228267"/>
                  </a:lnTo>
                  <a:lnTo>
                    <a:pt x="1723567" y="1226400"/>
                  </a:lnTo>
                  <a:lnTo>
                    <a:pt x="1724025" y="1225283"/>
                  </a:lnTo>
                  <a:lnTo>
                    <a:pt x="1724025" y="1222654"/>
                  </a:lnTo>
                  <a:close/>
                </a:path>
                <a:path w="3343275" h="1838325">
                  <a:moveTo>
                    <a:pt x="1724025" y="613054"/>
                  </a:moveTo>
                  <a:lnTo>
                    <a:pt x="1723567" y="611936"/>
                  </a:lnTo>
                  <a:lnTo>
                    <a:pt x="1721700" y="610069"/>
                  </a:lnTo>
                  <a:lnTo>
                    <a:pt x="1720583" y="609600"/>
                  </a:lnTo>
                  <a:lnTo>
                    <a:pt x="1717954" y="609600"/>
                  </a:lnTo>
                  <a:lnTo>
                    <a:pt x="1716836" y="610069"/>
                  </a:lnTo>
                  <a:lnTo>
                    <a:pt x="1714969" y="611936"/>
                  </a:lnTo>
                  <a:lnTo>
                    <a:pt x="1714500" y="613054"/>
                  </a:lnTo>
                  <a:lnTo>
                    <a:pt x="1714500" y="615683"/>
                  </a:lnTo>
                  <a:lnTo>
                    <a:pt x="1714969" y="616800"/>
                  </a:lnTo>
                  <a:lnTo>
                    <a:pt x="1716836" y="618667"/>
                  </a:lnTo>
                  <a:lnTo>
                    <a:pt x="1717954" y="619125"/>
                  </a:lnTo>
                  <a:lnTo>
                    <a:pt x="1720583" y="619125"/>
                  </a:lnTo>
                  <a:lnTo>
                    <a:pt x="1721700" y="618667"/>
                  </a:lnTo>
                  <a:lnTo>
                    <a:pt x="1723567" y="616800"/>
                  </a:lnTo>
                  <a:lnTo>
                    <a:pt x="1724025" y="615683"/>
                  </a:lnTo>
                  <a:lnTo>
                    <a:pt x="1724025" y="613054"/>
                  </a:lnTo>
                  <a:close/>
                </a:path>
                <a:path w="3343275" h="1838325">
                  <a:moveTo>
                    <a:pt x="1724025" y="3454"/>
                  </a:moveTo>
                  <a:lnTo>
                    <a:pt x="1723567" y="2336"/>
                  </a:lnTo>
                  <a:lnTo>
                    <a:pt x="1721700" y="469"/>
                  </a:lnTo>
                  <a:lnTo>
                    <a:pt x="1720583" y="0"/>
                  </a:lnTo>
                  <a:lnTo>
                    <a:pt x="1717954" y="0"/>
                  </a:lnTo>
                  <a:lnTo>
                    <a:pt x="1716836" y="469"/>
                  </a:lnTo>
                  <a:lnTo>
                    <a:pt x="1714969" y="2336"/>
                  </a:lnTo>
                  <a:lnTo>
                    <a:pt x="1714500" y="3454"/>
                  </a:lnTo>
                  <a:lnTo>
                    <a:pt x="1714500" y="6083"/>
                  </a:lnTo>
                  <a:lnTo>
                    <a:pt x="1714969" y="7200"/>
                  </a:lnTo>
                  <a:lnTo>
                    <a:pt x="1716836" y="9067"/>
                  </a:lnTo>
                  <a:lnTo>
                    <a:pt x="1717954" y="9525"/>
                  </a:lnTo>
                  <a:lnTo>
                    <a:pt x="1720583" y="9525"/>
                  </a:lnTo>
                  <a:lnTo>
                    <a:pt x="1721700" y="9067"/>
                  </a:lnTo>
                  <a:lnTo>
                    <a:pt x="1723567" y="7200"/>
                  </a:lnTo>
                  <a:lnTo>
                    <a:pt x="1724025" y="6083"/>
                  </a:lnTo>
                  <a:lnTo>
                    <a:pt x="1724025" y="3454"/>
                  </a:lnTo>
                  <a:close/>
                </a:path>
                <a:path w="3343275" h="1838325">
                  <a:moveTo>
                    <a:pt x="1771650" y="1832254"/>
                  </a:moveTo>
                  <a:lnTo>
                    <a:pt x="1771192" y="1831136"/>
                  </a:lnTo>
                  <a:lnTo>
                    <a:pt x="1769325" y="1829269"/>
                  </a:lnTo>
                  <a:lnTo>
                    <a:pt x="1768208" y="1828800"/>
                  </a:lnTo>
                  <a:lnTo>
                    <a:pt x="1765579" y="1828800"/>
                  </a:lnTo>
                  <a:lnTo>
                    <a:pt x="1764461" y="1829269"/>
                  </a:lnTo>
                  <a:lnTo>
                    <a:pt x="1762594" y="1831136"/>
                  </a:lnTo>
                  <a:lnTo>
                    <a:pt x="1762125" y="1832254"/>
                  </a:lnTo>
                  <a:lnTo>
                    <a:pt x="1762125" y="1834883"/>
                  </a:lnTo>
                  <a:lnTo>
                    <a:pt x="1762594" y="1836000"/>
                  </a:lnTo>
                  <a:lnTo>
                    <a:pt x="1764461" y="1837867"/>
                  </a:lnTo>
                  <a:lnTo>
                    <a:pt x="1765579" y="1838325"/>
                  </a:lnTo>
                  <a:lnTo>
                    <a:pt x="1768208" y="1838325"/>
                  </a:lnTo>
                  <a:lnTo>
                    <a:pt x="1769325" y="1837867"/>
                  </a:lnTo>
                  <a:lnTo>
                    <a:pt x="1771192" y="1836000"/>
                  </a:lnTo>
                  <a:lnTo>
                    <a:pt x="1771650" y="1834883"/>
                  </a:lnTo>
                  <a:lnTo>
                    <a:pt x="1771650" y="1832254"/>
                  </a:lnTo>
                  <a:close/>
                </a:path>
                <a:path w="3343275" h="1838325">
                  <a:moveTo>
                    <a:pt x="1771650" y="1222654"/>
                  </a:moveTo>
                  <a:lnTo>
                    <a:pt x="1771192" y="1221536"/>
                  </a:lnTo>
                  <a:lnTo>
                    <a:pt x="1769325" y="1219669"/>
                  </a:lnTo>
                  <a:lnTo>
                    <a:pt x="1768208" y="1219200"/>
                  </a:lnTo>
                  <a:lnTo>
                    <a:pt x="1765579" y="1219200"/>
                  </a:lnTo>
                  <a:lnTo>
                    <a:pt x="1764461" y="1219669"/>
                  </a:lnTo>
                  <a:lnTo>
                    <a:pt x="1762594" y="1221536"/>
                  </a:lnTo>
                  <a:lnTo>
                    <a:pt x="1762125" y="1222654"/>
                  </a:lnTo>
                  <a:lnTo>
                    <a:pt x="1762125" y="1225283"/>
                  </a:lnTo>
                  <a:lnTo>
                    <a:pt x="1762594" y="1226400"/>
                  </a:lnTo>
                  <a:lnTo>
                    <a:pt x="1764461" y="1228267"/>
                  </a:lnTo>
                  <a:lnTo>
                    <a:pt x="1765579" y="1228725"/>
                  </a:lnTo>
                  <a:lnTo>
                    <a:pt x="1768208" y="1228725"/>
                  </a:lnTo>
                  <a:lnTo>
                    <a:pt x="1769325" y="1228267"/>
                  </a:lnTo>
                  <a:lnTo>
                    <a:pt x="1771192" y="1226400"/>
                  </a:lnTo>
                  <a:lnTo>
                    <a:pt x="1771650" y="1225283"/>
                  </a:lnTo>
                  <a:lnTo>
                    <a:pt x="1771650" y="1222654"/>
                  </a:lnTo>
                  <a:close/>
                </a:path>
                <a:path w="3343275" h="1838325">
                  <a:moveTo>
                    <a:pt x="1771650" y="613054"/>
                  </a:moveTo>
                  <a:lnTo>
                    <a:pt x="1771192" y="611936"/>
                  </a:lnTo>
                  <a:lnTo>
                    <a:pt x="1769325" y="610069"/>
                  </a:lnTo>
                  <a:lnTo>
                    <a:pt x="1768208" y="609600"/>
                  </a:lnTo>
                  <a:lnTo>
                    <a:pt x="1765579" y="609600"/>
                  </a:lnTo>
                  <a:lnTo>
                    <a:pt x="1764461" y="610069"/>
                  </a:lnTo>
                  <a:lnTo>
                    <a:pt x="1762594" y="611936"/>
                  </a:lnTo>
                  <a:lnTo>
                    <a:pt x="1762125" y="613054"/>
                  </a:lnTo>
                  <a:lnTo>
                    <a:pt x="1762125" y="615683"/>
                  </a:lnTo>
                  <a:lnTo>
                    <a:pt x="1762594" y="616800"/>
                  </a:lnTo>
                  <a:lnTo>
                    <a:pt x="1764461" y="618667"/>
                  </a:lnTo>
                  <a:lnTo>
                    <a:pt x="1765579" y="619125"/>
                  </a:lnTo>
                  <a:lnTo>
                    <a:pt x="1768208" y="619125"/>
                  </a:lnTo>
                  <a:lnTo>
                    <a:pt x="1769325" y="618667"/>
                  </a:lnTo>
                  <a:lnTo>
                    <a:pt x="1771192" y="616800"/>
                  </a:lnTo>
                  <a:lnTo>
                    <a:pt x="1771650" y="615683"/>
                  </a:lnTo>
                  <a:lnTo>
                    <a:pt x="1771650" y="613054"/>
                  </a:lnTo>
                  <a:close/>
                </a:path>
                <a:path w="3343275" h="1838325">
                  <a:moveTo>
                    <a:pt x="1771650" y="3454"/>
                  </a:moveTo>
                  <a:lnTo>
                    <a:pt x="1771192" y="2336"/>
                  </a:lnTo>
                  <a:lnTo>
                    <a:pt x="1769325" y="469"/>
                  </a:lnTo>
                  <a:lnTo>
                    <a:pt x="1768208" y="0"/>
                  </a:lnTo>
                  <a:lnTo>
                    <a:pt x="1765579" y="0"/>
                  </a:lnTo>
                  <a:lnTo>
                    <a:pt x="1764461" y="469"/>
                  </a:lnTo>
                  <a:lnTo>
                    <a:pt x="1762594" y="2336"/>
                  </a:lnTo>
                  <a:lnTo>
                    <a:pt x="1762125" y="3454"/>
                  </a:lnTo>
                  <a:lnTo>
                    <a:pt x="1762125" y="6083"/>
                  </a:lnTo>
                  <a:lnTo>
                    <a:pt x="1762594" y="7200"/>
                  </a:lnTo>
                  <a:lnTo>
                    <a:pt x="1764461" y="9067"/>
                  </a:lnTo>
                  <a:lnTo>
                    <a:pt x="1765579" y="9525"/>
                  </a:lnTo>
                  <a:lnTo>
                    <a:pt x="1768208" y="9525"/>
                  </a:lnTo>
                  <a:lnTo>
                    <a:pt x="1769325" y="9067"/>
                  </a:lnTo>
                  <a:lnTo>
                    <a:pt x="1771192" y="7200"/>
                  </a:lnTo>
                  <a:lnTo>
                    <a:pt x="1771650" y="6083"/>
                  </a:lnTo>
                  <a:lnTo>
                    <a:pt x="1771650" y="3454"/>
                  </a:lnTo>
                  <a:close/>
                </a:path>
                <a:path w="3343275" h="1838325">
                  <a:moveTo>
                    <a:pt x="1819275" y="1832254"/>
                  </a:moveTo>
                  <a:lnTo>
                    <a:pt x="1818817" y="1831136"/>
                  </a:lnTo>
                  <a:lnTo>
                    <a:pt x="1816950" y="1829269"/>
                  </a:lnTo>
                  <a:lnTo>
                    <a:pt x="1815833" y="1828800"/>
                  </a:lnTo>
                  <a:lnTo>
                    <a:pt x="1813204" y="1828800"/>
                  </a:lnTo>
                  <a:lnTo>
                    <a:pt x="1812086" y="1829269"/>
                  </a:lnTo>
                  <a:lnTo>
                    <a:pt x="1810219" y="1831136"/>
                  </a:lnTo>
                  <a:lnTo>
                    <a:pt x="1809750" y="1832254"/>
                  </a:lnTo>
                  <a:lnTo>
                    <a:pt x="1809750" y="1834883"/>
                  </a:lnTo>
                  <a:lnTo>
                    <a:pt x="1810219" y="1836000"/>
                  </a:lnTo>
                  <a:lnTo>
                    <a:pt x="1812086" y="1837867"/>
                  </a:lnTo>
                  <a:lnTo>
                    <a:pt x="1813204" y="1838325"/>
                  </a:lnTo>
                  <a:lnTo>
                    <a:pt x="1815833" y="1838325"/>
                  </a:lnTo>
                  <a:lnTo>
                    <a:pt x="1816950" y="1837867"/>
                  </a:lnTo>
                  <a:lnTo>
                    <a:pt x="1818817" y="1836000"/>
                  </a:lnTo>
                  <a:lnTo>
                    <a:pt x="1819275" y="1834883"/>
                  </a:lnTo>
                  <a:lnTo>
                    <a:pt x="1819275" y="1832254"/>
                  </a:lnTo>
                  <a:close/>
                </a:path>
                <a:path w="3343275" h="1838325">
                  <a:moveTo>
                    <a:pt x="1819275" y="1222654"/>
                  </a:moveTo>
                  <a:lnTo>
                    <a:pt x="1818817" y="1221536"/>
                  </a:lnTo>
                  <a:lnTo>
                    <a:pt x="1816950" y="1219669"/>
                  </a:lnTo>
                  <a:lnTo>
                    <a:pt x="1815833" y="1219200"/>
                  </a:lnTo>
                  <a:lnTo>
                    <a:pt x="1813204" y="1219200"/>
                  </a:lnTo>
                  <a:lnTo>
                    <a:pt x="1812086" y="1219669"/>
                  </a:lnTo>
                  <a:lnTo>
                    <a:pt x="1810219" y="1221536"/>
                  </a:lnTo>
                  <a:lnTo>
                    <a:pt x="1809750" y="1222654"/>
                  </a:lnTo>
                  <a:lnTo>
                    <a:pt x="1809750" y="1225283"/>
                  </a:lnTo>
                  <a:lnTo>
                    <a:pt x="1810219" y="1226400"/>
                  </a:lnTo>
                  <a:lnTo>
                    <a:pt x="1812086" y="1228267"/>
                  </a:lnTo>
                  <a:lnTo>
                    <a:pt x="1813204" y="1228725"/>
                  </a:lnTo>
                  <a:lnTo>
                    <a:pt x="1815833" y="1228725"/>
                  </a:lnTo>
                  <a:lnTo>
                    <a:pt x="1816950" y="1228267"/>
                  </a:lnTo>
                  <a:lnTo>
                    <a:pt x="1818817" y="1226400"/>
                  </a:lnTo>
                  <a:lnTo>
                    <a:pt x="1819275" y="1225283"/>
                  </a:lnTo>
                  <a:lnTo>
                    <a:pt x="1819275" y="1222654"/>
                  </a:lnTo>
                  <a:close/>
                </a:path>
                <a:path w="3343275" h="1838325">
                  <a:moveTo>
                    <a:pt x="1819275" y="613054"/>
                  </a:moveTo>
                  <a:lnTo>
                    <a:pt x="1818817" y="611936"/>
                  </a:lnTo>
                  <a:lnTo>
                    <a:pt x="1816950" y="610069"/>
                  </a:lnTo>
                  <a:lnTo>
                    <a:pt x="1815833" y="609600"/>
                  </a:lnTo>
                  <a:lnTo>
                    <a:pt x="1813204" y="609600"/>
                  </a:lnTo>
                  <a:lnTo>
                    <a:pt x="1812086" y="610069"/>
                  </a:lnTo>
                  <a:lnTo>
                    <a:pt x="1810219" y="611936"/>
                  </a:lnTo>
                  <a:lnTo>
                    <a:pt x="1809750" y="613054"/>
                  </a:lnTo>
                  <a:lnTo>
                    <a:pt x="1809750" y="615683"/>
                  </a:lnTo>
                  <a:lnTo>
                    <a:pt x="1810219" y="616800"/>
                  </a:lnTo>
                  <a:lnTo>
                    <a:pt x="1812086" y="618667"/>
                  </a:lnTo>
                  <a:lnTo>
                    <a:pt x="1813204" y="619125"/>
                  </a:lnTo>
                  <a:lnTo>
                    <a:pt x="1815833" y="619125"/>
                  </a:lnTo>
                  <a:lnTo>
                    <a:pt x="1816950" y="618667"/>
                  </a:lnTo>
                  <a:lnTo>
                    <a:pt x="1818817" y="616800"/>
                  </a:lnTo>
                  <a:lnTo>
                    <a:pt x="1819275" y="615683"/>
                  </a:lnTo>
                  <a:lnTo>
                    <a:pt x="1819275" y="613054"/>
                  </a:lnTo>
                  <a:close/>
                </a:path>
                <a:path w="3343275" h="1838325">
                  <a:moveTo>
                    <a:pt x="1819275" y="3454"/>
                  </a:moveTo>
                  <a:lnTo>
                    <a:pt x="1818817" y="2336"/>
                  </a:lnTo>
                  <a:lnTo>
                    <a:pt x="1816950" y="469"/>
                  </a:lnTo>
                  <a:lnTo>
                    <a:pt x="1815833" y="0"/>
                  </a:lnTo>
                  <a:lnTo>
                    <a:pt x="1813204" y="0"/>
                  </a:lnTo>
                  <a:lnTo>
                    <a:pt x="1812086" y="469"/>
                  </a:lnTo>
                  <a:lnTo>
                    <a:pt x="1810219" y="2336"/>
                  </a:lnTo>
                  <a:lnTo>
                    <a:pt x="1809750" y="3454"/>
                  </a:lnTo>
                  <a:lnTo>
                    <a:pt x="1809750" y="6083"/>
                  </a:lnTo>
                  <a:lnTo>
                    <a:pt x="1810219" y="7200"/>
                  </a:lnTo>
                  <a:lnTo>
                    <a:pt x="1812086" y="9067"/>
                  </a:lnTo>
                  <a:lnTo>
                    <a:pt x="1813204" y="9525"/>
                  </a:lnTo>
                  <a:lnTo>
                    <a:pt x="1815833" y="9525"/>
                  </a:lnTo>
                  <a:lnTo>
                    <a:pt x="1816950" y="9067"/>
                  </a:lnTo>
                  <a:lnTo>
                    <a:pt x="1818817" y="7200"/>
                  </a:lnTo>
                  <a:lnTo>
                    <a:pt x="1819275" y="6083"/>
                  </a:lnTo>
                  <a:lnTo>
                    <a:pt x="1819275" y="3454"/>
                  </a:lnTo>
                  <a:close/>
                </a:path>
                <a:path w="3343275" h="1838325">
                  <a:moveTo>
                    <a:pt x="1866900" y="1832254"/>
                  </a:moveTo>
                  <a:lnTo>
                    <a:pt x="1866442" y="1831136"/>
                  </a:lnTo>
                  <a:lnTo>
                    <a:pt x="1864575" y="1829269"/>
                  </a:lnTo>
                  <a:lnTo>
                    <a:pt x="1863458" y="1828800"/>
                  </a:lnTo>
                  <a:lnTo>
                    <a:pt x="1860829" y="1828800"/>
                  </a:lnTo>
                  <a:lnTo>
                    <a:pt x="1859711" y="1829269"/>
                  </a:lnTo>
                  <a:lnTo>
                    <a:pt x="1857844" y="1831136"/>
                  </a:lnTo>
                  <a:lnTo>
                    <a:pt x="1857375" y="1832254"/>
                  </a:lnTo>
                  <a:lnTo>
                    <a:pt x="1857375" y="1834883"/>
                  </a:lnTo>
                  <a:lnTo>
                    <a:pt x="1857844" y="1836000"/>
                  </a:lnTo>
                  <a:lnTo>
                    <a:pt x="1859711" y="1837867"/>
                  </a:lnTo>
                  <a:lnTo>
                    <a:pt x="1860829" y="1838325"/>
                  </a:lnTo>
                  <a:lnTo>
                    <a:pt x="1863458" y="1838325"/>
                  </a:lnTo>
                  <a:lnTo>
                    <a:pt x="1864575" y="1837867"/>
                  </a:lnTo>
                  <a:lnTo>
                    <a:pt x="1866442" y="1836000"/>
                  </a:lnTo>
                  <a:lnTo>
                    <a:pt x="1866900" y="1834883"/>
                  </a:lnTo>
                  <a:lnTo>
                    <a:pt x="1866900" y="1832254"/>
                  </a:lnTo>
                  <a:close/>
                </a:path>
                <a:path w="3343275" h="1838325">
                  <a:moveTo>
                    <a:pt x="1866900" y="1222654"/>
                  </a:moveTo>
                  <a:lnTo>
                    <a:pt x="1866442" y="1221536"/>
                  </a:lnTo>
                  <a:lnTo>
                    <a:pt x="1864575" y="1219669"/>
                  </a:lnTo>
                  <a:lnTo>
                    <a:pt x="1863458" y="1219200"/>
                  </a:lnTo>
                  <a:lnTo>
                    <a:pt x="1860829" y="1219200"/>
                  </a:lnTo>
                  <a:lnTo>
                    <a:pt x="1859711" y="1219669"/>
                  </a:lnTo>
                  <a:lnTo>
                    <a:pt x="1857844" y="1221536"/>
                  </a:lnTo>
                  <a:lnTo>
                    <a:pt x="1857375" y="1222654"/>
                  </a:lnTo>
                  <a:lnTo>
                    <a:pt x="1857375" y="1225283"/>
                  </a:lnTo>
                  <a:lnTo>
                    <a:pt x="1857844" y="1226400"/>
                  </a:lnTo>
                  <a:lnTo>
                    <a:pt x="1859711" y="1228267"/>
                  </a:lnTo>
                  <a:lnTo>
                    <a:pt x="1860829" y="1228725"/>
                  </a:lnTo>
                  <a:lnTo>
                    <a:pt x="1863458" y="1228725"/>
                  </a:lnTo>
                  <a:lnTo>
                    <a:pt x="1864575" y="1228267"/>
                  </a:lnTo>
                  <a:lnTo>
                    <a:pt x="1866442" y="1226400"/>
                  </a:lnTo>
                  <a:lnTo>
                    <a:pt x="1866900" y="1225283"/>
                  </a:lnTo>
                  <a:lnTo>
                    <a:pt x="1866900" y="1222654"/>
                  </a:lnTo>
                  <a:close/>
                </a:path>
                <a:path w="3343275" h="1838325">
                  <a:moveTo>
                    <a:pt x="1866900" y="613054"/>
                  </a:moveTo>
                  <a:lnTo>
                    <a:pt x="1866442" y="611936"/>
                  </a:lnTo>
                  <a:lnTo>
                    <a:pt x="1864575" y="610069"/>
                  </a:lnTo>
                  <a:lnTo>
                    <a:pt x="1863458" y="609600"/>
                  </a:lnTo>
                  <a:lnTo>
                    <a:pt x="1860829" y="609600"/>
                  </a:lnTo>
                  <a:lnTo>
                    <a:pt x="1859711" y="610069"/>
                  </a:lnTo>
                  <a:lnTo>
                    <a:pt x="1857844" y="611936"/>
                  </a:lnTo>
                  <a:lnTo>
                    <a:pt x="1857375" y="613054"/>
                  </a:lnTo>
                  <a:lnTo>
                    <a:pt x="1857375" y="615683"/>
                  </a:lnTo>
                  <a:lnTo>
                    <a:pt x="1857844" y="616800"/>
                  </a:lnTo>
                  <a:lnTo>
                    <a:pt x="1859711" y="618667"/>
                  </a:lnTo>
                  <a:lnTo>
                    <a:pt x="1860829" y="619125"/>
                  </a:lnTo>
                  <a:lnTo>
                    <a:pt x="1863458" y="619125"/>
                  </a:lnTo>
                  <a:lnTo>
                    <a:pt x="1864575" y="618667"/>
                  </a:lnTo>
                  <a:lnTo>
                    <a:pt x="1866442" y="616800"/>
                  </a:lnTo>
                  <a:lnTo>
                    <a:pt x="1866900" y="615683"/>
                  </a:lnTo>
                  <a:lnTo>
                    <a:pt x="1866900" y="613054"/>
                  </a:lnTo>
                  <a:close/>
                </a:path>
                <a:path w="3343275" h="1838325">
                  <a:moveTo>
                    <a:pt x="1866900" y="3454"/>
                  </a:moveTo>
                  <a:lnTo>
                    <a:pt x="1866442" y="2336"/>
                  </a:lnTo>
                  <a:lnTo>
                    <a:pt x="1864575" y="469"/>
                  </a:lnTo>
                  <a:lnTo>
                    <a:pt x="1863458" y="0"/>
                  </a:lnTo>
                  <a:lnTo>
                    <a:pt x="1860829" y="0"/>
                  </a:lnTo>
                  <a:lnTo>
                    <a:pt x="1859711" y="469"/>
                  </a:lnTo>
                  <a:lnTo>
                    <a:pt x="1857844" y="2336"/>
                  </a:lnTo>
                  <a:lnTo>
                    <a:pt x="1857375" y="3454"/>
                  </a:lnTo>
                  <a:lnTo>
                    <a:pt x="1857375" y="6083"/>
                  </a:lnTo>
                  <a:lnTo>
                    <a:pt x="1857844" y="7200"/>
                  </a:lnTo>
                  <a:lnTo>
                    <a:pt x="1859711" y="9067"/>
                  </a:lnTo>
                  <a:lnTo>
                    <a:pt x="1860829" y="9525"/>
                  </a:lnTo>
                  <a:lnTo>
                    <a:pt x="1863458" y="9525"/>
                  </a:lnTo>
                  <a:lnTo>
                    <a:pt x="1864575" y="9067"/>
                  </a:lnTo>
                  <a:lnTo>
                    <a:pt x="1866442" y="7200"/>
                  </a:lnTo>
                  <a:lnTo>
                    <a:pt x="1866900" y="6083"/>
                  </a:lnTo>
                  <a:lnTo>
                    <a:pt x="1866900" y="3454"/>
                  </a:lnTo>
                  <a:close/>
                </a:path>
                <a:path w="3343275" h="1838325">
                  <a:moveTo>
                    <a:pt x="1914525" y="1832254"/>
                  </a:moveTo>
                  <a:lnTo>
                    <a:pt x="1914067" y="1831136"/>
                  </a:lnTo>
                  <a:lnTo>
                    <a:pt x="1912200" y="1829269"/>
                  </a:lnTo>
                  <a:lnTo>
                    <a:pt x="1911083" y="1828800"/>
                  </a:lnTo>
                  <a:lnTo>
                    <a:pt x="1908454" y="1828800"/>
                  </a:lnTo>
                  <a:lnTo>
                    <a:pt x="1907336" y="1829269"/>
                  </a:lnTo>
                  <a:lnTo>
                    <a:pt x="1905469" y="1831136"/>
                  </a:lnTo>
                  <a:lnTo>
                    <a:pt x="1905000" y="1832254"/>
                  </a:lnTo>
                  <a:lnTo>
                    <a:pt x="1905000" y="1834883"/>
                  </a:lnTo>
                  <a:lnTo>
                    <a:pt x="1905469" y="1836000"/>
                  </a:lnTo>
                  <a:lnTo>
                    <a:pt x="1907336" y="1837867"/>
                  </a:lnTo>
                  <a:lnTo>
                    <a:pt x="1908454" y="1838325"/>
                  </a:lnTo>
                  <a:lnTo>
                    <a:pt x="1911083" y="1838325"/>
                  </a:lnTo>
                  <a:lnTo>
                    <a:pt x="1912200" y="1837867"/>
                  </a:lnTo>
                  <a:lnTo>
                    <a:pt x="1914067" y="1836000"/>
                  </a:lnTo>
                  <a:lnTo>
                    <a:pt x="1914525" y="1834883"/>
                  </a:lnTo>
                  <a:lnTo>
                    <a:pt x="1914525" y="1832254"/>
                  </a:lnTo>
                  <a:close/>
                </a:path>
                <a:path w="3343275" h="1838325">
                  <a:moveTo>
                    <a:pt x="1914525" y="1222654"/>
                  </a:moveTo>
                  <a:lnTo>
                    <a:pt x="1914067" y="1221536"/>
                  </a:lnTo>
                  <a:lnTo>
                    <a:pt x="1912200" y="1219669"/>
                  </a:lnTo>
                  <a:lnTo>
                    <a:pt x="1911083" y="1219200"/>
                  </a:lnTo>
                  <a:lnTo>
                    <a:pt x="1908454" y="1219200"/>
                  </a:lnTo>
                  <a:lnTo>
                    <a:pt x="1907336" y="1219669"/>
                  </a:lnTo>
                  <a:lnTo>
                    <a:pt x="1905469" y="1221536"/>
                  </a:lnTo>
                  <a:lnTo>
                    <a:pt x="1905000" y="1222654"/>
                  </a:lnTo>
                  <a:lnTo>
                    <a:pt x="1905000" y="1225283"/>
                  </a:lnTo>
                  <a:lnTo>
                    <a:pt x="1905469" y="1226400"/>
                  </a:lnTo>
                  <a:lnTo>
                    <a:pt x="1907336" y="1228267"/>
                  </a:lnTo>
                  <a:lnTo>
                    <a:pt x="1908454" y="1228725"/>
                  </a:lnTo>
                  <a:lnTo>
                    <a:pt x="1911083" y="1228725"/>
                  </a:lnTo>
                  <a:lnTo>
                    <a:pt x="1912200" y="1228267"/>
                  </a:lnTo>
                  <a:lnTo>
                    <a:pt x="1914067" y="1226400"/>
                  </a:lnTo>
                  <a:lnTo>
                    <a:pt x="1914525" y="1225283"/>
                  </a:lnTo>
                  <a:lnTo>
                    <a:pt x="1914525" y="1222654"/>
                  </a:lnTo>
                  <a:close/>
                </a:path>
                <a:path w="3343275" h="1838325">
                  <a:moveTo>
                    <a:pt x="1914525" y="613054"/>
                  </a:moveTo>
                  <a:lnTo>
                    <a:pt x="1914067" y="611936"/>
                  </a:lnTo>
                  <a:lnTo>
                    <a:pt x="1912200" y="610069"/>
                  </a:lnTo>
                  <a:lnTo>
                    <a:pt x="1911083" y="609600"/>
                  </a:lnTo>
                  <a:lnTo>
                    <a:pt x="1908454" y="609600"/>
                  </a:lnTo>
                  <a:lnTo>
                    <a:pt x="1907336" y="610069"/>
                  </a:lnTo>
                  <a:lnTo>
                    <a:pt x="1905469" y="611936"/>
                  </a:lnTo>
                  <a:lnTo>
                    <a:pt x="1905000" y="613054"/>
                  </a:lnTo>
                  <a:lnTo>
                    <a:pt x="1905000" y="615683"/>
                  </a:lnTo>
                  <a:lnTo>
                    <a:pt x="1905469" y="616800"/>
                  </a:lnTo>
                  <a:lnTo>
                    <a:pt x="1907336" y="618667"/>
                  </a:lnTo>
                  <a:lnTo>
                    <a:pt x="1908454" y="619125"/>
                  </a:lnTo>
                  <a:lnTo>
                    <a:pt x="1911083" y="619125"/>
                  </a:lnTo>
                  <a:lnTo>
                    <a:pt x="1912200" y="618667"/>
                  </a:lnTo>
                  <a:lnTo>
                    <a:pt x="1914067" y="616800"/>
                  </a:lnTo>
                  <a:lnTo>
                    <a:pt x="1914525" y="615683"/>
                  </a:lnTo>
                  <a:lnTo>
                    <a:pt x="1914525" y="613054"/>
                  </a:lnTo>
                  <a:close/>
                </a:path>
                <a:path w="3343275" h="1838325">
                  <a:moveTo>
                    <a:pt x="1914525" y="3454"/>
                  </a:moveTo>
                  <a:lnTo>
                    <a:pt x="1914067" y="2336"/>
                  </a:lnTo>
                  <a:lnTo>
                    <a:pt x="1912200" y="469"/>
                  </a:lnTo>
                  <a:lnTo>
                    <a:pt x="1911083" y="0"/>
                  </a:lnTo>
                  <a:lnTo>
                    <a:pt x="1908454" y="0"/>
                  </a:lnTo>
                  <a:lnTo>
                    <a:pt x="1907336" y="469"/>
                  </a:lnTo>
                  <a:lnTo>
                    <a:pt x="1905469" y="2336"/>
                  </a:lnTo>
                  <a:lnTo>
                    <a:pt x="1905000" y="3454"/>
                  </a:lnTo>
                  <a:lnTo>
                    <a:pt x="1905000" y="6083"/>
                  </a:lnTo>
                  <a:lnTo>
                    <a:pt x="1905469" y="7200"/>
                  </a:lnTo>
                  <a:lnTo>
                    <a:pt x="1907336" y="9067"/>
                  </a:lnTo>
                  <a:lnTo>
                    <a:pt x="1908454" y="9525"/>
                  </a:lnTo>
                  <a:lnTo>
                    <a:pt x="1911083" y="9525"/>
                  </a:lnTo>
                  <a:lnTo>
                    <a:pt x="1912200" y="9067"/>
                  </a:lnTo>
                  <a:lnTo>
                    <a:pt x="1914067" y="7200"/>
                  </a:lnTo>
                  <a:lnTo>
                    <a:pt x="1914525" y="6083"/>
                  </a:lnTo>
                  <a:lnTo>
                    <a:pt x="1914525" y="3454"/>
                  </a:lnTo>
                  <a:close/>
                </a:path>
                <a:path w="3343275" h="1838325">
                  <a:moveTo>
                    <a:pt x="1962150" y="1832254"/>
                  </a:moveTo>
                  <a:lnTo>
                    <a:pt x="1961692" y="1831136"/>
                  </a:lnTo>
                  <a:lnTo>
                    <a:pt x="1959825" y="1829269"/>
                  </a:lnTo>
                  <a:lnTo>
                    <a:pt x="1958708" y="1828800"/>
                  </a:lnTo>
                  <a:lnTo>
                    <a:pt x="1956079" y="1828800"/>
                  </a:lnTo>
                  <a:lnTo>
                    <a:pt x="1954961" y="1829269"/>
                  </a:lnTo>
                  <a:lnTo>
                    <a:pt x="1953094" y="1831136"/>
                  </a:lnTo>
                  <a:lnTo>
                    <a:pt x="1952625" y="1832254"/>
                  </a:lnTo>
                  <a:lnTo>
                    <a:pt x="1952625" y="1834883"/>
                  </a:lnTo>
                  <a:lnTo>
                    <a:pt x="1953094" y="1836000"/>
                  </a:lnTo>
                  <a:lnTo>
                    <a:pt x="1954961" y="1837867"/>
                  </a:lnTo>
                  <a:lnTo>
                    <a:pt x="1956079" y="1838325"/>
                  </a:lnTo>
                  <a:lnTo>
                    <a:pt x="1958708" y="1838325"/>
                  </a:lnTo>
                  <a:lnTo>
                    <a:pt x="1959825" y="1837867"/>
                  </a:lnTo>
                  <a:lnTo>
                    <a:pt x="1961692" y="1836000"/>
                  </a:lnTo>
                  <a:lnTo>
                    <a:pt x="1962150" y="1834883"/>
                  </a:lnTo>
                  <a:lnTo>
                    <a:pt x="1962150" y="1832254"/>
                  </a:lnTo>
                  <a:close/>
                </a:path>
                <a:path w="3343275" h="1838325">
                  <a:moveTo>
                    <a:pt x="1962150" y="1222654"/>
                  </a:moveTo>
                  <a:lnTo>
                    <a:pt x="1961692" y="1221536"/>
                  </a:lnTo>
                  <a:lnTo>
                    <a:pt x="1959825" y="1219669"/>
                  </a:lnTo>
                  <a:lnTo>
                    <a:pt x="1958708" y="1219200"/>
                  </a:lnTo>
                  <a:lnTo>
                    <a:pt x="1956079" y="1219200"/>
                  </a:lnTo>
                  <a:lnTo>
                    <a:pt x="1954961" y="1219669"/>
                  </a:lnTo>
                  <a:lnTo>
                    <a:pt x="1953094" y="1221536"/>
                  </a:lnTo>
                  <a:lnTo>
                    <a:pt x="1952625" y="1222654"/>
                  </a:lnTo>
                  <a:lnTo>
                    <a:pt x="1952625" y="1225283"/>
                  </a:lnTo>
                  <a:lnTo>
                    <a:pt x="1953094" y="1226400"/>
                  </a:lnTo>
                  <a:lnTo>
                    <a:pt x="1954961" y="1228267"/>
                  </a:lnTo>
                  <a:lnTo>
                    <a:pt x="1956079" y="1228725"/>
                  </a:lnTo>
                  <a:lnTo>
                    <a:pt x="1958708" y="1228725"/>
                  </a:lnTo>
                  <a:lnTo>
                    <a:pt x="1959825" y="1228267"/>
                  </a:lnTo>
                  <a:lnTo>
                    <a:pt x="1961692" y="1226400"/>
                  </a:lnTo>
                  <a:lnTo>
                    <a:pt x="1962150" y="1225283"/>
                  </a:lnTo>
                  <a:lnTo>
                    <a:pt x="1962150" y="1222654"/>
                  </a:lnTo>
                  <a:close/>
                </a:path>
                <a:path w="3343275" h="1838325">
                  <a:moveTo>
                    <a:pt x="1962150" y="613054"/>
                  </a:moveTo>
                  <a:lnTo>
                    <a:pt x="1961692" y="611936"/>
                  </a:lnTo>
                  <a:lnTo>
                    <a:pt x="1959825" y="610069"/>
                  </a:lnTo>
                  <a:lnTo>
                    <a:pt x="1958708" y="609600"/>
                  </a:lnTo>
                  <a:lnTo>
                    <a:pt x="1956079" y="609600"/>
                  </a:lnTo>
                  <a:lnTo>
                    <a:pt x="1954961" y="610069"/>
                  </a:lnTo>
                  <a:lnTo>
                    <a:pt x="1953094" y="611936"/>
                  </a:lnTo>
                  <a:lnTo>
                    <a:pt x="1952625" y="613054"/>
                  </a:lnTo>
                  <a:lnTo>
                    <a:pt x="1952625" y="615683"/>
                  </a:lnTo>
                  <a:lnTo>
                    <a:pt x="1953094" y="616800"/>
                  </a:lnTo>
                  <a:lnTo>
                    <a:pt x="1954961" y="618667"/>
                  </a:lnTo>
                  <a:lnTo>
                    <a:pt x="1956079" y="619125"/>
                  </a:lnTo>
                  <a:lnTo>
                    <a:pt x="1958708" y="619125"/>
                  </a:lnTo>
                  <a:lnTo>
                    <a:pt x="1959825" y="618667"/>
                  </a:lnTo>
                  <a:lnTo>
                    <a:pt x="1961692" y="616800"/>
                  </a:lnTo>
                  <a:lnTo>
                    <a:pt x="1962150" y="615683"/>
                  </a:lnTo>
                  <a:lnTo>
                    <a:pt x="1962150" y="613054"/>
                  </a:lnTo>
                  <a:close/>
                </a:path>
                <a:path w="3343275" h="1838325">
                  <a:moveTo>
                    <a:pt x="1962150" y="3454"/>
                  </a:moveTo>
                  <a:lnTo>
                    <a:pt x="1961692" y="2336"/>
                  </a:lnTo>
                  <a:lnTo>
                    <a:pt x="1959825" y="469"/>
                  </a:lnTo>
                  <a:lnTo>
                    <a:pt x="1958708" y="0"/>
                  </a:lnTo>
                  <a:lnTo>
                    <a:pt x="1956079" y="0"/>
                  </a:lnTo>
                  <a:lnTo>
                    <a:pt x="1954961" y="469"/>
                  </a:lnTo>
                  <a:lnTo>
                    <a:pt x="1953094" y="2336"/>
                  </a:lnTo>
                  <a:lnTo>
                    <a:pt x="1952625" y="3454"/>
                  </a:lnTo>
                  <a:lnTo>
                    <a:pt x="1952625" y="6083"/>
                  </a:lnTo>
                  <a:lnTo>
                    <a:pt x="1953094" y="7200"/>
                  </a:lnTo>
                  <a:lnTo>
                    <a:pt x="1954961" y="9067"/>
                  </a:lnTo>
                  <a:lnTo>
                    <a:pt x="1956079" y="9525"/>
                  </a:lnTo>
                  <a:lnTo>
                    <a:pt x="1958708" y="9525"/>
                  </a:lnTo>
                  <a:lnTo>
                    <a:pt x="1959825" y="9067"/>
                  </a:lnTo>
                  <a:lnTo>
                    <a:pt x="1961692" y="7200"/>
                  </a:lnTo>
                  <a:lnTo>
                    <a:pt x="1962150" y="6083"/>
                  </a:lnTo>
                  <a:lnTo>
                    <a:pt x="1962150" y="3454"/>
                  </a:lnTo>
                  <a:close/>
                </a:path>
                <a:path w="3343275" h="1838325">
                  <a:moveTo>
                    <a:pt x="2009775" y="1832254"/>
                  </a:moveTo>
                  <a:lnTo>
                    <a:pt x="2009317" y="1831136"/>
                  </a:lnTo>
                  <a:lnTo>
                    <a:pt x="2007450" y="1829269"/>
                  </a:lnTo>
                  <a:lnTo>
                    <a:pt x="2006333" y="1828800"/>
                  </a:lnTo>
                  <a:lnTo>
                    <a:pt x="2003704" y="1828800"/>
                  </a:lnTo>
                  <a:lnTo>
                    <a:pt x="2002586" y="1829269"/>
                  </a:lnTo>
                  <a:lnTo>
                    <a:pt x="2000719" y="1831136"/>
                  </a:lnTo>
                  <a:lnTo>
                    <a:pt x="2000250" y="1832254"/>
                  </a:lnTo>
                  <a:lnTo>
                    <a:pt x="2000250" y="1834883"/>
                  </a:lnTo>
                  <a:lnTo>
                    <a:pt x="2000719" y="1836000"/>
                  </a:lnTo>
                  <a:lnTo>
                    <a:pt x="2002586" y="1837867"/>
                  </a:lnTo>
                  <a:lnTo>
                    <a:pt x="2003704" y="1838325"/>
                  </a:lnTo>
                  <a:lnTo>
                    <a:pt x="2006333" y="1838325"/>
                  </a:lnTo>
                  <a:lnTo>
                    <a:pt x="2007450" y="1837867"/>
                  </a:lnTo>
                  <a:lnTo>
                    <a:pt x="2009317" y="1836000"/>
                  </a:lnTo>
                  <a:lnTo>
                    <a:pt x="2009775" y="1834883"/>
                  </a:lnTo>
                  <a:lnTo>
                    <a:pt x="2009775" y="1832254"/>
                  </a:lnTo>
                  <a:close/>
                </a:path>
                <a:path w="3343275" h="1838325">
                  <a:moveTo>
                    <a:pt x="2009775" y="1222654"/>
                  </a:moveTo>
                  <a:lnTo>
                    <a:pt x="2009317" y="1221536"/>
                  </a:lnTo>
                  <a:lnTo>
                    <a:pt x="2007450" y="1219669"/>
                  </a:lnTo>
                  <a:lnTo>
                    <a:pt x="2006333" y="1219200"/>
                  </a:lnTo>
                  <a:lnTo>
                    <a:pt x="2003704" y="1219200"/>
                  </a:lnTo>
                  <a:lnTo>
                    <a:pt x="2002586" y="1219669"/>
                  </a:lnTo>
                  <a:lnTo>
                    <a:pt x="2000719" y="1221536"/>
                  </a:lnTo>
                  <a:lnTo>
                    <a:pt x="2000250" y="1222654"/>
                  </a:lnTo>
                  <a:lnTo>
                    <a:pt x="2000250" y="1225283"/>
                  </a:lnTo>
                  <a:lnTo>
                    <a:pt x="2000719" y="1226400"/>
                  </a:lnTo>
                  <a:lnTo>
                    <a:pt x="2002586" y="1228267"/>
                  </a:lnTo>
                  <a:lnTo>
                    <a:pt x="2003704" y="1228725"/>
                  </a:lnTo>
                  <a:lnTo>
                    <a:pt x="2006333" y="1228725"/>
                  </a:lnTo>
                  <a:lnTo>
                    <a:pt x="2007450" y="1228267"/>
                  </a:lnTo>
                  <a:lnTo>
                    <a:pt x="2009317" y="1226400"/>
                  </a:lnTo>
                  <a:lnTo>
                    <a:pt x="2009775" y="1225283"/>
                  </a:lnTo>
                  <a:lnTo>
                    <a:pt x="2009775" y="1222654"/>
                  </a:lnTo>
                  <a:close/>
                </a:path>
                <a:path w="3343275" h="1838325">
                  <a:moveTo>
                    <a:pt x="2009775" y="613054"/>
                  </a:moveTo>
                  <a:lnTo>
                    <a:pt x="2009317" y="611936"/>
                  </a:lnTo>
                  <a:lnTo>
                    <a:pt x="2007450" y="610069"/>
                  </a:lnTo>
                  <a:lnTo>
                    <a:pt x="2006333" y="609600"/>
                  </a:lnTo>
                  <a:lnTo>
                    <a:pt x="2003704" y="609600"/>
                  </a:lnTo>
                  <a:lnTo>
                    <a:pt x="2002586" y="610069"/>
                  </a:lnTo>
                  <a:lnTo>
                    <a:pt x="2000719" y="611936"/>
                  </a:lnTo>
                  <a:lnTo>
                    <a:pt x="2000250" y="613054"/>
                  </a:lnTo>
                  <a:lnTo>
                    <a:pt x="2000250" y="615683"/>
                  </a:lnTo>
                  <a:lnTo>
                    <a:pt x="2000719" y="616800"/>
                  </a:lnTo>
                  <a:lnTo>
                    <a:pt x="2002586" y="618667"/>
                  </a:lnTo>
                  <a:lnTo>
                    <a:pt x="2003704" y="619125"/>
                  </a:lnTo>
                  <a:lnTo>
                    <a:pt x="2006333" y="619125"/>
                  </a:lnTo>
                  <a:lnTo>
                    <a:pt x="2007450" y="618667"/>
                  </a:lnTo>
                  <a:lnTo>
                    <a:pt x="2009317" y="616800"/>
                  </a:lnTo>
                  <a:lnTo>
                    <a:pt x="2009775" y="615683"/>
                  </a:lnTo>
                  <a:lnTo>
                    <a:pt x="2009775" y="613054"/>
                  </a:lnTo>
                  <a:close/>
                </a:path>
                <a:path w="3343275" h="1838325">
                  <a:moveTo>
                    <a:pt x="2009775" y="3454"/>
                  </a:moveTo>
                  <a:lnTo>
                    <a:pt x="2009317" y="2336"/>
                  </a:lnTo>
                  <a:lnTo>
                    <a:pt x="2007450" y="469"/>
                  </a:lnTo>
                  <a:lnTo>
                    <a:pt x="2006333" y="0"/>
                  </a:lnTo>
                  <a:lnTo>
                    <a:pt x="2003704" y="0"/>
                  </a:lnTo>
                  <a:lnTo>
                    <a:pt x="2002586" y="469"/>
                  </a:lnTo>
                  <a:lnTo>
                    <a:pt x="2000719" y="2336"/>
                  </a:lnTo>
                  <a:lnTo>
                    <a:pt x="2000250" y="3454"/>
                  </a:lnTo>
                  <a:lnTo>
                    <a:pt x="2000250" y="6083"/>
                  </a:lnTo>
                  <a:lnTo>
                    <a:pt x="2000719" y="7200"/>
                  </a:lnTo>
                  <a:lnTo>
                    <a:pt x="2002586" y="9067"/>
                  </a:lnTo>
                  <a:lnTo>
                    <a:pt x="2003704" y="9525"/>
                  </a:lnTo>
                  <a:lnTo>
                    <a:pt x="2006333" y="9525"/>
                  </a:lnTo>
                  <a:lnTo>
                    <a:pt x="2007450" y="9067"/>
                  </a:lnTo>
                  <a:lnTo>
                    <a:pt x="2009317" y="7200"/>
                  </a:lnTo>
                  <a:lnTo>
                    <a:pt x="2009775" y="6083"/>
                  </a:lnTo>
                  <a:lnTo>
                    <a:pt x="2009775" y="3454"/>
                  </a:lnTo>
                  <a:close/>
                </a:path>
                <a:path w="3343275" h="1838325">
                  <a:moveTo>
                    <a:pt x="2057400" y="1832254"/>
                  </a:moveTo>
                  <a:lnTo>
                    <a:pt x="2056942" y="1831136"/>
                  </a:lnTo>
                  <a:lnTo>
                    <a:pt x="2055075" y="1829269"/>
                  </a:lnTo>
                  <a:lnTo>
                    <a:pt x="2053958" y="1828800"/>
                  </a:lnTo>
                  <a:lnTo>
                    <a:pt x="2051329" y="1828800"/>
                  </a:lnTo>
                  <a:lnTo>
                    <a:pt x="2050211" y="1829269"/>
                  </a:lnTo>
                  <a:lnTo>
                    <a:pt x="2048344" y="1831136"/>
                  </a:lnTo>
                  <a:lnTo>
                    <a:pt x="2047875" y="1832254"/>
                  </a:lnTo>
                  <a:lnTo>
                    <a:pt x="2047875" y="1834883"/>
                  </a:lnTo>
                  <a:lnTo>
                    <a:pt x="2048344" y="1836000"/>
                  </a:lnTo>
                  <a:lnTo>
                    <a:pt x="2050211" y="1837867"/>
                  </a:lnTo>
                  <a:lnTo>
                    <a:pt x="2051329" y="1838325"/>
                  </a:lnTo>
                  <a:lnTo>
                    <a:pt x="2053958" y="1838325"/>
                  </a:lnTo>
                  <a:lnTo>
                    <a:pt x="2055075" y="1837867"/>
                  </a:lnTo>
                  <a:lnTo>
                    <a:pt x="2056942" y="1836000"/>
                  </a:lnTo>
                  <a:lnTo>
                    <a:pt x="2057400" y="1834883"/>
                  </a:lnTo>
                  <a:lnTo>
                    <a:pt x="2057400" y="1832254"/>
                  </a:lnTo>
                  <a:close/>
                </a:path>
                <a:path w="3343275" h="1838325">
                  <a:moveTo>
                    <a:pt x="2057400" y="1222654"/>
                  </a:moveTo>
                  <a:lnTo>
                    <a:pt x="2056942" y="1221536"/>
                  </a:lnTo>
                  <a:lnTo>
                    <a:pt x="2055075" y="1219669"/>
                  </a:lnTo>
                  <a:lnTo>
                    <a:pt x="2053958" y="1219200"/>
                  </a:lnTo>
                  <a:lnTo>
                    <a:pt x="2051329" y="1219200"/>
                  </a:lnTo>
                  <a:lnTo>
                    <a:pt x="2050211" y="1219669"/>
                  </a:lnTo>
                  <a:lnTo>
                    <a:pt x="2048344" y="1221536"/>
                  </a:lnTo>
                  <a:lnTo>
                    <a:pt x="2047875" y="1222654"/>
                  </a:lnTo>
                  <a:lnTo>
                    <a:pt x="2047875" y="1225283"/>
                  </a:lnTo>
                  <a:lnTo>
                    <a:pt x="2048344" y="1226400"/>
                  </a:lnTo>
                  <a:lnTo>
                    <a:pt x="2050211" y="1228267"/>
                  </a:lnTo>
                  <a:lnTo>
                    <a:pt x="2051329" y="1228725"/>
                  </a:lnTo>
                  <a:lnTo>
                    <a:pt x="2053958" y="1228725"/>
                  </a:lnTo>
                  <a:lnTo>
                    <a:pt x="2055075" y="1228267"/>
                  </a:lnTo>
                  <a:lnTo>
                    <a:pt x="2056942" y="1226400"/>
                  </a:lnTo>
                  <a:lnTo>
                    <a:pt x="2057400" y="1225283"/>
                  </a:lnTo>
                  <a:lnTo>
                    <a:pt x="2057400" y="1222654"/>
                  </a:lnTo>
                  <a:close/>
                </a:path>
                <a:path w="3343275" h="1838325">
                  <a:moveTo>
                    <a:pt x="2057400" y="613054"/>
                  </a:moveTo>
                  <a:lnTo>
                    <a:pt x="2056942" y="611936"/>
                  </a:lnTo>
                  <a:lnTo>
                    <a:pt x="2055075" y="610069"/>
                  </a:lnTo>
                  <a:lnTo>
                    <a:pt x="2053958" y="609600"/>
                  </a:lnTo>
                  <a:lnTo>
                    <a:pt x="2051329" y="609600"/>
                  </a:lnTo>
                  <a:lnTo>
                    <a:pt x="2050211" y="610069"/>
                  </a:lnTo>
                  <a:lnTo>
                    <a:pt x="2048344" y="611936"/>
                  </a:lnTo>
                  <a:lnTo>
                    <a:pt x="2047875" y="613054"/>
                  </a:lnTo>
                  <a:lnTo>
                    <a:pt x="2047875" y="615683"/>
                  </a:lnTo>
                  <a:lnTo>
                    <a:pt x="2048344" y="616800"/>
                  </a:lnTo>
                  <a:lnTo>
                    <a:pt x="2050211" y="618667"/>
                  </a:lnTo>
                  <a:lnTo>
                    <a:pt x="2051329" y="619125"/>
                  </a:lnTo>
                  <a:lnTo>
                    <a:pt x="2053958" y="619125"/>
                  </a:lnTo>
                  <a:lnTo>
                    <a:pt x="2055075" y="618667"/>
                  </a:lnTo>
                  <a:lnTo>
                    <a:pt x="2056942" y="616800"/>
                  </a:lnTo>
                  <a:lnTo>
                    <a:pt x="2057400" y="615683"/>
                  </a:lnTo>
                  <a:lnTo>
                    <a:pt x="2057400" y="613054"/>
                  </a:lnTo>
                  <a:close/>
                </a:path>
                <a:path w="3343275" h="1838325">
                  <a:moveTo>
                    <a:pt x="2057400" y="3454"/>
                  </a:moveTo>
                  <a:lnTo>
                    <a:pt x="2056942" y="2336"/>
                  </a:lnTo>
                  <a:lnTo>
                    <a:pt x="2055075" y="469"/>
                  </a:lnTo>
                  <a:lnTo>
                    <a:pt x="2053958" y="0"/>
                  </a:lnTo>
                  <a:lnTo>
                    <a:pt x="2051329" y="0"/>
                  </a:lnTo>
                  <a:lnTo>
                    <a:pt x="2050211" y="469"/>
                  </a:lnTo>
                  <a:lnTo>
                    <a:pt x="2048344" y="2336"/>
                  </a:lnTo>
                  <a:lnTo>
                    <a:pt x="2047875" y="3454"/>
                  </a:lnTo>
                  <a:lnTo>
                    <a:pt x="2047875" y="6083"/>
                  </a:lnTo>
                  <a:lnTo>
                    <a:pt x="2048344" y="7200"/>
                  </a:lnTo>
                  <a:lnTo>
                    <a:pt x="2050211" y="9067"/>
                  </a:lnTo>
                  <a:lnTo>
                    <a:pt x="2051329" y="9525"/>
                  </a:lnTo>
                  <a:lnTo>
                    <a:pt x="2053958" y="9525"/>
                  </a:lnTo>
                  <a:lnTo>
                    <a:pt x="2055075" y="9067"/>
                  </a:lnTo>
                  <a:lnTo>
                    <a:pt x="2056942" y="7200"/>
                  </a:lnTo>
                  <a:lnTo>
                    <a:pt x="2057400" y="6083"/>
                  </a:lnTo>
                  <a:lnTo>
                    <a:pt x="2057400" y="3454"/>
                  </a:lnTo>
                  <a:close/>
                </a:path>
                <a:path w="3343275" h="1838325">
                  <a:moveTo>
                    <a:pt x="2105025" y="1832254"/>
                  </a:moveTo>
                  <a:lnTo>
                    <a:pt x="2104567" y="1831136"/>
                  </a:lnTo>
                  <a:lnTo>
                    <a:pt x="2102700" y="1829269"/>
                  </a:lnTo>
                  <a:lnTo>
                    <a:pt x="2101583" y="1828800"/>
                  </a:lnTo>
                  <a:lnTo>
                    <a:pt x="2098954" y="1828800"/>
                  </a:lnTo>
                  <a:lnTo>
                    <a:pt x="2097836" y="1829269"/>
                  </a:lnTo>
                  <a:lnTo>
                    <a:pt x="2095969" y="1831136"/>
                  </a:lnTo>
                  <a:lnTo>
                    <a:pt x="2095500" y="1832254"/>
                  </a:lnTo>
                  <a:lnTo>
                    <a:pt x="2095500" y="1834883"/>
                  </a:lnTo>
                  <a:lnTo>
                    <a:pt x="2095969" y="1836000"/>
                  </a:lnTo>
                  <a:lnTo>
                    <a:pt x="2097836" y="1837867"/>
                  </a:lnTo>
                  <a:lnTo>
                    <a:pt x="2098954" y="1838325"/>
                  </a:lnTo>
                  <a:lnTo>
                    <a:pt x="2101583" y="1838325"/>
                  </a:lnTo>
                  <a:lnTo>
                    <a:pt x="2102700" y="1837867"/>
                  </a:lnTo>
                  <a:lnTo>
                    <a:pt x="2104567" y="1836000"/>
                  </a:lnTo>
                  <a:lnTo>
                    <a:pt x="2105025" y="1834883"/>
                  </a:lnTo>
                  <a:lnTo>
                    <a:pt x="2105025" y="1832254"/>
                  </a:lnTo>
                  <a:close/>
                </a:path>
                <a:path w="3343275" h="1838325">
                  <a:moveTo>
                    <a:pt x="2105025" y="1222654"/>
                  </a:moveTo>
                  <a:lnTo>
                    <a:pt x="2104567" y="1221536"/>
                  </a:lnTo>
                  <a:lnTo>
                    <a:pt x="2102700" y="1219669"/>
                  </a:lnTo>
                  <a:lnTo>
                    <a:pt x="2101583" y="1219200"/>
                  </a:lnTo>
                  <a:lnTo>
                    <a:pt x="2098954" y="1219200"/>
                  </a:lnTo>
                  <a:lnTo>
                    <a:pt x="2097836" y="1219669"/>
                  </a:lnTo>
                  <a:lnTo>
                    <a:pt x="2095969" y="1221536"/>
                  </a:lnTo>
                  <a:lnTo>
                    <a:pt x="2095500" y="1222654"/>
                  </a:lnTo>
                  <a:lnTo>
                    <a:pt x="2095500" y="1225283"/>
                  </a:lnTo>
                  <a:lnTo>
                    <a:pt x="2095969" y="1226400"/>
                  </a:lnTo>
                  <a:lnTo>
                    <a:pt x="2097836" y="1228267"/>
                  </a:lnTo>
                  <a:lnTo>
                    <a:pt x="2098954" y="1228725"/>
                  </a:lnTo>
                  <a:lnTo>
                    <a:pt x="2101583" y="1228725"/>
                  </a:lnTo>
                  <a:lnTo>
                    <a:pt x="2102700" y="1228267"/>
                  </a:lnTo>
                  <a:lnTo>
                    <a:pt x="2104567" y="1226400"/>
                  </a:lnTo>
                  <a:lnTo>
                    <a:pt x="2105025" y="1225283"/>
                  </a:lnTo>
                  <a:lnTo>
                    <a:pt x="2105025" y="1222654"/>
                  </a:lnTo>
                  <a:close/>
                </a:path>
                <a:path w="3343275" h="1838325">
                  <a:moveTo>
                    <a:pt x="2105025" y="613054"/>
                  </a:moveTo>
                  <a:lnTo>
                    <a:pt x="2104567" y="611936"/>
                  </a:lnTo>
                  <a:lnTo>
                    <a:pt x="2102700" y="610069"/>
                  </a:lnTo>
                  <a:lnTo>
                    <a:pt x="2101583" y="609600"/>
                  </a:lnTo>
                  <a:lnTo>
                    <a:pt x="2098954" y="609600"/>
                  </a:lnTo>
                  <a:lnTo>
                    <a:pt x="2097836" y="610069"/>
                  </a:lnTo>
                  <a:lnTo>
                    <a:pt x="2095969" y="611936"/>
                  </a:lnTo>
                  <a:lnTo>
                    <a:pt x="2095500" y="613054"/>
                  </a:lnTo>
                  <a:lnTo>
                    <a:pt x="2095500" y="615683"/>
                  </a:lnTo>
                  <a:lnTo>
                    <a:pt x="2095969" y="616800"/>
                  </a:lnTo>
                  <a:lnTo>
                    <a:pt x="2097836" y="618667"/>
                  </a:lnTo>
                  <a:lnTo>
                    <a:pt x="2098954" y="619125"/>
                  </a:lnTo>
                  <a:lnTo>
                    <a:pt x="2101583" y="619125"/>
                  </a:lnTo>
                  <a:lnTo>
                    <a:pt x="2102700" y="618667"/>
                  </a:lnTo>
                  <a:lnTo>
                    <a:pt x="2104567" y="616800"/>
                  </a:lnTo>
                  <a:lnTo>
                    <a:pt x="2105025" y="615683"/>
                  </a:lnTo>
                  <a:lnTo>
                    <a:pt x="2105025" y="613054"/>
                  </a:lnTo>
                  <a:close/>
                </a:path>
                <a:path w="3343275" h="1838325">
                  <a:moveTo>
                    <a:pt x="2105025" y="3454"/>
                  </a:moveTo>
                  <a:lnTo>
                    <a:pt x="2104567" y="2336"/>
                  </a:lnTo>
                  <a:lnTo>
                    <a:pt x="2102700" y="469"/>
                  </a:lnTo>
                  <a:lnTo>
                    <a:pt x="2101583" y="0"/>
                  </a:lnTo>
                  <a:lnTo>
                    <a:pt x="2098954" y="0"/>
                  </a:lnTo>
                  <a:lnTo>
                    <a:pt x="2097836" y="469"/>
                  </a:lnTo>
                  <a:lnTo>
                    <a:pt x="2095969" y="2336"/>
                  </a:lnTo>
                  <a:lnTo>
                    <a:pt x="2095500" y="3454"/>
                  </a:lnTo>
                  <a:lnTo>
                    <a:pt x="2095500" y="6083"/>
                  </a:lnTo>
                  <a:lnTo>
                    <a:pt x="2095969" y="7200"/>
                  </a:lnTo>
                  <a:lnTo>
                    <a:pt x="2097836" y="9067"/>
                  </a:lnTo>
                  <a:lnTo>
                    <a:pt x="2098954" y="9525"/>
                  </a:lnTo>
                  <a:lnTo>
                    <a:pt x="2101583" y="9525"/>
                  </a:lnTo>
                  <a:lnTo>
                    <a:pt x="2102700" y="9067"/>
                  </a:lnTo>
                  <a:lnTo>
                    <a:pt x="2104567" y="7200"/>
                  </a:lnTo>
                  <a:lnTo>
                    <a:pt x="2105025" y="6083"/>
                  </a:lnTo>
                  <a:lnTo>
                    <a:pt x="2105025" y="3454"/>
                  </a:lnTo>
                  <a:close/>
                </a:path>
                <a:path w="3343275" h="1838325">
                  <a:moveTo>
                    <a:pt x="2152650" y="1832254"/>
                  </a:moveTo>
                  <a:lnTo>
                    <a:pt x="2152192" y="1831136"/>
                  </a:lnTo>
                  <a:lnTo>
                    <a:pt x="2150326" y="1829269"/>
                  </a:lnTo>
                  <a:lnTo>
                    <a:pt x="2149208" y="1828800"/>
                  </a:lnTo>
                  <a:lnTo>
                    <a:pt x="2146579" y="1828800"/>
                  </a:lnTo>
                  <a:lnTo>
                    <a:pt x="2145461" y="1829269"/>
                  </a:lnTo>
                  <a:lnTo>
                    <a:pt x="2143595" y="1831136"/>
                  </a:lnTo>
                  <a:lnTo>
                    <a:pt x="2143125" y="1832254"/>
                  </a:lnTo>
                  <a:lnTo>
                    <a:pt x="2143125" y="1834883"/>
                  </a:lnTo>
                  <a:lnTo>
                    <a:pt x="2143595" y="1836000"/>
                  </a:lnTo>
                  <a:lnTo>
                    <a:pt x="2145461" y="1837867"/>
                  </a:lnTo>
                  <a:lnTo>
                    <a:pt x="2146579" y="1838325"/>
                  </a:lnTo>
                  <a:lnTo>
                    <a:pt x="2149208" y="1838325"/>
                  </a:lnTo>
                  <a:lnTo>
                    <a:pt x="2150326" y="1837867"/>
                  </a:lnTo>
                  <a:lnTo>
                    <a:pt x="2152192" y="1836000"/>
                  </a:lnTo>
                  <a:lnTo>
                    <a:pt x="2152650" y="1834883"/>
                  </a:lnTo>
                  <a:lnTo>
                    <a:pt x="2152650" y="1832254"/>
                  </a:lnTo>
                  <a:close/>
                </a:path>
                <a:path w="3343275" h="1838325">
                  <a:moveTo>
                    <a:pt x="2152650" y="1222654"/>
                  </a:moveTo>
                  <a:lnTo>
                    <a:pt x="2152192" y="1221536"/>
                  </a:lnTo>
                  <a:lnTo>
                    <a:pt x="2150326" y="1219669"/>
                  </a:lnTo>
                  <a:lnTo>
                    <a:pt x="2149208" y="1219200"/>
                  </a:lnTo>
                  <a:lnTo>
                    <a:pt x="2146579" y="1219200"/>
                  </a:lnTo>
                  <a:lnTo>
                    <a:pt x="2145461" y="1219669"/>
                  </a:lnTo>
                  <a:lnTo>
                    <a:pt x="2143595" y="1221536"/>
                  </a:lnTo>
                  <a:lnTo>
                    <a:pt x="2143125" y="1222654"/>
                  </a:lnTo>
                  <a:lnTo>
                    <a:pt x="2143125" y="1225283"/>
                  </a:lnTo>
                  <a:lnTo>
                    <a:pt x="2143595" y="1226400"/>
                  </a:lnTo>
                  <a:lnTo>
                    <a:pt x="2145461" y="1228267"/>
                  </a:lnTo>
                  <a:lnTo>
                    <a:pt x="2146579" y="1228725"/>
                  </a:lnTo>
                  <a:lnTo>
                    <a:pt x="2149208" y="1228725"/>
                  </a:lnTo>
                  <a:lnTo>
                    <a:pt x="2150326" y="1228267"/>
                  </a:lnTo>
                  <a:lnTo>
                    <a:pt x="2152192" y="1226400"/>
                  </a:lnTo>
                  <a:lnTo>
                    <a:pt x="2152650" y="1225283"/>
                  </a:lnTo>
                  <a:lnTo>
                    <a:pt x="2152650" y="1222654"/>
                  </a:lnTo>
                  <a:close/>
                </a:path>
                <a:path w="3343275" h="1838325">
                  <a:moveTo>
                    <a:pt x="2152650" y="613054"/>
                  </a:moveTo>
                  <a:lnTo>
                    <a:pt x="2152192" y="611936"/>
                  </a:lnTo>
                  <a:lnTo>
                    <a:pt x="2150326" y="610069"/>
                  </a:lnTo>
                  <a:lnTo>
                    <a:pt x="2149208" y="609600"/>
                  </a:lnTo>
                  <a:lnTo>
                    <a:pt x="2146579" y="609600"/>
                  </a:lnTo>
                  <a:lnTo>
                    <a:pt x="2145461" y="610069"/>
                  </a:lnTo>
                  <a:lnTo>
                    <a:pt x="2143595" y="611936"/>
                  </a:lnTo>
                  <a:lnTo>
                    <a:pt x="2143125" y="613054"/>
                  </a:lnTo>
                  <a:lnTo>
                    <a:pt x="2143125" y="615683"/>
                  </a:lnTo>
                  <a:lnTo>
                    <a:pt x="2143595" y="616800"/>
                  </a:lnTo>
                  <a:lnTo>
                    <a:pt x="2145461" y="618667"/>
                  </a:lnTo>
                  <a:lnTo>
                    <a:pt x="2146579" y="619125"/>
                  </a:lnTo>
                  <a:lnTo>
                    <a:pt x="2149208" y="619125"/>
                  </a:lnTo>
                  <a:lnTo>
                    <a:pt x="2150326" y="618667"/>
                  </a:lnTo>
                  <a:lnTo>
                    <a:pt x="2152192" y="616800"/>
                  </a:lnTo>
                  <a:lnTo>
                    <a:pt x="2152650" y="615683"/>
                  </a:lnTo>
                  <a:lnTo>
                    <a:pt x="2152650" y="613054"/>
                  </a:lnTo>
                  <a:close/>
                </a:path>
                <a:path w="3343275" h="1838325">
                  <a:moveTo>
                    <a:pt x="2152650" y="3454"/>
                  </a:moveTo>
                  <a:lnTo>
                    <a:pt x="2152192" y="2336"/>
                  </a:lnTo>
                  <a:lnTo>
                    <a:pt x="2150326" y="469"/>
                  </a:lnTo>
                  <a:lnTo>
                    <a:pt x="2149208" y="0"/>
                  </a:lnTo>
                  <a:lnTo>
                    <a:pt x="2146579" y="0"/>
                  </a:lnTo>
                  <a:lnTo>
                    <a:pt x="2145461" y="469"/>
                  </a:lnTo>
                  <a:lnTo>
                    <a:pt x="2143595" y="2336"/>
                  </a:lnTo>
                  <a:lnTo>
                    <a:pt x="2143125" y="3454"/>
                  </a:lnTo>
                  <a:lnTo>
                    <a:pt x="2143125" y="6083"/>
                  </a:lnTo>
                  <a:lnTo>
                    <a:pt x="2143595" y="7200"/>
                  </a:lnTo>
                  <a:lnTo>
                    <a:pt x="2145461" y="9067"/>
                  </a:lnTo>
                  <a:lnTo>
                    <a:pt x="2146579" y="9525"/>
                  </a:lnTo>
                  <a:lnTo>
                    <a:pt x="2149208" y="9525"/>
                  </a:lnTo>
                  <a:lnTo>
                    <a:pt x="2150326" y="9067"/>
                  </a:lnTo>
                  <a:lnTo>
                    <a:pt x="2152192" y="7200"/>
                  </a:lnTo>
                  <a:lnTo>
                    <a:pt x="2152650" y="6083"/>
                  </a:lnTo>
                  <a:lnTo>
                    <a:pt x="2152650" y="3454"/>
                  </a:lnTo>
                  <a:close/>
                </a:path>
                <a:path w="3343275" h="1838325">
                  <a:moveTo>
                    <a:pt x="2200275" y="1832254"/>
                  </a:moveTo>
                  <a:lnTo>
                    <a:pt x="2199817" y="1831136"/>
                  </a:lnTo>
                  <a:lnTo>
                    <a:pt x="2197951" y="1829269"/>
                  </a:lnTo>
                  <a:lnTo>
                    <a:pt x="2196833" y="1828800"/>
                  </a:lnTo>
                  <a:lnTo>
                    <a:pt x="2194204" y="1828800"/>
                  </a:lnTo>
                  <a:lnTo>
                    <a:pt x="2193086" y="1829269"/>
                  </a:lnTo>
                  <a:lnTo>
                    <a:pt x="2191220" y="1831136"/>
                  </a:lnTo>
                  <a:lnTo>
                    <a:pt x="2190750" y="1832254"/>
                  </a:lnTo>
                  <a:lnTo>
                    <a:pt x="2190750" y="1834883"/>
                  </a:lnTo>
                  <a:lnTo>
                    <a:pt x="2191220" y="1836000"/>
                  </a:lnTo>
                  <a:lnTo>
                    <a:pt x="2193086" y="1837867"/>
                  </a:lnTo>
                  <a:lnTo>
                    <a:pt x="2194204" y="1838325"/>
                  </a:lnTo>
                  <a:lnTo>
                    <a:pt x="2196833" y="1838325"/>
                  </a:lnTo>
                  <a:lnTo>
                    <a:pt x="2197951" y="1837867"/>
                  </a:lnTo>
                  <a:lnTo>
                    <a:pt x="2199817" y="1836000"/>
                  </a:lnTo>
                  <a:lnTo>
                    <a:pt x="2200275" y="1834883"/>
                  </a:lnTo>
                  <a:lnTo>
                    <a:pt x="2200275" y="1832254"/>
                  </a:lnTo>
                  <a:close/>
                </a:path>
                <a:path w="3343275" h="1838325">
                  <a:moveTo>
                    <a:pt x="2200275" y="1222654"/>
                  </a:moveTo>
                  <a:lnTo>
                    <a:pt x="2199817" y="1221536"/>
                  </a:lnTo>
                  <a:lnTo>
                    <a:pt x="2197951" y="1219669"/>
                  </a:lnTo>
                  <a:lnTo>
                    <a:pt x="2196833" y="1219200"/>
                  </a:lnTo>
                  <a:lnTo>
                    <a:pt x="2194204" y="1219200"/>
                  </a:lnTo>
                  <a:lnTo>
                    <a:pt x="2193086" y="1219669"/>
                  </a:lnTo>
                  <a:lnTo>
                    <a:pt x="2191220" y="1221536"/>
                  </a:lnTo>
                  <a:lnTo>
                    <a:pt x="2190750" y="1222654"/>
                  </a:lnTo>
                  <a:lnTo>
                    <a:pt x="2190750" y="1225283"/>
                  </a:lnTo>
                  <a:lnTo>
                    <a:pt x="2191220" y="1226400"/>
                  </a:lnTo>
                  <a:lnTo>
                    <a:pt x="2193086" y="1228267"/>
                  </a:lnTo>
                  <a:lnTo>
                    <a:pt x="2194204" y="1228725"/>
                  </a:lnTo>
                  <a:lnTo>
                    <a:pt x="2196833" y="1228725"/>
                  </a:lnTo>
                  <a:lnTo>
                    <a:pt x="2197951" y="1228267"/>
                  </a:lnTo>
                  <a:lnTo>
                    <a:pt x="2199817" y="1226400"/>
                  </a:lnTo>
                  <a:lnTo>
                    <a:pt x="2200275" y="1225283"/>
                  </a:lnTo>
                  <a:lnTo>
                    <a:pt x="2200275" y="1222654"/>
                  </a:lnTo>
                  <a:close/>
                </a:path>
                <a:path w="3343275" h="1838325">
                  <a:moveTo>
                    <a:pt x="2200275" y="613054"/>
                  </a:moveTo>
                  <a:lnTo>
                    <a:pt x="2199817" y="611936"/>
                  </a:lnTo>
                  <a:lnTo>
                    <a:pt x="2197951" y="610069"/>
                  </a:lnTo>
                  <a:lnTo>
                    <a:pt x="2196833" y="609600"/>
                  </a:lnTo>
                  <a:lnTo>
                    <a:pt x="2194204" y="609600"/>
                  </a:lnTo>
                  <a:lnTo>
                    <a:pt x="2193086" y="610069"/>
                  </a:lnTo>
                  <a:lnTo>
                    <a:pt x="2191220" y="611936"/>
                  </a:lnTo>
                  <a:lnTo>
                    <a:pt x="2190750" y="613054"/>
                  </a:lnTo>
                  <a:lnTo>
                    <a:pt x="2190750" y="615683"/>
                  </a:lnTo>
                  <a:lnTo>
                    <a:pt x="2191220" y="616800"/>
                  </a:lnTo>
                  <a:lnTo>
                    <a:pt x="2193086" y="618667"/>
                  </a:lnTo>
                  <a:lnTo>
                    <a:pt x="2194204" y="619125"/>
                  </a:lnTo>
                  <a:lnTo>
                    <a:pt x="2196833" y="619125"/>
                  </a:lnTo>
                  <a:lnTo>
                    <a:pt x="2197951" y="618667"/>
                  </a:lnTo>
                  <a:lnTo>
                    <a:pt x="2199817" y="616800"/>
                  </a:lnTo>
                  <a:lnTo>
                    <a:pt x="2200275" y="615683"/>
                  </a:lnTo>
                  <a:lnTo>
                    <a:pt x="2200275" y="613054"/>
                  </a:lnTo>
                  <a:close/>
                </a:path>
                <a:path w="3343275" h="1838325">
                  <a:moveTo>
                    <a:pt x="2200275" y="3454"/>
                  </a:moveTo>
                  <a:lnTo>
                    <a:pt x="2199817" y="2336"/>
                  </a:lnTo>
                  <a:lnTo>
                    <a:pt x="2197951" y="469"/>
                  </a:lnTo>
                  <a:lnTo>
                    <a:pt x="2196833" y="0"/>
                  </a:lnTo>
                  <a:lnTo>
                    <a:pt x="2194204" y="0"/>
                  </a:lnTo>
                  <a:lnTo>
                    <a:pt x="2193086" y="469"/>
                  </a:lnTo>
                  <a:lnTo>
                    <a:pt x="2191220" y="2336"/>
                  </a:lnTo>
                  <a:lnTo>
                    <a:pt x="2190750" y="3454"/>
                  </a:lnTo>
                  <a:lnTo>
                    <a:pt x="2190750" y="6083"/>
                  </a:lnTo>
                  <a:lnTo>
                    <a:pt x="2191220" y="7200"/>
                  </a:lnTo>
                  <a:lnTo>
                    <a:pt x="2193086" y="9067"/>
                  </a:lnTo>
                  <a:lnTo>
                    <a:pt x="2194204" y="9525"/>
                  </a:lnTo>
                  <a:lnTo>
                    <a:pt x="2196833" y="9525"/>
                  </a:lnTo>
                  <a:lnTo>
                    <a:pt x="2197951" y="9067"/>
                  </a:lnTo>
                  <a:lnTo>
                    <a:pt x="2199817" y="7200"/>
                  </a:lnTo>
                  <a:lnTo>
                    <a:pt x="2200275" y="6083"/>
                  </a:lnTo>
                  <a:lnTo>
                    <a:pt x="2200275" y="3454"/>
                  </a:lnTo>
                  <a:close/>
                </a:path>
                <a:path w="3343275" h="1838325">
                  <a:moveTo>
                    <a:pt x="2247900" y="1832254"/>
                  </a:moveTo>
                  <a:lnTo>
                    <a:pt x="2247442" y="1831136"/>
                  </a:lnTo>
                  <a:lnTo>
                    <a:pt x="2245576" y="1829269"/>
                  </a:lnTo>
                  <a:lnTo>
                    <a:pt x="2244458" y="1828800"/>
                  </a:lnTo>
                  <a:lnTo>
                    <a:pt x="2241829" y="1828800"/>
                  </a:lnTo>
                  <a:lnTo>
                    <a:pt x="2240711" y="1829269"/>
                  </a:lnTo>
                  <a:lnTo>
                    <a:pt x="2238845" y="1831136"/>
                  </a:lnTo>
                  <a:lnTo>
                    <a:pt x="2238375" y="1832254"/>
                  </a:lnTo>
                  <a:lnTo>
                    <a:pt x="2238375" y="1834883"/>
                  </a:lnTo>
                  <a:lnTo>
                    <a:pt x="2238845" y="1836000"/>
                  </a:lnTo>
                  <a:lnTo>
                    <a:pt x="2240711" y="1837867"/>
                  </a:lnTo>
                  <a:lnTo>
                    <a:pt x="2241829" y="1838325"/>
                  </a:lnTo>
                  <a:lnTo>
                    <a:pt x="2244458" y="1838325"/>
                  </a:lnTo>
                  <a:lnTo>
                    <a:pt x="2245576" y="1837867"/>
                  </a:lnTo>
                  <a:lnTo>
                    <a:pt x="2247442" y="1836000"/>
                  </a:lnTo>
                  <a:lnTo>
                    <a:pt x="2247900" y="1834883"/>
                  </a:lnTo>
                  <a:lnTo>
                    <a:pt x="2247900" y="1832254"/>
                  </a:lnTo>
                  <a:close/>
                </a:path>
                <a:path w="3343275" h="1838325">
                  <a:moveTo>
                    <a:pt x="2247900" y="1222654"/>
                  </a:moveTo>
                  <a:lnTo>
                    <a:pt x="2247442" y="1221536"/>
                  </a:lnTo>
                  <a:lnTo>
                    <a:pt x="2245576" y="1219669"/>
                  </a:lnTo>
                  <a:lnTo>
                    <a:pt x="2244458" y="1219200"/>
                  </a:lnTo>
                  <a:lnTo>
                    <a:pt x="2241829" y="1219200"/>
                  </a:lnTo>
                  <a:lnTo>
                    <a:pt x="2240711" y="1219669"/>
                  </a:lnTo>
                  <a:lnTo>
                    <a:pt x="2238845" y="1221536"/>
                  </a:lnTo>
                  <a:lnTo>
                    <a:pt x="2238375" y="1222654"/>
                  </a:lnTo>
                  <a:lnTo>
                    <a:pt x="2238375" y="1225283"/>
                  </a:lnTo>
                  <a:lnTo>
                    <a:pt x="2238845" y="1226400"/>
                  </a:lnTo>
                  <a:lnTo>
                    <a:pt x="2240711" y="1228267"/>
                  </a:lnTo>
                  <a:lnTo>
                    <a:pt x="2241829" y="1228725"/>
                  </a:lnTo>
                  <a:lnTo>
                    <a:pt x="2244458" y="1228725"/>
                  </a:lnTo>
                  <a:lnTo>
                    <a:pt x="2245576" y="1228267"/>
                  </a:lnTo>
                  <a:lnTo>
                    <a:pt x="2247442" y="1226400"/>
                  </a:lnTo>
                  <a:lnTo>
                    <a:pt x="2247900" y="1225283"/>
                  </a:lnTo>
                  <a:lnTo>
                    <a:pt x="2247900" y="1222654"/>
                  </a:lnTo>
                  <a:close/>
                </a:path>
                <a:path w="3343275" h="1838325">
                  <a:moveTo>
                    <a:pt x="2247900" y="613054"/>
                  </a:moveTo>
                  <a:lnTo>
                    <a:pt x="2247442" y="611936"/>
                  </a:lnTo>
                  <a:lnTo>
                    <a:pt x="2245576" y="610069"/>
                  </a:lnTo>
                  <a:lnTo>
                    <a:pt x="2244458" y="609600"/>
                  </a:lnTo>
                  <a:lnTo>
                    <a:pt x="2241829" y="609600"/>
                  </a:lnTo>
                  <a:lnTo>
                    <a:pt x="2240711" y="610069"/>
                  </a:lnTo>
                  <a:lnTo>
                    <a:pt x="2238845" y="611936"/>
                  </a:lnTo>
                  <a:lnTo>
                    <a:pt x="2238375" y="613054"/>
                  </a:lnTo>
                  <a:lnTo>
                    <a:pt x="2238375" y="615683"/>
                  </a:lnTo>
                  <a:lnTo>
                    <a:pt x="2238845" y="616800"/>
                  </a:lnTo>
                  <a:lnTo>
                    <a:pt x="2240711" y="618667"/>
                  </a:lnTo>
                  <a:lnTo>
                    <a:pt x="2241829" y="619125"/>
                  </a:lnTo>
                  <a:lnTo>
                    <a:pt x="2244458" y="619125"/>
                  </a:lnTo>
                  <a:lnTo>
                    <a:pt x="2245576" y="618667"/>
                  </a:lnTo>
                  <a:lnTo>
                    <a:pt x="2247442" y="616800"/>
                  </a:lnTo>
                  <a:lnTo>
                    <a:pt x="2247900" y="615683"/>
                  </a:lnTo>
                  <a:lnTo>
                    <a:pt x="2247900" y="613054"/>
                  </a:lnTo>
                  <a:close/>
                </a:path>
                <a:path w="3343275" h="1838325">
                  <a:moveTo>
                    <a:pt x="2247900" y="3454"/>
                  </a:moveTo>
                  <a:lnTo>
                    <a:pt x="2247442" y="2336"/>
                  </a:lnTo>
                  <a:lnTo>
                    <a:pt x="2245576" y="469"/>
                  </a:lnTo>
                  <a:lnTo>
                    <a:pt x="2244458" y="0"/>
                  </a:lnTo>
                  <a:lnTo>
                    <a:pt x="2241829" y="0"/>
                  </a:lnTo>
                  <a:lnTo>
                    <a:pt x="2240711" y="469"/>
                  </a:lnTo>
                  <a:lnTo>
                    <a:pt x="2238845" y="2336"/>
                  </a:lnTo>
                  <a:lnTo>
                    <a:pt x="2238375" y="3454"/>
                  </a:lnTo>
                  <a:lnTo>
                    <a:pt x="2238375" y="6083"/>
                  </a:lnTo>
                  <a:lnTo>
                    <a:pt x="2238845" y="7200"/>
                  </a:lnTo>
                  <a:lnTo>
                    <a:pt x="2240711" y="9067"/>
                  </a:lnTo>
                  <a:lnTo>
                    <a:pt x="2241829" y="9525"/>
                  </a:lnTo>
                  <a:lnTo>
                    <a:pt x="2244458" y="9525"/>
                  </a:lnTo>
                  <a:lnTo>
                    <a:pt x="2245576" y="9067"/>
                  </a:lnTo>
                  <a:lnTo>
                    <a:pt x="2247442" y="7200"/>
                  </a:lnTo>
                  <a:lnTo>
                    <a:pt x="2247900" y="6083"/>
                  </a:lnTo>
                  <a:lnTo>
                    <a:pt x="2247900" y="3454"/>
                  </a:lnTo>
                  <a:close/>
                </a:path>
                <a:path w="3343275" h="1838325">
                  <a:moveTo>
                    <a:pt x="2295525" y="1832254"/>
                  </a:moveTo>
                  <a:lnTo>
                    <a:pt x="2295067" y="1831136"/>
                  </a:lnTo>
                  <a:lnTo>
                    <a:pt x="2293201" y="1829269"/>
                  </a:lnTo>
                  <a:lnTo>
                    <a:pt x="2292083" y="1828800"/>
                  </a:lnTo>
                  <a:lnTo>
                    <a:pt x="2289454" y="1828800"/>
                  </a:lnTo>
                  <a:lnTo>
                    <a:pt x="2288336" y="1829269"/>
                  </a:lnTo>
                  <a:lnTo>
                    <a:pt x="2286470" y="1831136"/>
                  </a:lnTo>
                  <a:lnTo>
                    <a:pt x="2286000" y="1832254"/>
                  </a:lnTo>
                  <a:lnTo>
                    <a:pt x="2286000" y="1834883"/>
                  </a:lnTo>
                  <a:lnTo>
                    <a:pt x="2286470" y="1836000"/>
                  </a:lnTo>
                  <a:lnTo>
                    <a:pt x="2288336" y="1837867"/>
                  </a:lnTo>
                  <a:lnTo>
                    <a:pt x="2289454" y="1838325"/>
                  </a:lnTo>
                  <a:lnTo>
                    <a:pt x="2292083" y="1838325"/>
                  </a:lnTo>
                  <a:lnTo>
                    <a:pt x="2293201" y="1837867"/>
                  </a:lnTo>
                  <a:lnTo>
                    <a:pt x="2295067" y="1836000"/>
                  </a:lnTo>
                  <a:lnTo>
                    <a:pt x="2295525" y="1834883"/>
                  </a:lnTo>
                  <a:lnTo>
                    <a:pt x="2295525" y="1832254"/>
                  </a:lnTo>
                  <a:close/>
                </a:path>
                <a:path w="3343275" h="1838325">
                  <a:moveTo>
                    <a:pt x="2295525" y="1222654"/>
                  </a:moveTo>
                  <a:lnTo>
                    <a:pt x="2295067" y="1221536"/>
                  </a:lnTo>
                  <a:lnTo>
                    <a:pt x="2293201" y="1219669"/>
                  </a:lnTo>
                  <a:lnTo>
                    <a:pt x="2292083" y="1219200"/>
                  </a:lnTo>
                  <a:lnTo>
                    <a:pt x="2289454" y="1219200"/>
                  </a:lnTo>
                  <a:lnTo>
                    <a:pt x="2288336" y="1219669"/>
                  </a:lnTo>
                  <a:lnTo>
                    <a:pt x="2286470" y="1221536"/>
                  </a:lnTo>
                  <a:lnTo>
                    <a:pt x="2286000" y="1222654"/>
                  </a:lnTo>
                  <a:lnTo>
                    <a:pt x="2286000" y="1225283"/>
                  </a:lnTo>
                  <a:lnTo>
                    <a:pt x="2286470" y="1226400"/>
                  </a:lnTo>
                  <a:lnTo>
                    <a:pt x="2288336" y="1228267"/>
                  </a:lnTo>
                  <a:lnTo>
                    <a:pt x="2289454" y="1228725"/>
                  </a:lnTo>
                  <a:lnTo>
                    <a:pt x="2292083" y="1228725"/>
                  </a:lnTo>
                  <a:lnTo>
                    <a:pt x="2293201" y="1228267"/>
                  </a:lnTo>
                  <a:lnTo>
                    <a:pt x="2295067" y="1226400"/>
                  </a:lnTo>
                  <a:lnTo>
                    <a:pt x="2295525" y="1225283"/>
                  </a:lnTo>
                  <a:lnTo>
                    <a:pt x="2295525" y="1222654"/>
                  </a:lnTo>
                  <a:close/>
                </a:path>
                <a:path w="3343275" h="1838325">
                  <a:moveTo>
                    <a:pt x="2295525" y="613054"/>
                  </a:moveTo>
                  <a:lnTo>
                    <a:pt x="2295067" y="611936"/>
                  </a:lnTo>
                  <a:lnTo>
                    <a:pt x="2293201" y="610069"/>
                  </a:lnTo>
                  <a:lnTo>
                    <a:pt x="2292083" y="609600"/>
                  </a:lnTo>
                  <a:lnTo>
                    <a:pt x="2289454" y="609600"/>
                  </a:lnTo>
                  <a:lnTo>
                    <a:pt x="2288336" y="610069"/>
                  </a:lnTo>
                  <a:lnTo>
                    <a:pt x="2286470" y="611936"/>
                  </a:lnTo>
                  <a:lnTo>
                    <a:pt x="2286000" y="613054"/>
                  </a:lnTo>
                  <a:lnTo>
                    <a:pt x="2286000" y="615683"/>
                  </a:lnTo>
                  <a:lnTo>
                    <a:pt x="2286470" y="616800"/>
                  </a:lnTo>
                  <a:lnTo>
                    <a:pt x="2288336" y="618667"/>
                  </a:lnTo>
                  <a:lnTo>
                    <a:pt x="2289454" y="619125"/>
                  </a:lnTo>
                  <a:lnTo>
                    <a:pt x="2292083" y="619125"/>
                  </a:lnTo>
                  <a:lnTo>
                    <a:pt x="2293201" y="618667"/>
                  </a:lnTo>
                  <a:lnTo>
                    <a:pt x="2295067" y="616800"/>
                  </a:lnTo>
                  <a:lnTo>
                    <a:pt x="2295525" y="615683"/>
                  </a:lnTo>
                  <a:lnTo>
                    <a:pt x="2295525" y="613054"/>
                  </a:lnTo>
                  <a:close/>
                </a:path>
                <a:path w="3343275" h="1838325">
                  <a:moveTo>
                    <a:pt x="2295525" y="3454"/>
                  </a:moveTo>
                  <a:lnTo>
                    <a:pt x="2295067" y="2336"/>
                  </a:lnTo>
                  <a:lnTo>
                    <a:pt x="2293201" y="469"/>
                  </a:lnTo>
                  <a:lnTo>
                    <a:pt x="2292083" y="0"/>
                  </a:lnTo>
                  <a:lnTo>
                    <a:pt x="2289454" y="0"/>
                  </a:lnTo>
                  <a:lnTo>
                    <a:pt x="2288336" y="469"/>
                  </a:lnTo>
                  <a:lnTo>
                    <a:pt x="2286470" y="2336"/>
                  </a:lnTo>
                  <a:lnTo>
                    <a:pt x="2286000" y="3454"/>
                  </a:lnTo>
                  <a:lnTo>
                    <a:pt x="2286000" y="6083"/>
                  </a:lnTo>
                  <a:lnTo>
                    <a:pt x="2286470" y="7200"/>
                  </a:lnTo>
                  <a:lnTo>
                    <a:pt x="2288336" y="9067"/>
                  </a:lnTo>
                  <a:lnTo>
                    <a:pt x="2289454" y="9525"/>
                  </a:lnTo>
                  <a:lnTo>
                    <a:pt x="2292083" y="9525"/>
                  </a:lnTo>
                  <a:lnTo>
                    <a:pt x="2293201" y="9067"/>
                  </a:lnTo>
                  <a:lnTo>
                    <a:pt x="2295067" y="7200"/>
                  </a:lnTo>
                  <a:lnTo>
                    <a:pt x="2295525" y="6083"/>
                  </a:lnTo>
                  <a:lnTo>
                    <a:pt x="2295525" y="3454"/>
                  </a:lnTo>
                  <a:close/>
                </a:path>
                <a:path w="3343275" h="1838325">
                  <a:moveTo>
                    <a:pt x="2343150" y="1832254"/>
                  </a:moveTo>
                  <a:lnTo>
                    <a:pt x="2342692" y="1831136"/>
                  </a:lnTo>
                  <a:lnTo>
                    <a:pt x="2340826" y="1829269"/>
                  </a:lnTo>
                  <a:lnTo>
                    <a:pt x="2339708" y="1828800"/>
                  </a:lnTo>
                  <a:lnTo>
                    <a:pt x="2337079" y="1828800"/>
                  </a:lnTo>
                  <a:lnTo>
                    <a:pt x="2335961" y="1829269"/>
                  </a:lnTo>
                  <a:lnTo>
                    <a:pt x="2334095" y="1831136"/>
                  </a:lnTo>
                  <a:lnTo>
                    <a:pt x="2333625" y="1832254"/>
                  </a:lnTo>
                  <a:lnTo>
                    <a:pt x="2333625" y="1834883"/>
                  </a:lnTo>
                  <a:lnTo>
                    <a:pt x="2334095" y="1836000"/>
                  </a:lnTo>
                  <a:lnTo>
                    <a:pt x="2335961" y="1837867"/>
                  </a:lnTo>
                  <a:lnTo>
                    <a:pt x="2337079" y="1838325"/>
                  </a:lnTo>
                  <a:lnTo>
                    <a:pt x="2339708" y="1838325"/>
                  </a:lnTo>
                  <a:lnTo>
                    <a:pt x="2340826" y="1837867"/>
                  </a:lnTo>
                  <a:lnTo>
                    <a:pt x="2342692" y="1836000"/>
                  </a:lnTo>
                  <a:lnTo>
                    <a:pt x="2343150" y="1834883"/>
                  </a:lnTo>
                  <a:lnTo>
                    <a:pt x="2343150" y="1832254"/>
                  </a:lnTo>
                  <a:close/>
                </a:path>
                <a:path w="3343275" h="1838325">
                  <a:moveTo>
                    <a:pt x="2343150" y="1222654"/>
                  </a:moveTo>
                  <a:lnTo>
                    <a:pt x="2342692" y="1221536"/>
                  </a:lnTo>
                  <a:lnTo>
                    <a:pt x="2340826" y="1219669"/>
                  </a:lnTo>
                  <a:lnTo>
                    <a:pt x="2339708" y="1219200"/>
                  </a:lnTo>
                  <a:lnTo>
                    <a:pt x="2337079" y="1219200"/>
                  </a:lnTo>
                  <a:lnTo>
                    <a:pt x="2335961" y="1219669"/>
                  </a:lnTo>
                  <a:lnTo>
                    <a:pt x="2334095" y="1221536"/>
                  </a:lnTo>
                  <a:lnTo>
                    <a:pt x="2333625" y="1222654"/>
                  </a:lnTo>
                  <a:lnTo>
                    <a:pt x="2333625" y="1225283"/>
                  </a:lnTo>
                  <a:lnTo>
                    <a:pt x="2334095" y="1226400"/>
                  </a:lnTo>
                  <a:lnTo>
                    <a:pt x="2335961" y="1228267"/>
                  </a:lnTo>
                  <a:lnTo>
                    <a:pt x="2337079" y="1228725"/>
                  </a:lnTo>
                  <a:lnTo>
                    <a:pt x="2339708" y="1228725"/>
                  </a:lnTo>
                  <a:lnTo>
                    <a:pt x="2340826" y="1228267"/>
                  </a:lnTo>
                  <a:lnTo>
                    <a:pt x="2342692" y="1226400"/>
                  </a:lnTo>
                  <a:lnTo>
                    <a:pt x="2343150" y="1225283"/>
                  </a:lnTo>
                  <a:lnTo>
                    <a:pt x="2343150" y="1222654"/>
                  </a:lnTo>
                  <a:close/>
                </a:path>
                <a:path w="3343275" h="1838325">
                  <a:moveTo>
                    <a:pt x="2343150" y="613054"/>
                  </a:moveTo>
                  <a:lnTo>
                    <a:pt x="2342692" y="611936"/>
                  </a:lnTo>
                  <a:lnTo>
                    <a:pt x="2340826" y="610069"/>
                  </a:lnTo>
                  <a:lnTo>
                    <a:pt x="2339708" y="609600"/>
                  </a:lnTo>
                  <a:lnTo>
                    <a:pt x="2337079" y="609600"/>
                  </a:lnTo>
                  <a:lnTo>
                    <a:pt x="2335961" y="610069"/>
                  </a:lnTo>
                  <a:lnTo>
                    <a:pt x="2334095" y="611936"/>
                  </a:lnTo>
                  <a:lnTo>
                    <a:pt x="2333625" y="613054"/>
                  </a:lnTo>
                  <a:lnTo>
                    <a:pt x="2333625" y="615683"/>
                  </a:lnTo>
                  <a:lnTo>
                    <a:pt x="2334095" y="616800"/>
                  </a:lnTo>
                  <a:lnTo>
                    <a:pt x="2335961" y="618667"/>
                  </a:lnTo>
                  <a:lnTo>
                    <a:pt x="2337079" y="619125"/>
                  </a:lnTo>
                  <a:lnTo>
                    <a:pt x="2339708" y="619125"/>
                  </a:lnTo>
                  <a:lnTo>
                    <a:pt x="2340826" y="618667"/>
                  </a:lnTo>
                  <a:lnTo>
                    <a:pt x="2342692" y="616800"/>
                  </a:lnTo>
                  <a:lnTo>
                    <a:pt x="2343150" y="615683"/>
                  </a:lnTo>
                  <a:lnTo>
                    <a:pt x="2343150" y="613054"/>
                  </a:lnTo>
                  <a:close/>
                </a:path>
                <a:path w="3343275" h="1838325">
                  <a:moveTo>
                    <a:pt x="2343150" y="3454"/>
                  </a:moveTo>
                  <a:lnTo>
                    <a:pt x="2342692" y="2336"/>
                  </a:lnTo>
                  <a:lnTo>
                    <a:pt x="2340826" y="469"/>
                  </a:lnTo>
                  <a:lnTo>
                    <a:pt x="2339708" y="0"/>
                  </a:lnTo>
                  <a:lnTo>
                    <a:pt x="2337079" y="0"/>
                  </a:lnTo>
                  <a:lnTo>
                    <a:pt x="2335961" y="469"/>
                  </a:lnTo>
                  <a:lnTo>
                    <a:pt x="2334095" y="2336"/>
                  </a:lnTo>
                  <a:lnTo>
                    <a:pt x="2333625" y="3454"/>
                  </a:lnTo>
                  <a:lnTo>
                    <a:pt x="2333625" y="6083"/>
                  </a:lnTo>
                  <a:lnTo>
                    <a:pt x="2334095" y="7200"/>
                  </a:lnTo>
                  <a:lnTo>
                    <a:pt x="2335961" y="9067"/>
                  </a:lnTo>
                  <a:lnTo>
                    <a:pt x="2337079" y="9525"/>
                  </a:lnTo>
                  <a:lnTo>
                    <a:pt x="2339708" y="9525"/>
                  </a:lnTo>
                  <a:lnTo>
                    <a:pt x="2340826" y="9067"/>
                  </a:lnTo>
                  <a:lnTo>
                    <a:pt x="2342692" y="7200"/>
                  </a:lnTo>
                  <a:lnTo>
                    <a:pt x="2343150" y="6083"/>
                  </a:lnTo>
                  <a:lnTo>
                    <a:pt x="2343150" y="3454"/>
                  </a:lnTo>
                  <a:close/>
                </a:path>
                <a:path w="3343275" h="1838325">
                  <a:moveTo>
                    <a:pt x="2390775" y="1832254"/>
                  </a:moveTo>
                  <a:lnTo>
                    <a:pt x="2390317" y="1831136"/>
                  </a:lnTo>
                  <a:lnTo>
                    <a:pt x="2388451" y="1829269"/>
                  </a:lnTo>
                  <a:lnTo>
                    <a:pt x="2387333" y="1828800"/>
                  </a:lnTo>
                  <a:lnTo>
                    <a:pt x="2384704" y="1828800"/>
                  </a:lnTo>
                  <a:lnTo>
                    <a:pt x="2383586" y="1829269"/>
                  </a:lnTo>
                  <a:lnTo>
                    <a:pt x="2381720" y="1831136"/>
                  </a:lnTo>
                  <a:lnTo>
                    <a:pt x="2381250" y="1832254"/>
                  </a:lnTo>
                  <a:lnTo>
                    <a:pt x="2381250" y="1834883"/>
                  </a:lnTo>
                  <a:lnTo>
                    <a:pt x="2381720" y="1836000"/>
                  </a:lnTo>
                  <a:lnTo>
                    <a:pt x="2383586" y="1837867"/>
                  </a:lnTo>
                  <a:lnTo>
                    <a:pt x="2384704" y="1838325"/>
                  </a:lnTo>
                  <a:lnTo>
                    <a:pt x="2387333" y="1838325"/>
                  </a:lnTo>
                  <a:lnTo>
                    <a:pt x="2388451" y="1837867"/>
                  </a:lnTo>
                  <a:lnTo>
                    <a:pt x="2390317" y="1836000"/>
                  </a:lnTo>
                  <a:lnTo>
                    <a:pt x="2390775" y="1834883"/>
                  </a:lnTo>
                  <a:lnTo>
                    <a:pt x="2390775" y="1832254"/>
                  </a:lnTo>
                  <a:close/>
                </a:path>
                <a:path w="3343275" h="1838325">
                  <a:moveTo>
                    <a:pt x="2390775" y="1222654"/>
                  </a:moveTo>
                  <a:lnTo>
                    <a:pt x="2390317" y="1221536"/>
                  </a:lnTo>
                  <a:lnTo>
                    <a:pt x="2388451" y="1219669"/>
                  </a:lnTo>
                  <a:lnTo>
                    <a:pt x="2387333" y="1219200"/>
                  </a:lnTo>
                  <a:lnTo>
                    <a:pt x="2384704" y="1219200"/>
                  </a:lnTo>
                  <a:lnTo>
                    <a:pt x="2383586" y="1219669"/>
                  </a:lnTo>
                  <a:lnTo>
                    <a:pt x="2381720" y="1221536"/>
                  </a:lnTo>
                  <a:lnTo>
                    <a:pt x="2381250" y="1222654"/>
                  </a:lnTo>
                  <a:lnTo>
                    <a:pt x="2381250" y="1225283"/>
                  </a:lnTo>
                  <a:lnTo>
                    <a:pt x="2381720" y="1226400"/>
                  </a:lnTo>
                  <a:lnTo>
                    <a:pt x="2383586" y="1228267"/>
                  </a:lnTo>
                  <a:lnTo>
                    <a:pt x="2384704" y="1228725"/>
                  </a:lnTo>
                  <a:lnTo>
                    <a:pt x="2387333" y="1228725"/>
                  </a:lnTo>
                  <a:lnTo>
                    <a:pt x="2388451" y="1228267"/>
                  </a:lnTo>
                  <a:lnTo>
                    <a:pt x="2390317" y="1226400"/>
                  </a:lnTo>
                  <a:lnTo>
                    <a:pt x="2390775" y="1225283"/>
                  </a:lnTo>
                  <a:lnTo>
                    <a:pt x="2390775" y="1222654"/>
                  </a:lnTo>
                  <a:close/>
                </a:path>
                <a:path w="3343275" h="1838325">
                  <a:moveTo>
                    <a:pt x="2390775" y="613054"/>
                  </a:moveTo>
                  <a:lnTo>
                    <a:pt x="2390317" y="611936"/>
                  </a:lnTo>
                  <a:lnTo>
                    <a:pt x="2388451" y="610069"/>
                  </a:lnTo>
                  <a:lnTo>
                    <a:pt x="2387333" y="609600"/>
                  </a:lnTo>
                  <a:lnTo>
                    <a:pt x="2384704" y="609600"/>
                  </a:lnTo>
                  <a:lnTo>
                    <a:pt x="2383586" y="610069"/>
                  </a:lnTo>
                  <a:lnTo>
                    <a:pt x="2381720" y="611936"/>
                  </a:lnTo>
                  <a:lnTo>
                    <a:pt x="2381250" y="613054"/>
                  </a:lnTo>
                  <a:lnTo>
                    <a:pt x="2381250" y="615683"/>
                  </a:lnTo>
                  <a:lnTo>
                    <a:pt x="2381720" y="616800"/>
                  </a:lnTo>
                  <a:lnTo>
                    <a:pt x="2383586" y="618667"/>
                  </a:lnTo>
                  <a:lnTo>
                    <a:pt x="2384704" y="619125"/>
                  </a:lnTo>
                  <a:lnTo>
                    <a:pt x="2387333" y="619125"/>
                  </a:lnTo>
                  <a:lnTo>
                    <a:pt x="2388451" y="618667"/>
                  </a:lnTo>
                  <a:lnTo>
                    <a:pt x="2390317" y="616800"/>
                  </a:lnTo>
                  <a:lnTo>
                    <a:pt x="2390775" y="615683"/>
                  </a:lnTo>
                  <a:lnTo>
                    <a:pt x="2390775" y="613054"/>
                  </a:lnTo>
                  <a:close/>
                </a:path>
                <a:path w="3343275" h="1838325">
                  <a:moveTo>
                    <a:pt x="2390775" y="3454"/>
                  </a:moveTo>
                  <a:lnTo>
                    <a:pt x="2390317" y="2336"/>
                  </a:lnTo>
                  <a:lnTo>
                    <a:pt x="2388451" y="469"/>
                  </a:lnTo>
                  <a:lnTo>
                    <a:pt x="2387333" y="0"/>
                  </a:lnTo>
                  <a:lnTo>
                    <a:pt x="2384704" y="0"/>
                  </a:lnTo>
                  <a:lnTo>
                    <a:pt x="2383586" y="469"/>
                  </a:lnTo>
                  <a:lnTo>
                    <a:pt x="2381720" y="2336"/>
                  </a:lnTo>
                  <a:lnTo>
                    <a:pt x="2381250" y="3454"/>
                  </a:lnTo>
                  <a:lnTo>
                    <a:pt x="2381250" y="6083"/>
                  </a:lnTo>
                  <a:lnTo>
                    <a:pt x="2381720" y="7200"/>
                  </a:lnTo>
                  <a:lnTo>
                    <a:pt x="2383586" y="9067"/>
                  </a:lnTo>
                  <a:lnTo>
                    <a:pt x="2384704" y="9525"/>
                  </a:lnTo>
                  <a:lnTo>
                    <a:pt x="2387333" y="9525"/>
                  </a:lnTo>
                  <a:lnTo>
                    <a:pt x="2388451" y="9067"/>
                  </a:lnTo>
                  <a:lnTo>
                    <a:pt x="2390317" y="7200"/>
                  </a:lnTo>
                  <a:lnTo>
                    <a:pt x="2390775" y="6083"/>
                  </a:lnTo>
                  <a:lnTo>
                    <a:pt x="2390775" y="3454"/>
                  </a:lnTo>
                  <a:close/>
                </a:path>
                <a:path w="3343275" h="1838325">
                  <a:moveTo>
                    <a:pt x="2438400" y="1832254"/>
                  </a:moveTo>
                  <a:lnTo>
                    <a:pt x="2437942" y="1831136"/>
                  </a:lnTo>
                  <a:lnTo>
                    <a:pt x="2436076" y="1829269"/>
                  </a:lnTo>
                  <a:lnTo>
                    <a:pt x="2434958" y="1828800"/>
                  </a:lnTo>
                  <a:lnTo>
                    <a:pt x="2432329" y="1828800"/>
                  </a:lnTo>
                  <a:lnTo>
                    <a:pt x="2431211" y="1829269"/>
                  </a:lnTo>
                  <a:lnTo>
                    <a:pt x="2429345" y="1831136"/>
                  </a:lnTo>
                  <a:lnTo>
                    <a:pt x="2428875" y="1832254"/>
                  </a:lnTo>
                  <a:lnTo>
                    <a:pt x="2428875" y="1834883"/>
                  </a:lnTo>
                  <a:lnTo>
                    <a:pt x="2429345" y="1836000"/>
                  </a:lnTo>
                  <a:lnTo>
                    <a:pt x="2431211" y="1837867"/>
                  </a:lnTo>
                  <a:lnTo>
                    <a:pt x="2432329" y="1838325"/>
                  </a:lnTo>
                  <a:lnTo>
                    <a:pt x="2434958" y="1838325"/>
                  </a:lnTo>
                  <a:lnTo>
                    <a:pt x="2436076" y="1837867"/>
                  </a:lnTo>
                  <a:lnTo>
                    <a:pt x="2437942" y="1836000"/>
                  </a:lnTo>
                  <a:lnTo>
                    <a:pt x="2438400" y="1834883"/>
                  </a:lnTo>
                  <a:lnTo>
                    <a:pt x="2438400" y="1832254"/>
                  </a:lnTo>
                  <a:close/>
                </a:path>
                <a:path w="3343275" h="1838325">
                  <a:moveTo>
                    <a:pt x="2438400" y="1222654"/>
                  </a:moveTo>
                  <a:lnTo>
                    <a:pt x="2437942" y="1221536"/>
                  </a:lnTo>
                  <a:lnTo>
                    <a:pt x="2436076" y="1219669"/>
                  </a:lnTo>
                  <a:lnTo>
                    <a:pt x="2434958" y="1219200"/>
                  </a:lnTo>
                  <a:lnTo>
                    <a:pt x="2432329" y="1219200"/>
                  </a:lnTo>
                  <a:lnTo>
                    <a:pt x="2431211" y="1219669"/>
                  </a:lnTo>
                  <a:lnTo>
                    <a:pt x="2429345" y="1221536"/>
                  </a:lnTo>
                  <a:lnTo>
                    <a:pt x="2428875" y="1222654"/>
                  </a:lnTo>
                  <a:lnTo>
                    <a:pt x="2428875" y="1225283"/>
                  </a:lnTo>
                  <a:lnTo>
                    <a:pt x="2429345" y="1226400"/>
                  </a:lnTo>
                  <a:lnTo>
                    <a:pt x="2431211" y="1228267"/>
                  </a:lnTo>
                  <a:lnTo>
                    <a:pt x="2432329" y="1228725"/>
                  </a:lnTo>
                  <a:lnTo>
                    <a:pt x="2434958" y="1228725"/>
                  </a:lnTo>
                  <a:lnTo>
                    <a:pt x="2436076" y="1228267"/>
                  </a:lnTo>
                  <a:lnTo>
                    <a:pt x="2437942" y="1226400"/>
                  </a:lnTo>
                  <a:lnTo>
                    <a:pt x="2438400" y="1225283"/>
                  </a:lnTo>
                  <a:lnTo>
                    <a:pt x="2438400" y="1222654"/>
                  </a:lnTo>
                  <a:close/>
                </a:path>
                <a:path w="3343275" h="1838325">
                  <a:moveTo>
                    <a:pt x="2438400" y="613054"/>
                  </a:moveTo>
                  <a:lnTo>
                    <a:pt x="2437942" y="611936"/>
                  </a:lnTo>
                  <a:lnTo>
                    <a:pt x="2436076" y="610069"/>
                  </a:lnTo>
                  <a:lnTo>
                    <a:pt x="2434958" y="609600"/>
                  </a:lnTo>
                  <a:lnTo>
                    <a:pt x="2432329" y="609600"/>
                  </a:lnTo>
                  <a:lnTo>
                    <a:pt x="2431211" y="610069"/>
                  </a:lnTo>
                  <a:lnTo>
                    <a:pt x="2429345" y="611936"/>
                  </a:lnTo>
                  <a:lnTo>
                    <a:pt x="2428875" y="613054"/>
                  </a:lnTo>
                  <a:lnTo>
                    <a:pt x="2428875" y="615683"/>
                  </a:lnTo>
                  <a:lnTo>
                    <a:pt x="2429345" y="616800"/>
                  </a:lnTo>
                  <a:lnTo>
                    <a:pt x="2431211" y="618667"/>
                  </a:lnTo>
                  <a:lnTo>
                    <a:pt x="2432329" y="619125"/>
                  </a:lnTo>
                  <a:lnTo>
                    <a:pt x="2434958" y="619125"/>
                  </a:lnTo>
                  <a:lnTo>
                    <a:pt x="2436076" y="618667"/>
                  </a:lnTo>
                  <a:lnTo>
                    <a:pt x="2437942" y="616800"/>
                  </a:lnTo>
                  <a:lnTo>
                    <a:pt x="2438400" y="615683"/>
                  </a:lnTo>
                  <a:lnTo>
                    <a:pt x="2438400" y="613054"/>
                  </a:lnTo>
                  <a:close/>
                </a:path>
                <a:path w="3343275" h="1838325">
                  <a:moveTo>
                    <a:pt x="2438400" y="3454"/>
                  </a:moveTo>
                  <a:lnTo>
                    <a:pt x="2437942" y="2336"/>
                  </a:lnTo>
                  <a:lnTo>
                    <a:pt x="2436076" y="469"/>
                  </a:lnTo>
                  <a:lnTo>
                    <a:pt x="2434958" y="0"/>
                  </a:lnTo>
                  <a:lnTo>
                    <a:pt x="2432329" y="0"/>
                  </a:lnTo>
                  <a:lnTo>
                    <a:pt x="2431211" y="469"/>
                  </a:lnTo>
                  <a:lnTo>
                    <a:pt x="2429345" y="2336"/>
                  </a:lnTo>
                  <a:lnTo>
                    <a:pt x="2428875" y="3454"/>
                  </a:lnTo>
                  <a:lnTo>
                    <a:pt x="2428875" y="6083"/>
                  </a:lnTo>
                  <a:lnTo>
                    <a:pt x="2429345" y="7200"/>
                  </a:lnTo>
                  <a:lnTo>
                    <a:pt x="2431211" y="9067"/>
                  </a:lnTo>
                  <a:lnTo>
                    <a:pt x="2432329" y="9525"/>
                  </a:lnTo>
                  <a:lnTo>
                    <a:pt x="2434958" y="9525"/>
                  </a:lnTo>
                  <a:lnTo>
                    <a:pt x="2436076" y="9067"/>
                  </a:lnTo>
                  <a:lnTo>
                    <a:pt x="2437942" y="7200"/>
                  </a:lnTo>
                  <a:lnTo>
                    <a:pt x="2438400" y="6083"/>
                  </a:lnTo>
                  <a:lnTo>
                    <a:pt x="2438400" y="3454"/>
                  </a:lnTo>
                  <a:close/>
                </a:path>
                <a:path w="3343275" h="1838325">
                  <a:moveTo>
                    <a:pt x="2486025" y="1832254"/>
                  </a:moveTo>
                  <a:lnTo>
                    <a:pt x="2485567" y="1831136"/>
                  </a:lnTo>
                  <a:lnTo>
                    <a:pt x="2483701" y="1829269"/>
                  </a:lnTo>
                  <a:lnTo>
                    <a:pt x="2482583" y="1828800"/>
                  </a:lnTo>
                  <a:lnTo>
                    <a:pt x="2479954" y="1828800"/>
                  </a:lnTo>
                  <a:lnTo>
                    <a:pt x="2478836" y="1829269"/>
                  </a:lnTo>
                  <a:lnTo>
                    <a:pt x="2476970" y="1831136"/>
                  </a:lnTo>
                  <a:lnTo>
                    <a:pt x="2476500" y="1832254"/>
                  </a:lnTo>
                  <a:lnTo>
                    <a:pt x="2476500" y="1834883"/>
                  </a:lnTo>
                  <a:lnTo>
                    <a:pt x="2476970" y="1836000"/>
                  </a:lnTo>
                  <a:lnTo>
                    <a:pt x="2478836" y="1837867"/>
                  </a:lnTo>
                  <a:lnTo>
                    <a:pt x="2479954" y="1838325"/>
                  </a:lnTo>
                  <a:lnTo>
                    <a:pt x="2482583" y="1838325"/>
                  </a:lnTo>
                  <a:lnTo>
                    <a:pt x="2483701" y="1837867"/>
                  </a:lnTo>
                  <a:lnTo>
                    <a:pt x="2485567" y="1836000"/>
                  </a:lnTo>
                  <a:lnTo>
                    <a:pt x="2486025" y="1834883"/>
                  </a:lnTo>
                  <a:lnTo>
                    <a:pt x="2486025" y="1832254"/>
                  </a:lnTo>
                  <a:close/>
                </a:path>
                <a:path w="3343275" h="1838325">
                  <a:moveTo>
                    <a:pt x="2486025" y="1222654"/>
                  </a:moveTo>
                  <a:lnTo>
                    <a:pt x="2485567" y="1221536"/>
                  </a:lnTo>
                  <a:lnTo>
                    <a:pt x="2483701" y="1219669"/>
                  </a:lnTo>
                  <a:lnTo>
                    <a:pt x="2482583" y="1219200"/>
                  </a:lnTo>
                  <a:lnTo>
                    <a:pt x="2479954" y="1219200"/>
                  </a:lnTo>
                  <a:lnTo>
                    <a:pt x="2478836" y="1219669"/>
                  </a:lnTo>
                  <a:lnTo>
                    <a:pt x="2476970" y="1221536"/>
                  </a:lnTo>
                  <a:lnTo>
                    <a:pt x="2476500" y="1222654"/>
                  </a:lnTo>
                  <a:lnTo>
                    <a:pt x="2476500" y="1225283"/>
                  </a:lnTo>
                  <a:lnTo>
                    <a:pt x="2476970" y="1226400"/>
                  </a:lnTo>
                  <a:lnTo>
                    <a:pt x="2478836" y="1228267"/>
                  </a:lnTo>
                  <a:lnTo>
                    <a:pt x="2479954" y="1228725"/>
                  </a:lnTo>
                  <a:lnTo>
                    <a:pt x="2482583" y="1228725"/>
                  </a:lnTo>
                  <a:lnTo>
                    <a:pt x="2483701" y="1228267"/>
                  </a:lnTo>
                  <a:lnTo>
                    <a:pt x="2485567" y="1226400"/>
                  </a:lnTo>
                  <a:lnTo>
                    <a:pt x="2486025" y="1225283"/>
                  </a:lnTo>
                  <a:lnTo>
                    <a:pt x="2486025" y="1222654"/>
                  </a:lnTo>
                  <a:close/>
                </a:path>
                <a:path w="3343275" h="1838325">
                  <a:moveTo>
                    <a:pt x="2486025" y="613054"/>
                  </a:moveTo>
                  <a:lnTo>
                    <a:pt x="2485567" y="611936"/>
                  </a:lnTo>
                  <a:lnTo>
                    <a:pt x="2483701" y="610069"/>
                  </a:lnTo>
                  <a:lnTo>
                    <a:pt x="2482583" y="609600"/>
                  </a:lnTo>
                  <a:lnTo>
                    <a:pt x="2479954" y="609600"/>
                  </a:lnTo>
                  <a:lnTo>
                    <a:pt x="2478836" y="610069"/>
                  </a:lnTo>
                  <a:lnTo>
                    <a:pt x="2476970" y="611936"/>
                  </a:lnTo>
                  <a:lnTo>
                    <a:pt x="2476500" y="613054"/>
                  </a:lnTo>
                  <a:lnTo>
                    <a:pt x="2476500" y="615683"/>
                  </a:lnTo>
                  <a:lnTo>
                    <a:pt x="2476970" y="616800"/>
                  </a:lnTo>
                  <a:lnTo>
                    <a:pt x="2478836" y="618667"/>
                  </a:lnTo>
                  <a:lnTo>
                    <a:pt x="2479954" y="619125"/>
                  </a:lnTo>
                  <a:lnTo>
                    <a:pt x="2482583" y="619125"/>
                  </a:lnTo>
                  <a:lnTo>
                    <a:pt x="2483701" y="618667"/>
                  </a:lnTo>
                  <a:lnTo>
                    <a:pt x="2485567" y="616800"/>
                  </a:lnTo>
                  <a:lnTo>
                    <a:pt x="2486025" y="615683"/>
                  </a:lnTo>
                  <a:lnTo>
                    <a:pt x="2486025" y="613054"/>
                  </a:lnTo>
                  <a:close/>
                </a:path>
                <a:path w="3343275" h="1838325">
                  <a:moveTo>
                    <a:pt x="2486025" y="3454"/>
                  </a:moveTo>
                  <a:lnTo>
                    <a:pt x="2485567" y="2336"/>
                  </a:lnTo>
                  <a:lnTo>
                    <a:pt x="2483701" y="469"/>
                  </a:lnTo>
                  <a:lnTo>
                    <a:pt x="2482583" y="0"/>
                  </a:lnTo>
                  <a:lnTo>
                    <a:pt x="2479954" y="0"/>
                  </a:lnTo>
                  <a:lnTo>
                    <a:pt x="2478836" y="469"/>
                  </a:lnTo>
                  <a:lnTo>
                    <a:pt x="2476970" y="2336"/>
                  </a:lnTo>
                  <a:lnTo>
                    <a:pt x="2476500" y="3454"/>
                  </a:lnTo>
                  <a:lnTo>
                    <a:pt x="2476500" y="6083"/>
                  </a:lnTo>
                  <a:lnTo>
                    <a:pt x="2476970" y="7200"/>
                  </a:lnTo>
                  <a:lnTo>
                    <a:pt x="2478836" y="9067"/>
                  </a:lnTo>
                  <a:lnTo>
                    <a:pt x="2479954" y="9525"/>
                  </a:lnTo>
                  <a:lnTo>
                    <a:pt x="2482583" y="9525"/>
                  </a:lnTo>
                  <a:lnTo>
                    <a:pt x="2483701" y="9067"/>
                  </a:lnTo>
                  <a:lnTo>
                    <a:pt x="2485567" y="7200"/>
                  </a:lnTo>
                  <a:lnTo>
                    <a:pt x="2486025" y="6083"/>
                  </a:lnTo>
                  <a:lnTo>
                    <a:pt x="2486025" y="3454"/>
                  </a:lnTo>
                  <a:close/>
                </a:path>
                <a:path w="3343275" h="1838325">
                  <a:moveTo>
                    <a:pt x="2533650" y="1832254"/>
                  </a:moveTo>
                  <a:lnTo>
                    <a:pt x="2533192" y="1831136"/>
                  </a:lnTo>
                  <a:lnTo>
                    <a:pt x="2531326" y="1829269"/>
                  </a:lnTo>
                  <a:lnTo>
                    <a:pt x="2530208" y="1828800"/>
                  </a:lnTo>
                  <a:lnTo>
                    <a:pt x="2527579" y="1828800"/>
                  </a:lnTo>
                  <a:lnTo>
                    <a:pt x="2526461" y="1829269"/>
                  </a:lnTo>
                  <a:lnTo>
                    <a:pt x="2524595" y="1831136"/>
                  </a:lnTo>
                  <a:lnTo>
                    <a:pt x="2524125" y="1832254"/>
                  </a:lnTo>
                  <a:lnTo>
                    <a:pt x="2524125" y="1834883"/>
                  </a:lnTo>
                  <a:lnTo>
                    <a:pt x="2524595" y="1836000"/>
                  </a:lnTo>
                  <a:lnTo>
                    <a:pt x="2526461" y="1837867"/>
                  </a:lnTo>
                  <a:lnTo>
                    <a:pt x="2527579" y="1838325"/>
                  </a:lnTo>
                  <a:lnTo>
                    <a:pt x="2530208" y="1838325"/>
                  </a:lnTo>
                  <a:lnTo>
                    <a:pt x="2531326" y="1837867"/>
                  </a:lnTo>
                  <a:lnTo>
                    <a:pt x="2533192" y="1836000"/>
                  </a:lnTo>
                  <a:lnTo>
                    <a:pt x="2533650" y="1834883"/>
                  </a:lnTo>
                  <a:lnTo>
                    <a:pt x="2533650" y="1832254"/>
                  </a:lnTo>
                  <a:close/>
                </a:path>
                <a:path w="3343275" h="1838325">
                  <a:moveTo>
                    <a:pt x="2533650" y="1222654"/>
                  </a:moveTo>
                  <a:lnTo>
                    <a:pt x="2533192" y="1221536"/>
                  </a:lnTo>
                  <a:lnTo>
                    <a:pt x="2531326" y="1219669"/>
                  </a:lnTo>
                  <a:lnTo>
                    <a:pt x="2530208" y="1219200"/>
                  </a:lnTo>
                  <a:lnTo>
                    <a:pt x="2527579" y="1219200"/>
                  </a:lnTo>
                  <a:lnTo>
                    <a:pt x="2526461" y="1219669"/>
                  </a:lnTo>
                  <a:lnTo>
                    <a:pt x="2524595" y="1221536"/>
                  </a:lnTo>
                  <a:lnTo>
                    <a:pt x="2524125" y="1222654"/>
                  </a:lnTo>
                  <a:lnTo>
                    <a:pt x="2524125" y="1225283"/>
                  </a:lnTo>
                  <a:lnTo>
                    <a:pt x="2524595" y="1226400"/>
                  </a:lnTo>
                  <a:lnTo>
                    <a:pt x="2526461" y="1228267"/>
                  </a:lnTo>
                  <a:lnTo>
                    <a:pt x="2527579" y="1228725"/>
                  </a:lnTo>
                  <a:lnTo>
                    <a:pt x="2530208" y="1228725"/>
                  </a:lnTo>
                  <a:lnTo>
                    <a:pt x="2531326" y="1228267"/>
                  </a:lnTo>
                  <a:lnTo>
                    <a:pt x="2533192" y="1226400"/>
                  </a:lnTo>
                  <a:lnTo>
                    <a:pt x="2533650" y="1225283"/>
                  </a:lnTo>
                  <a:lnTo>
                    <a:pt x="2533650" y="1222654"/>
                  </a:lnTo>
                  <a:close/>
                </a:path>
                <a:path w="3343275" h="1838325">
                  <a:moveTo>
                    <a:pt x="2533650" y="613054"/>
                  </a:moveTo>
                  <a:lnTo>
                    <a:pt x="2533192" y="611936"/>
                  </a:lnTo>
                  <a:lnTo>
                    <a:pt x="2531326" y="610069"/>
                  </a:lnTo>
                  <a:lnTo>
                    <a:pt x="2530208" y="609600"/>
                  </a:lnTo>
                  <a:lnTo>
                    <a:pt x="2527579" y="609600"/>
                  </a:lnTo>
                  <a:lnTo>
                    <a:pt x="2526461" y="610069"/>
                  </a:lnTo>
                  <a:lnTo>
                    <a:pt x="2524595" y="611936"/>
                  </a:lnTo>
                  <a:lnTo>
                    <a:pt x="2524125" y="613054"/>
                  </a:lnTo>
                  <a:lnTo>
                    <a:pt x="2524125" y="615683"/>
                  </a:lnTo>
                  <a:lnTo>
                    <a:pt x="2524595" y="616800"/>
                  </a:lnTo>
                  <a:lnTo>
                    <a:pt x="2526461" y="618667"/>
                  </a:lnTo>
                  <a:lnTo>
                    <a:pt x="2527579" y="619125"/>
                  </a:lnTo>
                  <a:lnTo>
                    <a:pt x="2530208" y="619125"/>
                  </a:lnTo>
                  <a:lnTo>
                    <a:pt x="2531326" y="618667"/>
                  </a:lnTo>
                  <a:lnTo>
                    <a:pt x="2533192" y="616800"/>
                  </a:lnTo>
                  <a:lnTo>
                    <a:pt x="2533650" y="615683"/>
                  </a:lnTo>
                  <a:lnTo>
                    <a:pt x="2533650" y="613054"/>
                  </a:lnTo>
                  <a:close/>
                </a:path>
                <a:path w="3343275" h="1838325">
                  <a:moveTo>
                    <a:pt x="2533650" y="3454"/>
                  </a:moveTo>
                  <a:lnTo>
                    <a:pt x="2533192" y="2336"/>
                  </a:lnTo>
                  <a:lnTo>
                    <a:pt x="2531326" y="469"/>
                  </a:lnTo>
                  <a:lnTo>
                    <a:pt x="2530208" y="0"/>
                  </a:lnTo>
                  <a:lnTo>
                    <a:pt x="2527579" y="0"/>
                  </a:lnTo>
                  <a:lnTo>
                    <a:pt x="2526461" y="469"/>
                  </a:lnTo>
                  <a:lnTo>
                    <a:pt x="2524595" y="2336"/>
                  </a:lnTo>
                  <a:lnTo>
                    <a:pt x="2524125" y="3454"/>
                  </a:lnTo>
                  <a:lnTo>
                    <a:pt x="2524125" y="6083"/>
                  </a:lnTo>
                  <a:lnTo>
                    <a:pt x="2524595" y="7200"/>
                  </a:lnTo>
                  <a:lnTo>
                    <a:pt x="2526461" y="9067"/>
                  </a:lnTo>
                  <a:lnTo>
                    <a:pt x="2527579" y="9525"/>
                  </a:lnTo>
                  <a:lnTo>
                    <a:pt x="2530208" y="9525"/>
                  </a:lnTo>
                  <a:lnTo>
                    <a:pt x="2531326" y="9067"/>
                  </a:lnTo>
                  <a:lnTo>
                    <a:pt x="2533192" y="7200"/>
                  </a:lnTo>
                  <a:lnTo>
                    <a:pt x="2533650" y="6083"/>
                  </a:lnTo>
                  <a:lnTo>
                    <a:pt x="2533650" y="3454"/>
                  </a:lnTo>
                  <a:close/>
                </a:path>
                <a:path w="3343275" h="1838325">
                  <a:moveTo>
                    <a:pt x="2581275" y="1832254"/>
                  </a:moveTo>
                  <a:lnTo>
                    <a:pt x="2580817" y="1831136"/>
                  </a:lnTo>
                  <a:lnTo>
                    <a:pt x="2578951" y="1829269"/>
                  </a:lnTo>
                  <a:lnTo>
                    <a:pt x="2577833" y="1828800"/>
                  </a:lnTo>
                  <a:lnTo>
                    <a:pt x="2575204" y="1828800"/>
                  </a:lnTo>
                  <a:lnTo>
                    <a:pt x="2574086" y="1829269"/>
                  </a:lnTo>
                  <a:lnTo>
                    <a:pt x="2572220" y="1831136"/>
                  </a:lnTo>
                  <a:lnTo>
                    <a:pt x="2571750" y="1832254"/>
                  </a:lnTo>
                  <a:lnTo>
                    <a:pt x="2571750" y="1834883"/>
                  </a:lnTo>
                  <a:lnTo>
                    <a:pt x="2572220" y="1836000"/>
                  </a:lnTo>
                  <a:lnTo>
                    <a:pt x="2574086" y="1837867"/>
                  </a:lnTo>
                  <a:lnTo>
                    <a:pt x="2575204" y="1838325"/>
                  </a:lnTo>
                  <a:lnTo>
                    <a:pt x="2577833" y="1838325"/>
                  </a:lnTo>
                  <a:lnTo>
                    <a:pt x="2578951" y="1837867"/>
                  </a:lnTo>
                  <a:lnTo>
                    <a:pt x="2580817" y="1836000"/>
                  </a:lnTo>
                  <a:lnTo>
                    <a:pt x="2581275" y="1834883"/>
                  </a:lnTo>
                  <a:lnTo>
                    <a:pt x="2581275" y="1832254"/>
                  </a:lnTo>
                  <a:close/>
                </a:path>
                <a:path w="3343275" h="1838325">
                  <a:moveTo>
                    <a:pt x="2581275" y="1222654"/>
                  </a:moveTo>
                  <a:lnTo>
                    <a:pt x="2580817" y="1221536"/>
                  </a:lnTo>
                  <a:lnTo>
                    <a:pt x="2578951" y="1219669"/>
                  </a:lnTo>
                  <a:lnTo>
                    <a:pt x="2577833" y="1219200"/>
                  </a:lnTo>
                  <a:lnTo>
                    <a:pt x="2575204" y="1219200"/>
                  </a:lnTo>
                  <a:lnTo>
                    <a:pt x="2574086" y="1219669"/>
                  </a:lnTo>
                  <a:lnTo>
                    <a:pt x="2572220" y="1221536"/>
                  </a:lnTo>
                  <a:lnTo>
                    <a:pt x="2571750" y="1222654"/>
                  </a:lnTo>
                  <a:lnTo>
                    <a:pt x="2571750" y="1225283"/>
                  </a:lnTo>
                  <a:lnTo>
                    <a:pt x="2572220" y="1226400"/>
                  </a:lnTo>
                  <a:lnTo>
                    <a:pt x="2574086" y="1228267"/>
                  </a:lnTo>
                  <a:lnTo>
                    <a:pt x="2575204" y="1228725"/>
                  </a:lnTo>
                  <a:lnTo>
                    <a:pt x="2577833" y="1228725"/>
                  </a:lnTo>
                  <a:lnTo>
                    <a:pt x="2578951" y="1228267"/>
                  </a:lnTo>
                  <a:lnTo>
                    <a:pt x="2580817" y="1226400"/>
                  </a:lnTo>
                  <a:lnTo>
                    <a:pt x="2581275" y="1225283"/>
                  </a:lnTo>
                  <a:lnTo>
                    <a:pt x="2581275" y="1222654"/>
                  </a:lnTo>
                  <a:close/>
                </a:path>
                <a:path w="3343275" h="1838325">
                  <a:moveTo>
                    <a:pt x="2581275" y="613054"/>
                  </a:moveTo>
                  <a:lnTo>
                    <a:pt x="2580817" y="611936"/>
                  </a:lnTo>
                  <a:lnTo>
                    <a:pt x="2578951" y="610069"/>
                  </a:lnTo>
                  <a:lnTo>
                    <a:pt x="2577833" y="609600"/>
                  </a:lnTo>
                  <a:lnTo>
                    <a:pt x="2575204" y="609600"/>
                  </a:lnTo>
                  <a:lnTo>
                    <a:pt x="2574086" y="610069"/>
                  </a:lnTo>
                  <a:lnTo>
                    <a:pt x="2572220" y="611936"/>
                  </a:lnTo>
                  <a:lnTo>
                    <a:pt x="2571750" y="613054"/>
                  </a:lnTo>
                  <a:lnTo>
                    <a:pt x="2571750" y="615683"/>
                  </a:lnTo>
                  <a:lnTo>
                    <a:pt x="2572220" y="616800"/>
                  </a:lnTo>
                  <a:lnTo>
                    <a:pt x="2574086" y="618667"/>
                  </a:lnTo>
                  <a:lnTo>
                    <a:pt x="2575204" y="619125"/>
                  </a:lnTo>
                  <a:lnTo>
                    <a:pt x="2577833" y="619125"/>
                  </a:lnTo>
                  <a:lnTo>
                    <a:pt x="2578951" y="618667"/>
                  </a:lnTo>
                  <a:lnTo>
                    <a:pt x="2580817" y="616800"/>
                  </a:lnTo>
                  <a:lnTo>
                    <a:pt x="2581275" y="615683"/>
                  </a:lnTo>
                  <a:lnTo>
                    <a:pt x="2581275" y="613054"/>
                  </a:lnTo>
                  <a:close/>
                </a:path>
                <a:path w="3343275" h="1838325">
                  <a:moveTo>
                    <a:pt x="2581275" y="3454"/>
                  </a:moveTo>
                  <a:lnTo>
                    <a:pt x="2580817" y="2336"/>
                  </a:lnTo>
                  <a:lnTo>
                    <a:pt x="2578951" y="469"/>
                  </a:lnTo>
                  <a:lnTo>
                    <a:pt x="2577833" y="0"/>
                  </a:lnTo>
                  <a:lnTo>
                    <a:pt x="2575204" y="0"/>
                  </a:lnTo>
                  <a:lnTo>
                    <a:pt x="2574086" y="469"/>
                  </a:lnTo>
                  <a:lnTo>
                    <a:pt x="2572220" y="2336"/>
                  </a:lnTo>
                  <a:lnTo>
                    <a:pt x="2571750" y="3454"/>
                  </a:lnTo>
                  <a:lnTo>
                    <a:pt x="2571750" y="6083"/>
                  </a:lnTo>
                  <a:lnTo>
                    <a:pt x="2572220" y="7200"/>
                  </a:lnTo>
                  <a:lnTo>
                    <a:pt x="2574086" y="9067"/>
                  </a:lnTo>
                  <a:lnTo>
                    <a:pt x="2575204" y="9525"/>
                  </a:lnTo>
                  <a:lnTo>
                    <a:pt x="2577833" y="9525"/>
                  </a:lnTo>
                  <a:lnTo>
                    <a:pt x="2578951" y="9067"/>
                  </a:lnTo>
                  <a:lnTo>
                    <a:pt x="2580817" y="7200"/>
                  </a:lnTo>
                  <a:lnTo>
                    <a:pt x="2581275" y="6083"/>
                  </a:lnTo>
                  <a:lnTo>
                    <a:pt x="2581275" y="3454"/>
                  </a:lnTo>
                  <a:close/>
                </a:path>
                <a:path w="3343275" h="1838325">
                  <a:moveTo>
                    <a:pt x="2628900" y="1832254"/>
                  </a:moveTo>
                  <a:lnTo>
                    <a:pt x="2628442" y="1831136"/>
                  </a:lnTo>
                  <a:lnTo>
                    <a:pt x="2626576" y="1829269"/>
                  </a:lnTo>
                  <a:lnTo>
                    <a:pt x="2625458" y="1828800"/>
                  </a:lnTo>
                  <a:lnTo>
                    <a:pt x="2622829" y="1828800"/>
                  </a:lnTo>
                  <a:lnTo>
                    <a:pt x="2621711" y="1829269"/>
                  </a:lnTo>
                  <a:lnTo>
                    <a:pt x="2619845" y="1831136"/>
                  </a:lnTo>
                  <a:lnTo>
                    <a:pt x="2619375" y="1832254"/>
                  </a:lnTo>
                  <a:lnTo>
                    <a:pt x="2619375" y="1834883"/>
                  </a:lnTo>
                  <a:lnTo>
                    <a:pt x="2619845" y="1836000"/>
                  </a:lnTo>
                  <a:lnTo>
                    <a:pt x="2621711" y="1837867"/>
                  </a:lnTo>
                  <a:lnTo>
                    <a:pt x="2622829" y="1838325"/>
                  </a:lnTo>
                  <a:lnTo>
                    <a:pt x="2625458" y="1838325"/>
                  </a:lnTo>
                  <a:lnTo>
                    <a:pt x="2626576" y="1837867"/>
                  </a:lnTo>
                  <a:lnTo>
                    <a:pt x="2628442" y="1836000"/>
                  </a:lnTo>
                  <a:lnTo>
                    <a:pt x="2628900" y="1834883"/>
                  </a:lnTo>
                  <a:lnTo>
                    <a:pt x="2628900" y="1832254"/>
                  </a:lnTo>
                  <a:close/>
                </a:path>
                <a:path w="3343275" h="1838325">
                  <a:moveTo>
                    <a:pt x="2628900" y="1222654"/>
                  </a:moveTo>
                  <a:lnTo>
                    <a:pt x="2628442" y="1221536"/>
                  </a:lnTo>
                  <a:lnTo>
                    <a:pt x="2626576" y="1219669"/>
                  </a:lnTo>
                  <a:lnTo>
                    <a:pt x="2625458" y="1219200"/>
                  </a:lnTo>
                  <a:lnTo>
                    <a:pt x="2622829" y="1219200"/>
                  </a:lnTo>
                  <a:lnTo>
                    <a:pt x="2621711" y="1219669"/>
                  </a:lnTo>
                  <a:lnTo>
                    <a:pt x="2619845" y="1221536"/>
                  </a:lnTo>
                  <a:lnTo>
                    <a:pt x="2619375" y="1222654"/>
                  </a:lnTo>
                  <a:lnTo>
                    <a:pt x="2619375" y="1225283"/>
                  </a:lnTo>
                  <a:lnTo>
                    <a:pt x="2619845" y="1226400"/>
                  </a:lnTo>
                  <a:lnTo>
                    <a:pt x="2621711" y="1228267"/>
                  </a:lnTo>
                  <a:lnTo>
                    <a:pt x="2622829" y="1228725"/>
                  </a:lnTo>
                  <a:lnTo>
                    <a:pt x="2625458" y="1228725"/>
                  </a:lnTo>
                  <a:lnTo>
                    <a:pt x="2626576" y="1228267"/>
                  </a:lnTo>
                  <a:lnTo>
                    <a:pt x="2628442" y="1226400"/>
                  </a:lnTo>
                  <a:lnTo>
                    <a:pt x="2628900" y="1225283"/>
                  </a:lnTo>
                  <a:lnTo>
                    <a:pt x="2628900" y="1222654"/>
                  </a:lnTo>
                  <a:close/>
                </a:path>
                <a:path w="3343275" h="1838325">
                  <a:moveTo>
                    <a:pt x="2628900" y="613054"/>
                  </a:moveTo>
                  <a:lnTo>
                    <a:pt x="2628442" y="611936"/>
                  </a:lnTo>
                  <a:lnTo>
                    <a:pt x="2626576" y="610069"/>
                  </a:lnTo>
                  <a:lnTo>
                    <a:pt x="2625458" y="609600"/>
                  </a:lnTo>
                  <a:lnTo>
                    <a:pt x="2622829" y="609600"/>
                  </a:lnTo>
                  <a:lnTo>
                    <a:pt x="2621711" y="610069"/>
                  </a:lnTo>
                  <a:lnTo>
                    <a:pt x="2619845" y="611936"/>
                  </a:lnTo>
                  <a:lnTo>
                    <a:pt x="2619375" y="613054"/>
                  </a:lnTo>
                  <a:lnTo>
                    <a:pt x="2619375" y="615683"/>
                  </a:lnTo>
                  <a:lnTo>
                    <a:pt x="2619845" y="616800"/>
                  </a:lnTo>
                  <a:lnTo>
                    <a:pt x="2621711" y="618667"/>
                  </a:lnTo>
                  <a:lnTo>
                    <a:pt x="2622829" y="619125"/>
                  </a:lnTo>
                  <a:lnTo>
                    <a:pt x="2625458" y="619125"/>
                  </a:lnTo>
                  <a:lnTo>
                    <a:pt x="2626576" y="618667"/>
                  </a:lnTo>
                  <a:lnTo>
                    <a:pt x="2628442" y="616800"/>
                  </a:lnTo>
                  <a:lnTo>
                    <a:pt x="2628900" y="615683"/>
                  </a:lnTo>
                  <a:lnTo>
                    <a:pt x="2628900" y="613054"/>
                  </a:lnTo>
                  <a:close/>
                </a:path>
                <a:path w="3343275" h="1838325">
                  <a:moveTo>
                    <a:pt x="2628900" y="3454"/>
                  </a:moveTo>
                  <a:lnTo>
                    <a:pt x="2628442" y="2336"/>
                  </a:lnTo>
                  <a:lnTo>
                    <a:pt x="2626576" y="469"/>
                  </a:lnTo>
                  <a:lnTo>
                    <a:pt x="2625458" y="0"/>
                  </a:lnTo>
                  <a:lnTo>
                    <a:pt x="2622829" y="0"/>
                  </a:lnTo>
                  <a:lnTo>
                    <a:pt x="2621711" y="469"/>
                  </a:lnTo>
                  <a:lnTo>
                    <a:pt x="2619845" y="2336"/>
                  </a:lnTo>
                  <a:lnTo>
                    <a:pt x="2619375" y="3454"/>
                  </a:lnTo>
                  <a:lnTo>
                    <a:pt x="2619375" y="6083"/>
                  </a:lnTo>
                  <a:lnTo>
                    <a:pt x="2619845" y="7200"/>
                  </a:lnTo>
                  <a:lnTo>
                    <a:pt x="2621711" y="9067"/>
                  </a:lnTo>
                  <a:lnTo>
                    <a:pt x="2622829" y="9525"/>
                  </a:lnTo>
                  <a:lnTo>
                    <a:pt x="2625458" y="9525"/>
                  </a:lnTo>
                  <a:lnTo>
                    <a:pt x="2626576" y="9067"/>
                  </a:lnTo>
                  <a:lnTo>
                    <a:pt x="2628442" y="7200"/>
                  </a:lnTo>
                  <a:lnTo>
                    <a:pt x="2628900" y="6083"/>
                  </a:lnTo>
                  <a:lnTo>
                    <a:pt x="2628900" y="3454"/>
                  </a:lnTo>
                  <a:close/>
                </a:path>
                <a:path w="3343275" h="1838325">
                  <a:moveTo>
                    <a:pt x="2676525" y="1832254"/>
                  </a:moveTo>
                  <a:lnTo>
                    <a:pt x="2676067" y="1831136"/>
                  </a:lnTo>
                  <a:lnTo>
                    <a:pt x="2674201" y="1829269"/>
                  </a:lnTo>
                  <a:lnTo>
                    <a:pt x="2673083" y="1828800"/>
                  </a:lnTo>
                  <a:lnTo>
                    <a:pt x="2670454" y="1828800"/>
                  </a:lnTo>
                  <a:lnTo>
                    <a:pt x="2669336" y="1829269"/>
                  </a:lnTo>
                  <a:lnTo>
                    <a:pt x="2667470" y="1831136"/>
                  </a:lnTo>
                  <a:lnTo>
                    <a:pt x="2667000" y="1832254"/>
                  </a:lnTo>
                  <a:lnTo>
                    <a:pt x="2667000" y="1834883"/>
                  </a:lnTo>
                  <a:lnTo>
                    <a:pt x="2667470" y="1836000"/>
                  </a:lnTo>
                  <a:lnTo>
                    <a:pt x="2669336" y="1837867"/>
                  </a:lnTo>
                  <a:lnTo>
                    <a:pt x="2670454" y="1838325"/>
                  </a:lnTo>
                  <a:lnTo>
                    <a:pt x="2673083" y="1838325"/>
                  </a:lnTo>
                  <a:lnTo>
                    <a:pt x="2674201" y="1837867"/>
                  </a:lnTo>
                  <a:lnTo>
                    <a:pt x="2676067" y="1836000"/>
                  </a:lnTo>
                  <a:lnTo>
                    <a:pt x="2676525" y="1834883"/>
                  </a:lnTo>
                  <a:lnTo>
                    <a:pt x="2676525" y="1832254"/>
                  </a:lnTo>
                  <a:close/>
                </a:path>
                <a:path w="3343275" h="1838325">
                  <a:moveTo>
                    <a:pt x="2676525" y="1222654"/>
                  </a:moveTo>
                  <a:lnTo>
                    <a:pt x="2676067" y="1221536"/>
                  </a:lnTo>
                  <a:lnTo>
                    <a:pt x="2674201" y="1219669"/>
                  </a:lnTo>
                  <a:lnTo>
                    <a:pt x="2673083" y="1219200"/>
                  </a:lnTo>
                  <a:lnTo>
                    <a:pt x="2670454" y="1219200"/>
                  </a:lnTo>
                  <a:lnTo>
                    <a:pt x="2669336" y="1219669"/>
                  </a:lnTo>
                  <a:lnTo>
                    <a:pt x="2667470" y="1221536"/>
                  </a:lnTo>
                  <a:lnTo>
                    <a:pt x="2667000" y="1222654"/>
                  </a:lnTo>
                  <a:lnTo>
                    <a:pt x="2667000" y="1225283"/>
                  </a:lnTo>
                  <a:lnTo>
                    <a:pt x="2667470" y="1226400"/>
                  </a:lnTo>
                  <a:lnTo>
                    <a:pt x="2669336" y="1228267"/>
                  </a:lnTo>
                  <a:lnTo>
                    <a:pt x="2670454" y="1228725"/>
                  </a:lnTo>
                  <a:lnTo>
                    <a:pt x="2673083" y="1228725"/>
                  </a:lnTo>
                  <a:lnTo>
                    <a:pt x="2674201" y="1228267"/>
                  </a:lnTo>
                  <a:lnTo>
                    <a:pt x="2676067" y="1226400"/>
                  </a:lnTo>
                  <a:lnTo>
                    <a:pt x="2676525" y="1225283"/>
                  </a:lnTo>
                  <a:lnTo>
                    <a:pt x="2676525" y="1222654"/>
                  </a:lnTo>
                  <a:close/>
                </a:path>
                <a:path w="3343275" h="1838325">
                  <a:moveTo>
                    <a:pt x="2676525" y="613054"/>
                  </a:moveTo>
                  <a:lnTo>
                    <a:pt x="2676067" y="611936"/>
                  </a:lnTo>
                  <a:lnTo>
                    <a:pt x="2674201" y="610069"/>
                  </a:lnTo>
                  <a:lnTo>
                    <a:pt x="2673083" y="609600"/>
                  </a:lnTo>
                  <a:lnTo>
                    <a:pt x="2670454" y="609600"/>
                  </a:lnTo>
                  <a:lnTo>
                    <a:pt x="2669336" y="610069"/>
                  </a:lnTo>
                  <a:lnTo>
                    <a:pt x="2667470" y="611936"/>
                  </a:lnTo>
                  <a:lnTo>
                    <a:pt x="2667000" y="613054"/>
                  </a:lnTo>
                  <a:lnTo>
                    <a:pt x="2667000" y="615683"/>
                  </a:lnTo>
                  <a:lnTo>
                    <a:pt x="2667470" y="616800"/>
                  </a:lnTo>
                  <a:lnTo>
                    <a:pt x="2669336" y="618667"/>
                  </a:lnTo>
                  <a:lnTo>
                    <a:pt x="2670454" y="619125"/>
                  </a:lnTo>
                  <a:lnTo>
                    <a:pt x="2673083" y="619125"/>
                  </a:lnTo>
                  <a:lnTo>
                    <a:pt x="2674201" y="618667"/>
                  </a:lnTo>
                  <a:lnTo>
                    <a:pt x="2676067" y="616800"/>
                  </a:lnTo>
                  <a:lnTo>
                    <a:pt x="2676525" y="615683"/>
                  </a:lnTo>
                  <a:lnTo>
                    <a:pt x="2676525" y="613054"/>
                  </a:lnTo>
                  <a:close/>
                </a:path>
                <a:path w="3343275" h="1838325">
                  <a:moveTo>
                    <a:pt x="2676525" y="3454"/>
                  </a:moveTo>
                  <a:lnTo>
                    <a:pt x="2676067" y="2336"/>
                  </a:lnTo>
                  <a:lnTo>
                    <a:pt x="2674201" y="469"/>
                  </a:lnTo>
                  <a:lnTo>
                    <a:pt x="2673083" y="0"/>
                  </a:lnTo>
                  <a:lnTo>
                    <a:pt x="2670454" y="0"/>
                  </a:lnTo>
                  <a:lnTo>
                    <a:pt x="2669336" y="469"/>
                  </a:lnTo>
                  <a:lnTo>
                    <a:pt x="2667470" y="2336"/>
                  </a:lnTo>
                  <a:lnTo>
                    <a:pt x="2667000" y="3454"/>
                  </a:lnTo>
                  <a:lnTo>
                    <a:pt x="2667000" y="6083"/>
                  </a:lnTo>
                  <a:lnTo>
                    <a:pt x="2667470" y="7200"/>
                  </a:lnTo>
                  <a:lnTo>
                    <a:pt x="2669336" y="9067"/>
                  </a:lnTo>
                  <a:lnTo>
                    <a:pt x="2670454" y="9525"/>
                  </a:lnTo>
                  <a:lnTo>
                    <a:pt x="2673083" y="9525"/>
                  </a:lnTo>
                  <a:lnTo>
                    <a:pt x="2674201" y="9067"/>
                  </a:lnTo>
                  <a:lnTo>
                    <a:pt x="2676067" y="7200"/>
                  </a:lnTo>
                  <a:lnTo>
                    <a:pt x="2676525" y="6083"/>
                  </a:lnTo>
                  <a:lnTo>
                    <a:pt x="2676525" y="3454"/>
                  </a:lnTo>
                  <a:close/>
                </a:path>
                <a:path w="3343275" h="1838325">
                  <a:moveTo>
                    <a:pt x="2724150" y="1832254"/>
                  </a:moveTo>
                  <a:lnTo>
                    <a:pt x="2723692" y="1831136"/>
                  </a:lnTo>
                  <a:lnTo>
                    <a:pt x="2721826" y="1829269"/>
                  </a:lnTo>
                  <a:lnTo>
                    <a:pt x="2720708" y="1828800"/>
                  </a:lnTo>
                  <a:lnTo>
                    <a:pt x="2718079" y="1828800"/>
                  </a:lnTo>
                  <a:lnTo>
                    <a:pt x="2716961" y="1829269"/>
                  </a:lnTo>
                  <a:lnTo>
                    <a:pt x="2715095" y="1831136"/>
                  </a:lnTo>
                  <a:lnTo>
                    <a:pt x="2714625" y="1832254"/>
                  </a:lnTo>
                  <a:lnTo>
                    <a:pt x="2714625" y="1834883"/>
                  </a:lnTo>
                  <a:lnTo>
                    <a:pt x="2715095" y="1836000"/>
                  </a:lnTo>
                  <a:lnTo>
                    <a:pt x="2716961" y="1837867"/>
                  </a:lnTo>
                  <a:lnTo>
                    <a:pt x="2718079" y="1838325"/>
                  </a:lnTo>
                  <a:lnTo>
                    <a:pt x="2720708" y="1838325"/>
                  </a:lnTo>
                  <a:lnTo>
                    <a:pt x="2721826" y="1837867"/>
                  </a:lnTo>
                  <a:lnTo>
                    <a:pt x="2723692" y="1836000"/>
                  </a:lnTo>
                  <a:lnTo>
                    <a:pt x="2724150" y="1834883"/>
                  </a:lnTo>
                  <a:lnTo>
                    <a:pt x="2724150" y="1832254"/>
                  </a:lnTo>
                  <a:close/>
                </a:path>
                <a:path w="3343275" h="1838325">
                  <a:moveTo>
                    <a:pt x="2724150" y="1222654"/>
                  </a:moveTo>
                  <a:lnTo>
                    <a:pt x="2723692" y="1221536"/>
                  </a:lnTo>
                  <a:lnTo>
                    <a:pt x="2721826" y="1219669"/>
                  </a:lnTo>
                  <a:lnTo>
                    <a:pt x="2720708" y="1219200"/>
                  </a:lnTo>
                  <a:lnTo>
                    <a:pt x="2718079" y="1219200"/>
                  </a:lnTo>
                  <a:lnTo>
                    <a:pt x="2716961" y="1219669"/>
                  </a:lnTo>
                  <a:lnTo>
                    <a:pt x="2715095" y="1221536"/>
                  </a:lnTo>
                  <a:lnTo>
                    <a:pt x="2714625" y="1222654"/>
                  </a:lnTo>
                  <a:lnTo>
                    <a:pt x="2714625" y="1225283"/>
                  </a:lnTo>
                  <a:lnTo>
                    <a:pt x="2715095" y="1226400"/>
                  </a:lnTo>
                  <a:lnTo>
                    <a:pt x="2716961" y="1228267"/>
                  </a:lnTo>
                  <a:lnTo>
                    <a:pt x="2718079" y="1228725"/>
                  </a:lnTo>
                  <a:lnTo>
                    <a:pt x="2720708" y="1228725"/>
                  </a:lnTo>
                  <a:lnTo>
                    <a:pt x="2721826" y="1228267"/>
                  </a:lnTo>
                  <a:lnTo>
                    <a:pt x="2723692" y="1226400"/>
                  </a:lnTo>
                  <a:lnTo>
                    <a:pt x="2724150" y="1225283"/>
                  </a:lnTo>
                  <a:lnTo>
                    <a:pt x="2724150" y="1222654"/>
                  </a:lnTo>
                  <a:close/>
                </a:path>
                <a:path w="3343275" h="1838325">
                  <a:moveTo>
                    <a:pt x="2724150" y="613054"/>
                  </a:moveTo>
                  <a:lnTo>
                    <a:pt x="2723692" y="611936"/>
                  </a:lnTo>
                  <a:lnTo>
                    <a:pt x="2721826" y="610069"/>
                  </a:lnTo>
                  <a:lnTo>
                    <a:pt x="2720708" y="609600"/>
                  </a:lnTo>
                  <a:lnTo>
                    <a:pt x="2718079" y="609600"/>
                  </a:lnTo>
                  <a:lnTo>
                    <a:pt x="2716961" y="610069"/>
                  </a:lnTo>
                  <a:lnTo>
                    <a:pt x="2715095" y="611936"/>
                  </a:lnTo>
                  <a:lnTo>
                    <a:pt x="2714625" y="613054"/>
                  </a:lnTo>
                  <a:lnTo>
                    <a:pt x="2714625" y="615683"/>
                  </a:lnTo>
                  <a:lnTo>
                    <a:pt x="2715095" y="616800"/>
                  </a:lnTo>
                  <a:lnTo>
                    <a:pt x="2716961" y="618667"/>
                  </a:lnTo>
                  <a:lnTo>
                    <a:pt x="2718079" y="619125"/>
                  </a:lnTo>
                  <a:lnTo>
                    <a:pt x="2720708" y="619125"/>
                  </a:lnTo>
                  <a:lnTo>
                    <a:pt x="2721826" y="618667"/>
                  </a:lnTo>
                  <a:lnTo>
                    <a:pt x="2723692" y="616800"/>
                  </a:lnTo>
                  <a:lnTo>
                    <a:pt x="2724150" y="615683"/>
                  </a:lnTo>
                  <a:lnTo>
                    <a:pt x="2724150" y="613054"/>
                  </a:lnTo>
                  <a:close/>
                </a:path>
                <a:path w="3343275" h="1838325">
                  <a:moveTo>
                    <a:pt x="2724150" y="3454"/>
                  </a:moveTo>
                  <a:lnTo>
                    <a:pt x="2723692" y="2336"/>
                  </a:lnTo>
                  <a:lnTo>
                    <a:pt x="2721826" y="469"/>
                  </a:lnTo>
                  <a:lnTo>
                    <a:pt x="2720708" y="0"/>
                  </a:lnTo>
                  <a:lnTo>
                    <a:pt x="2718079" y="0"/>
                  </a:lnTo>
                  <a:lnTo>
                    <a:pt x="2716961" y="469"/>
                  </a:lnTo>
                  <a:lnTo>
                    <a:pt x="2715095" y="2336"/>
                  </a:lnTo>
                  <a:lnTo>
                    <a:pt x="2714625" y="3454"/>
                  </a:lnTo>
                  <a:lnTo>
                    <a:pt x="2714625" y="6083"/>
                  </a:lnTo>
                  <a:lnTo>
                    <a:pt x="2715095" y="7200"/>
                  </a:lnTo>
                  <a:lnTo>
                    <a:pt x="2716961" y="9067"/>
                  </a:lnTo>
                  <a:lnTo>
                    <a:pt x="2718079" y="9525"/>
                  </a:lnTo>
                  <a:lnTo>
                    <a:pt x="2720708" y="9525"/>
                  </a:lnTo>
                  <a:lnTo>
                    <a:pt x="2721826" y="9067"/>
                  </a:lnTo>
                  <a:lnTo>
                    <a:pt x="2723692" y="7200"/>
                  </a:lnTo>
                  <a:lnTo>
                    <a:pt x="2724150" y="6083"/>
                  </a:lnTo>
                  <a:lnTo>
                    <a:pt x="2724150" y="3454"/>
                  </a:lnTo>
                  <a:close/>
                </a:path>
                <a:path w="3343275" h="1838325">
                  <a:moveTo>
                    <a:pt x="2771775" y="1832254"/>
                  </a:moveTo>
                  <a:lnTo>
                    <a:pt x="2771317" y="1831136"/>
                  </a:lnTo>
                  <a:lnTo>
                    <a:pt x="2769451" y="1829269"/>
                  </a:lnTo>
                  <a:lnTo>
                    <a:pt x="2768333" y="1828800"/>
                  </a:lnTo>
                  <a:lnTo>
                    <a:pt x="2765704" y="1828800"/>
                  </a:lnTo>
                  <a:lnTo>
                    <a:pt x="2764586" y="1829269"/>
                  </a:lnTo>
                  <a:lnTo>
                    <a:pt x="2762720" y="1831136"/>
                  </a:lnTo>
                  <a:lnTo>
                    <a:pt x="2762250" y="1832254"/>
                  </a:lnTo>
                  <a:lnTo>
                    <a:pt x="2762250" y="1834883"/>
                  </a:lnTo>
                  <a:lnTo>
                    <a:pt x="2762720" y="1836000"/>
                  </a:lnTo>
                  <a:lnTo>
                    <a:pt x="2764586" y="1837867"/>
                  </a:lnTo>
                  <a:lnTo>
                    <a:pt x="2765704" y="1838325"/>
                  </a:lnTo>
                  <a:lnTo>
                    <a:pt x="2768333" y="1838325"/>
                  </a:lnTo>
                  <a:lnTo>
                    <a:pt x="2769451" y="1837867"/>
                  </a:lnTo>
                  <a:lnTo>
                    <a:pt x="2771317" y="1836000"/>
                  </a:lnTo>
                  <a:lnTo>
                    <a:pt x="2771775" y="1834883"/>
                  </a:lnTo>
                  <a:lnTo>
                    <a:pt x="2771775" y="1832254"/>
                  </a:lnTo>
                  <a:close/>
                </a:path>
                <a:path w="3343275" h="1838325">
                  <a:moveTo>
                    <a:pt x="2771775" y="1222654"/>
                  </a:moveTo>
                  <a:lnTo>
                    <a:pt x="2771317" y="1221536"/>
                  </a:lnTo>
                  <a:lnTo>
                    <a:pt x="2769451" y="1219669"/>
                  </a:lnTo>
                  <a:lnTo>
                    <a:pt x="2768333" y="1219200"/>
                  </a:lnTo>
                  <a:lnTo>
                    <a:pt x="2765704" y="1219200"/>
                  </a:lnTo>
                  <a:lnTo>
                    <a:pt x="2764586" y="1219669"/>
                  </a:lnTo>
                  <a:lnTo>
                    <a:pt x="2762720" y="1221536"/>
                  </a:lnTo>
                  <a:lnTo>
                    <a:pt x="2762250" y="1222654"/>
                  </a:lnTo>
                  <a:lnTo>
                    <a:pt x="2762250" y="1225283"/>
                  </a:lnTo>
                  <a:lnTo>
                    <a:pt x="2762720" y="1226400"/>
                  </a:lnTo>
                  <a:lnTo>
                    <a:pt x="2764586" y="1228267"/>
                  </a:lnTo>
                  <a:lnTo>
                    <a:pt x="2765704" y="1228725"/>
                  </a:lnTo>
                  <a:lnTo>
                    <a:pt x="2768333" y="1228725"/>
                  </a:lnTo>
                  <a:lnTo>
                    <a:pt x="2769451" y="1228267"/>
                  </a:lnTo>
                  <a:lnTo>
                    <a:pt x="2771317" y="1226400"/>
                  </a:lnTo>
                  <a:lnTo>
                    <a:pt x="2771775" y="1225283"/>
                  </a:lnTo>
                  <a:lnTo>
                    <a:pt x="2771775" y="1222654"/>
                  </a:lnTo>
                  <a:close/>
                </a:path>
                <a:path w="3343275" h="1838325">
                  <a:moveTo>
                    <a:pt x="2771775" y="613054"/>
                  </a:moveTo>
                  <a:lnTo>
                    <a:pt x="2771317" y="611936"/>
                  </a:lnTo>
                  <a:lnTo>
                    <a:pt x="2769451" y="610069"/>
                  </a:lnTo>
                  <a:lnTo>
                    <a:pt x="2768333" y="609600"/>
                  </a:lnTo>
                  <a:lnTo>
                    <a:pt x="2765704" y="609600"/>
                  </a:lnTo>
                  <a:lnTo>
                    <a:pt x="2764586" y="610069"/>
                  </a:lnTo>
                  <a:lnTo>
                    <a:pt x="2762720" y="611936"/>
                  </a:lnTo>
                  <a:lnTo>
                    <a:pt x="2762250" y="613054"/>
                  </a:lnTo>
                  <a:lnTo>
                    <a:pt x="2762250" y="615683"/>
                  </a:lnTo>
                  <a:lnTo>
                    <a:pt x="2762720" y="616800"/>
                  </a:lnTo>
                  <a:lnTo>
                    <a:pt x="2764586" y="618667"/>
                  </a:lnTo>
                  <a:lnTo>
                    <a:pt x="2765704" y="619125"/>
                  </a:lnTo>
                  <a:lnTo>
                    <a:pt x="2768333" y="619125"/>
                  </a:lnTo>
                  <a:lnTo>
                    <a:pt x="2769451" y="618667"/>
                  </a:lnTo>
                  <a:lnTo>
                    <a:pt x="2771317" y="616800"/>
                  </a:lnTo>
                  <a:lnTo>
                    <a:pt x="2771775" y="615683"/>
                  </a:lnTo>
                  <a:lnTo>
                    <a:pt x="2771775" y="613054"/>
                  </a:lnTo>
                  <a:close/>
                </a:path>
                <a:path w="3343275" h="1838325">
                  <a:moveTo>
                    <a:pt x="2771775" y="3454"/>
                  </a:moveTo>
                  <a:lnTo>
                    <a:pt x="2771317" y="2336"/>
                  </a:lnTo>
                  <a:lnTo>
                    <a:pt x="2769451" y="469"/>
                  </a:lnTo>
                  <a:lnTo>
                    <a:pt x="2768333" y="0"/>
                  </a:lnTo>
                  <a:lnTo>
                    <a:pt x="2765704" y="0"/>
                  </a:lnTo>
                  <a:lnTo>
                    <a:pt x="2764586" y="469"/>
                  </a:lnTo>
                  <a:lnTo>
                    <a:pt x="2762720" y="2336"/>
                  </a:lnTo>
                  <a:lnTo>
                    <a:pt x="2762250" y="3454"/>
                  </a:lnTo>
                  <a:lnTo>
                    <a:pt x="2762250" y="6083"/>
                  </a:lnTo>
                  <a:lnTo>
                    <a:pt x="2762720" y="7200"/>
                  </a:lnTo>
                  <a:lnTo>
                    <a:pt x="2764586" y="9067"/>
                  </a:lnTo>
                  <a:lnTo>
                    <a:pt x="2765704" y="9525"/>
                  </a:lnTo>
                  <a:lnTo>
                    <a:pt x="2768333" y="9525"/>
                  </a:lnTo>
                  <a:lnTo>
                    <a:pt x="2769451" y="9067"/>
                  </a:lnTo>
                  <a:lnTo>
                    <a:pt x="2771317" y="7200"/>
                  </a:lnTo>
                  <a:lnTo>
                    <a:pt x="2771775" y="6083"/>
                  </a:lnTo>
                  <a:lnTo>
                    <a:pt x="2771775" y="3454"/>
                  </a:lnTo>
                  <a:close/>
                </a:path>
                <a:path w="3343275" h="1838325">
                  <a:moveTo>
                    <a:pt x="2819400" y="1832254"/>
                  </a:moveTo>
                  <a:lnTo>
                    <a:pt x="2818942" y="1831136"/>
                  </a:lnTo>
                  <a:lnTo>
                    <a:pt x="2817076" y="1829269"/>
                  </a:lnTo>
                  <a:lnTo>
                    <a:pt x="2815958" y="1828800"/>
                  </a:lnTo>
                  <a:lnTo>
                    <a:pt x="2813329" y="1828800"/>
                  </a:lnTo>
                  <a:lnTo>
                    <a:pt x="2812211" y="1829269"/>
                  </a:lnTo>
                  <a:lnTo>
                    <a:pt x="2810345" y="1831136"/>
                  </a:lnTo>
                  <a:lnTo>
                    <a:pt x="2809875" y="1832254"/>
                  </a:lnTo>
                  <a:lnTo>
                    <a:pt x="2809875" y="1834883"/>
                  </a:lnTo>
                  <a:lnTo>
                    <a:pt x="2810345" y="1836000"/>
                  </a:lnTo>
                  <a:lnTo>
                    <a:pt x="2812211" y="1837867"/>
                  </a:lnTo>
                  <a:lnTo>
                    <a:pt x="2813329" y="1838325"/>
                  </a:lnTo>
                  <a:lnTo>
                    <a:pt x="2815958" y="1838325"/>
                  </a:lnTo>
                  <a:lnTo>
                    <a:pt x="2817076" y="1837867"/>
                  </a:lnTo>
                  <a:lnTo>
                    <a:pt x="2818942" y="1836000"/>
                  </a:lnTo>
                  <a:lnTo>
                    <a:pt x="2819400" y="1834883"/>
                  </a:lnTo>
                  <a:lnTo>
                    <a:pt x="2819400" y="1832254"/>
                  </a:lnTo>
                  <a:close/>
                </a:path>
                <a:path w="3343275" h="1838325">
                  <a:moveTo>
                    <a:pt x="2819400" y="1222654"/>
                  </a:moveTo>
                  <a:lnTo>
                    <a:pt x="2818942" y="1221536"/>
                  </a:lnTo>
                  <a:lnTo>
                    <a:pt x="2817076" y="1219669"/>
                  </a:lnTo>
                  <a:lnTo>
                    <a:pt x="2815958" y="1219200"/>
                  </a:lnTo>
                  <a:lnTo>
                    <a:pt x="2813329" y="1219200"/>
                  </a:lnTo>
                  <a:lnTo>
                    <a:pt x="2812211" y="1219669"/>
                  </a:lnTo>
                  <a:lnTo>
                    <a:pt x="2810345" y="1221536"/>
                  </a:lnTo>
                  <a:lnTo>
                    <a:pt x="2809875" y="1222654"/>
                  </a:lnTo>
                  <a:lnTo>
                    <a:pt x="2809875" y="1225283"/>
                  </a:lnTo>
                  <a:lnTo>
                    <a:pt x="2810345" y="1226400"/>
                  </a:lnTo>
                  <a:lnTo>
                    <a:pt x="2812211" y="1228267"/>
                  </a:lnTo>
                  <a:lnTo>
                    <a:pt x="2813329" y="1228725"/>
                  </a:lnTo>
                  <a:lnTo>
                    <a:pt x="2815958" y="1228725"/>
                  </a:lnTo>
                  <a:lnTo>
                    <a:pt x="2817076" y="1228267"/>
                  </a:lnTo>
                  <a:lnTo>
                    <a:pt x="2818942" y="1226400"/>
                  </a:lnTo>
                  <a:lnTo>
                    <a:pt x="2819400" y="1225283"/>
                  </a:lnTo>
                  <a:lnTo>
                    <a:pt x="2819400" y="1222654"/>
                  </a:lnTo>
                  <a:close/>
                </a:path>
                <a:path w="3343275" h="1838325">
                  <a:moveTo>
                    <a:pt x="2819400" y="613054"/>
                  </a:moveTo>
                  <a:lnTo>
                    <a:pt x="2818942" y="611936"/>
                  </a:lnTo>
                  <a:lnTo>
                    <a:pt x="2817076" y="610069"/>
                  </a:lnTo>
                  <a:lnTo>
                    <a:pt x="2815958" y="609600"/>
                  </a:lnTo>
                  <a:lnTo>
                    <a:pt x="2813329" y="609600"/>
                  </a:lnTo>
                  <a:lnTo>
                    <a:pt x="2812211" y="610069"/>
                  </a:lnTo>
                  <a:lnTo>
                    <a:pt x="2810345" y="611936"/>
                  </a:lnTo>
                  <a:lnTo>
                    <a:pt x="2809875" y="613054"/>
                  </a:lnTo>
                  <a:lnTo>
                    <a:pt x="2809875" y="615683"/>
                  </a:lnTo>
                  <a:lnTo>
                    <a:pt x="2810345" y="616800"/>
                  </a:lnTo>
                  <a:lnTo>
                    <a:pt x="2812211" y="618667"/>
                  </a:lnTo>
                  <a:lnTo>
                    <a:pt x="2813329" y="619125"/>
                  </a:lnTo>
                  <a:lnTo>
                    <a:pt x="2815958" y="619125"/>
                  </a:lnTo>
                  <a:lnTo>
                    <a:pt x="2817076" y="618667"/>
                  </a:lnTo>
                  <a:lnTo>
                    <a:pt x="2818942" y="616800"/>
                  </a:lnTo>
                  <a:lnTo>
                    <a:pt x="2819400" y="615683"/>
                  </a:lnTo>
                  <a:lnTo>
                    <a:pt x="2819400" y="613054"/>
                  </a:lnTo>
                  <a:close/>
                </a:path>
                <a:path w="3343275" h="1838325">
                  <a:moveTo>
                    <a:pt x="2819400" y="3454"/>
                  </a:moveTo>
                  <a:lnTo>
                    <a:pt x="2818942" y="2336"/>
                  </a:lnTo>
                  <a:lnTo>
                    <a:pt x="2817076" y="469"/>
                  </a:lnTo>
                  <a:lnTo>
                    <a:pt x="2815958" y="0"/>
                  </a:lnTo>
                  <a:lnTo>
                    <a:pt x="2813329" y="0"/>
                  </a:lnTo>
                  <a:lnTo>
                    <a:pt x="2812211" y="469"/>
                  </a:lnTo>
                  <a:lnTo>
                    <a:pt x="2810345" y="2336"/>
                  </a:lnTo>
                  <a:lnTo>
                    <a:pt x="2809875" y="3454"/>
                  </a:lnTo>
                  <a:lnTo>
                    <a:pt x="2809875" y="6083"/>
                  </a:lnTo>
                  <a:lnTo>
                    <a:pt x="2810345" y="7200"/>
                  </a:lnTo>
                  <a:lnTo>
                    <a:pt x="2812211" y="9067"/>
                  </a:lnTo>
                  <a:lnTo>
                    <a:pt x="2813329" y="9525"/>
                  </a:lnTo>
                  <a:lnTo>
                    <a:pt x="2815958" y="9525"/>
                  </a:lnTo>
                  <a:lnTo>
                    <a:pt x="2817076" y="9067"/>
                  </a:lnTo>
                  <a:lnTo>
                    <a:pt x="2818942" y="7200"/>
                  </a:lnTo>
                  <a:lnTo>
                    <a:pt x="2819400" y="6083"/>
                  </a:lnTo>
                  <a:lnTo>
                    <a:pt x="2819400" y="3454"/>
                  </a:lnTo>
                  <a:close/>
                </a:path>
                <a:path w="3343275" h="1838325">
                  <a:moveTo>
                    <a:pt x="2867025" y="1832254"/>
                  </a:moveTo>
                  <a:lnTo>
                    <a:pt x="2866567" y="1831136"/>
                  </a:lnTo>
                  <a:lnTo>
                    <a:pt x="2864701" y="1829269"/>
                  </a:lnTo>
                  <a:lnTo>
                    <a:pt x="2863583" y="1828800"/>
                  </a:lnTo>
                  <a:lnTo>
                    <a:pt x="2860954" y="1828800"/>
                  </a:lnTo>
                  <a:lnTo>
                    <a:pt x="2859824" y="1829269"/>
                  </a:lnTo>
                  <a:lnTo>
                    <a:pt x="2857970" y="1831136"/>
                  </a:lnTo>
                  <a:lnTo>
                    <a:pt x="2857500" y="1832254"/>
                  </a:lnTo>
                  <a:lnTo>
                    <a:pt x="2857500" y="1834883"/>
                  </a:lnTo>
                  <a:lnTo>
                    <a:pt x="2857970" y="1836000"/>
                  </a:lnTo>
                  <a:lnTo>
                    <a:pt x="2859824" y="1837867"/>
                  </a:lnTo>
                  <a:lnTo>
                    <a:pt x="2860954" y="1838325"/>
                  </a:lnTo>
                  <a:lnTo>
                    <a:pt x="2863583" y="1838325"/>
                  </a:lnTo>
                  <a:lnTo>
                    <a:pt x="2864701" y="1837867"/>
                  </a:lnTo>
                  <a:lnTo>
                    <a:pt x="2866567" y="1836000"/>
                  </a:lnTo>
                  <a:lnTo>
                    <a:pt x="2867025" y="1834883"/>
                  </a:lnTo>
                  <a:lnTo>
                    <a:pt x="2867025" y="1832254"/>
                  </a:lnTo>
                  <a:close/>
                </a:path>
                <a:path w="3343275" h="1838325">
                  <a:moveTo>
                    <a:pt x="2867025" y="1222654"/>
                  </a:moveTo>
                  <a:lnTo>
                    <a:pt x="2866567" y="1221536"/>
                  </a:lnTo>
                  <a:lnTo>
                    <a:pt x="2864701" y="1219669"/>
                  </a:lnTo>
                  <a:lnTo>
                    <a:pt x="2863583" y="1219200"/>
                  </a:lnTo>
                  <a:lnTo>
                    <a:pt x="2860954" y="1219200"/>
                  </a:lnTo>
                  <a:lnTo>
                    <a:pt x="2859824" y="1219669"/>
                  </a:lnTo>
                  <a:lnTo>
                    <a:pt x="2857970" y="1221536"/>
                  </a:lnTo>
                  <a:lnTo>
                    <a:pt x="2857500" y="1222654"/>
                  </a:lnTo>
                  <a:lnTo>
                    <a:pt x="2857500" y="1225283"/>
                  </a:lnTo>
                  <a:lnTo>
                    <a:pt x="2857970" y="1226400"/>
                  </a:lnTo>
                  <a:lnTo>
                    <a:pt x="2859824" y="1228267"/>
                  </a:lnTo>
                  <a:lnTo>
                    <a:pt x="2860954" y="1228725"/>
                  </a:lnTo>
                  <a:lnTo>
                    <a:pt x="2863583" y="1228725"/>
                  </a:lnTo>
                  <a:lnTo>
                    <a:pt x="2864701" y="1228267"/>
                  </a:lnTo>
                  <a:lnTo>
                    <a:pt x="2866567" y="1226400"/>
                  </a:lnTo>
                  <a:lnTo>
                    <a:pt x="2867025" y="1225283"/>
                  </a:lnTo>
                  <a:lnTo>
                    <a:pt x="2867025" y="1222654"/>
                  </a:lnTo>
                  <a:close/>
                </a:path>
                <a:path w="3343275" h="1838325">
                  <a:moveTo>
                    <a:pt x="2867025" y="613054"/>
                  </a:moveTo>
                  <a:lnTo>
                    <a:pt x="2866567" y="611936"/>
                  </a:lnTo>
                  <a:lnTo>
                    <a:pt x="2864701" y="610069"/>
                  </a:lnTo>
                  <a:lnTo>
                    <a:pt x="2863583" y="609600"/>
                  </a:lnTo>
                  <a:lnTo>
                    <a:pt x="2860954" y="609600"/>
                  </a:lnTo>
                  <a:lnTo>
                    <a:pt x="2859824" y="610069"/>
                  </a:lnTo>
                  <a:lnTo>
                    <a:pt x="2857970" y="611936"/>
                  </a:lnTo>
                  <a:lnTo>
                    <a:pt x="2857500" y="613054"/>
                  </a:lnTo>
                  <a:lnTo>
                    <a:pt x="2857500" y="615683"/>
                  </a:lnTo>
                  <a:lnTo>
                    <a:pt x="2857970" y="616800"/>
                  </a:lnTo>
                  <a:lnTo>
                    <a:pt x="2859824" y="618667"/>
                  </a:lnTo>
                  <a:lnTo>
                    <a:pt x="2860954" y="619125"/>
                  </a:lnTo>
                  <a:lnTo>
                    <a:pt x="2863583" y="619125"/>
                  </a:lnTo>
                  <a:lnTo>
                    <a:pt x="2864701" y="618667"/>
                  </a:lnTo>
                  <a:lnTo>
                    <a:pt x="2866567" y="616800"/>
                  </a:lnTo>
                  <a:lnTo>
                    <a:pt x="2867025" y="615683"/>
                  </a:lnTo>
                  <a:lnTo>
                    <a:pt x="2867025" y="613054"/>
                  </a:lnTo>
                  <a:close/>
                </a:path>
                <a:path w="3343275" h="1838325">
                  <a:moveTo>
                    <a:pt x="2867025" y="3454"/>
                  </a:moveTo>
                  <a:lnTo>
                    <a:pt x="2866567" y="2336"/>
                  </a:lnTo>
                  <a:lnTo>
                    <a:pt x="2864701" y="469"/>
                  </a:lnTo>
                  <a:lnTo>
                    <a:pt x="2863583" y="0"/>
                  </a:lnTo>
                  <a:lnTo>
                    <a:pt x="2860954" y="0"/>
                  </a:lnTo>
                  <a:lnTo>
                    <a:pt x="2859824" y="469"/>
                  </a:lnTo>
                  <a:lnTo>
                    <a:pt x="2857970" y="2336"/>
                  </a:lnTo>
                  <a:lnTo>
                    <a:pt x="2857500" y="3454"/>
                  </a:lnTo>
                  <a:lnTo>
                    <a:pt x="2857500" y="6083"/>
                  </a:lnTo>
                  <a:lnTo>
                    <a:pt x="2857970" y="7200"/>
                  </a:lnTo>
                  <a:lnTo>
                    <a:pt x="2859824" y="9067"/>
                  </a:lnTo>
                  <a:lnTo>
                    <a:pt x="2860954" y="9525"/>
                  </a:lnTo>
                  <a:lnTo>
                    <a:pt x="2863583" y="9525"/>
                  </a:lnTo>
                  <a:lnTo>
                    <a:pt x="2864701" y="9067"/>
                  </a:lnTo>
                  <a:lnTo>
                    <a:pt x="2866567" y="7200"/>
                  </a:lnTo>
                  <a:lnTo>
                    <a:pt x="2867025" y="6083"/>
                  </a:lnTo>
                  <a:lnTo>
                    <a:pt x="2867025" y="3454"/>
                  </a:lnTo>
                  <a:close/>
                </a:path>
                <a:path w="3343275" h="1838325">
                  <a:moveTo>
                    <a:pt x="2914650" y="1832254"/>
                  </a:moveTo>
                  <a:lnTo>
                    <a:pt x="2914192" y="1831136"/>
                  </a:lnTo>
                  <a:lnTo>
                    <a:pt x="2912326" y="1829269"/>
                  </a:lnTo>
                  <a:lnTo>
                    <a:pt x="2911208" y="1828800"/>
                  </a:lnTo>
                  <a:lnTo>
                    <a:pt x="2908579" y="1828800"/>
                  </a:lnTo>
                  <a:lnTo>
                    <a:pt x="2907449" y="1829269"/>
                  </a:lnTo>
                  <a:lnTo>
                    <a:pt x="2905595" y="1831136"/>
                  </a:lnTo>
                  <a:lnTo>
                    <a:pt x="2905125" y="1832254"/>
                  </a:lnTo>
                  <a:lnTo>
                    <a:pt x="2905125" y="1834883"/>
                  </a:lnTo>
                  <a:lnTo>
                    <a:pt x="2905595" y="1836000"/>
                  </a:lnTo>
                  <a:lnTo>
                    <a:pt x="2907449" y="1837867"/>
                  </a:lnTo>
                  <a:lnTo>
                    <a:pt x="2908579" y="1838325"/>
                  </a:lnTo>
                  <a:lnTo>
                    <a:pt x="2911208" y="1838325"/>
                  </a:lnTo>
                  <a:lnTo>
                    <a:pt x="2912326" y="1837867"/>
                  </a:lnTo>
                  <a:lnTo>
                    <a:pt x="2914192" y="1836000"/>
                  </a:lnTo>
                  <a:lnTo>
                    <a:pt x="2914650" y="1834883"/>
                  </a:lnTo>
                  <a:lnTo>
                    <a:pt x="2914650" y="1832254"/>
                  </a:lnTo>
                  <a:close/>
                </a:path>
                <a:path w="3343275" h="1838325">
                  <a:moveTo>
                    <a:pt x="2914650" y="1222654"/>
                  </a:moveTo>
                  <a:lnTo>
                    <a:pt x="2914192" y="1221536"/>
                  </a:lnTo>
                  <a:lnTo>
                    <a:pt x="2912326" y="1219669"/>
                  </a:lnTo>
                  <a:lnTo>
                    <a:pt x="2911208" y="1219200"/>
                  </a:lnTo>
                  <a:lnTo>
                    <a:pt x="2908579" y="1219200"/>
                  </a:lnTo>
                  <a:lnTo>
                    <a:pt x="2907449" y="1219669"/>
                  </a:lnTo>
                  <a:lnTo>
                    <a:pt x="2905595" y="1221536"/>
                  </a:lnTo>
                  <a:lnTo>
                    <a:pt x="2905125" y="1222654"/>
                  </a:lnTo>
                  <a:lnTo>
                    <a:pt x="2905125" y="1225283"/>
                  </a:lnTo>
                  <a:lnTo>
                    <a:pt x="2905595" y="1226400"/>
                  </a:lnTo>
                  <a:lnTo>
                    <a:pt x="2907449" y="1228267"/>
                  </a:lnTo>
                  <a:lnTo>
                    <a:pt x="2908579" y="1228725"/>
                  </a:lnTo>
                  <a:lnTo>
                    <a:pt x="2911208" y="1228725"/>
                  </a:lnTo>
                  <a:lnTo>
                    <a:pt x="2912326" y="1228267"/>
                  </a:lnTo>
                  <a:lnTo>
                    <a:pt x="2914192" y="1226400"/>
                  </a:lnTo>
                  <a:lnTo>
                    <a:pt x="2914650" y="1225283"/>
                  </a:lnTo>
                  <a:lnTo>
                    <a:pt x="2914650" y="1222654"/>
                  </a:lnTo>
                  <a:close/>
                </a:path>
                <a:path w="3343275" h="1838325">
                  <a:moveTo>
                    <a:pt x="2914650" y="613054"/>
                  </a:moveTo>
                  <a:lnTo>
                    <a:pt x="2914192" y="611936"/>
                  </a:lnTo>
                  <a:lnTo>
                    <a:pt x="2912326" y="610069"/>
                  </a:lnTo>
                  <a:lnTo>
                    <a:pt x="2911208" y="609600"/>
                  </a:lnTo>
                  <a:lnTo>
                    <a:pt x="2908579" y="609600"/>
                  </a:lnTo>
                  <a:lnTo>
                    <a:pt x="2907449" y="610069"/>
                  </a:lnTo>
                  <a:lnTo>
                    <a:pt x="2905595" y="611936"/>
                  </a:lnTo>
                  <a:lnTo>
                    <a:pt x="2905125" y="613054"/>
                  </a:lnTo>
                  <a:lnTo>
                    <a:pt x="2905125" y="615683"/>
                  </a:lnTo>
                  <a:lnTo>
                    <a:pt x="2905595" y="616800"/>
                  </a:lnTo>
                  <a:lnTo>
                    <a:pt x="2907449" y="618667"/>
                  </a:lnTo>
                  <a:lnTo>
                    <a:pt x="2908579" y="619125"/>
                  </a:lnTo>
                  <a:lnTo>
                    <a:pt x="2911208" y="619125"/>
                  </a:lnTo>
                  <a:lnTo>
                    <a:pt x="2912326" y="618667"/>
                  </a:lnTo>
                  <a:lnTo>
                    <a:pt x="2914192" y="616800"/>
                  </a:lnTo>
                  <a:lnTo>
                    <a:pt x="2914650" y="615683"/>
                  </a:lnTo>
                  <a:lnTo>
                    <a:pt x="2914650" y="613054"/>
                  </a:lnTo>
                  <a:close/>
                </a:path>
                <a:path w="3343275" h="1838325">
                  <a:moveTo>
                    <a:pt x="2914650" y="3454"/>
                  </a:moveTo>
                  <a:lnTo>
                    <a:pt x="2914192" y="2336"/>
                  </a:lnTo>
                  <a:lnTo>
                    <a:pt x="2912326" y="469"/>
                  </a:lnTo>
                  <a:lnTo>
                    <a:pt x="2911208" y="0"/>
                  </a:lnTo>
                  <a:lnTo>
                    <a:pt x="2908579" y="0"/>
                  </a:lnTo>
                  <a:lnTo>
                    <a:pt x="2907449" y="469"/>
                  </a:lnTo>
                  <a:lnTo>
                    <a:pt x="2905595" y="2336"/>
                  </a:lnTo>
                  <a:lnTo>
                    <a:pt x="2905125" y="3454"/>
                  </a:lnTo>
                  <a:lnTo>
                    <a:pt x="2905125" y="6083"/>
                  </a:lnTo>
                  <a:lnTo>
                    <a:pt x="2905595" y="7200"/>
                  </a:lnTo>
                  <a:lnTo>
                    <a:pt x="2907449" y="9067"/>
                  </a:lnTo>
                  <a:lnTo>
                    <a:pt x="2908579" y="9525"/>
                  </a:lnTo>
                  <a:lnTo>
                    <a:pt x="2911208" y="9525"/>
                  </a:lnTo>
                  <a:lnTo>
                    <a:pt x="2912326" y="9067"/>
                  </a:lnTo>
                  <a:lnTo>
                    <a:pt x="2914192" y="7200"/>
                  </a:lnTo>
                  <a:lnTo>
                    <a:pt x="2914650" y="6083"/>
                  </a:lnTo>
                  <a:lnTo>
                    <a:pt x="2914650" y="3454"/>
                  </a:lnTo>
                  <a:close/>
                </a:path>
                <a:path w="3343275" h="1838325">
                  <a:moveTo>
                    <a:pt x="2962275" y="1832254"/>
                  </a:moveTo>
                  <a:lnTo>
                    <a:pt x="2961817" y="1831136"/>
                  </a:lnTo>
                  <a:lnTo>
                    <a:pt x="2959951" y="1829269"/>
                  </a:lnTo>
                  <a:lnTo>
                    <a:pt x="2958833" y="1828800"/>
                  </a:lnTo>
                  <a:lnTo>
                    <a:pt x="2956204" y="1828800"/>
                  </a:lnTo>
                  <a:lnTo>
                    <a:pt x="2955074" y="1829269"/>
                  </a:lnTo>
                  <a:lnTo>
                    <a:pt x="2953220" y="1831136"/>
                  </a:lnTo>
                  <a:lnTo>
                    <a:pt x="2952750" y="1832254"/>
                  </a:lnTo>
                  <a:lnTo>
                    <a:pt x="2952750" y="1834883"/>
                  </a:lnTo>
                  <a:lnTo>
                    <a:pt x="2953220" y="1836000"/>
                  </a:lnTo>
                  <a:lnTo>
                    <a:pt x="2955074" y="1837867"/>
                  </a:lnTo>
                  <a:lnTo>
                    <a:pt x="2956204" y="1838325"/>
                  </a:lnTo>
                  <a:lnTo>
                    <a:pt x="2958833" y="1838325"/>
                  </a:lnTo>
                  <a:lnTo>
                    <a:pt x="2959951" y="1837867"/>
                  </a:lnTo>
                  <a:lnTo>
                    <a:pt x="2961817" y="1836000"/>
                  </a:lnTo>
                  <a:lnTo>
                    <a:pt x="2962275" y="1834883"/>
                  </a:lnTo>
                  <a:lnTo>
                    <a:pt x="2962275" y="1832254"/>
                  </a:lnTo>
                  <a:close/>
                </a:path>
                <a:path w="3343275" h="1838325">
                  <a:moveTo>
                    <a:pt x="2962275" y="1222654"/>
                  </a:moveTo>
                  <a:lnTo>
                    <a:pt x="2961817" y="1221536"/>
                  </a:lnTo>
                  <a:lnTo>
                    <a:pt x="2959951" y="1219669"/>
                  </a:lnTo>
                  <a:lnTo>
                    <a:pt x="2958833" y="1219200"/>
                  </a:lnTo>
                  <a:lnTo>
                    <a:pt x="2956204" y="1219200"/>
                  </a:lnTo>
                  <a:lnTo>
                    <a:pt x="2955074" y="1219669"/>
                  </a:lnTo>
                  <a:lnTo>
                    <a:pt x="2953220" y="1221536"/>
                  </a:lnTo>
                  <a:lnTo>
                    <a:pt x="2952750" y="1222654"/>
                  </a:lnTo>
                  <a:lnTo>
                    <a:pt x="2952750" y="1225283"/>
                  </a:lnTo>
                  <a:lnTo>
                    <a:pt x="2953220" y="1226400"/>
                  </a:lnTo>
                  <a:lnTo>
                    <a:pt x="2955074" y="1228267"/>
                  </a:lnTo>
                  <a:lnTo>
                    <a:pt x="2956204" y="1228725"/>
                  </a:lnTo>
                  <a:lnTo>
                    <a:pt x="2958833" y="1228725"/>
                  </a:lnTo>
                  <a:lnTo>
                    <a:pt x="2959951" y="1228267"/>
                  </a:lnTo>
                  <a:lnTo>
                    <a:pt x="2961817" y="1226400"/>
                  </a:lnTo>
                  <a:lnTo>
                    <a:pt x="2962275" y="1225283"/>
                  </a:lnTo>
                  <a:lnTo>
                    <a:pt x="2962275" y="1222654"/>
                  </a:lnTo>
                  <a:close/>
                </a:path>
                <a:path w="3343275" h="1838325">
                  <a:moveTo>
                    <a:pt x="2962275" y="613054"/>
                  </a:moveTo>
                  <a:lnTo>
                    <a:pt x="2961817" y="611936"/>
                  </a:lnTo>
                  <a:lnTo>
                    <a:pt x="2959951" y="610069"/>
                  </a:lnTo>
                  <a:lnTo>
                    <a:pt x="2958833" y="609600"/>
                  </a:lnTo>
                  <a:lnTo>
                    <a:pt x="2956204" y="609600"/>
                  </a:lnTo>
                  <a:lnTo>
                    <a:pt x="2955074" y="610069"/>
                  </a:lnTo>
                  <a:lnTo>
                    <a:pt x="2953220" y="611936"/>
                  </a:lnTo>
                  <a:lnTo>
                    <a:pt x="2952750" y="613054"/>
                  </a:lnTo>
                  <a:lnTo>
                    <a:pt x="2952750" y="615683"/>
                  </a:lnTo>
                  <a:lnTo>
                    <a:pt x="2953220" y="616800"/>
                  </a:lnTo>
                  <a:lnTo>
                    <a:pt x="2955074" y="618667"/>
                  </a:lnTo>
                  <a:lnTo>
                    <a:pt x="2956204" y="619125"/>
                  </a:lnTo>
                  <a:lnTo>
                    <a:pt x="2958833" y="619125"/>
                  </a:lnTo>
                  <a:lnTo>
                    <a:pt x="2959951" y="618667"/>
                  </a:lnTo>
                  <a:lnTo>
                    <a:pt x="2961817" y="616800"/>
                  </a:lnTo>
                  <a:lnTo>
                    <a:pt x="2962275" y="615683"/>
                  </a:lnTo>
                  <a:lnTo>
                    <a:pt x="2962275" y="613054"/>
                  </a:lnTo>
                  <a:close/>
                </a:path>
                <a:path w="3343275" h="1838325">
                  <a:moveTo>
                    <a:pt x="2962275" y="3454"/>
                  </a:moveTo>
                  <a:lnTo>
                    <a:pt x="2961817" y="2336"/>
                  </a:lnTo>
                  <a:lnTo>
                    <a:pt x="2959951" y="469"/>
                  </a:lnTo>
                  <a:lnTo>
                    <a:pt x="2958833" y="0"/>
                  </a:lnTo>
                  <a:lnTo>
                    <a:pt x="2956204" y="0"/>
                  </a:lnTo>
                  <a:lnTo>
                    <a:pt x="2955074" y="469"/>
                  </a:lnTo>
                  <a:lnTo>
                    <a:pt x="2953220" y="2336"/>
                  </a:lnTo>
                  <a:lnTo>
                    <a:pt x="2952750" y="3454"/>
                  </a:lnTo>
                  <a:lnTo>
                    <a:pt x="2952750" y="6083"/>
                  </a:lnTo>
                  <a:lnTo>
                    <a:pt x="2953220" y="7200"/>
                  </a:lnTo>
                  <a:lnTo>
                    <a:pt x="2955074" y="9067"/>
                  </a:lnTo>
                  <a:lnTo>
                    <a:pt x="2956204" y="9525"/>
                  </a:lnTo>
                  <a:lnTo>
                    <a:pt x="2958833" y="9525"/>
                  </a:lnTo>
                  <a:lnTo>
                    <a:pt x="2959951" y="9067"/>
                  </a:lnTo>
                  <a:lnTo>
                    <a:pt x="2961817" y="7200"/>
                  </a:lnTo>
                  <a:lnTo>
                    <a:pt x="2962275" y="6083"/>
                  </a:lnTo>
                  <a:lnTo>
                    <a:pt x="2962275" y="3454"/>
                  </a:lnTo>
                  <a:close/>
                </a:path>
                <a:path w="3343275" h="1838325">
                  <a:moveTo>
                    <a:pt x="3009900" y="1832254"/>
                  </a:moveTo>
                  <a:lnTo>
                    <a:pt x="3009442" y="1831136"/>
                  </a:lnTo>
                  <a:lnTo>
                    <a:pt x="3007576" y="1829269"/>
                  </a:lnTo>
                  <a:lnTo>
                    <a:pt x="3006458" y="1828800"/>
                  </a:lnTo>
                  <a:lnTo>
                    <a:pt x="3003829" y="1828800"/>
                  </a:lnTo>
                  <a:lnTo>
                    <a:pt x="3002699" y="1829269"/>
                  </a:lnTo>
                  <a:lnTo>
                    <a:pt x="3000845" y="1831136"/>
                  </a:lnTo>
                  <a:lnTo>
                    <a:pt x="3000375" y="1832254"/>
                  </a:lnTo>
                  <a:lnTo>
                    <a:pt x="3000375" y="1834883"/>
                  </a:lnTo>
                  <a:lnTo>
                    <a:pt x="3000845" y="1836000"/>
                  </a:lnTo>
                  <a:lnTo>
                    <a:pt x="3002699" y="1837867"/>
                  </a:lnTo>
                  <a:lnTo>
                    <a:pt x="3003829" y="1838325"/>
                  </a:lnTo>
                  <a:lnTo>
                    <a:pt x="3006458" y="1838325"/>
                  </a:lnTo>
                  <a:lnTo>
                    <a:pt x="3007576" y="1837867"/>
                  </a:lnTo>
                  <a:lnTo>
                    <a:pt x="3009442" y="1836000"/>
                  </a:lnTo>
                  <a:lnTo>
                    <a:pt x="3009900" y="1834883"/>
                  </a:lnTo>
                  <a:lnTo>
                    <a:pt x="3009900" y="1832254"/>
                  </a:lnTo>
                  <a:close/>
                </a:path>
                <a:path w="3343275" h="1838325">
                  <a:moveTo>
                    <a:pt x="3009900" y="1222654"/>
                  </a:moveTo>
                  <a:lnTo>
                    <a:pt x="3009442" y="1221536"/>
                  </a:lnTo>
                  <a:lnTo>
                    <a:pt x="3007576" y="1219669"/>
                  </a:lnTo>
                  <a:lnTo>
                    <a:pt x="3006458" y="1219200"/>
                  </a:lnTo>
                  <a:lnTo>
                    <a:pt x="3003829" y="1219200"/>
                  </a:lnTo>
                  <a:lnTo>
                    <a:pt x="3002699" y="1219669"/>
                  </a:lnTo>
                  <a:lnTo>
                    <a:pt x="3000845" y="1221536"/>
                  </a:lnTo>
                  <a:lnTo>
                    <a:pt x="3000375" y="1222654"/>
                  </a:lnTo>
                  <a:lnTo>
                    <a:pt x="3000375" y="1225283"/>
                  </a:lnTo>
                  <a:lnTo>
                    <a:pt x="3000845" y="1226400"/>
                  </a:lnTo>
                  <a:lnTo>
                    <a:pt x="3002699" y="1228267"/>
                  </a:lnTo>
                  <a:lnTo>
                    <a:pt x="3003829" y="1228725"/>
                  </a:lnTo>
                  <a:lnTo>
                    <a:pt x="3006458" y="1228725"/>
                  </a:lnTo>
                  <a:lnTo>
                    <a:pt x="3007576" y="1228267"/>
                  </a:lnTo>
                  <a:lnTo>
                    <a:pt x="3009442" y="1226400"/>
                  </a:lnTo>
                  <a:lnTo>
                    <a:pt x="3009900" y="1225283"/>
                  </a:lnTo>
                  <a:lnTo>
                    <a:pt x="3009900" y="1222654"/>
                  </a:lnTo>
                  <a:close/>
                </a:path>
                <a:path w="3343275" h="1838325">
                  <a:moveTo>
                    <a:pt x="3009900" y="613054"/>
                  </a:moveTo>
                  <a:lnTo>
                    <a:pt x="3009442" y="611936"/>
                  </a:lnTo>
                  <a:lnTo>
                    <a:pt x="3007576" y="610069"/>
                  </a:lnTo>
                  <a:lnTo>
                    <a:pt x="3006458" y="609600"/>
                  </a:lnTo>
                  <a:lnTo>
                    <a:pt x="3003829" y="609600"/>
                  </a:lnTo>
                  <a:lnTo>
                    <a:pt x="3002699" y="610069"/>
                  </a:lnTo>
                  <a:lnTo>
                    <a:pt x="3000845" y="611936"/>
                  </a:lnTo>
                  <a:lnTo>
                    <a:pt x="3000375" y="613054"/>
                  </a:lnTo>
                  <a:lnTo>
                    <a:pt x="3000375" y="615683"/>
                  </a:lnTo>
                  <a:lnTo>
                    <a:pt x="3000845" y="616800"/>
                  </a:lnTo>
                  <a:lnTo>
                    <a:pt x="3002699" y="618667"/>
                  </a:lnTo>
                  <a:lnTo>
                    <a:pt x="3003829" y="619125"/>
                  </a:lnTo>
                  <a:lnTo>
                    <a:pt x="3006458" y="619125"/>
                  </a:lnTo>
                  <a:lnTo>
                    <a:pt x="3007576" y="618667"/>
                  </a:lnTo>
                  <a:lnTo>
                    <a:pt x="3009442" y="616800"/>
                  </a:lnTo>
                  <a:lnTo>
                    <a:pt x="3009900" y="615683"/>
                  </a:lnTo>
                  <a:lnTo>
                    <a:pt x="3009900" y="613054"/>
                  </a:lnTo>
                  <a:close/>
                </a:path>
                <a:path w="3343275" h="1838325">
                  <a:moveTo>
                    <a:pt x="3009900" y="3454"/>
                  </a:moveTo>
                  <a:lnTo>
                    <a:pt x="3009442" y="2336"/>
                  </a:lnTo>
                  <a:lnTo>
                    <a:pt x="3007576" y="469"/>
                  </a:lnTo>
                  <a:lnTo>
                    <a:pt x="3006458" y="0"/>
                  </a:lnTo>
                  <a:lnTo>
                    <a:pt x="3003829" y="0"/>
                  </a:lnTo>
                  <a:lnTo>
                    <a:pt x="3002699" y="469"/>
                  </a:lnTo>
                  <a:lnTo>
                    <a:pt x="3000845" y="2336"/>
                  </a:lnTo>
                  <a:lnTo>
                    <a:pt x="3000375" y="3454"/>
                  </a:lnTo>
                  <a:lnTo>
                    <a:pt x="3000375" y="6083"/>
                  </a:lnTo>
                  <a:lnTo>
                    <a:pt x="3000845" y="7200"/>
                  </a:lnTo>
                  <a:lnTo>
                    <a:pt x="3002699" y="9067"/>
                  </a:lnTo>
                  <a:lnTo>
                    <a:pt x="3003829" y="9525"/>
                  </a:lnTo>
                  <a:lnTo>
                    <a:pt x="3006458" y="9525"/>
                  </a:lnTo>
                  <a:lnTo>
                    <a:pt x="3007576" y="9067"/>
                  </a:lnTo>
                  <a:lnTo>
                    <a:pt x="3009442" y="7200"/>
                  </a:lnTo>
                  <a:lnTo>
                    <a:pt x="3009900" y="6083"/>
                  </a:lnTo>
                  <a:lnTo>
                    <a:pt x="3009900" y="3454"/>
                  </a:lnTo>
                  <a:close/>
                </a:path>
                <a:path w="3343275" h="1838325">
                  <a:moveTo>
                    <a:pt x="3057525" y="1832254"/>
                  </a:moveTo>
                  <a:lnTo>
                    <a:pt x="3057067" y="1831136"/>
                  </a:lnTo>
                  <a:lnTo>
                    <a:pt x="3055201" y="1829269"/>
                  </a:lnTo>
                  <a:lnTo>
                    <a:pt x="3054083" y="1828800"/>
                  </a:lnTo>
                  <a:lnTo>
                    <a:pt x="3051454" y="1828800"/>
                  </a:lnTo>
                  <a:lnTo>
                    <a:pt x="3050324" y="1829269"/>
                  </a:lnTo>
                  <a:lnTo>
                    <a:pt x="3048470" y="1831136"/>
                  </a:lnTo>
                  <a:lnTo>
                    <a:pt x="3048000" y="1832254"/>
                  </a:lnTo>
                  <a:lnTo>
                    <a:pt x="3048000" y="1834883"/>
                  </a:lnTo>
                  <a:lnTo>
                    <a:pt x="3048470" y="1836000"/>
                  </a:lnTo>
                  <a:lnTo>
                    <a:pt x="3050324" y="1837867"/>
                  </a:lnTo>
                  <a:lnTo>
                    <a:pt x="3051454" y="1838325"/>
                  </a:lnTo>
                  <a:lnTo>
                    <a:pt x="3054083" y="1838325"/>
                  </a:lnTo>
                  <a:lnTo>
                    <a:pt x="3055201" y="1837867"/>
                  </a:lnTo>
                  <a:lnTo>
                    <a:pt x="3057067" y="1836000"/>
                  </a:lnTo>
                  <a:lnTo>
                    <a:pt x="3057525" y="1834883"/>
                  </a:lnTo>
                  <a:lnTo>
                    <a:pt x="3057525" y="1832254"/>
                  </a:lnTo>
                  <a:close/>
                </a:path>
                <a:path w="3343275" h="1838325">
                  <a:moveTo>
                    <a:pt x="3057525" y="1222654"/>
                  </a:moveTo>
                  <a:lnTo>
                    <a:pt x="3057067" y="1221536"/>
                  </a:lnTo>
                  <a:lnTo>
                    <a:pt x="3055201" y="1219669"/>
                  </a:lnTo>
                  <a:lnTo>
                    <a:pt x="3054083" y="1219200"/>
                  </a:lnTo>
                  <a:lnTo>
                    <a:pt x="3051454" y="1219200"/>
                  </a:lnTo>
                  <a:lnTo>
                    <a:pt x="3050324" y="1219669"/>
                  </a:lnTo>
                  <a:lnTo>
                    <a:pt x="3048470" y="1221536"/>
                  </a:lnTo>
                  <a:lnTo>
                    <a:pt x="3048000" y="1222654"/>
                  </a:lnTo>
                  <a:lnTo>
                    <a:pt x="3048000" y="1225283"/>
                  </a:lnTo>
                  <a:lnTo>
                    <a:pt x="3048470" y="1226400"/>
                  </a:lnTo>
                  <a:lnTo>
                    <a:pt x="3050324" y="1228267"/>
                  </a:lnTo>
                  <a:lnTo>
                    <a:pt x="3051454" y="1228725"/>
                  </a:lnTo>
                  <a:lnTo>
                    <a:pt x="3054083" y="1228725"/>
                  </a:lnTo>
                  <a:lnTo>
                    <a:pt x="3055201" y="1228267"/>
                  </a:lnTo>
                  <a:lnTo>
                    <a:pt x="3057067" y="1226400"/>
                  </a:lnTo>
                  <a:lnTo>
                    <a:pt x="3057525" y="1225283"/>
                  </a:lnTo>
                  <a:lnTo>
                    <a:pt x="3057525" y="1222654"/>
                  </a:lnTo>
                  <a:close/>
                </a:path>
                <a:path w="3343275" h="1838325">
                  <a:moveTo>
                    <a:pt x="3057525" y="613054"/>
                  </a:moveTo>
                  <a:lnTo>
                    <a:pt x="3057067" y="611936"/>
                  </a:lnTo>
                  <a:lnTo>
                    <a:pt x="3055201" y="610069"/>
                  </a:lnTo>
                  <a:lnTo>
                    <a:pt x="3054083" y="609600"/>
                  </a:lnTo>
                  <a:lnTo>
                    <a:pt x="3051454" y="609600"/>
                  </a:lnTo>
                  <a:lnTo>
                    <a:pt x="3050324" y="610069"/>
                  </a:lnTo>
                  <a:lnTo>
                    <a:pt x="3048470" y="611936"/>
                  </a:lnTo>
                  <a:lnTo>
                    <a:pt x="3048000" y="613054"/>
                  </a:lnTo>
                  <a:lnTo>
                    <a:pt x="3048000" y="615683"/>
                  </a:lnTo>
                  <a:lnTo>
                    <a:pt x="3048470" y="616800"/>
                  </a:lnTo>
                  <a:lnTo>
                    <a:pt x="3050324" y="618667"/>
                  </a:lnTo>
                  <a:lnTo>
                    <a:pt x="3051454" y="619125"/>
                  </a:lnTo>
                  <a:lnTo>
                    <a:pt x="3054083" y="619125"/>
                  </a:lnTo>
                  <a:lnTo>
                    <a:pt x="3055201" y="618667"/>
                  </a:lnTo>
                  <a:lnTo>
                    <a:pt x="3057067" y="616800"/>
                  </a:lnTo>
                  <a:lnTo>
                    <a:pt x="3057525" y="615683"/>
                  </a:lnTo>
                  <a:lnTo>
                    <a:pt x="3057525" y="613054"/>
                  </a:lnTo>
                  <a:close/>
                </a:path>
                <a:path w="3343275" h="1838325">
                  <a:moveTo>
                    <a:pt x="3057525" y="3454"/>
                  </a:moveTo>
                  <a:lnTo>
                    <a:pt x="3057067" y="2336"/>
                  </a:lnTo>
                  <a:lnTo>
                    <a:pt x="3055201" y="469"/>
                  </a:lnTo>
                  <a:lnTo>
                    <a:pt x="3054083" y="0"/>
                  </a:lnTo>
                  <a:lnTo>
                    <a:pt x="3051454" y="0"/>
                  </a:lnTo>
                  <a:lnTo>
                    <a:pt x="3050324" y="469"/>
                  </a:lnTo>
                  <a:lnTo>
                    <a:pt x="3048470" y="2336"/>
                  </a:lnTo>
                  <a:lnTo>
                    <a:pt x="3048000" y="3454"/>
                  </a:lnTo>
                  <a:lnTo>
                    <a:pt x="3048000" y="6083"/>
                  </a:lnTo>
                  <a:lnTo>
                    <a:pt x="3048470" y="7200"/>
                  </a:lnTo>
                  <a:lnTo>
                    <a:pt x="3050324" y="9067"/>
                  </a:lnTo>
                  <a:lnTo>
                    <a:pt x="3051454" y="9525"/>
                  </a:lnTo>
                  <a:lnTo>
                    <a:pt x="3054083" y="9525"/>
                  </a:lnTo>
                  <a:lnTo>
                    <a:pt x="3055201" y="9067"/>
                  </a:lnTo>
                  <a:lnTo>
                    <a:pt x="3057067" y="7200"/>
                  </a:lnTo>
                  <a:lnTo>
                    <a:pt x="3057525" y="6083"/>
                  </a:lnTo>
                  <a:lnTo>
                    <a:pt x="3057525" y="3454"/>
                  </a:lnTo>
                  <a:close/>
                </a:path>
                <a:path w="3343275" h="1838325">
                  <a:moveTo>
                    <a:pt x="3105150" y="1832254"/>
                  </a:moveTo>
                  <a:lnTo>
                    <a:pt x="3104692" y="1831136"/>
                  </a:lnTo>
                  <a:lnTo>
                    <a:pt x="3102826" y="1829269"/>
                  </a:lnTo>
                  <a:lnTo>
                    <a:pt x="3101708" y="1828800"/>
                  </a:lnTo>
                  <a:lnTo>
                    <a:pt x="3099079" y="1828800"/>
                  </a:lnTo>
                  <a:lnTo>
                    <a:pt x="3097961" y="1829269"/>
                  </a:lnTo>
                  <a:lnTo>
                    <a:pt x="3096095" y="1831136"/>
                  </a:lnTo>
                  <a:lnTo>
                    <a:pt x="3095625" y="1832254"/>
                  </a:lnTo>
                  <a:lnTo>
                    <a:pt x="3095625" y="1834883"/>
                  </a:lnTo>
                  <a:lnTo>
                    <a:pt x="3096095" y="1836000"/>
                  </a:lnTo>
                  <a:lnTo>
                    <a:pt x="3097961" y="1837867"/>
                  </a:lnTo>
                  <a:lnTo>
                    <a:pt x="3099079" y="1838325"/>
                  </a:lnTo>
                  <a:lnTo>
                    <a:pt x="3101708" y="1838325"/>
                  </a:lnTo>
                  <a:lnTo>
                    <a:pt x="3102826" y="1837867"/>
                  </a:lnTo>
                  <a:lnTo>
                    <a:pt x="3104692" y="1836000"/>
                  </a:lnTo>
                  <a:lnTo>
                    <a:pt x="3105150" y="1834883"/>
                  </a:lnTo>
                  <a:lnTo>
                    <a:pt x="3105150" y="1832254"/>
                  </a:lnTo>
                  <a:close/>
                </a:path>
                <a:path w="3343275" h="1838325">
                  <a:moveTo>
                    <a:pt x="3105150" y="1222654"/>
                  </a:moveTo>
                  <a:lnTo>
                    <a:pt x="3104692" y="1221536"/>
                  </a:lnTo>
                  <a:lnTo>
                    <a:pt x="3102826" y="1219669"/>
                  </a:lnTo>
                  <a:lnTo>
                    <a:pt x="3101708" y="1219200"/>
                  </a:lnTo>
                  <a:lnTo>
                    <a:pt x="3099079" y="1219200"/>
                  </a:lnTo>
                  <a:lnTo>
                    <a:pt x="3097961" y="1219669"/>
                  </a:lnTo>
                  <a:lnTo>
                    <a:pt x="3096095" y="1221536"/>
                  </a:lnTo>
                  <a:lnTo>
                    <a:pt x="3095625" y="1222654"/>
                  </a:lnTo>
                  <a:lnTo>
                    <a:pt x="3095625" y="1225283"/>
                  </a:lnTo>
                  <a:lnTo>
                    <a:pt x="3096095" y="1226400"/>
                  </a:lnTo>
                  <a:lnTo>
                    <a:pt x="3097961" y="1228267"/>
                  </a:lnTo>
                  <a:lnTo>
                    <a:pt x="3099079" y="1228725"/>
                  </a:lnTo>
                  <a:lnTo>
                    <a:pt x="3101708" y="1228725"/>
                  </a:lnTo>
                  <a:lnTo>
                    <a:pt x="3102826" y="1228267"/>
                  </a:lnTo>
                  <a:lnTo>
                    <a:pt x="3104692" y="1226400"/>
                  </a:lnTo>
                  <a:lnTo>
                    <a:pt x="3105150" y="1225283"/>
                  </a:lnTo>
                  <a:lnTo>
                    <a:pt x="3105150" y="1222654"/>
                  </a:lnTo>
                  <a:close/>
                </a:path>
                <a:path w="3343275" h="1838325">
                  <a:moveTo>
                    <a:pt x="3105150" y="613054"/>
                  </a:moveTo>
                  <a:lnTo>
                    <a:pt x="3104692" y="611936"/>
                  </a:lnTo>
                  <a:lnTo>
                    <a:pt x="3102826" y="610069"/>
                  </a:lnTo>
                  <a:lnTo>
                    <a:pt x="3101708" y="609600"/>
                  </a:lnTo>
                  <a:lnTo>
                    <a:pt x="3099079" y="609600"/>
                  </a:lnTo>
                  <a:lnTo>
                    <a:pt x="3097961" y="610069"/>
                  </a:lnTo>
                  <a:lnTo>
                    <a:pt x="3096095" y="611936"/>
                  </a:lnTo>
                  <a:lnTo>
                    <a:pt x="3095625" y="613054"/>
                  </a:lnTo>
                  <a:lnTo>
                    <a:pt x="3095625" y="615683"/>
                  </a:lnTo>
                  <a:lnTo>
                    <a:pt x="3096095" y="616800"/>
                  </a:lnTo>
                  <a:lnTo>
                    <a:pt x="3097961" y="618667"/>
                  </a:lnTo>
                  <a:lnTo>
                    <a:pt x="3099079" y="619125"/>
                  </a:lnTo>
                  <a:lnTo>
                    <a:pt x="3101708" y="619125"/>
                  </a:lnTo>
                  <a:lnTo>
                    <a:pt x="3102826" y="618667"/>
                  </a:lnTo>
                  <a:lnTo>
                    <a:pt x="3104692" y="616800"/>
                  </a:lnTo>
                  <a:lnTo>
                    <a:pt x="3105150" y="615683"/>
                  </a:lnTo>
                  <a:lnTo>
                    <a:pt x="3105150" y="613054"/>
                  </a:lnTo>
                  <a:close/>
                </a:path>
                <a:path w="3343275" h="1838325">
                  <a:moveTo>
                    <a:pt x="3105150" y="3454"/>
                  </a:moveTo>
                  <a:lnTo>
                    <a:pt x="3104692" y="2336"/>
                  </a:lnTo>
                  <a:lnTo>
                    <a:pt x="3102826" y="469"/>
                  </a:lnTo>
                  <a:lnTo>
                    <a:pt x="3101708" y="0"/>
                  </a:lnTo>
                  <a:lnTo>
                    <a:pt x="3099079" y="0"/>
                  </a:lnTo>
                  <a:lnTo>
                    <a:pt x="3097961" y="469"/>
                  </a:lnTo>
                  <a:lnTo>
                    <a:pt x="3096095" y="2336"/>
                  </a:lnTo>
                  <a:lnTo>
                    <a:pt x="3095625" y="3454"/>
                  </a:lnTo>
                  <a:lnTo>
                    <a:pt x="3095625" y="6083"/>
                  </a:lnTo>
                  <a:lnTo>
                    <a:pt x="3096095" y="7200"/>
                  </a:lnTo>
                  <a:lnTo>
                    <a:pt x="3097961" y="9067"/>
                  </a:lnTo>
                  <a:lnTo>
                    <a:pt x="3099079" y="9525"/>
                  </a:lnTo>
                  <a:lnTo>
                    <a:pt x="3101708" y="9525"/>
                  </a:lnTo>
                  <a:lnTo>
                    <a:pt x="3102826" y="9067"/>
                  </a:lnTo>
                  <a:lnTo>
                    <a:pt x="3104692" y="7200"/>
                  </a:lnTo>
                  <a:lnTo>
                    <a:pt x="3105150" y="6083"/>
                  </a:lnTo>
                  <a:lnTo>
                    <a:pt x="3105150" y="3454"/>
                  </a:lnTo>
                  <a:close/>
                </a:path>
                <a:path w="3343275" h="1838325">
                  <a:moveTo>
                    <a:pt x="3152775" y="1832254"/>
                  </a:moveTo>
                  <a:lnTo>
                    <a:pt x="3152317" y="1831136"/>
                  </a:lnTo>
                  <a:lnTo>
                    <a:pt x="3150451" y="1829269"/>
                  </a:lnTo>
                  <a:lnTo>
                    <a:pt x="3149333" y="1828800"/>
                  </a:lnTo>
                  <a:lnTo>
                    <a:pt x="3146704" y="1828800"/>
                  </a:lnTo>
                  <a:lnTo>
                    <a:pt x="3145574" y="1829269"/>
                  </a:lnTo>
                  <a:lnTo>
                    <a:pt x="3143720" y="1831136"/>
                  </a:lnTo>
                  <a:lnTo>
                    <a:pt x="3143250" y="1832254"/>
                  </a:lnTo>
                  <a:lnTo>
                    <a:pt x="3143250" y="1834883"/>
                  </a:lnTo>
                  <a:lnTo>
                    <a:pt x="3143720" y="1836000"/>
                  </a:lnTo>
                  <a:lnTo>
                    <a:pt x="3145574" y="1837867"/>
                  </a:lnTo>
                  <a:lnTo>
                    <a:pt x="3146704" y="1838325"/>
                  </a:lnTo>
                  <a:lnTo>
                    <a:pt x="3149333" y="1838325"/>
                  </a:lnTo>
                  <a:lnTo>
                    <a:pt x="3150451" y="1837867"/>
                  </a:lnTo>
                  <a:lnTo>
                    <a:pt x="3152317" y="1836000"/>
                  </a:lnTo>
                  <a:lnTo>
                    <a:pt x="3152775" y="1834883"/>
                  </a:lnTo>
                  <a:lnTo>
                    <a:pt x="3152775" y="1832254"/>
                  </a:lnTo>
                  <a:close/>
                </a:path>
                <a:path w="3343275" h="1838325">
                  <a:moveTo>
                    <a:pt x="3152775" y="1222654"/>
                  </a:moveTo>
                  <a:lnTo>
                    <a:pt x="3152317" y="1221536"/>
                  </a:lnTo>
                  <a:lnTo>
                    <a:pt x="3150451" y="1219669"/>
                  </a:lnTo>
                  <a:lnTo>
                    <a:pt x="3149333" y="1219200"/>
                  </a:lnTo>
                  <a:lnTo>
                    <a:pt x="3146704" y="1219200"/>
                  </a:lnTo>
                  <a:lnTo>
                    <a:pt x="3145574" y="1219669"/>
                  </a:lnTo>
                  <a:lnTo>
                    <a:pt x="3143720" y="1221536"/>
                  </a:lnTo>
                  <a:lnTo>
                    <a:pt x="3143250" y="1222654"/>
                  </a:lnTo>
                  <a:lnTo>
                    <a:pt x="3143250" y="1225283"/>
                  </a:lnTo>
                  <a:lnTo>
                    <a:pt x="3143720" y="1226400"/>
                  </a:lnTo>
                  <a:lnTo>
                    <a:pt x="3145574" y="1228267"/>
                  </a:lnTo>
                  <a:lnTo>
                    <a:pt x="3146704" y="1228725"/>
                  </a:lnTo>
                  <a:lnTo>
                    <a:pt x="3149333" y="1228725"/>
                  </a:lnTo>
                  <a:lnTo>
                    <a:pt x="3150451" y="1228267"/>
                  </a:lnTo>
                  <a:lnTo>
                    <a:pt x="3152317" y="1226400"/>
                  </a:lnTo>
                  <a:lnTo>
                    <a:pt x="3152775" y="1225283"/>
                  </a:lnTo>
                  <a:lnTo>
                    <a:pt x="3152775" y="1222654"/>
                  </a:lnTo>
                  <a:close/>
                </a:path>
                <a:path w="3343275" h="1838325">
                  <a:moveTo>
                    <a:pt x="3152775" y="613054"/>
                  </a:moveTo>
                  <a:lnTo>
                    <a:pt x="3152317" y="611936"/>
                  </a:lnTo>
                  <a:lnTo>
                    <a:pt x="3150451" y="610069"/>
                  </a:lnTo>
                  <a:lnTo>
                    <a:pt x="3149333" y="609600"/>
                  </a:lnTo>
                  <a:lnTo>
                    <a:pt x="3146704" y="609600"/>
                  </a:lnTo>
                  <a:lnTo>
                    <a:pt x="3145574" y="610069"/>
                  </a:lnTo>
                  <a:lnTo>
                    <a:pt x="3143720" y="611936"/>
                  </a:lnTo>
                  <a:lnTo>
                    <a:pt x="3143250" y="613054"/>
                  </a:lnTo>
                  <a:lnTo>
                    <a:pt x="3143250" y="615683"/>
                  </a:lnTo>
                  <a:lnTo>
                    <a:pt x="3143720" y="616800"/>
                  </a:lnTo>
                  <a:lnTo>
                    <a:pt x="3145574" y="618667"/>
                  </a:lnTo>
                  <a:lnTo>
                    <a:pt x="3146704" y="619125"/>
                  </a:lnTo>
                  <a:lnTo>
                    <a:pt x="3149333" y="619125"/>
                  </a:lnTo>
                  <a:lnTo>
                    <a:pt x="3150451" y="618667"/>
                  </a:lnTo>
                  <a:lnTo>
                    <a:pt x="3152317" y="616800"/>
                  </a:lnTo>
                  <a:lnTo>
                    <a:pt x="3152775" y="615683"/>
                  </a:lnTo>
                  <a:lnTo>
                    <a:pt x="3152775" y="613054"/>
                  </a:lnTo>
                  <a:close/>
                </a:path>
                <a:path w="3343275" h="1838325">
                  <a:moveTo>
                    <a:pt x="3152775" y="3454"/>
                  </a:moveTo>
                  <a:lnTo>
                    <a:pt x="3152317" y="2336"/>
                  </a:lnTo>
                  <a:lnTo>
                    <a:pt x="3150451" y="469"/>
                  </a:lnTo>
                  <a:lnTo>
                    <a:pt x="3149333" y="0"/>
                  </a:lnTo>
                  <a:lnTo>
                    <a:pt x="3146704" y="0"/>
                  </a:lnTo>
                  <a:lnTo>
                    <a:pt x="3145574" y="469"/>
                  </a:lnTo>
                  <a:lnTo>
                    <a:pt x="3143720" y="2336"/>
                  </a:lnTo>
                  <a:lnTo>
                    <a:pt x="3143250" y="3454"/>
                  </a:lnTo>
                  <a:lnTo>
                    <a:pt x="3143250" y="6083"/>
                  </a:lnTo>
                  <a:lnTo>
                    <a:pt x="3143720" y="7200"/>
                  </a:lnTo>
                  <a:lnTo>
                    <a:pt x="3145574" y="9067"/>
                  </a:lnTo>
                  <a:lnTo>
                    <a:pt x="3146704" y="9525"/>
                  </a:lnTo>
                  <a:lnTo>
                    <a:pt x="3149333" y="9525"/>
                  </a:lnTo>
                  <a:lnTo>
                    <a:pt x="3150451" y="9067"/>
                  </a:lnTo>
                  <a:lnTo>
                    <a:pt x="3152317" y="7200"/>
                  </a:lnTo>
                  <a:lnTo>
                    <a:pt x="3152775" y="6083"/>
                  </a:lnTo>
                  <a:lnTo>
                    <a:pt x="3152775" y="3454"/>
                  </a:lnTo>
                  <a:close/>
                </a:path>
                <a:path w="3343275" h="1838325">
                  <a:moveTo>
                    <a:pt x="3200400" y="1832254"/>
                  </a:moveTo>
                  <a:lnTo>
                    <a:pt x="3199942" y="1831136"/>
                  </a:lnTo>
                  <a:lnTo>
                    <a:pt x="3198076" y="1829269"/>
                  </a:lnTo>
                  <a:lnTo>
                    <a:pt x="3196958" y="1828800"/>
                  </a:lnTo>
                  <a:lnTo>
                    <a:pt x="3194329" y="1828800"/>
                  </a:lnTo>
                  <a:lnTo>
                    <a:pt x="3193199" y="1829269"/>
                  </a:lnTo>
                  <a:lnTo>
                    <a:pt x="3191345" y="1831136"/>
                  </a:lnTo>
                  <a:lnTo>
                    <a:pt x="3190875" y="1832254"/>
                  </a:lnTo>
                  <a:lnTo>
                    <a:pt x="3190875" y="1834883"/>
                  </a:lnTo>
                  <a:lnTo>
                    <a:pt x="3191345" y="1836000"/>
                  </a:lnTo>
                  <a:lnTo>
                    <a:pt x="3193199" y="1837867"/>
                  </a:lnTo>
                  <a:lnTo>
                    <a:pt x="3194329" y="1838325"/>
                  </a:lnTo>
                  <a:lnTo>
                    <a:pt x="3196958" y="1838325"/>
                  </a:lnTo>
                  <a:lnTo>
                    <a:pt x="3198076" y="1837867"/>
                  </a:lnTo>
                  <a:lnTo>
                    <a:pt x="3199942" y="1836000"/>
                  </a:lnTo>
                  <a:lnTo>
                    <a:pt x="3200400" y="1834883"/>
                  </a:lnTo>
                  <a:lnTo>
                    <a:pt x="3200400" y="1832254"/>
                  </a:lnTo>
                  <a:close/>
                </a:path>
                <a:path w="3343275" h="1838325">
                  <a:moveTo>
                    <a:pt x="3200400" y="1222654"/>
                  </a:moveTo>
                  <a:lnTo>
                    <a:pt x="3199942" y="1221536"/>
                  </a:lnTo>
                  <a:lnTo>
                    <a:pt x="3198076" y="1219669"/>
                  </a:lnTo>
                  <a:lnTo>
                    <a:pt x="3196958" y="1219200"/>
                  </a:lnTo>
                  <a:lnTo>
                    <a:pt x="3194329" y="1219200"/>
                  </a:lnTo>
                  <a:lnTo>
                    <a:pt x="3193199" y="1219669"/>
                  </a:lnTo>
                  <a:lnTo>
                    <a:pt x="3191345" y="1221536"/>
                  </a:lnTo>
                  <a:lnTo>
                    <a:pt x="3190875" y="1222654"/>
                  </a:lnTo>
                  <a:lnTo>
                    <a:pt x="3190875" y="1225283"/>
                  </a:lnTo>
                  <a:lnTo>
                    <a:pt x="3191345" y="1226400"/>
                  </a:lnTo>
                  <a:lnTo>
                    <a:pt x="3193199" y="1228267"/>
                  </a:lnTo>
                  <a:lnTo>
                    <a:pt x="3194329" y="1228725"/>
                  </a:lnTo>
                  <a:lnTo>
                    <a:pt x="3196958" y="1228725"/>
                  </a:lnTo>
                  <a:lnTo>
                    <a:pt x="3198076" y="1228267"/>
                  </a:lnTo>
                  <a:lnTo>
                    <a:pt x="3199942" y="1226400"/>
                  </a:lnTo>
                  <a:lnTo>
                    <a:pt x="3200400" y="1225283"/>
                  </a:lnTo>
                  <a:lnTo>
                    <a:pt x="3200400" y="1222654"/>
                  </a:lnTo>
                  <a:close/>
                </a:path>
                <a:path w="3343275" h="1838325">
                  <a:moveTo>
                    <a:pt x="3200400" y="613054"/>
                  </a:moveTo>
                  <a:lnTo>
                    <a:pt x="3199942" y="611936"/>
                  </a:lnTo>
                  <a:lnTo>
                    <a:pt x="3198076" y="610069"/>
                  </a:lnTo>
                  <a:lnTo>
                    <a:pt x="3196958" y="609600"/>
                  </a:lnTo>
                  <a:lnTo>
                    <a:pt x="3194329" y="609600"/>
                  </a:lnTo>
                  <a:lnTo>
                    <a:pt x="3193199" y="610069"/>
                  </a:lnTo>
                  <a:lnTo>
                    <a:pt x="3191345" y="611936"/>
                  </a:lnTo>
                  <a:lnTo>
                    <a:pt x="3190875" y="613054"/>
                  </a:lnTo>
                  <a:lnTo>
                    <a:pt x="3190875" y="615683"/>
                  </a:lnTo>
                  <a:lnTo>
                    <a:pt x="3191345" y="616800"/>
                  </a:lnTo>
                  <a:lnTo>
                    <a:pt x="3193199" y="618667"/>
                  </a:lnTo>
                  <a:lnTo>
                    <a:pt x="3194329" y="619125"/>
                  </a:lnTo>
                  <a:lnTo>
                    <a:pt x="3196958" y="619125"/>
                  </a:lnTo>
                  <a:lnTo>
                    <a:pt x="3198076" y="618667"/>
                  </a:lnTo>
                  <a:lnTo>
                    <a:pt x="3199942" y="616800"/>
                  </a:lnTo>
                  <a:lnTo>
                    <a:pt x="3200400" y="615683"/>
                  </a:lnTo>
                  <a:lnTo>
                    <a:pt x="3200400" y="613054"/>
                  </a:lnTo>
                  <a:close/>
                </a:path>
                <a:path w="3343275" h="1838325">
                  <a:moveTo>
                    <a:pt x="3200400" y="3454"/>
                  </a:moveTo>
                  <a:lnTo>
                    <a:pt x="3199942" y="2336"/>
                  </a:lnTo>
                  <a:lnTo>
                    <a:pt x="3198076" y="469"/>
                  </a:lnTo>
                  <a:lnTo>
                    <a:pt x="3196958" y="0"/>
                  </a:lnTo>
                  <a:lnTo>
                    <a:pt x="3194329" y="0"/>
                  </a:lnTo>
                  <a:lnTo>
                    <a:pt x="3193199" y="469"/>
                  </a:lnTo>
                  <a:lnTo>
                    <a:pt x="3191345" y="2336"/>
                  </a:lnTo>
                  <a:lnTo>
                    <a:pt x="3190875" y="3454"/>
                  </a:lnTo>
                  <a:lnTo>
                    <a:pt x="3190875" y="6083"/>
                  </a:lnTo>
                  <a:lnTo>
                    <a:pt x="3191345" y="7200"/>
                  </a:lnTo>
                  <a:lnTo>
                    <a:pt x="3193199" y="9067"/>
                  </a:lnTo>
                  <a:lnTo>
                    <a:pt x="3194329" y="9525"/>
                  </a:lnTo>
                  <a:lnTo>
                    <a:pt x="3196958" y="9525"/>
                  </a:lnTo>
                  <a:lnTo>
                    <a:pt x="3198076" y="9067"/>
                  </a:lnTo>
                  <a:lnTo>
                    <a:pt x="3199942" y="7200"/>
                  </a:lnTo>
                  <a:lnTo>
                    <a:pt x="3200400" y="6083"/>
                  </a:lnTo>
                  <a:lnTo>
                    <a:pt x="3200400" y="3454"/>
                  </a:lnTo>
                  <a:close/>
                </a:path>
                <a:path w="3343275" h="1838325">
                  <a:moveTo>
                    <a:pt x="3248025" y="1832254"/>
                  </a:moveTo>
                  <a:lnTo>
                    <a:pt x="3247567" y="1831136"/>
                  </a:lnTo>
                  <a:lnTo>
                    <a:pt x="3245701" y="1829269"/>
                  </a:lnTo>
                  <a:lnTo>
                    <a:pt x="3244583" y="1828800"/>
                  </a:lnTo>
                  <a:lnTo>
                    <a:pt x="3241954" y="1828800"/>
                  </a:lnTo>
                  <a:lnTo>
                    <a:pt x="3240824" y="1829269"/>
                  </a:lnTo>
                  <a:lnTo>
                    <a:pt x="3238970" y="1831136"/>
                  </a:lnTo>
                  <a:lnTo>
                    <a:pt x="3238500" y="1832254"/>
                  </a:lnTo>
                  <a:lnTo>
                    <a:pt x="3238500" y="1834883"/>
                  </a:lnTo>
                  <a:lnTo>
                    <a:pt x="3238970" y="1836000"/>
                  </a:lnTo>
                  <a:lnTo>
                    <a:pt x="3240824" y="1837867"/>
                  </a:lnTo>
                  <a:lnTo>
                    <a:pt x="3241954" y="1838325"/>
                  </a:lnTo>
                  <a:lnTo>
                    <a:pt x="3244583" y="1838325"/>
                  </a:lnTo>
                  <a:lnTo>
                    <a:pt x="3245701" y="1837867"/>
                  </a:lnTo>
                  <a:lnTo>
                    <a:pt x="3247567" y="1836000"/>
                  </a:lnTo>
                  <a:lnTo>
                    <a:pt x="3248025" y="1834883"/>
                  </a:lnTo>
                  <a:lnTo>
                    <a:pt x="3248025" y="1832254"/>
                  </a:lnTo>
                  <a:close/>
                </a:path>
                <a:path w="3343275" h="1838325">
                  <a:moveTo>
                    <a:pt x="3248025" y="1222654"/>
                  </a:moveTo>
                  <a:lnTo>
                    <a:pt x="3247567" y="1221536"/>
                  </a:lnTo>
                  <a:lnTo>
                    <a:pt x="3245701" y="1219669"/>
                  </a:lnTo>
                  <a:lnTo>
                    <a:pt x="3244583" y="1219200"/>
                  </a:lnTo>
                  <a:lnTo>
                    <a:pt x="3241954" y="1219200"/>
                  </a:lnTo>
                  <a:lnTo>
                    <a:pt x="3240824" y="1219669"/>
                  </a:lnTo>
                  <a:lnTo>
                    <a:pt x="3238970" y="1221536"/>
                  </a:lnTo>
                  <a:lnTo>
                    <a:pt x="3238500" y="1222654"/>
                  </a:lnTo>
                  <a:lnTo>
                    <a:pt x="3238500" y="1225283"/>
                  </a:lnTo>
                  <a:lnTo>
                    <a:pt x="3238970" y="1226400"/>
                  </a:lnTo>
                  <a:lnTo>
                    <a:pt x="3240824" y="1228267"/>
                  </a:lnTo>
                  <a:lnTo>
                    <a:pt x="3241954" y="1228725"/>
                  </a:lnTo>
                  <a:lnTo>
                    <a:pt x="3244583" y="1228725"/>
                  </a:lnTo>
                  <a:lnTo>
                    <a:pt x="3245701" y="1228267"/>
                  </a:lnTo>
                  <a:lnTo>
                    <a:pt x="3247567" y="1226400"/>
                  </a:lnTo>
                  <a:lnTo>
                    <a:pt x="3248025" y="1225283"/>
                  </a:lnTo>
                  <a:lnTo>
                    <a:pt x="3248025" y="1222654"/>
                  </a:lnTo>
                  <a:close/>
                </a:path>
                <a:path w="3343275" h="1838325">
                  <a:moveTo>
                    <a:pt x="3248025" y="613054"/>
                  </a:moveTo>
                  <a:lnTo>
                    <a:pt x="3247567" y="611936"/>
                  </a:lnTo>
                  <a:lnTo>
                    <a:pt x="3245701" y="610069"/>
                  </a:lnTo>
                  <a:lnTo>
                    <a:pt x="3244583" y="609600"/>
                  </a:lnTo>
                  <a:lnTo>
                    <a:pt x="3241954" y="609600"/>
                  </a:lnTo>
                  <a:lnTo>
                    <a:pt x="3240824" y="610069"/>
                  </a:lnTo>
                  <a:lnTo>
                    <a:pt x="3238970" y="611936"/>
                  </a:lnTo>
                  <a:lnTo>
                    <a:pt x="3238500" y="613054"/>
                  </a:lnTo>
                  <a:lnTo>
                    <a:pt x="3238500" y="615683"/>
                  </a:lnTo>
                  <a:lnTo>
                    <a:pt x="3238970" y="616800"/>
                  </a:lnTo>
                  <a:lnTo>
                    <a:pt x="3240824" y="618667"/>
                  </a:lnTo>
                  <a:lnTo>
                    <a:pt x="3241954" y="619125"/>
                  </a:lnTo>
                  <a:lnTo>
                    <a:pt x="3244583" y="619125"/>
                  </a:lnTo>
                  <a:lnTo>
                    <a:pt x="3245701" y="618667"/>
                  </a:lnTo>
                  <a:lnTo>
                    <a:pt x="3247567" y="616800"/>
                  </a:lnTo>
                  <a:lnTo>
                    <a:pt x="3248025" y="615683"/>
                  </a:lnTo>
                  <a:lnTo>
                    <a:pt x="3248025" y="613054"/>
                  </a:lnTo>
                  <a:close/>
                </a:path>
                <a:path w="3343275" h="1838325">
                  <a:moveTo>
                    <a:pt x="3248025" y="3454"/>
                  </a:moveTo>
                  <a:lnTo>
                    <a:pt x="3247567" y="2336"/>
                  </a:lnTo>
                  <a:lnTo>
                    <a:pt x="3245701" y="469"/>
                  </a:lnTo>
                  <a:lnTo>
                    <a:pt x="3244583" y="0"/>
                  </a:lnTo>
                  <a:lnTo>
                    <a:pt x="3241954" y="0"/>
                  </a:lnTo>
                  <a:lnTo>
                    <a:pt x="3240824" y="469"/>
                  </a:lnTo>
                  <a:lnTo>
                    <a:pt x="3238970" y="2336"/>
                  </a:lnTo>
                  <a:lnTo>
                    <a:pt x="3238500" y="3454"/>
                  </a:lnTo>
                  <a:lnTo>
                    <a:pt x="3238500" y="6083"/>
                  </a:lnTo>
                  <a:lnTo>
                    <a:pt x="3238970" y="7200"/>
                  </a:lnTo>
                  <a:lnTo>
                    <a:pt x="3240824" y="9067"/>
                  </a:lnTo>
                  <a:lnTo>
                    <a:pt x="3241954" y="9525"/>
                  </a:lnTo>
                  <a:lnTo>
                    <a:pt x="3244583" y="9525"/>
                  </a:lnTo>
                  <a:lnTo>
                    <a:pt x="3245701" y="9067"/>
                  </a:lnTo>
                  <a:lnTo>
                    <a:pt x="3247567" y="7200"/>
                  </a:lnTo>
                  <a:lnTo>
                    <a:pt x="3248025" y="6083"/>
                  </a:lnTo>
                  <a:lnTo>
                    <a:pt x="3248025" y="3454"/>
                  </a:lnTo>
                  <a:close/>
                </a:path>
                <a:path w="3343275" h="1838325">
                  <a:moveTo>
                    <a:pt x="3295650" y="1832254"/>
                  </a:moveTo>
                  <a:lnTo>
                    <a:pt x="3295192" y="1831136"/>
                  </a:lnTo>
                  <a:lnTo>
                    <a:pt x="3293326" y="1829269"/>
                  </a:lnTo>
                  <a:lnTo>
                    <a:pt x="3292208" y="1828800"/>
                  </a:lnTo>
                  <a:lnTo>
                    <a:pt x="3289579" y="1828800"/>
                  </a:lnTo>
                  <a:lnTo>
                    <a:pt x="3288449" y="1829269"/>
                  </a:lnTo>
                  <a:lnTo>
                    <a:pt x="3286595" y="1831136"/>
                  </a:lnTo>
                  <a:lnTo>
                    <a:pt x="3286125" y="1832254"/>
                  </a:lnTo>
                  <a:lnTo>
                    <a:pt x="3286125" y="1834883"/>
                  </a:lnTo>
                  <a:lnTo>
                    <a:pt x="3286595" y="1836000"/>
                  </a:lnTo>
                  <a:lnTo>
                    <a:pt x="3288449" y="1837867"/>
                  </a:lnTo>
                  <a:lnTo>
                    <a:pt x="3289579" y="1838325"/>
                  </a:lnTo>
                  <a:lnTo>
                    <a:pt x="3292208" y="1838325"/>
                  </a:lnTo>
                  <a:lnTo>
                    <a:pt x="3293326" y="1837867"/>
                  </a:lnTo>
                  <a:lnTo>
                    <a:pt x="3295192" y="1836000"/>
                  </a:lnTo>
                  <a:lnTo>
                    <a:pt x="3295650" y="1834883"/>
                  </a:lnTo>
                  <a:lnTo>
                    <a:pt x="3295650" y="1832254"/>
                  </a:lnTo>
                  <a:close/>
                </a:path>
                <a:path w="3343275" h="1838325">
                  <a:moveTo>
                    <a:pt x="3295650" y="1222654"/>
                  </a:moveTo>
                  <a:lnTo>
                    <a:pt x="3295192" y="1221536"/>
                  </a:lnTo>
                  <a:lnTo>
                    <a:pt x="3293326" y="1219669"/>
                  </a:lnTo>
                  <a:lnTo>
                    <a:pt x="3292208" y="1219200"/>
                  </a:lnTo>
                  <a:lnTo>
                    <a:pt x="3289579" y="1219200"/>
                  </a:lnTo>
                  <a:lnTo>
                    <a:pt x="3288449" y="1219669"/>
                  </a:lnTo>
                  <a:lnTo>
                    <a:pt x="3286595" y="1221536"/>
                  </a:lnTo>
                  <a:lnTo>
                    <a:pt x="3286125" y="1222654"/>
                  </a:lnTo>
                  <a:lnTo>
                    <a:pt x="3286125" y="1225283"/>
                  </a:lnTo>
                  <a:lnTo>
                    <a:pt x="3286595" y="1226400"/>
                  </a:lnTo>
                  <a:lnTo>
                    <a:pt x="3288449" y="1228267"/>
                  </a:lnTo>
                  <a:lnTo>
                    <a:pt x="3289579" y="1228725"/>
                  </a:lnTo>
                  <a:lnTo>
                    <a:pt x="3292208" y="1228725"/>
                  </a:lnTo>
                  <a:lnTo>
                    <a:pt x="3293326" y="1228267"/>
                  </a:lnTo>
                  <a:lnTo>
                    <a:pt x="3295192" y="1226400"/>
                  </a:lnTo>
                  <a:lnTo>
                    <a:pt x="3295650" y="1225283"/>
                  </a:lnTo>
                  <a:lnTo>
                    <a:pt x="3295650" y="1222654"/>
                  </a:lnTo>
                  <a:close/>
                </a:path>
                <a:path w="3343275" h="1838325">
                  <a:moveTo>
                    <a:pt x="3295650" y="613054"/>
                  </a:moveTo>
                  <a:lnTo>
                    <a:pt x="3295192" y="611936"/>
                  </a:lnTo>
                  <a:lnTo>
                    <a:pt x="3293326" y="610069"/>
                  </a:lnTo>
                  <a:lnTo>
                    <a:pt x="3292208" y="609600"/>
                  </a:lnTo>
                  <a:lnTo>
                    <a:pt x="3289579" y="609600"/>
                  </a:lnTo>
                  <a:lnTo>
                    <a:pt x="3288449" y="610069"/>
                  </a:lnTo>
                  <a:lnTo>
                    <a:pt x="3286595" y="611936"/>
                  </a:lnTo>
                  <a:lnTo>
                    <a:pt x="3286125" y="613054"/>
                  </a:lnTo>
                  <a:lnTo>
                    <a:pt x="3286125" y="615683"/>
                  </a:lnTo>
                  <a:lnTo>
                    <a:pt x="3286595" y="616800"/>
                  </a:lnTo>
                  <a:lnTo>
                    <a:pt x="3288449" y="618667"/>
                  </a:lnTo>
                  <a:lnTo>
                    <a:pt x="3289579" y="619125"/>
                  </a:lnTo>
                  <a:lnTo>
                    <a:pt x="3292208" y="619125"/>
                  </a:lnTo>
                  <a:lnTo>
                    <a:pt x="3293326" y="618667"/>
                  </a:lnTo>
                  <a:lnTo>
                    <a:pt x="3295192" y="616800"/>
                  </a:lnTo>
                  <a:lnTo>
                    <a:pt x="3295650" y="615683"/>
                  </a:lnTo>
                  <a:lnTo>
                    <a:pt x="3295650" y="613054"/>
                  </a:lnTo>
                  <a:close/>
                </a:path>
                <a:path w="3343275" h="1838325">
                  <a:moveTo>
                    <a:pt x="3295650" y="3454"/>
                  </a:moveTo>
                  <a:lnTo>
                    <a:pt x="3295192" y="2336"/>
                  </a:lnTo>
                  <a:lnTo>
                    <a:pt x="3293326" y="469"/>
                  </a:lnTo>
                  <a:lnTo>
                    <a:pt x="3292208" y="0"/>
                  </a:lnTo>
                  <a:lnTo>
                    <a:pt x="3289579" y="0"/>
                  </a:lnTo>
                  <a:lnTo>
                    <a:pt x="3288449" y="469"/>
                  </a:lnTo>
                  <a:lnTo>
                    <a:pt x="3286595" y="2336"/>
                  </a:lnTo>
                  <a:lnTo>
                    <a:pt x="3286125" y="3454"/>
                  </a:lnTo>
                  <a:lnTo>
                    <a:pt x="3286125" y="6083"/>
                  </a:lnTo>
                  <a:lnTo>
                    <a:pt x="3286595" y="7200"/>
                  </a:lnTo>
                  <a:lnTo>
                    <a:pt x="3288449" y="9067"/>
                  </a:lnTo>
                  <a:lnTo>
                    <a:pt x="3289579" y="9525"/>
                  </a:lnTo>
                  <a:lnTo>
                    <a:pt x="3292208" y="9525"/>
                  </a:lnTo>
                  <a:lnTo>
                    <a:pt x="3293326" y="9067"/>
                  </a:lnTo>
                  <a:lnTo>
                    <a:pt x="3295192" y="7200"/>
                  </a:lnTo>
                  <a:lnTo>
                    <a:pt x="3295650" y="6083"/>
                  </a:lnTo>
                  <a:lnTo>
                    <a:pt x="3295650" y="3454"/>
                  </a:lnTo>
                  <a:close/>
                </a:path>
                <a:path w="3343275" h="1838325">
                  <a:moveTo>
                    <a:pt x="3343275" y="1832254"/>
                  </a:moveTo>
                  <a:lnTo>
                    <a:pt x="3342817" y="1831136"/>
                  </a:lnTo>
                  <a:lnTo>
                    <a:pt x="3340951" y="1829269"/>
                  </a:lnTo>
                  <a:lnTo>
                    <a:pt x="3339833" y="1828800"/>
                  </a:lnTo>
                  <a:lnTo>
                    <a:pt x="3337204" y="1828800"/>
                  </a:lnTo>
                  <a:lnTo>
                    <a:pt x="3336074" y="1829269"/>
                  </a:lnTo>
                  <a:lnTo>
                    <a:pt x="3334220" y="1831136"/>
                  </a:lnTo>
                  <a:lnTo>
                    <a:pt x="3333750" y="1832254"/>
                  </a:lnTo>
                  <a:lnTo>
                    <a:pt x="3333750" y="1834883"/>
                  </a:lnTo>
                  <a:lnTo>
                    <a:pt x="3334220" y="1836000"/>
                  </a:lnTo>
                  <a:lnTo>
                    <a:pt x="3336074" y="1837867"/>
                  </a:lnTo>
                  <a:lnTo>
                    <a:pt x="3337204" y="1838325"/>
                  </a:lnTo>
                  <a:lnTo>
                    <a:pt x="3339833" y="1838325"/>
                  </a:lnTo>
                  <a:lnTo>
                    <a:pt x="3340951" y="1837867"/>
                  </a:lnTo>
                  <a:lnTo>
                    <a:pt x="3342817" y="1836000"/>
                  </a:lnTo>
                  <a:lnTo>
                    <a:pt x="3343275" y="1834883"/>
                  </a:lnTo>
                  <a:lnTo>
                    <a:pt x="3343275" y="1832254"/>
                  </a:lnTo>
                  <a:close/>
                </a:path>
                <a:path w="3343275" h="1838325">
                  <a:moveTo>
                    <a:pt x="3343275" y="1222654"/>
                  </a:moveTo>
                  <a:lnTo>
                    <a:pt x="3342817" y="1221536"/>
                  </a:lnTo>
                  <a:lnTo>
                    <a:pt x="3340951" y="1219669"/>
                  </a:lnTo>
                  <a:lnTo>
                    <a:pt x="3339833" y="1219200"/>
                  </a:lnTo>
                  <a:lnTo>
                    <a:pt x="3337204" y="1219200"/>
                  </a:lnTo>
                  <a:lnTo>
                    <a:pt x="3336074" y="1219669"/>
                  </a:lnTo>
                  <a:lnTo>
                    <a:pt x="3334220" y="1221536"/>
                  </a:lnTo>
                  <a:lnTo>
                    <a:pt x="3333750" y="1222654"/>
                  </a:lnTo>
                  <a:lnTo>
                    <a:pt x="3333750" y="1225283"/>
                  </a:lnTo>
                  <a:lnTo>
                    <a:pt x="3334220" y="1226400"/>
                  </a:lnTo>
                  <a:lnTo>
                    <a:pt x="3336074" y="1228267"/>
                  </a:lnTo>
                  <a:lnTo>
                    <a:pt x="3337204" y="1228725"/>
                  </a:lnTo>
                  <a:lnTo>
                    <a:pt x="3339833" y="1228725"/>
                  </a:lnTo>
                  <a:lnTo>
                    <a:pt x="3340951" y="1228267"/>
                  </a:lnTo>
                  <a:lnTo>
                    <a:pt x="3342817" y="1226400"/>
                  </a:lnTo>
                  <a:lnTo>
                    <a:pt x="3343275" y="1225283"/>
                  </a:lnTo>
                  <a:lnTo>
                    <a:pt x="3343275" y="1222654"/>
                  </a:lnTo>
                  <a:close/>
                </a:path>
                <a:path w="3343275" h="1838325">
                  <a:moveTo>
                    <a:pt x="3343275" y="613054"/>
                  </a:moveTo>
                  <a:lnTo>
                    <a:pt x="3342817" y="611936"/>
                  </a:lnTo>
                  <a:lnTo>
                    <a:pt x="3340951" y="610069"/>
                  </a:lnTo>
                  <a:lnTo>
                    <a:pt x="3339833" y="609600"/>
                  </a:lnTo>
                  <a:lnTo>
                    <a:pt x="3337204" y="609600"/>
                  </a:lnTo>
                  <a:lnTo>
                    <a:pt x="3336074" y="610069"/>
                  </a:lnTo>
                  <a:lnTo>
                    <a:pt x="3334220" y="611936"/>
                  </a:lnTo>
                  <a:lnTo>
                    <a:pt x="3333750" y="613054"/>
                  </a:lnTo>
                  <a:lnTo>
                    <a:pt x="3333750" y="615683"/>
                  </a:lnTo>
                  <a:lnTo>
                    <a:pt x="3334220" y="616800"/>
                  </a:lnTo>
                  <a:lnTo>
                    <a:pt x="3336074" y="618667"/>
                  </a:lnTo>
                  <a:lnTo>
                    <a:pt x="3337204" y="619125"/>
                  </a:lnTo>
                  <a:lnTo>
                    <a:pt x="3339833" y="619125"/>
                  </a:lnTo>
                  <a:lnTo>
                    <a:pt x="3340951" y="618667"/>
                  </a:lnTo>
                  <a:lnTo>
                    <a:pt x="3342817" y="616800"/>
                  </a:lnTo>
                  <a:lnTo>
                    <a:pt x="3343275" y="615683"/>
                  </a:lnTo>
                  <a:lnTo>
                    <a:pt x="3343275" y="613054"/>
                  </a:lnTo>
                  <a:close/>
                </a:path>
                <a:path w="3343275" h="1838325">
                  <a:moveTo>
                    <a:pt x="3343275" y="3454"/>
                  </a:moveTo>
                  <a:lnTo>
                    <a:pt x="3342817" y="2336"/>
                  </a:lnTo>
                  <a:lnTo>
                    <a:pt x="3340951" y="469"/>
                  </a:lnTo>
                  <a:lnTo>
                    <a:pt x="3339833" y="0"/>
                  </a:lnTo>
                  <a:lnTo>
                    <a:pt x="3337204" y="0"/>
                  </a:lnTo>
                  <a:lnTo>
                    <a:pt x="3336074" y="469"/>
                  </a:lnTo>
                  <a:lnTo>
                    <a:pt x="3334220" y="2336"/>
                  </a:lnTo>
                  <a:lnTo>
                    <a:pt x="3333750" y="3454"/>
                  </a:lnTo>
                  <a:lnTo>
                    <a:pt x="3333750" y="6083"/>
                  </a:lnTo>
                  <a:lnTo>
                    <a:pt x="3334220" y="7200"/>
                  </a:lnTo>
                  <a:lnTo>
                    <a:pt x="3336074" y="9067"/>
                  </a:lnTo>
                  <a:lnTo>
                    <a:pt x="3337204" y="9525"/>
                  </a:lnTo>
                  <a:lnTo>
                    <a:pt x="3339833" y="9525"/>
                  </a:lnTo>
                  <a:lnTo>
                    <a:pt x="3340951" y="9067"/>
                  </a:lnTo>
                  <a:lnTo>
                    <a:pt x="3342817" y="7200"/>
                  </a:lnTo>
                  <a:lnTo>
                    <a:pt x="3343275" y="6083"/>
                  </a:lnTo>
                  <a:lnTo>
                    <a:pt x="3343275" y="3454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1924855" y="6483349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2013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050891" y="6483349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2014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279407" y="6057998"/>
            <a:ext cx="248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217792" y="5448399"/>
            <a:ext cx="310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10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217792" y="4838799"/>
            <a:ext cx="310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016875" y="3879345"/>
            <a:ext cx="1818639" cy="51244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Vendas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252423"/>
                </a:solidFill>
                <a:latin typeface="Trebuchet MS"/>
                <a:cs typeface="Trebuchet MS"/>
              </a:rPr>
              <a:t>País</a:t>
            </a:r>
            <a:endParaRPr sz="1400">
              <a:latin typeface="Trebuchet MS"/>
              <a:cs typeface="Trebuchet MS"/>
            </a:endParaRPr>
          </a:p>
          <a:p>
            <a:pPr marL="213360">
              <a:lnSpc>
                <a:spcPct val="100000"/>
              </a:lnSpc>
              <a:spcBef>
                <a:spcPts val="425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30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146753" y="6664325"/>
            <a:ext cx="280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52423"/>
                </a:solidFill>
                <a:latin typeface="Trebuchet MS"/>
                <a:cs typeface="Trebuchet MS"/>
              </a:rPr>
              <a:t>País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021945" y="4713411"/>
            <a:ext cx="177800" cy="10318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4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 de </a:t>
            </a:r>
            <a:r>
              <a:rPr sz="1200" spc="-45" dirty="0">
                <a:solidFill>
                  <a:srgbClr val="252423"/>
                </a:solidFill>
                <a:latin typeface="Trebuchet MS"/>
                <a:cs typeface="Trebuchet MS"/>
              </a:rPr>
              <a:t>Vendas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859432" y="6229984"/>
            <a:ext cx="46100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8895">
              <a:lnSpc>
                <a:spcPct val="1111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United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States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of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America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9487020" y="6245224"/>
            <a:ext cx="403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Canada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108802" y="6245224"/>
            <a:ext cx="356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France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0645754" y="6245224"/>
            <a:ext cx="4800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Germany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1290605" y="6245224"/>
            <a:ext cx="3879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Mexico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8850084" y="4617808"/>
            <a:ext cx="2857500" cy="1525905"/>
          </a:xfrm>
          <a:custGeom>
            <a:avLst/>
            <a:gdLst/>
            <a:ahLst/>
            <a:cxnLst/>
            <a:rect l="l" t="t" r="r" b="b"/>
            <a:pathLst>
              <a:path w="2857500" h="1525904">
                <a:moveTo>
                  <a:pt x="462445" y="0"/>
                </a:moveTo>
                <a:lnTo>
                  <a:pt x="0" y="0"/>
                </a:lnTo>
                <a:lnTo>
                  <a:pt x="0" y="1525816"/>
                </a:lnTo>
                <a:lnTo>
                  <a:pt x="462445" y="1525816"/>
                </a:lnTo>
                <a:lnTo>
                  <a:pt x="462445" y="0"/>
                </a:lnTo>
                <a:close/>
              </a:path>
              <a:path w="2857500" h="1525904">
                <a:moveTo>
                  <a:pt x="1061161" y="8674"/>
                </a:moveTo>
                <a:lnTo>
                  <a:pt x="598703" y="8674"/>
                </a:lnTo>
                <a:lnTo>
                  <a:pt x="598703" y="1525816"/>
                </a:lnTo>
                <a:lnTo>
                  <a:pt x="1061161" y="1525816"/>
                </a:lnTo>
                <a:lnTo>
                  <a:pt x="1061161" y="8674"/>
                </a:lnTo>
                <a:close/>
              </a:path>
              <a:path w="2857500" h="1525904">
                <a:moveTo>
                  <a:pt x="1659877" y="41186"/>
                </a:moveTo>
                <a:lnTo>
                  <a:pt x="1197419" y="41186"/>
                </a:lnTo>
                <a:lnTo>
                  <a:pt x="1197419" y="1525816"/>
                </a:lnTo>
                <a:lnTo>
                  <a:pt x="1659877" y="1525816"/>
                </a:lnTo>
                <a:lnTo>
                  <a:pt x="1659877" y="41186"/>
                </a:lnTo>
                <a:close/>
              </a:path>
              <a:path w="2857500" h="1525904">
                <a:moveTo>
                  <a:pt x="2258593" y="92938"/>
                </a:moveTo>
                <a:lnTo>
                  <a:pt x="1796135" y="92938"/>
                </a:lnTo>
                <a:lnTo>
                  <a:pt x="1796135" y="1525816"/>
                </a:lnTo>
                <a:lnTo>
                  <a:pt x="2258593" y="1525816"/>
                </a:lnTo>
                <a:lnTo>
                  <a:pt x="2258593" y="92938"/>
                </a:lnTo>
                <a:close/>
              </a:path>
              <a:path w="2857500" h="1525904">
                <a:moveTo>
                  <a:pt x="2857309" y="248754"/>
                </a:moveTo>
                <a:lnTo>
                  <a:pt x="2394851" y="248754"/>
                </a:lnTo>
                <a:lnTo>
                  <a:pt x="2394851" y="1525816"/>
                </a:lnTo>
                <a:lnTo>
                  <a:pt x="2857309" y="1525816"/>
                </a:lnTo>
                <a:lnTo>
                  <a:pt x="2857309" y="248754"/>
                </a:lnTo>
                <a:close/>
              </a:path>
            </a:pathLst>
          </a:custGeom>
          <a:solidFill>
            <a:srgbClr val="6A007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548640"/>
            <a:ext cx="12192000" cy="3810"/>
          </a:xfrm>
          <a:custGeom>
            <a:avLst/>
            <a:gdLst/>
            <a:ahLst/>
            <a:cxnLst/>
            <a:rect l="l" t="t" r="r" b="b"/>
            <a:pathLst>
              <a:path w="12192000" h="3809">
                <a:moveTo>
                  <a:pt x="0" y="3809"/>
                </a:moveTo>
                <a:lnTo>
                  <a:pt x="12191999" y="3809"/>
                </a:lnTo>
                <a:lnTo>
                  <a:pt x="12191999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000000">
              <a:alpha val="109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28600" y="552449"/>
            <a:ext cx="12192000" cy="1273810"/>
            <a:chOff x="228600" y="552449"/>
            <a:chExt cx="12192000" cy="1273810"/>
          </a:xfrm>
        </p:grpSpPr>
        <p:sp>
          <p:nvSpPr>
            <p:cNvPr id="4" name="object 4"/>
            <p:cNvSpPr/>
            <p:nvPr/>
          </p:nvSpPr>
          <p:spPr>
            <a:xfrm>
              <a:off x="228600" y="1762124"/>
              <a:ext cx="12192000" cy="8255"/>
            </a:xfrm>
            <a:custGeom>
              <a:avLst/>
              <a:gdLst/>
              <a:ahLst/>
              <a:cxnLst/>
              <a:rect l="l" t="t" r="r" b="b"/>
              <a:pathLst>
                <a:path w="12192000" h="8255">
                  <a:moveTo>
                    <a:pt x="0" y="8255"/>
                  </a:moveTo>
                  <a:lnTo>
                    <a:pt x="12191999" y="8255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8255"/>
                  </a:lnTo>
                  <a:close/>
                </a:path>
              </a:pathLst>
            </a:custGeom>
            <a:solidFill>
              <a:srgbClr val="00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00" y="1762124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5">
                  <a:moveTo>
                    <a:pt x="0" y="64135"/>
                  </a:moveTo>
                  <a:lnTo>
                    <a:pt x="12191999" y="64135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4135"/>
                  </a:lnTo>
                  <a:close/>
                </a:path>
              </a:pathLst>
            </a:custGeom>
            <a:solidFill>
              <a:srgbClr val="000000">
                <a:alpha val="129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00" y="552449"/>
              <a:ext cx="12192000" cy="1209675"/>
            </a:xfrm>
            <a:custGeom>
              <a:avLst/>
              <a:gdLst/>
              <a:ahLst/>
              <a:cxnLst/>
              <a:rect l="l" t="t" r="r" b="b"/>
              <a:pathLst>
                <a:path w="12192000" h="1209675">
                  <a:moveTo>
                    <a:pt x="12191999" y="1209674"/>
                  </a:moveTo>
                  <a:lnTo>
                    <a:pt x="0" y="120967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209674"/>
                  </a:lnTo>
                  <a:close/>
                </a:path>
              </a:pathLst>
            </a:custGeom>
            <a:solidFill>
              <a:srgbClr val="F2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8600" y="228600"/>
            <a:ext cx="12192000" cy="6858000"/>
            <a:chOff x="228600" y="228600"/>
            <a:chExt cx="12192000" cy="6858000"/>
          </a:xfrm>
        </p:grpSpPr>
        <p:sp>
          <p:nvSpPr>
            <p:cNvPr id="9" name="object 9"/>
            <p:cNvSpPr/>
            <p:nvPr/>
          </p:nvSpPr>
          <p:spPr>
            <a:xfrm>
              <a:off x="228600" y="22860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685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3367" y="2444538"/>
              <a:ext cx="1757045" cy="1940560"/>
            </a:xfrm>
            <a:custGeom>
              <a:avLst/>
              <a:gdLst/>
              <a:ahLst/>
              <a:cxnLst/>
              <a:rect l="l" t="t" r="r" b="b"/>
              <a:pathLst>
                <a:path w="1757045" h="1940560">
                  <a:moveTo>
                    <a:pt x="798686" y="1940270"/>
                  </a:moveTo>
                  <a:lnTo>
                    <a:pt x="752231" y="1939742"/>
                  </a:lnTo>
                  <a:lnTo>
                    <a:pt x="705850" y="1936990"/>
                  </a:lnTo>
                  <a:lnTo>
                    <a:pt x="659655" y="1932021"/>
                  </a:lnTo>
                  <a:lnTo>
                    <a:pt x="613754" y="1924846"/>
                  </a:lnTo>
                  <a:lnTo>
                    <a:pt x="568249" y="1915483"/>
                  </a:lnTo>
                  <a:lnTo>
                    <a:pt x="523241" y="1903951"/>
                  </a:lnTo>
                  <a:lnTo>
                    <a:pt x="478837" y="1890277"/>
                  </a:lnTo>
                  <a:lnTo>
                    <a:pt x="435141" y="1874494"/>
                  </a:lnTo>
                  <a:lnTo>
                    <a:pt x="392252" y="1856638"/>
                  </a:lnTo>
                  <a:lnTo>
                    <a:pt x="350263" y="1836747"/>
                  </a:lnTo>
                  <a:lnTo>
                    <a:pt x="309274" y="1814868"/>
                  </a:lnTo>
                  <a:lnTo>
                    <a:pt x="269384" y="1791054"/>
                  </a:lnTo>
                  <a:lnTo>
                    <a:pt x="230679" y="1765358"/>
                  </a:lnTo>
                  <a:lnTo>
                    <a:pt x="193245" y="1737836"/>
                  </a:lnTo>
                  <a:lnTo>
                    <a:pt x="157172" y="1708554"/>
                  </a:lnTo>
                  <a:lnTo>
                    <a:pt x="122546" y="1677580"/>
                  </a:lnTo>
                  <a:lnTo>
                    <a:pt x="89441" y="1644985"/>
                  </a:lnTo>
                  <a:lnTo>
                    <a:pt x="57933" y="1610839"/>
                  </a:lnTo>
                  <a:lnTo>
                    <a:pt x="28095" y="1575224"/>
                  </a:lnTo>
                  <a:lnTo>
                    <a:pt x="0" y="1538224"/>
                  </a:lnTo>
                  <a:lnTo>
                    <a:pt x="786482" y="970173"/>
                  </a:lnTo>
                  <a:lnTo>
                    <a:pt x="786482" y="0"/>
                  </a:lnTo>
                  <a:lnTo>
                    <a:pt x="832927" y="1112"/>
                  </a:lnTo>
                  <a:lnTo>
                    <a:pt x="879269" y="4447"/>
                  </a:lnTo>
                  <a:lnTo>
                    <a:pt x="925398" y="9996"/>
                  </a:lnTo>
                  <a:lnTo>
                    <a:pt x="971205" y="17748"/>
                  </a:lnTo>
                  <a:lnTo>
                    <a:pt x="1016589" y="27683"/>
                  </a:lnTo>
                  <a:lnTo>
                    <a:pt x="1061448" y="39780"/>
                  </a:lnTo>
                  <a:lnTo>
                    <a:pt x="1105677" y="54012"/>
                  </a:lnTo>
                  <a:lnTo>
                    <a:pt x="1149170" y="70343"/>
                  </a:lnTo>
                  <a:lnTo>
                    <a:pt x="1191832" y="88738"/>
                  </a:lnTo>
                  <a:lnTo>
                    <a:pt x="1233567" y="109155"/>
                  </a:lnTo>
                  <a:lnTo>
                    <a:pt x="1274277" y="131548"/>
                  </a:lnTo>
                  <a:lnTo>
                    <a:pt x="1313865" y="155861"/>
                  </a:lnTo>
                  <a:lnTo>
                    <a:pt x="1352244" y="182042"/>
                  </a:lnTo>
                  <a:lnTo>
                    <a:pt x="1389328" y="210033"/>
                  </a:lnTo>
                  <a:lnTo>
                    <a:pt x="1425030" y="239767"/>
                  </a:lnTo>
                  <a:lnTo>
                    <a:pt x="1459264" y="271173"/>
                  </a:lnTo>
                  <a:lnTo>
                    <a:pt x="1491956" y="304183"/>
                  </a:lnTo>
                  <a:lnTo>
                    <a:pt x="1523033" y="338722"/>
                  </a:lnTo>
                  <a:lnTo>
                    <a:pt x="1552420" y="374710"/>
                  </a:lnTo>
                  <a:lnTo>
                    <a:pt x="1580048" y="412061"/>
                  </a:lnTo>
                  <a:lnTo>
                    <a:pt x="1605856" y="450691"/>
                  </a:lnTo>
                  <a:lnTo>
                    <a:pt x="1629788" y="490515"/>
                  </a:lnTo>
                  <a:lnTo>
                    <a:pt x="1651785" y="531440"/>
                  </a:lnTo>
                  <a:lnTo>
                    <a:pt x="1671796" y="573368"/>
                  </a:lnTo>
                  <a:lnTo>
                    <a:pt x="1689778" y="616205"/>
                  </a:lnTo>
                  <a:lnTo>
                    <a:pt x="1705689" y="659858"/>
                  </a:lnTo>
                  <a:lnTo>
                    <a:pt x="1719491" y="704222"/>
                  </a:lnTo>
                  <a:lnTo>
                    <a:pt x="1731153" y="749193"/>
                  </a:lnTo>
                  <a:lnTo>
                    <a:pt x="1740649" y="794670"/>
                  </a:lnTo>
                  <a:lnTo>
                    <a:pt x="1747958" y="840554"/>
                  </a:lnTo>
                  <a:lnTo>
                    <a:pt x="1753061" y="886735"/>
                  </a:lnTo>
                  <a:lnTo>
                    <a:pt x="1755947" y="933103"/>
                  </a:lnTo>
                  <a:lnTo>
                    <a:pt x="1756636" y="964071"/>
                  </a:lnTo>
                  <a:lnTo>
                    <a:pt x="1756610" y="979557"/>
                  </a:lnTo>
                  <a:lnTo>
                    <a:pt x="1755048" y="1025993"/>
                  </a:lnTo>
                  <a:lnTo>
                    <a:pt x="1751265" y="1072300"/>
                  </a:lnTo>
                  <a:lnTo>
                    <a:pt x="1745270" y="1118370"/>
                  </a:lnTo>
                  <a:lnTo>
                    <a:pt x="1737076" y="1164100"/>
                  </a:lnTo>
                  <a:lnTo>
                    <a:pt x="1726701" y="1209389"/>
                  </a:lnTo>
                  <a:lnTo>
                    <a:pt x="1714170" y="1254129"/>
                  </a:lnTo>
                  <a:lnTo>
                    <a:pt x="1699513" y="1298215"/>
                  </a:lnTo>
                  <a:lnTo>
                    <a:pt x="1682762" y="1341548"/>
                  </a:lnTo>
                  <a:lnTo>
                    <a:pt x="1663953" y="1384033"/>
                  </a:lnTo>
                  <a:lnTo>
                    <a:pt x="1643133" y="1425569"/>
                  </a:lnTo>
                  <a:lnTo>
                    <a:pt x="1620350" y="1466057"/>
                  </a:lnTo>
                  <a:lnTo>
                    <a:pt x="1595654" y="1505408"/>
                  </a:lnTo>
                  <a:lnTo>
                    <a:pt x="1569101" y="1543535"/>
                  </a:lnTo>
                  <a:lnTo>
                    <a:pt x="1540753" y="1580347"/>
                  </a:lnTo>
                  <a:lnTo>
                    <a:pt x="1510677" y="1615756"/>
                  </a:lnTo>
                  <a:lnTo>
                    <a:pt x="1478941" y="1649685"/>
                  </a:lnTo>
                  <a:lnTo>
                    <a:pt x="1445614" y="1682058"/>
                  </a:lnTo>
                  <a:lnTo>
                    <a:pt x="1410776" y="1712799"/>
                  </a:lnTo>
                  <a:lnTo>
                    <a:pt x="1374508" y="1741834"/>
                  </a:lnTo>
                  <a:lnTo>
                    <a:pt x="1336893" y="1769100"/>
                  </a:lnTo>
                  <a:lnTo>
                    <a:pt x="1298011" y="1794536"/>
                  </a:lnTo>
                  <a:lnTo>
                    <a:pt x="1257957" y="1818081"/>
                  </a:lnTo>
                  <a:lnTo>
                    <a:pt x="1216825" y="1839679"/>
                  </a:lnTo>
                  <a:lnTo>
                    <a:pt x="1174706" y="1859284"/>
                  </a:lnTo>
                  <a:lnTo>
                    <a:pt x="1131693" y="1876852"/>
                  </a:lnTo>
                  <a:lnTo>
                    <a:pt x="1087888" y="1892339"/>
                  </a:lnTo>
                  <a:lnTo>
                    <a:pt x="1043396" y="1905711"/>
                  </a:lnTo>
                  <a:lnTo>
                    <a:pt x="998314" y="1916938"/>
                  </a:lnTo>
                  <a:lnTo>
                    <a:pt x="952743" y="1925994"/>
                  </a:lnTo>
                  <a:lnTo>
                    <a:pt x="906791" y="1932858"/>
                  </a:lnTo>
                  <a:lnTo>
                    <a:pt x="860567" y="1937513"/>
                  </a:lnTo>
                  <a:lnTo>
                    <a:pt x="814173" y="1939951"/>
                  </a:lnTo>
                  <a:lnTo>
                    <a:pt x="798686" y="194027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39677" y="2678623"/>
              <a:ext cx="970280" cy="1304290"/>
            </a:xfrm>
            <a:custGeom>
              <a:avLst/>
              <a:gdLst/>
              <a:ahLst/>
              <a:cxnLst/>
              <a:rect l="l" t="t" r="r" b="b"/>
              <a:pathLst>
                <a:path w="970280" h="1304289">
                  <a:moveTo>
                    <a:pt x="183690" y="1304139"/>
                  </a:moveTo>
                  <a:lnTo>
                    <a:pt x="158153" y="1266996"/>
                  </a:lnTo>
                  <a:lnTo>
                    <a:pt x="134371" y="1228707"/>
                  </a:lnTo>
                  <a:lnTo>
                    <a:pt x="112391" y="1189354"/>
                  </a:lnTo>
                  <a:lnTo>
                    <a:pt x="92264" y="1149023"/>
                  </a:lnTo>
                  <a:lnTo>
                    <a:pt x="74032" y="1107801"/>
                  </a:lnTo>
                  <a:lnTo>
                    <a:pt x="57734" y="1065776"/>
                  </a:lnTo>
                  <a:lnTo>
                    <a:pt x="43405" y="1023039"/>
                  </a:lnTo>
                  <a:lnTo>
                    <a:pt x="31078" y="979684"/>
                  </a:lnTo>
                  <a:lnTo>
                    <a:pt x="20776" y="935802"/>
                  </a:lnTo>
                  <a:lnTo>
                    <a:pt x="12525" y="891489"/>
                  </a:lnTo>
                  <a:lnTo>
                    <a:pt x="6340" y="846841"/>
                  </a:lnTo>
                  <a:lnTo>
                    <a:pt x="2237" y="801954"/>
                  </a:lnTo>
                  <a:lnTo>
                    <a:pt x="222" y="756925"/>
                  </a:lnTo>
                  <a:lnTo>
                    <a:pt x="0" y="734393"/>
                  </a:lnTo>
                  <a:lnTo>
                    <a:pt x="301" y="711850"/>
                  </a:lnTo>
                  <a:lnTo>
                    <a:pt x="2473" y="666828"/>
                  </a:lnTo>
                  <a:lnTo>
                    <a:pt x="6735" y="621956"/>
                  </a:lnTo>
                  <a:lnTo>
                    <a:pt x="13076" y="577329"/>
                  </a:lnTo>
                  <a:lnTo>
                    <a:pt x="21483" y="533046"/>
                  </a:lnTo>
                  <a:lnTo>
                    <a:pt x="31937" y="489201"/>
                  </a:lnTo>
                  <a:lnTo>
                    <a:pt x="44418" y="445888"/>
                  </a:lnTo>
                  <a:lnTo>
                    <a:pt x="58895" y="403202"/>
                  </a:lnTo>
                  <a:lnTo>
                    <a:pt x="75341" y="361235"/>
                  </a:lnTo>
                  <a:lnTo>
                    <a:pt x="93718" y="320077"/>
                  </a:lnTo>
                  <a:lnTo>
                    <a:pt x="113987" y="279817"/>
                  </a:lnTo>
                  <a:lnTo>
                    <a:pt x="136103" y="240541"/>
                  </a:lnTo>
                  <a:lnTo>
                    <a:pt x="160021" y="202336"/>
                  </a:lnTo>
                  <a:lnTo>
                    <a:pt x="185686" y="165282"/>
                  </a:lnTo>
                  <a:lnTo>
                    <a:pt x="213046" y="129461"/>
                  </a:lnTo>
                  <a:lnTo>
                    <a:pt x="242039" y="94949"/>
                  </a:lnTo>
                  <a:lnTo>
                    <a:pt x="272605" y="61821"/>
                  </a:lnTo>
                  <a:lnTo>
                    <a:pt x="304675" y="30148"/>
                  </a:lnTo>
                  <a:lnTo>
                    <a:pt x="338183" y="0"/>
                  </a:lnTo>
                  <a:lnTo>
                    <a:pt x="970172" y="736088"/>
                  </a:lnTo>
                  <a:lnTo>
                    <a:pt x="183690" y="1304139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77861" y="2471633"/>
              <a:ext cx="632460" cy="943610"/>
            </a:xfrm>
            <a:custGeom>
              <a:avLst/>
              <a:gdLst/>
              <a:ahLst/>
              <a:cxnLst/>
              <a:rect l="l" t="t" r="r" b="b"/>
              <a:pathLst>
                <a:path w="632460" h="943610">
                  <a:moveTo>
                    <a:pt x="631988" y="943078"/>
                  </a:moveTo>
                  <a:lnTo>
                    <a:pt x="0" y="206989"/>
                  </a:lnTo>
                  <a:lnTo>
                    <a:pt x="35552" y="177886"/>
                  </a:lnTo>
                  <a:lnTo>
                    <a:pt x="72315" y="150585"/>
                  </a:lnTo>
                  <a:lnTo>
                    <a:pt x="110289" y="125087"/>
                  </a:lnTo>
                  <a:lnTo>
                    <a:pt x="149474" y="101392"/>
                  </a:lnTo>
                  <a:lnTo>
                    <a:pt x="189869" y="79500"/>
                  </a:lnTo>
                  <a:lnTo>
                    <a:pt x="231246" y="59528"/>
                  </a:lnTo>
                  <a:lnTo>
                    <a:pt x="273379" y="41591"/>
                  </a:lnTo>
                  <a:lnTo>
                    <a:pt x="316267" y="25691"/>
                  </a:lnTo>
                  <a:lnTo>
                    <a:pt x="359909" y="11827"/>
                  </a:lnTo>
                  <a:lnTo>
                    <a:pt x="404306" y="0"/>
                  </a:lnTo>
                  <a:lnTo>
                    <a:pt x="631988" y="943078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82167" y="2444538"/>
              <a:ext cx="227965" cy="970280"/>
            </a:xfrm>
            <a:custGeom>
              <a:avLst/>
              <a:gdLst/>
              <a:ahLst/>
              <a:cxnLst/>
              <a:rect l="l" t="t" r="r" b="b"/>
              <a:pathLst>
                <a:path w="227964" h="970279">
                  <a:moveTo>
                    <a:pt x="227682" y="970173"/>
                  </a:moveTo>
                  <a:lnTo>
                    <a:pt x="0" y="27094"/>
                  </a:lnTo>
                  <a:lnTo>
                    <a:pt x="45020" y="17340"/>
                  </a:lnTo>
                  <a:lnTo>
                    <a:pt x="90298" y="9754"/>
                  </a:lnTo>
                  <a:lnTo>
                    <a:pt x="135835" y="4335"/>
                  </a:lnTo>
                  <a:lnTo>
                    <a:pt x="181629" y="1083"/>
                  </a:lnTo>
                  <a:lnTo>
                    <a:pt x="227682" y="0"/>
                  </a:lnTo>
                  <a:lnTo>
                    <a:pt x="227682" y="970173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2341" y="2325180"/>
              <a:ext cx="1275715" cy="2178050"/>
            </a:xfrm>
            <a:custGeom>
              <a:avLst/>
              <a:gdLst/>
              <a:ahLst/>
              <a:cxnLst/>
              <a:rect l="l" t="t" r="r" b="b"/>
              <a:pathLst>
                <a:path w="1275714" h="2178050">
                  <a:moveTo>
                    <a:pt x="1153445" y="2081055"/>
                  </a:moveTo>
                  <a:lnTo>
                    <a:pt x="1160854" y="2177789"/>
                  </a:lnTo>
                  <a:lnTo>
                    <a:pt x="1275154" y="2177789"/>
                  </a:lnTo>
                </a:path>
                <a:path w="1275714" h="2178050">
                  <a:moveTo>
                    <a:pt x="199918" y="621853"/>
                  </a:moveTo>
                  <a:lnTo>
                    <a:pt x="114299" y="576226"/>
                  </a:lnTo>
                  <a:lnTo>
                    <a:pt x="0" y="576226"/>
                  </a:lnTo>
                </a:path>
                <a:path w="1275714" h="2178050">
                  <a:moveTo>
                    <a:pt x="624335" y="204364"/>
                  </a:moveTo>
                  <a:lnTo>
                    <a:pt x="580123" y="118006"/>
                  </a:lnTo>
                  <a:lnTo>
                    <a:pt x="465823" y="118006"/>
                  </a:lnTo>
                </a:path>
                <a:path w="1275714" h="2178050">
                  <a:moveTo>
                    <a:pt x="1018649" y="96847"/>
                  </a:moveTo>
                  <a:lnTo>
                    <a:pt x="1012907" y="0"/>
                  </a:lnTo>
                  <a:lnTo>
                    <a:pt x="898607" y="0"/>
                  </a:lnTo>
                </a:path>
              </a:pathLst>
            </a:custGeom>
            <a:ln w="952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32895" y="4423595"/>
            <a:ext cx="9239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11,39</a:t>
            </a:r>
            <a:r>
              <a:rPr sz="9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(65,04%)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47707" y="2730592"/>
            <a:ext cx="459740" cy="3302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22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4,14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(23,66%)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4849" y="1819338"/>
            <a:ext cx="2182495" cy="70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Lucro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52423"/>
                </a:solidFill>
                <a:latin typeface="Trebuchet MS"/>
                <a:cs typeface="Trebuchet MS"/>
              </a:rPr>
              <a:t>Segmento</a:t>
            </a:r>
            <a:endParaRPr sz="1400">
              <a:latin typeface="Trebuchet MS"/>
              <a:cs typeface="Trebuchet MS"/>
            </a:endParaRPr>
          </a:p>
          <a:p>
            <a:pPr marL="1316355">
              <a:lnSpc>
                <a:spcPct val="100000"/>
              </a:lnSpc>
              <a:spcBef>
                <a:spcPts val="1075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0,66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  <a:p>
            <a:pPr marR="6350" algn="ctr">
              <a:lnSpc>
                <a:spcPct val="100000"/>
              </a:lnSpc>
              <a:spcBef>
                <a:spcPts val="45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1,32</a:t>
            </a:r>
            <a:r>
              <a:rPr sz="9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Mi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(7,52%)</a:t>
            </a:r>
            <a:r>
              <a:rPr sz="900" spc="204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15" baseline="21604" dirty="0">
                <a:solidFill>
                  <a:srgbClr val="605D5C"/>
                </a:solidFill>
                <a:latin typeface="Segoe UI"/>
                <a:cs typeface="Segoe UI"/>
              </a:rPr>
              <a:t>(3,77%)</a:t>
            </a:r>
            <a:endParaRPr sz="1350" baseline="21604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86909" y="2973450"/>
            <a:ext cx="95250" cy="1057275"/>
            <a:chOff x="4486909" y="2973450"/>
            <a:chExt cx="95250" cy="1057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6909" y="2973450"/>
              <a:ext cx="95249" cy="9524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6909" y="3211576"/>
              <a:ext cx="95249" cy="952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6909" y="3449701"/>
              <a:ext cx="95249" cy="952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6909" y="3697351"/>
              <a:ext cx="95249" cy="952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6909" y="3935475"/>
              <a:ext cx="95249" cy="9524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464050" y="2679693"/>
            <a:ext cx="1333500" cy="138747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Segmento</a:t>
            </a:r>
            <a:endParaRPr sz="1000">
              <a:latin typeface="Segoe UI"/>
              <a:cs typeface="Segoe UI"/>
            </a:endParaRPr>
          </a:p>
          <a:p>
            <a:pPr marL="137160">
              <a:lnSpc>
                <a:spcPct val="100000"/>
              </a:lnSpc>
              <a:spcBef>
                <a:spcPts val="37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GOVERNMENT</a:t>
            </a:r>
            <a:endParaRPr sz="1000">
              <a:latin typeface="Segoe UI"/>
              <a:cs typeface="Segoe UI"/>
            </a:endParaRPr>
          </a:p>
          <a:p>
            <a:pPr marL="137160" marR="5080">
              <a:lnSpc>
                <a:spcPct val="156300"/>
              </a:lnSpc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SMALL</a:t>
            </a:r>
            <a:r>
              <a:rPr sz="1000" spc="-4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BUSINESS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CHANNEL</a:t>
            </a:r>
            <a:r>
              <a:rPr sz="1000" spc="-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PARTNERS</a:t>
            </a:r>
            <a:endParaRPr sz="1000">
              <a:latin typeface="Segoe UI"/>
              <a:cs typeface="Segoe UI"/>
            </a:endParaRPr>
          </a:p>
          <a:p>
            <a:pPr marL="137160" marR="474980">
              <a:lnSpc>
                <a:spcPct val="156300"/>
              </a:lnSpc>
              <a:spcBef>
                <a:spcPts val="70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MIDMARKET ENTERPRISE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600" y="228600"/>
            <a:ext cx="12192000" cy="3200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7000" rIns="0" bIns="0" rtlCol="0">
            <a:spAutoFit/>
          </a:bodyPr>
          <a:lstStyle/>
          <a:p>
            <a:pPr marL="5942965">
              <a:lnSpc>
                <a:spcPts val="1520"/>
              </a:lnSpc>
              <a:spcBef>
                <a:spcPts val="1000"/>
              </a:spcBef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Vendas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Unidades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vendidas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252423"/>
                </a:solidFill>
                <a:latin typeface="Trebuchet MS"/>
                <a:cs typeface="Trebuchet MS"/>
              </a:rPr>
              <a:t>País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72200" y="609600"/>
            <a:ext cx="6200775" cy="3000375"/>
            <a:chOff x="6172200" y="609600"/>
            <a:chExt cx="6200775" cy="300037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72200" y="609600"/>
              <a:ext cx="6200774" cy="300037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517536" y="2051527"/>
              <a:ext cx="640715" cy="640715"/>
            </a:xfrm>
            <a:custGeom>
              <a:avLst/>
              <a:gdLst/>
              <a:ahLst/>
              <a:cxnLst/>
              <a:rect l="l" t="t" r="r" b="b"/>
              <a:pathLst>
                <a:path w="640715" h="640714">
                  <a:moveTo>
                    <a:pt x="320352" y="640705"/>
                  </a:moveTo>
                  <a:lnTo>
                    <a:pt x="281135" y="638295"/>
                  </a:lnTo>
                  <a:lnTo>
                    <a:pt x="242513" y="631104"/>
                  </a:lnTo>
                  <a:lnTo>
                    <a:pt x="205061" y="619239"/>
                  </a:lnTo>
                  <a:lnTo>
                    <a:pt x="169339" y="602877"/>
                  </a:lnTo>
                  <a:lnTo>
                    <a:pt x="135888" y="582266"/>
                  </a:lnTo>
                  <a:lnTo>
                    <a:pt x="105216" y="557718"/>
                  </a:lnTo>
                  <a:lnTo>
                    <a:pt x="77780" y="529599"/>
                  </a:lnTo>
                  <a:lnTo>
                    <a:pt x="53989" y="498330"/>
                  </a:lnTo>
                  <a:lnTo>
                    <a:pt x="34204" y="464384"/>
                  </a:lnTo>
                  <a:lnTo>
                    <a:pt x="18726" y="428275"/>
                  </a:lnTo>
                  <a:lnTo>
                    <a:pt x="7784" y="390544"/>
                  </a:lnTo>
                  <a:lnTo>
                    <a:pt x="1542" y="351752"/>
                  </a:lnTo>
                  <a:lnTo>
                    <a:pt x="0" y="320352"/>
                  </a:lnTo>
                  <a:lnTo>
                    <a:pt x="96" y="312488"/>
                  </a:lnTo>
                  <a:lnTo>
                    <a:pt x="3467" y="273347"/>
                  </a:lnTo>
                  <a:lnTo>
                    <a:pt x="11603" y="234912"/>
                  </a:lnTo>
                  <a:lnTo>
                    <a:pt x="24385" y="197758"/>
                  </a:lnTo>
                  <a:lnTo>
                    <a:pt x="41618" y="162449"/>
                  </a:lnTo>
                  <a:lnTo>
                    <a:pt x="63042" y="129518"/>
                  </a:lnTo>
                  <a:lnTo>
                    <a:pt x="88336" y="99458"/>
                  </a:lnTo>
                  <a:lnTo>
                    <a:pt x="117123" y="72716"/>
                  </a:lnTo>
                  <a:lnTo>
                    <a:pt x="148966" y="49700"/>
                  </a:lnTo>
                  <a:lnTo>
                    <a:pt x="183384" y="30757"/>
                  </a:lnTo>
                  <a:lnTo>
                    <a:pt x="219861" y="16169"/>
                  </a:lnTo>
                  <a:lnTo>
                    <a:pt x="257854" y="6155"/>
                  </a:lnTo>
                  <a:lnTo>
                    <a:pt x="296788" y="867"/>
                  </a:lnTo>
                  <a:lnTo>
                    <a:pt x="320352" y="0"/>
                  </a:lnTo>
                  <a:lnTo>
                    <a:pt x="328216" y="96"/>
                  </a:lnTo>
                  <a:lnTo>
                    <a:pt x="367357" y="3467"/>
                  </a:lnTo>
                  <a:lnTo>
                    <a:pt x="405792" y="11603"/>
                  </a:lnTo>
                  <a:lnTo>
                    <a:pt x="442945" y="24385"/>
                  </a:lnTo>
                  <a:lnTo>
                    <a:pt x="478255" y="41619"/>
                  </a:lnTo>
                  <a:lnTo>
                    <a:pt x="511186" y="63042"/>
                  </a:lnTo>
                  <a:lnTo>
                    <a:pt x="541246" y="88336"/>
                  </a:lnTo>
                  <a:lnTo>
                    <a:pt x="567988" y="117122"/>
                  </a:lnTo>
                  <a:lnTo>
                    <a:pt x="591004" y="148966"/>
                  </a:lnTo>
                  <a:lnTo>
                    <a:pt x="609947" y="183383"/>
                  </a:lnTo>
                  <a:lnTo>
                    <a:pt x="624535" y="219861"/>
                  </a:lnTo>
                  <a:lnTo>
                    <a:pt x="634549" y="257854"/>
                  </a:lnTo>
                  <a:lnTo>
                    <a:pt x="639837" y="296788"/>
                  </a:lnTo>
                  <a:lnTo>
                    <a:pt x="640705" y="320352"/>
                  </a:lnTo>
                  <a:lnTo>
                    <a:pt x="640608" y="328216"/>
                  </a:lnTo>
                  <a:lnTo>
                    <a:pt x="637237" y="367357"/>
                  </a:lnTo>
                  <a:lnTo>
                    <a:pt x="629101" y="405792"/>
                  </a:lnTo>
                  <a:lnTo>
                    <a:pt x="616319" y="442945"/>
                  </a:lnTo>
                  <a:lnTo>
                    <a:pt x="599086" y="478255"/>
                  </a:lnTo>
                  <a:lnTo>
                    <a:pt x="577662" y="511186"/>
                  </a:lnTo>
                  <a:lnTo>
                    <a:pt x="552368" y="541246"/>
                  </a:lnTo>
                  <a:lnTo>
                    <a:pt x="523581" y="567988"/>
                  </a:lnTo>
                  <a:lnTo>
                    <a:pt x="491738" y="591004"/>
                  </a:lnTo>
                  <a:lnTo>
                    <a:pt x="457320" y="609947"/>
                  </a:lnTo>
                  <a:lnTo>
                    <a:pt x="420843" y="624535"/>
                  </a:lnTo>
                  <a:lnTo>
                    <a:pt x="382850" y="634549"/>
                  </a:lnTo>
                  <a:lnTo>
                    <a:pt x="343916" y="639837"/>
                  </a:lnTo>
                  <a:lnTo>
                    <a:pt x="320352" y="640705"/>
                  </a:lnTo>
                  <a:close/>
                </a:path>
              </a:pathLst>
            </a:custGeom>
            <a:solidFill>
              <a:srgbClr val="EB895E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17536" y="2051527"/>
              <a:ext cx="640715" cy="640715"/>
            </a:xfrm>
            <a:custGeom>
              <a:avLst/>
              <a:gdLst/>
              <a:ahLst/>
              <a:cxnLst/>
              <a:rect l="l" t="t" r="r" b="b"/>
              <a:pathLst>
                <a:path w="640715" h="640714">
                  <a:moveTo>
                    <a:pt x="640705" y="320352"/>
                  </a:moveTo>
                  <a:lnTo>
                    <a:pt x="638295" y="359569"/>
                  </a:lnTo>
                  <a:lnTo>
                    <a:pt x="631104" y="398191"/>
                  </a:lnTo>
                  <a:lnTo>
                    <a:pt x="619240" y="435643"/>
                  </a:lnTo>
                  <a:lnTo>
                    <a:pt x="602878" y="471365"/>
                  </a:lnTo>
                  <a:lnTo>
                    <a:pt x="582266" y="504815"/>
                  </a:lnTo>
                  <a:lnTo>
                    <a:pt x="557718" y="535488"/>
                  </a:lnTo>
                  <a:lnTo>
                    <a:pt x="529599" y="562924"/>
                  </a:lnTo>
                  <a:lnTo>
                    <a:pt x="498330" y="586715"/>
                  </a:lnTo>
                  <a:lnTo>
                    <a:pt x="464384" y="606500"/>
                  </a:lnTo>
                  <a:lnTo>
                    <a:pt x="428275" y="621978"/>
                  </a:lnTo>
                  <a:lnTo>
                    <a:pt x="390544" y="632920"/>
                  </a:lnTo>
                  <a:lnTo>
                    <a:pt x="351752" y="639162"/>
                  </a:lnTo>
                  <a:lnTo>
                    <a:pt x="320352" y="640705"/>
                  </a:lnTo>
                  <a:lnTo>
                    <a:pt x="312488" y="640608"/>
                  </a:lnTo>
                  <a:lnTo>
                    <a:pt x="273346" y="637237"/>
                  </a:lnTo>
                  <a:lnTo>
                    <a:pt x="234912" y="629101"/>
                  </a:lnTo>
                  <a:lnTo>
                    <a:pt x="197758" y="616319"/>
                  </a:lnTo>
                  <a:lnTo>
                    <a:pt x="162449" y="599085"/>
                  </a:lnTo>
                  <a:lnTo>
                    <a:pt x="129518" y="577662"/>
                  </a:lnTo>
                  <a:lnTo>
                    <a:pt x="99458" y="552368"/>
                  </a:lnTo>
                  <a:lnTo>
                    <a:pt x="72716" y="523581"/>
                  </a:lnTo>
                  <a:lnTo>
                    <a:pt x="49700" y="491738"/>
                  </a:lnTo>
                  <a:lnTo>
                    <a:pt x="30757" y="457320"/>
                  </a:lnTo>
                  <a:lnTo>
                    <a:pt x="16169" y="420843"/>
                  </a:lnTo>
                  <a:lnTo>
                    <a:pt x="6155" y="382849"/>
                  </a:lnTo>
                  <a:lnTo>
                    <a:pt x="867" y="343916"/>
                  </a:lnTo>
                  <a:lnTo>
                    <a:pt x="0" y="320352"/>
                  </a:lnTo>
                  <a:lnTo>
                    <a:pt x="96" y="312488"/>
                  </a:lnTo>
                  <a:lnTo>
                    <a:pt x="3467" y="273347"/>
                  </a:lnTo>
                  <a:lnTo>
                    <a:pt x="11603" y="234912"/>
                  </a:lnTo>
                  <a:lnTo>
                    <a:pt x="24385" y="197758"/>
                  </a:lnTo>
                  <a:lnTo>
                    <a:pt x="41618" y="162449"/>
                  </a:lnTo>
                  <a:lnTo>
                    <a:pt x="63042" y="129518"/>
                  </a:lnTo>
                  <a:lnTo>
                    <a:pt x="88336" y="99458"/>
                  </a:lnTo>
                  <a:lnTo>
                    <a:pt x="117123" y="72716"/>
                  </a:lnTo>
                  <a:lnTo>
                    <a:pt x="148966" y="49700"/>
                  </a:lnTo>
                  <a:lnTo>
                    <a:pt x="183384" y="30757"/>
                  </a:lnTo>
                  <a:lnTo>
                    <a:pt x="219861" y="16169"/>
                  </a:lnTo>
                  <a:lnTo>
                    <a:pt x="257854" y="6155"/>
                  </a:lnTo>
                  <a:lnTo>
                    <a:pt x="296788" y="867"/>
                  </a:lnTo>
                  <a:lnTo>
                    <a:pt x="320352" y="0"/>
                  </a:lnTo>
                  <a:lnTo>
                    <a:pt x="328216" y="96"/>
                  </a:lnTo>
                  <a:lnTo>
                    <a:pt x="367357" y="3467"/>
                  </a:lnTo>
                  <a:lnTo>
                    <a:pt x="405792" y="11603"/>
                  </a:lnTo>
                  <a:lnTo>
                    <a:pt x="442945" y="24385"/>
                  </a:lnTo>
                  <a:lnTo>
                    <a:pt x="478255" y="41619"/>
                  </a:lnTo>
                  <a:lnTo>
                    <a:pt x="511186" y="63042"/>
                  </a:lnTo>
                  <a:lnTo>
                    <a:pt x="541246" y="88336"/>
                  </a:lnTo>
                  <a:lnTo>
                    <a:pt x="567988" y="117122"/>
                  </a:lnTo>
                  <a:lnTo>
                    <a:pt x="591004" y="148966"/>
                  </a:lnTo>
                  <a:lnTo>
                    <a:pt x="609947" y="183383"/>
                  </a:lnTo>
                  <a:lnTo>
                    <a:pt x="624535" y="219861"/>
                  </a:lnTo>
                  <a:lnTo>
                    <a:pt x="634549" y="257854"/>
                  </a:lnTo>
                  <a:lnTo>
                    <a:pt x="639837" y="296788"/>
                  </a:lnTo>
                  <a:lnTo>
                    <a:pt x="640705" y="320352"/>
                  </a:lnTo>
                  <a:close/>
                </a:path>
              </a:pathLst>
            </a:custGeom>
            <a:ln w="9524">
              <a:solidFill>
                <a:srgbClr val="AB4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86874" y="1032748"/>
              <a:ext cx="633095" cy="633095"/>
            </a:xfrm>
            <a:custGeom>
              <a:avLst/>
              <a:gdLst/>
              <a:ahLst/>
              <a:cxnLst/>
              <a:rect l="l" t="t" r="r" b="b"/>
              <a:pathLst>
                <a:path w="633095" h="633094">
                  <a:moveTo>
                    <a:pt x="324083" y="632631"/>
                  </a:moveTo>
                  <a:lnTo>
                    <a:pt x="308548" y="632631"/>
                  </a:lnTo>
                  <a:lnTo>
                    <a:pt x="300790" y="632346"/>
                  </a:lnTo>
                  <a:lnTo>
                    <a:pt x="262223" y="628069"/>
                  </a:lnTo>
                  <a:lnTo>
                    <a:pt x="217061" y="616756"/>
                  </a:lnTo>
                  <a:lnTo>
                    <a:pt x="181032" y="602348"/>
                  </a:lnTo>
                  <a:lnTo>
                    <a:pt x="147038" y="583638"/>
                  </a:lnTo>
                  <a:lnTo>
                    <a:pt x="115586" y="560905"/>
                  </a:lnTo>
                  <a:lnTo>
                    <a:pt x="87154" y="534492"/>
                  </a:lnTo>
                  <a:lnTo>
                    <a:pt x="62171" y="504801"/>
                  </a:lnTo>
                  <a:lnTo>
                    <a:pt x="41011" y="472276"/>
                  </a:lnTo>
                  <a:lnTo>
                    <a:pt x="23989" y="437401"/>
                  </a:lnTo>
                  <a:lnTo>
                    <a:pt x="11365" y="400704"/>
                  </a:lnTo>
                  <a:lnTo>
                    <a:pt x="3329" y="362743"/>
                  </a:lnTo>
                  <a:lnTo>
                    <a:pt x="0" y="324083"/>
                  </a:lnTo>
                  <a:lnTo>
                    <a:pt x="0" y="308548"/>
                  </a:lnTo>
                  <a:lnTo>
                    <a:pt x="3329" y="269888"/>
                  </a:lnTo>
                  <a:lnTo>
                    <a:pt x="11365" y="231927"/>
                  </a:lnTo>
                  <a:lnTo>
                    <a:pt x="23989" y="195230"/>
                  </a:lnTo>
                  <a:lnTo>
                    <a:pt x="41011" y="160355"/>
                  </a:lnTo>
                  <a:lnTo>
                    <a:pt x="62171" y="127829"/>
                  </a:lnTo>
                  <a:lnTo>
                    <a:pt x="87154" y="98139"/>
                  </a:lnTo>
                  <a:lnTo>
                    <a:pt x="121651" y="66872"/>
                  </a:lnTo>
                  <a:lnTo>
                    <a:pt x="153648" y="44920"/>
                  </a:lnTo>
                  <a:lnTo>
                    <a:pt x="188090" y="27050"/>
                  </a:lnTo>
                  <a:lnTo>
                    <a:pt x="231927" y="11365"/>
                  </a:lnTo>
                  <a:lnTo>
                    <a:pt x="269888" y="3329"/>
                  </a:lnTo>
                  <a:lnTo>
                    <a:pt x="308548" y="0"/>
                  </a:lnTo>
                  <a:lnTo>
                    <a:pt x="324083" y="0"/>
                  </a:lnTo>
                  <a:lnTo>
                    <a:pt x="331841" y="285"/>
                  </a:lnTo>
                  <a:lnTo>
                    <a:pt x="370407" y="4562"/>
                  </a:lnTo>
                  <a:lnTo>
                    <a:pt x="415570" y="15875"/>
                  </a:lnTo>
                  <a:lnTo>
                    <a:pt x="451599" y="30283"/>
                  </a:lnTo>
                  <a:lnTo>
                    <a:pt x="485593" y="48993"/>
                  </a:lnTo>
                  <a:lnTo>
                    <a:pt x="522989" y="76728"/>
                  </a:lnTo>
                  <a:lnTo>
                    <a:pt x="550761" y="103827"/>
                  </a:lnTo>
                  <a:lnTo>
                    <a:pt x="575007" y="134121"/>
                  </a:lnTo>
                  <a:lnTo>
                    <a:pt x="598943" y="174055"/>
                  </a:lnTo>
                  <a:lnTo>
                    <a:pt x="614231" y="209720"/>
                  </a:lnTo>
                  <a:lnTo>
                    <a:pt x="625038" y="246987"/>
                  </a:lnTo>
                  <a:lnTo>
                    <a:pt x="631870" y="293041"/>
                  </a:lnTo>
                  <a:lnTo>
                    <a:pt x="632727" y="316315"/>
                  </a:lnTo>
                  <a:lnTo>
                    <a:pt x="632631" y="324083"/>
                  </a:lnTo>
                  <a:lnTo>
                    <a:pt x="629302" y="362743"/>
                  </a:lnTo>
                  <a:lnTo>
                    <a:pt x="621266" y="400704"/>
                  </a:lnTo>
                  <a:lnTo>
                    <a:pt x="605581" y="444540"/>
                  </a:lnTo>
                  <a:lnTo>
                    <a:pt x="587710" y="478983"/>
                  </a:lnTo>
                  <a:lnTo>
                    <a:pt x="565758" y="510980"/>
                  </a:lnTo>
                  <a:lnTo>
                    <a:pt x="534492" y="545477"/>
                  </a:lnTo>
                  <a:lnTo>
                    <a:pt x="504801" y="570459"/>
                  </a:lnTo>
                  <a:lnTo>
                    <a:pt x="472276" y="591620"/>
                  </a:lnTo>
                  <a:lnTo>
                    <a:pt x="430188" y="611526"/>
                  </a:lnTo>
                  <a:lnTo>
                    <a:pt x="393197" y="623244"/>
                  </a:lnTo>
                  <a:lnTo>
                    <a:pt x="355050" y="630347"/>
                  </a:lnTo>
                  <a:lnTo>
                    <a:pt x="324083" y="632631"/>
                  </a:lnTo>
                  <a:close/>
                </a:path>
              </a:pathLst>
            </a:custGeom>
            <a:solidFill>
              <a:srgbClr val="EB895E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86779" y="1032653"/>
              <a:ext cx="633095" cy="633095"/>
            </a:xfrm>
            <a:custGeom>
              <a:avLst/>
              <a:gdLst/>
              <a:ahLst/>
              <a:cxnLst/>
              <a:rect l="l" t="t" r="r" b="b"/>
              <a:pathLst>
                <a:path w="633095" h="633094">
                  <a:moveTo>
                    <a:pt x="632822" y="316411"/>
                  </a:moveTo>
                  <a:lnTo>
                    <a:pt x="630442" y="355145"/>
                  </a:lnTo>
                  <a:lnTo>
                    <a:pt x="623340" y="393292"/>
                  </a:lnTo>
                  <a:lnTo>
                    <a:pt x="611621" y="430283"/>
                  </a:lnTo>
                  <a:lnTo>
                    <a:pt x="595460" y="465566"/>
                  </a:lnTo>
                  <a:lnTo>
                    <a:pt x="575102" y="498605"/>
                  </a:lnTo>
                  <a:lnTo>
                    <a:pt x="550856" y="528900"/>
                  </a:lnTo>
                  <a:lnTo>
                    <a:pt x="523084" y="555999"/>
                  </a:lnTo>
                  <a:lnTo>
                    <a:pt x="492199" y="579497"/>
                  </a:lnTo>
                  <a:lnTo>
                    <a:pt x="458671" y="599038"/>
                  </a:lnTo>
                  <a:lnTo>
                    <a:pt x="423006" y="614326"/>
                  </a:lnTo>
                  <a:lnTo>
                    <a:pt x="385739" y="625133"/>
                  </a:lnTo>
                  <a:lnTo>
                    <a:pt x="347424" y="631298"/>
                  </a:lnTo>
                  <a:lnTo>
                    <a:pt x="316411" y="632822"/>
                  </a:lnTo>
                  <a:lnTo>
                    <a:pt x="308643" y="632727"/>
                  </a:lnTo>
                  <a:lnTo>
                    <a:pt x="269984" y="629397"/>
                  </a:lnTo>
                  <a:lnTo>
                    <a:pt x="232022" y="621361"/>
                  </a:lnTo>
                  <a:lnTo>
                    <a:pt x="195325" y="608736"/>
                  </a:lnTo>
                  <a:lnTo>
                    <a:pt x="160450" y="591715"/>
                  </a:lnTo>
                  <a:lnTo>
                    <a:pt x="127925" y="570555"/>
                  </a:lnTo>
                  <a:lnTo>
                    <a:pt x="98234" y="545572"/>
                  </a:lnTo>
                  <a:lnTo>
                    <a:pt x="71822" y="517140"/>
                  </a:lnTo>
                  <a:lnTo>
                    <a:pt x="49088" y="485688"/>
                  </a:lnTo>
                  <a:lnTo>
                    <a:pt x="30378" y="451694"/>
                  </a:lnTo>
                  <a:lnTo>
                    <a:pt x="15970" y="415665"/>
                  </a:lnTo>
                  <a:lnTo>
                    <a:pt x="6079" y="378139"/>
                  </a:lnTo>
                  <a:lnTo>
                    <a:pt x="857" y="339685"/>
                  </a:lnTo>
                  <a:lnTo>
                    <a:pt x="0" y="316411"/>
                  </a:lnTo>
                  <a:lnTo>
                    <a:pt x="95" y="308643"/>
                  </a:lnTo>
                  <a:lnTo>
                    <a:pt x="3424" y="269983"/>
                  </a:lnTo>
                  <a:lnTo>
                    <a:pt x="11460" y="232022"/>
                  </a:lnTo>
                  <a:lnTo>
                    <a:pt x="24085" y="195325"/>
                  </a:lnTo>
                  <a:lnTo>
                    <a:pt x="41106" y="160450"/>
                  </a:lnTo>
                  <a:lnTo>
                    <a:pt x="62267" y="127925"/>
                  </a:lnTo>
                  <a:lnTo>
                    <a:pt x="87249" y="98234"/>
                  </a:lnTo>
                  <a:lnTo>
                    <a:pt x="115682" y="71821"/>
                  </a:lnTo>
                  <a:lnTo>
                    <a:pt x="147133" y="49088"/>
                  </a:lnTo>
                  <a:lnTo>
                    <a:pt x="181127" y="30378"/>
                  </a:lnTo>
                  <a:lnTo>
                    <a:pt x="217156" y="15970"/>
                  </a:lnTo>
                  <a:lnTo>
                    <a:pt x="254682" y="6079"/>
                  </a:lnTo>
                  <a:lnTo>
                    <a:pt x="293137" y="857"/>
                  </a:lnTo>
                  <a:lnTo>
                    <a:pt x="316411" y="0"/>
                  </a:lnTo>
                  <a:lnTo>
                    <a:pt x="324178" y="95"/>
                  </a:lnTo>
                  <a:lnTo>
                    <a:pt x="362838" y="3424"/>
                  </a:lnTo>
                  <a:lnTo>
                    <a:pt x="400799" y="11460"/>
                  </a:lnTo>
                  <a:lnTo>
                    <a:pt x="437496" y="24085"/>
                  </a:lnTo>
                  <a:lnTo>
                    <a:pt x="472371" y="41106"/>
                  </a:lnTo>
                  <a:lnTo>
                    <a:pt x="504897" y="62267"/>
                  </a:lnTo>
                  <a:lnTo>
                    <a:pt x="534587" y="87249"/>
                  </a:lnTo>
                  <a:lnTo>
                    <a:pt x="561000" y="115682"/>
                  </a:lnTo>
                  <a:lnTo>
                    <a:pt x="583733" y="147133"/>
                  </a:lnTo>
                  <a:lnTo>
                    <a:pt x="602443" y="181127"/>
                  </a:lnTo>
                  <a:lnTo>
                    <a:pt x="616851" y="217156"/>
                  </a:lnTo>
                  <a:lnTo>
                    <a:pt x="626742" y="254682"/>
                  </a:lnTo>
                  <a:lnTo>
                    <a:pt x="631965" y="293136"/>
                  </a:lnTo>
                  <a:lnTo>
                    <a:pt x="632822" y="316411"/>
                  </a:lnTo>
                  <a:close/>
                </a:path>
              </a:pathLst>
            </a:custGeom>
            <a:ln w="9524">
              <a:solidFill>
                <a:srgbClr val="AB4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81522" y="1644848"/>
              <a:ext cx="798702" cy="7681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42428" y="2769641"/>
              <a:ext cx="201736" cy="201736"/>
            </a:xfrm>
            <a:prstGeom prst="rect">
              <a:avLst/>
            </a:prstGeom>
          </p:spPr>
        </p:pic>
        <p:pic>
          <p:nvPicPr>
            <p:cNvPr id="34" name="object 34">
              <a:hlinkClick r:id="rId10"/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41388" y="3437358"/>
              <a:ext cx="480871" cy="79578"/>
            </a:xfrm>
            <a:prstGeom prst="rect">
              <a:avLst/>
            </a:prstGeom>
          </p:spPr>
        </p:pic>
        <p:pic>
          <p:nvPicPr>
            <p:cNvPr id="35" name="object 35">
              <a:hlinkClick r:id="rId10"/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19824" y="3422916"/>
              <a:ext cx="93442" cy="9344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63100" y="3429000"/>
              <a:ext cx="2571749" cy="13334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9545389" y="3435350"/>
            <a:ext cx="261810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75" spc="-300" baseline="4273" dirty="0">
                <a:latin typeface="Arial MT"/>
                <a:cs typeface="Arial MT"/>
              </a:rPr>
              <a:t>©</a:t>
            </a:r>
            <a:r>
              <a:rPr sz="650" spc="-200" dirty="0">
                <a:solidFill>
                  <a:srgbClr val="FFFFFF"/>
                </a:solidFill>
                <a:latin typeface="Arial MT"/>
                <a:cs typeface="Arial MT"/>
              </a:rPr>
              <a:t>©</a:t>
            </a:r>
            <a:r>
              <a:rPr sz="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spc="-262" baseline="4273" dirty="0">
                <a:latin typeface="Arial MT"/>
                <a:cs typeface="Arial MT"/>
              </a:rPr>
              <a:t>2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975" spc="-262" baseline="4273" dirty="0">
                <a:latin typeface="Arial MT"/>
                <a:cs typeface="Arial MT"/>
              </a:rPr>
              <a:t>0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sz="975" spc="-262" baseline="4273" dirty="0">
                <a:latin typeface="Arial MT"/>
                <a:cs typeface="Arial MT"/>
              </a:rPr>
              <a:t>2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975" spc="-262" baseline="4273" dirty="0">
                <a:latin typeface="Arial MT"/>
                <a:cs typeface="Arial MT"/>
              </a:rPr>
              <a:t>5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sz="6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spc="-307" baseline="4273" dirty="0">
                <a:latin typeface="Arial MT"/>
                <a:cs typeface="Arial MT"/>
              </a:rPr>
              <a:t>T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975" spc="-307" baseline="4273" dirty="0">
                <a:latin typeface="Arial MT"/>
                <a:cs typeface="Arial MT"/>
              </a:rPr>
              <a:t>o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307" baseline="4273" dirty="0">
                <a:latin typeface="Arial MT"/>
                <a:cs typeface="Arial MT"/>
              </a:rPr>
              <a:t>m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m</a:t>
            </a:r>
            <a:r>
              <a:rPr sz="975" spc="-307" baseline="4273" dirty="0">
                <a:latin typeface="Arial MT"/>
                <a:cs typeface="Arial MT"/>
              </a:rPr>
              <a:t>T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975" spc="-307" baseline="4273" dirty="0">
                <a:latin typeface="Arial MT"/>
                <a:cs typeface="Arial MT"/>
              </a:rPr>
              <a:t>o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307" baseline="4273" dirty="0">
                <a:latin typeface="Arial MT"/>
                <a:cs typeface="Arial MT"/>
              </a:rPr>
              <a:t>m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m</a:t>
            </a:r>
            <a:r>
              <a:rPr sz="975" spc="-307" baseline="4273" dirty="0">
                <a:latin typeface="Arial MT"/>
                <a:cs typeface="Arial MT"/>
              </a:rPr>
              <a:t>,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spc="-300" baseline="4273" dirty="0">
                <a:latin typeface="Arial MT"/>
                <a:cs typeface="Arial MT"/>
              </a:rPr>
              <a:t>©</a:t>
            </a:r>
            <a:r>
              <a:rPr sz="650" spc="-200" dirty="0">
                <a:solidFill>
                  <a:srgbClr val="FFFFFF"/>
                </a:solidFill>
                <a:latin typeface="Arial MT"/>
                <a:cs typeface="Arial MT"/>
              </a:rPr>
              <a:t>©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spc="-262" baseline="4273" dirty="0">
                <a:latin typeface="Arial MT"/>
                <a:cs typeface="Arial MT"/>
              </a:rPr>
              <a:t>2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975" spc="-262" baseline="4273" dirty="0">
                <a:latin typeface="Arial MT"/>
                <a:cs typeface="Arial MT"/>
              </a:rPr>
              <a:t>0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sz="975" spc="-262" baseline="4273" dirty="0">
                <a:latin typeface="Arial MT"/>
                <a:cs typeface="Arial MT"/>
              </a:rPr>
              <a:t>2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975" spc="-262" baseline="4273" dirty="0">
                <a:latin typeface="Arial MT"/>
                <a:cs typeface="Arial MT"/>
              </a:rPr>
              <a:t>5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spc="-217" baseline="4273" dirty="0">
                <a:latin typeface="Arial MT"/>
                <a:cs typeface="Arial MT"/>
              </a:rPr>
              <a:t>M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M</a:t>
            </a:r>
            <a:r>
              <a:rPr sz="975" spc="-217" baseline="4273" dirty="0">
                <a:latin typeface="Arial MT"/>
                <a:cs typeface="Arial MT"/>
              </a:rPr>
              <a:t>i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975" spc="-217" baseline="4273" dirty="0">
                <a:latin typeface="Arial MT"/>
                <a:cs typeface="Arial MT"/>
              </a:rPr>
              <a:t>c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975" spc="-217" baseline="4273" dirty="0">
                <a:latin typeface="Arial MT"/>
                <a:cs typeface="Arial MT"/>
              </a:rPr>
              <a:t>r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sz="975" spc="-217" baseline="4273" dirty="0">
                <a:latin typeface="Arial MT"/>
                <a:cs typeface="Arial MT"/>
              </a:rPr>
              <a:t>o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217" baseline="4273" dirty="0">
                <a:latin typeface="Arial MT"/>
                <a:cs typeface="Arial MT"/>
              </a:rPr>
              <a:t>s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sz="975" spc="-217" baseline="4273" dirty="0">
                <a:latin typeface="Arial MT"/>
                <a:cs typeface="Arial MT"/>
              </a:rPr>
              <a:t>o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217" baseline="4273" dirty="0">
                <a:latin typeface="Arial MT"/>
                <a:cs typeface="Arial MT"/>
              </a:rPr>
              <a:t>f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f</a:t>
            </a:r>
            <a:r>
              <a:rPr sz="975" spc="-217" baseline="4273" dirty="0">
                <a:latin typeface="Arial MT"/>
                <a:cs typeface="Arial MT"/>
              </a:rPr>
              <a:t>t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spc="-225" baseline="4273" dirty="0">
                <a:latin typeface="Arial MT"/>
                <a:cs typeface="Arial MT"/>
              </a:rPr>
              <a:t>C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975" spc="-225" baseline="4273" dirty="0">
                <a:latin typeface="Arial MT"/>
                <a:cs typeface="Arial MT"/>
              </a:rPr>
              <a:t>o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225" baseline="4273" dirty="0">
                <a:latin typeface="Arial MT"/>
                <a:cs typeface="Arial MT"/>
              </a:rPr>
              <a:t>r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sz="975" spc="-225" baseline="4273" dirty="0">
                <a:latin typeface="Arial MT"/>
                <a:cs typeface="Arial MT"/>
              </a:rPr>
              <a:t>p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p</a:t>
            </a:r>
            <a:r>
              <a:rPr sz="975" spc="-225" baseline="4273" dirty="0">
                <a:latin typeface="Arial MT"/>
                <a:cs typeface="Arial MT"/>
              </a:rPr>
              <a:t>o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225" baseline="4273" dirty="0">
                <a:latin typeface="Arial MT"/>
                <a:cs typeface="Arial MT"/>
              </a:rPr>
              <a:t>r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sz="975" spc="-225" baseline="4273" dirty="0">
                <a:latin typeface="Arial MT"/>
                <a:cs typeface="Arial MT"/>
              </a:rPr>
              <a:t>a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975" spc="-225" baseline="4273" dirty="0">
                <a:latin typeface="Arial MT"/>
                <a:cs typeface="Arial MT"/>
              </a:rPr>
              <a:t>t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975" spc="-225" baseline="4273" dirty="0">
                <a:latin typeface="Arial MT"/>
                <a:cs typeface="Arial MT"/>
              </a:rPr>
              <a:t>i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975" spc="-225" baseline="4273" dirty="0">
                <a:latin typeface="Arial MT"/>
                <a:cs typeface="Arial MT"/>
              </a:rPr>
              <a:t>o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225" baseline="4273" dirty="0">
                <a:latin typeface="Arial MT"/>
                <a:cs typeface="Arial MT"/>
              </a:rPr>
              <a:t>n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975" spc="-225" baseline="4273" dirty="0">
                <a:latin typeface="Arial MT"/>
                <a:cs typeface="Arial MT"/>
              </a:rPr>
              <a:t>,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u="sng" spc="-300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©</a:t>
            </a:r>
            <a:r>
              <a:rPr sz="650" u="sng" spc="-20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©</a:t>
            </a:r>
            <a:r>
              <a:rPr sz="650" u="sng" spc="-15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O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O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p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p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n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n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S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S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r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r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M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M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a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a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p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p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159499" y="3762438"/>
            <a:ext cx="17068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Lucro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252423"/>
                </a:solidFill>
                <a:latin typeface="Trebuchet MS"/>
                <a:cs typeface="Trebuchet MS"/>
              </a:rPr>
              <a:t>País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172200" y="4029075"/>
            <a:ext cx="6200775" cy="3009900"/>
            <a:chOff x="6172200" y="4029075"/>
            <a:chExt cx="6200775" cy="3009900"/>
          </a:xfrm>
        </p:grpSpPr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72200" y="4029075"/>
              <a:ext cx="6200774" cy="300989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71743" y="4949014"/>
              <a:ext cx="1028553" cy="99803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537417" y="4407528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4" h="732154">
                  <a:moveTo>
                    <a:pt x="365773" y="731547"/>
                  </a:moveTo>
                  <a:lnTo>
                    <a:pt x="320996" y="728796"/>
                  </a:lnTo>
                  <a:lnTo>
                    <a:pt x="276897" y="720585"/>
                  </a:lnTo>
                  <a:lnTo>
                    <a:pt x="234135" y="707038"/>
                  </a:lnTo>
                  <a:lnTo>
                    <a:pt x="193349" y="688357"/>
                  </a:lnTo>
                  <a:lnTo>
                    <a:pt x="155155" y="664823"/>
                  </a:lnTo>
                  <a:lnTo>
                    <a:pt x="120134" y="636794"/>
                  </a:lnTo>
                  <a:lnTo>
                    <a:pt x="88808" y="604689"/>
                  </a:lnTo>
                  <a:lnTo>
                    <a:pt x="61643" y="568986"/>
                  </a:lnTo>
                  <a:lnTo>
                    <a:pt x="39054" y="530227"/>
                  </a:lnTo>
                  <a:lnTo>
                    <a:pt x="21381" y="488999"/>
                  </a:lnTo>
                  <a:lnTo>
                    <a:pt x="8887" y="445917"/>
                  </a:lnTo>
                  <a:lnTo>
                    <a:pt x="1761" y="401625"/>
                  </a:lnTo>
                  <a:lnTo>
                    <a:pt x="0" y="365773"/>
                  </a:lnTo>
                  <a:lnTo>
                    <a:pt x="110" y="356794"/>
                  </a:lnTo>
                  <a:lnTo>
                    <a:pt x="3958" y="312103"/>
                  </a:lnTo>
                  <a:lnTo>
                    <a:pt x="13248" y="268219"/>
                  </a:lnTo>
                  <a:lnTo>
                    <a:pt x="27842" y="225798"/>
                  </a:lnTo>
                  <a:lnTo>
                    <a:pt x="47519" y="185482"/>
                  </a:lnTo>
                  <a:lnTo>
                    <a:pt x="71981" y="147882"/>
                  </a:lnTo>
                  <a:lnTo>
                    <a:pt x="100860" y="113559"/>
                  </a:lnTo>
                  <a:lnTo>
                    <a:pt x="133729" y="83026"/>
                  </a:lnTo>
                  <a:lnTo>
                    <a:pt x="170087" y="56746"/>
                  </a:lnTo>
                  <a:lnTo>
                    <a:pt x="209385" y="35117"/>
                  </a:lnTo>
                  <a:lnTo>
                    <a:pt x="251034" y="18461"/>
                  </a:lnTo>
                  <a:lnTo>
                    <a:pt x="294414" y="7028"/>
                  </a:lnTo>
                  <a:lnTo>
                    <a:pt x="338868" y="990"/>
                  </a:lnTo>
                  <a:lnTo>
                    <a:pt x="365773" y="0"/>
                  </a:lnTo>
                  <a:lnTo>
                    <a:pt x="374752" y="110"/>
                  </a:lnTo>
                  <a:lnTo>
                    <a:pt x="419443" y="3958"/>
                  </a:lnTo>
                  <a:lnTo>
                    <a:pt x="463327" y="13248"/>
                  </a:lnTo>
                  <a:lnTo>
                    <a:pt x="505748" y="27842"/>
                  </a:lnTo>
                  <a:lnTo>
                    <a:pt x="546065" y="47519"/>
                  </a:lnTo>
                  <a:lnTo>
                    <a:pt x="583664" y="71981"/>
                  </a:lnTo>
                  <a:lnTo>
                    <a:pt x="617987" y="100861"/>
                  </a:lnTo>
                  <a:lnTo>
                    <a:pt x="648520" y="133729"/>
                  </a:lnTo>
                  <a:lnTo>
                    <a:pt x="674800" y="170087"/>
                  </a:lnTo>
                  <a:lnTo>
                    <a:pt x="696429" y="209385"/>
                  </a:lnTo>
                  <a:lnTo>
                    <a:pt x="713085" y="251034"/>
                  </a:lnTo>
                  <a:lnTo>
                    <a:pt x="724518" y="294414"/>
                  </a:lnTo>
                  <a:lnTo>
                    <a:pt x="730556" y="338868"/>
                  </a:lnTo>
                  <a:lnTo>
                    <a:pt x="731547" y="365773"/>
                  </a:lnTo>
                  <a:lnTo>
                    <a:pt x="731437" y="374752"/>
                  </a:lnTo>
                  <a:lnTo>
                    <a:pt x="727588" y="419443"/>
                  </a:lnTo>
                  <a:lnTo>
                    <a:pt x="718298" y="463327"/>
                  </a:lnTo>
                  <a:lnTo>
                    <a:pt x="703704" y="505748"/>
                  </a:lnTo>
                  <a:lnTo>
                    <a:pt x="684027" y="546065"/>
                  </a:lnTo>
                  <a:lnTo>
                    <a:pt x="659565" y="583664"/>
                  </a:lnTo>
                  <a:lnTo>
                    <a:pt x="630685" y="617987"/>
                  </a:lnTo>
                  <a:lnTo>
                    <a:pt x="597817" y="648520"/>
                  </a:lnTo>
                  <a:lnTo>
                    <a:pt x="561459" y="674800"/>
                  </a:lnTo>
                  <a:lnTo>
                    <a:pt x="522161" y="696429"/>
                  </a:lnTo>
                  <a:lnTo>
                    <a:pt x="480512" y="713085"/>
                  </a:lnTo>
                  <a:lnTo>
                    <a:pt x="437132" y="724518"/>
                  </a:lnTo>
                  <a:lnTo>
                    <a:pt x="392678" y="730556"/>
                  </a:lnTo>
                  <a:lnTo>
                    <a:pt x="365773" y="731547"/>
                  </a:lnTo>
                  <a:close/>
                </a:path>
              </a:pathLst>
            </a:custGeom>
            <a:solidFill>
              <a:srgbClr val="A7337D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37417" y="4407528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4" h="732154">
                  <a:moveTo>
                    <a:pt x="731547" y="365773"/>
                  </a:moveTo>
                  <a:lnTo>
                    <a:pt x="728796" y="410550"/>
                  </a:lnTo>
                  <a:lnTo>
                    <a:pt x="720585" y="454649"/>
                  </a:lnTo>
                  <a:lnTo>
                    <a:pt x="707038" y="497411"/>
                  </a:lnTo>
                  <a:lnTo>
                    <a:pt x="688356" y="538197"/>
                  </a:lnTo>
                  <a:lnTo>
                    <a:pt x="664822" y="576391"/>
                  </a:lnTo>
                  <a:lnTo>
                    <a:pt x="636793" y="611412"/>
                  </a:lnTo>
                  <a:lnTo>
                    <a:pt x="604689" y="642738"/>
                  </a:lnTo>
                  <a:lnTo>
                    <a:pt x="568986" y="669903"/>
                  </a:lnTo>
                  <a:lnTo>
                    <a:pt x="530226" y="692492"/>
                  </a:lnTo>
                  <a:lnTo>
                    <a:pt x="488998" y="710165"/>
                  </a:lnTo>
                  <a:lnTo>
                    <a:pt x="445917" y="722659"/>
                  </a:lnTo>
                  <a:lnTo>
                    <a:pt x="401625" y="729785"/>
                  </a:lnTo>
                  <a:lnTo>
                    <a:pt x="365773" y="731547"/>
                  </a:lnTo>
                  <a:lnTo>
                    <a:pt x="356794" y="731437"/>
                  </a:lnTo>
                  <a:lnTo>
                    <a:pt x="312103" y="727588"/>
                  </a:lnTo>
                  <a:lnTo>
                    <a:pt x="268219" y="718298"/>
                  </a:lnTo>
                  <a:lnTo>
                    <a:pt x="225797" y="703704"/>
                  </a:lnTo>
                  <a:lnTo>
                    <a:pt x="185481" y="684027"/>
                  </a:lnTo>
                  <a:lnTo>
                    <a:pt x="147882" y="659565"/>
                  </a:lnTo>
                  <a:lnTo>
                    <a:pt x="113559" y="630686"/>
                  </a:lnTo>
                  <a:lnTo>
                    <a:pt x="83026" y="597818"/>
                  </a:lnTo>
                  <a:lnTo>
                    <a:pt x="56746" y="561459"/>
                  </a:lnTo>
                  <a:lnTo>
                    <a:pt x="35117" y="522162"/>
                  </a:lnTo>
                  <a:lnTo>
                    <a:pt x="18461" y="480512"/>
                  </a:lnTo>
                  <a:lnTo>
                    <a:pt x="7028" y="437132"/>
                  </a:lnTo>
                  <a:lnTo>
                    <a:pt x="990" y="392678"/>
                  </a:lnTo>
                  <a:lnTo>
                    <a:pt x="0" y="365773"/>
                  </a:lnTo>
                  <a:lnTo>
                    <a:pt x="110" y="356794"/>
                  </a:lnTo>
                  <a:lnTo>
                    <a:pt x="3958" y="312103"/>
                  </a:lnTo>
                  <a:lnTo>
                    <a:pt x="13248" y="268219"/>
                  </a:lnTo>
                  <a:lnTo>
                    <a:pt x="27842" y="225798"/>
                  </a:lnTo>
                  <a:lnTo>
                    <a:pt x="47519" y="185482"/>
                  </a:lnTo>
                  <a:lnTo>
                    <a:pt x="71981" y="147882"/>
                  </a:lnTo>
                  <a:lnTo>
                    <a:pt x="100860" y="113559"/>
                  </a:lnTo>
                  <a:lnTo>
                    <a:pt x="133729" y="83026"/>
                  </a:lnTo>
                  <a:lnTo>
                    <a:pt x="170087" y="56746"/>
                  </a:lnTo>
                  <a:lnTo>
                    <a:pt x="209385" y="35117"/>
                  </a:lnTo>
                  <a:lnTo>
                    <a:pt x="251034" y="18461"/>
                  </a:lnTo>
                  <a:lnTo>
                    <a:pt x="294414" y="7028"/>
                  </a:lnTo>
                  <a:lnTo>
                    <a:pt x="338868" y="990"/>
                  </a:lnTo>
                  <a:lnTo>
                    <a:pt x="365773" y="0"/>
                  </a:lnTo>
                  <a:lnTo>
                    <a:pt x="374752" y="110"/>
                  </a:lnTo>
                  <a:lnTo>
                    <a:pt x="419443" y="3958"/>
                  </a:lnTo>
                  <a:lnTo>
                    <a:pt x="463327" y="13248"/>
                  </a:lnTo>
                  <a:lnTo>
                    <a:pt x="505748" y="27842"/>
                  </a:lnTo>
                  <a:lnTo>
                    <a:pt x="546065" y="47519"/>
                  </a:lnTo>
                  <a:lnTo>
                    <a:pt x="583664" y="71981"/>
                  </a:lnTo>
                  <a:lnTo>
                    <a:pt x="617987" y="100861"/>
                  </a:lnTo>
                  <a:lnTo>
                    <a:pt x="648520" y="133729"/>
                  </a:lnTo>
                  <a:lnTo>
                    <a:pt x="674800" y="170087"/>
                  </a:lnTo>
                  <a:lnTo>
                    <a:pt x="696429" y="209385"/>
                  </a:lnTo>
                  <a:lnTo>
                    <a:pt x="713085" y="251034"/>
                  </a:lnTo>
                  <a:lnTo>
                    <a:pt x="724518" y="294414"/>
                  </a:lnTo>
                  <a:lnTo>
                    <a:pt x="730556" y="338868"/>
                  </a:lnTo>
                  <a:lnTo>
                    <a:pt x="731547" y="365773"/>
                  </a:lnTo>
                  <a:close/>
                </a:path>
              </a:pathLst>
            </a:custGeom>
            <a:ln w="9524">
              <a:solidFill>
                <a:srgbClr val="6900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623406" y="5581634"/>
              <a:ext cx="429259" cy="429259"/>
            </a:xfrm>
            <a:custGeom>
              <a:avLst/>
              <a:gdLst/>
              <a:ahLst/>
              <a:cxnLst/>
              <a:rect l="l" t="t" r="r" b="b"/>
              <a:pathLst>
                <a:path w="429259" h="429260">
                  <a:moveTo>
                    <a:pt x="221507" y="428965"/>
                  </a:moveTo>
                  <a:lnTo>
                    <a:pt x="207458" y="428965"/>
                  </a:lnTo>
                  <a:lnTo>
                    <a:pt x="200450" y="428620"/>
                  </a:lnTo>
                  <a:lnTo>
                    <a:pt x="158943" y="421768"/>
                  </a:lnTo>
                  <a:lnTo>
                    <a:pt x="119571" y="406950"/>
                  </a:lnTo>
                  <a:lnTo>
                    <a:pt x="83846" y="384736"/>
                  </a:lnTo>
                  <a:lnTo>
                    <a:pt x="53141" y="355979"/>
                  </a:lnTo>
                  <a:lnTo>
                    <a:pt x="28637" y="321784"/>
                  </a:lnTo>
                  <a:lnTo>
                    <a:pt x="11274" y="283465"/>
                  </a:lnTo>
                  <a:lnTo>
                    <a:pt x="1721" y="242496"/>
                  </a:lnTo>
                  <a:lnTo>
                    <a:pt x="0" y="221507"/>
                  </a:lnTo>
                  <a:lnTo>
                    <a:pt x="0" y="207457"/>
                  </a:lnTo>
                  <a:lnTo>
                    <a:pt x="5491" y="165749"/>
                  </a:lnTo>
                  <a:lnTo>
                    <a:pt x="19014" y="125913"/>
                  </a:lnTo>
                  <a:lnTo>
                    <a:pt x="40049" y="89481"/>
                  </a:lnTo>
                  <a:lnTo>
                    <a:pt x="67787" y="57853"/>
                  </a:lnTo>
                  <a:lnTo>
                    <a:pt x="101163" y="32244"/>
                  </a:lnTo>
                  <a:lnTo>
                    <a:pt x="138893" y="13638"/>
                  </a:lnTo>
                  <a:lnTo>
                    <a:pt x="179528" y="2750"/>
                  </a:lnTo>
                  <a:lnTo>
                    <a:pt x="207458" y="0"/>
                  </a:lnTo>
                  <a:lnTo>
                    <a:pt x="221507" y="0"/>
                  </a:lnTo>
                  <a:lnTo>
                    <a:pt x="263215" y="5491"/>
                  </a:lnTo>
                  <a:lnTo>
                    <a:pt x="303051" y="19014"/>
                  </a:lnTo>
                  <a:lnTo>
                    <a:pt x="339483" y="40049"/>
                  </a:lnTo>
                  <a:lnTo>
                    <a:pt x="371111" y="67787"/>
                  </a:lnTo>
                  <a:lnTo>
                    <a:pt x="396721" y="101162"/>
                  </a:lnTo>
                  <a:lnTo>
                    <a:pt x="415326" y="138893"/>
                  </a:lnTo>
                  <a:lnTo>
                    <a:pt x="426214" y="179528"/>
                  </a:lnTo>
                  <a:lnTo>
                    <a:pt x="428965" y="207457"/>
                  </a:lnTo>
                  <a:lnTo>
                    <a:pt x="428965" y="214482"/>
                  </a:lnTo>
                  <a:lnTo>
                    <a:pt x="428965" y="221507"/>
                  </a:lnTo>
                  <a:lnTo>
                    <a:pt x="423473" y="263215"/>
                  </a:lnTo>
                  <a:lnTo>
                    <a:pt x="409950" y="303051"/>
                  </a:lnTo>
                  <a:lnTo>
                    <a:pt x="388915" y="339483"/>
                  </a:lnTo>
                  <a:lnTo>
                    <a:pt x="361177" y="371111"/>
                  </a:lnTo>
                  <a:lnTo>
                    <a:pt x="327802" y="396720"/>
                  </a:lnTo>
                  <a:lnTo>
                    <a:pt x="290071" y="415326"/>
                  </a:lnTo>
                  <a:lnTo>
                    <a:pt x="249436" y="426214"/>
                  </a:lnTo>
                  <a:lnTo>
                    <a:pt x="228514" y="428621"/>
                  </a:lnTo>
                  <a:lnTo>
                    <a:pt x="221507" y="428965"/>
                  </a:lnTo>
                  <a:close/>
                </a:path>
              </a:pathLst>
            </a:custGeom>
            <a:solidFill>
              <a:srgbClr val="A7337D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623406" y="5581634"/>
              <a:ext cx="429259" cy="429259"/>
            </a:xfrm>
            <a:custGeom>
              <a:avLst/>
              <a:gdLst/>
              <a:ahLst/>
              <a:cxnLst/>
              <a:rect l="l" t="t" r="r" b="b"/>
              <a:pathLst>
                <a:path w="429259" h="429260">
                  <a:moveTo>
                    <a:pt x="428965" y="214482"/>
                  </a:moveTo>
                  <a:lnTo>
                    <a:pt x="428965" y="221507"/>
                  </a:lnTo>
                  <a:lnTo>
                    <a:pt x="428621" y="228514"/>
                  </a:lnTo>
                  <a:lnTo>
                    <a:pt x="427932" y="235505"/>
                  </a:lnTo>
                  <a:lnTo>
                    <a:pt x="427244" y="242496"/>
                  </a:lnTo>
                  <a:lnTo>
                    <a:pt x="426214" y="249436"/>
                  </a:lnTo>
                  <a:lnTo>
                    <a:pt x="424843" y="256326"/>
                  </a:lnTo>
                  <a:lnTo>
                    <a:pt x="423473" y="263215"/>
                  </a:lnTo>
                  <a:lnTo>
                    <a:pt x="412638" y="296561"/>
                  </a:lnTo>
                  <a:lnTo>
                    <a:pt x="409950" y="303051"/>
                  </a:lnTo>
                  <a:lnTo>
                    <a:pt x="406950" y="309394"/>
                  </a:lnTo>
                  <a:lnTo>
                    <a:pt x="403639" y="315589"/>
                  </a:lnTo>
                  <a:lnTo>
                    <a:pt x="400327" y="321784"/>
                  </a:lnTo>
                  <a:lnTo>
                    <a:pt x="396721" y="327802"/>
                  </a:lnTo>
                  <a:lnTo>
                    <a:pt x="392818" y="333642"/>
                  </a:lnTo>
                  <a:lnTo>
                    <a:pt x="388915" y="339483"/>
                  </a:lnTo>
                  <a:lnTo>
                    <a:pt x="384736" y="345119"/>
                  </a:lnTo>
                  <a:lnTo>
                    <a:pt x="380279" y="350549"/>
                  </a:lnTo>
                  <a:lnTo>
                    <a:pt x="375823" y="355979"/>
                  </a:lnTo>
                  <a:lnTo>
                    <a:pt x="371111" y="361177"/>
                  </a:lnTo>
                  <a:lnTo>
                    <a:pt x="366144" y="366144"/>
                  </a:lnTo>
                  <a:lnTo>
                    <a:pt x="361177" y="371112"/>
                  </a:lnTo>
                  <a:lnTo>
                    <a:pt x="355978" y="375823"/>
                  </a:lnTo>
                  <a:lnTo>
                    <a:pt x="350548" y="380280"/>
                  </a:lnTo>
                  <a:lnTo>
                    <a:pt x="345118" y="384736"/>
                  </a:lnTo>
                  <a:lnTo>
                    <a:pt x="339483" y="388915"/>
                  </a:lnTo>
                  <a:lnTo>
                    <a:pt x="333642" y="392818"/>
                  </a:lnTo>
                  <a:lnTo>
                    <a:pt x="327802" y="396720"/>
                  </a:lnTo>
                  <a:lnTo>
                    <a:pt x="321784" y="400328"/>
                  </a:lnTo>
                  <a:lnTo>
                    <a:pt x="315589" y="403639"/>
                  </a:lnTo>
                  <a:lnTo>
                    <a:pt x="309394" y="406950"/>
                  </a:lnTo>
                  <a:lnTo>
                    <a:pt x="303051" y="409950"/>
                  </a:lnTo>
                  <a:lnTo>
                    <a:pt x="296561" y="412638"/>
                  </a:lnTo>
                  <a:lnTo>
                    <a:pt x="290071" y="415326"/>
                  </a:lnTo>
                  <a:lnTo>
                    <a:pt x="283465" y="417690"/>
                  </a:lnTo>
                  <a:lnTo>
                    <a:pt x="276743" y="419729"/>
                  </a:lnTo>
                  <a:lnTo>
                    <a:pt x="270021" y="421768"/>
                  </a:lnTo>
                  <a:lnTo>
                    <a:pt x="263215" y="423473"/>
                  </a:lnTo>
                  <a:lnTo>
                    <a:pt x="256326" y="424843"/>
                  </a:lnTo>
                  <a:lnTo>
                    <a:pt x="249436" y="426214"/>
                  </a:lnTo>
                  <a:lnTo>
                    <a:pt x="242496" y="427244"/>
                  </a:lnTo>
                  <a:lnTo>
                    <a:pt x="235505" y="427932"/>
                  </a:lnTo>
                  <a:lnTo>
                    <a:pt x="228514" y="428621"/>
                  </a:lnTo>
                  <a:lnTo>
                    <a:pt x="221507" y="428965"/>
                  </a:lnTo>
                  <a:lnTo>
                    <a:pt x="214482" y="428965"/>
                  </a:lnTo>
                  <a:lnTo>
                    <a:pt x="207458" y="428965"/>
                  </a:lnTo>
                  <a:lnTo>
                    <a:pt x="200450" y="428621"/>
                  </a:lnTo>
                  <a:lnTo>
                    <a:pt x="193459" y="427932"/>
                  </a:lnTo>
                  <a:lnTo>
                    <a:pt x="186468" y="427243"/>
                  </a:lnTo>
                  <a:lnTo>
                    <a:pt x="179528" y="426214"/>
                  </a:lnTo>
                  <a:lnTo>
                    <a:pt x="172638" y="424843"/>
                  </a:lnTo>
                  <a:lnTo>
                    <a:pt x="165749" y="423473"/>
                  </a:lnTo>
                  <a:lnTo>
                    <a:pt x="132403" y="412638"/>
                  </a:lnTo>
                  <a:lnTo>
                    <a:pt x="125913" y="409950"/>
                  </a:lnTo>
                  <a:lnTo>
                    <a:pt x="89481" y="388915"/>
                  </a:lnTo>
                  <a:lnTo>
                    <a:pt x="62820" y="366144"/>
                  </a:lnTo>
                  <a:lnTo>
                    <a:pt x="57853" y="361177"/>
                  </a:lnTo>
                  <a:lnTo>
                    <a:pt x="53141" y="355979"/>
                  </a:lnTo>
                  <a:lnTo>
                    <a:pt x="48685" y="350549"/>
                  </a:lnTo>
                  <a:lnTo>
                    <a:pt x="44228" y="345119"/>
                  </a:lnTo>
                  <a:lnTo>
                    <a:pt x="22014" y="309394"/>
                  </a:lnTo>
                  <a:lnTo>
                    <a:pt x="9235" y="276743"/>
                  </a:lnTo>
                  <a:lnTo>
                    <a:pt x="7196" y="270021"/>
                  </a:lnTo>
                  <a:lnTo>
                    <a:pt x="5491" y="263215"/>
                  </a:lnTo>
                  <a:lnTo>
                    <a:pt x="4121" y="256326"/>
                  </a:lnTo>
                  <a:lnTo>
                    <a:pt x="2750" y="249436"/>
                  </a:lnTo>
                  <a:lnTo>
                    <a:pt x="1721" y="242496"/>
                  </a:lnTo>
                  <a:lnTo>
                    <a:pt x="1032" y="235505"/>
                  </a:lnTo>
                  <a:lnTo>
                    <a:pt x="344" y="228514"/>
                  </a:lnTo>
                  <a:lnTo>
                    <a:pt x="0" y="221507"/>
                  </a:lnTo>
                  <a:lnTo>
                    <a:pt x="0" y="214482"/>
                  </a:lnTo>
                  <a:lnTo>
                    <a:pt x="0" y="207458"/>
                  </a:lnTo>
                  <a:lnTo>
                    <a:pt x="344" y="200450"/>
                  </a:lnTo>
                  <a:lnTo>
                    <a:pt x="1032" y="193459"/>
                  </a:lnTo>
                  <a:lnTo>
                    <a:pt x="1721" y="186468"/>
                  </a:lnTo>
                  <a:lnTo>
                    <a:pt x="9235" y="152221"/>
                  </a:lnTo>
                  <a:lnTo>
                    <a:pt x="11274" y="145499"/>
                  </a:lnTo>
                  <a:lnTo>
                    <a:pt x="28637" y="107180"/>
                  </a:lnTo>
                  <a:lnTo>
                    <a:pt x="53141" y="72986"/>
                  </a:lnTo>
                  <a:lnTo>
                    <a:pt x="83846" y="44228"/>
                  </a:lnTo>
                  <a:lnTo>
                    <a:pt x="119571" y="22014"/>
                  </a:lnTo>
                  <a:lnTo>
                    <a:pt x="152221" y="9235"/>
                  </a:lnTo>
                  <a:lnTo>
                    <a:pt x="158943" y="7196"/>
                  </a:lnTo>
                  <a:lnTo>
                    <a:pt x="193459" y="1032"/>
                  </a:lnTo>
                  <a:lnTo>
                    <a:pt x="200450" y="344"/>
                  </a:lnTo>
                  <a:lnTo>
                    <a:pt x="207458" y="0"/>
                  </a:lnTo>
                  <a:lnTo>
                    <a:pt x="214482" y="0"/>
                  </a:lnTo>
                  <a:lnTo>
                    <a:pt x="221507" y="0"/>
                  </a:lnTo>
                  <a:lnTo>
                    <a:pt x="263215" y="5491"/>
                  </a:lnTo>
                  <a:lnTo>
                    <a:pt x="276743" y="9235"/>
                  </a:lnTo>
                  <a:lnTo>
                    <a:pt x="283465" y="11274"/>
                  </a:lnTo>
                  <a:lnTo>
                    <a:pt x="321784" y="28637"/>
                  </a:lnTo>
                  <a:lnTo>
                    <a:pt x="333642" y="36146"/>
                  </a:lnTo>
                  <a:lnTo>
                    <a:pt x="339483" y="40049"/>
                  </a:lnTo>
                  <a:lnTo>
                    <a:pt x="366144" y="62820"/>
                  </a:lnTo>
                  <a:lnTo>
                    <a:pt x="371111" y="67787"/>
                  </a:lnTo>
                  <a:lnTo>
                    <a:pt x="396721" y="101163"/>
                  </a:lnTo>
                  <a:lnTo>
                    <a:pt x="403639" y="113376"/>
                  </a:lnTo>
                  <a:lnTo>
                    <a:pt x="406950" y="119571"/>
                  </a:lnTo>
                  <a:lnTo>
                    <a:pt x="409950" y="125913"/>
                  </a:lnTo>
                  <a:lnTo>
                    <a:pt x="412638" y="132403"/>
                  </a:lnTo>
                  <a:lnTo>
                    <a:pt x="415326" y="138893"/>
                  </a:lnTo>
                  <a:lnTo>
                    <a:pt x="417690" y="145499"/>
                  </a:lnTo>
                  <a:lnTo>
                    <a:pt x="419729" y="152221"/>
                  </a:lnTo>
                  <a:lnTo>
                    <a:pt x="421768" y="158943"/>
                  </a:lnTo>
                  <a:lnTo>
                    <a:pt x="428621" y="200450"/>
                  </a:lnTo>
                  <a:lnTo>
                    <a:pt x="428965" y="207458"/>
                  </a:lnTo>
                  <a:lnTo>
                    <a:pt x="428965" y="214482"/>
                  </a:lnTo>
                  <a:close/>
                </a:path>
              </a:pathLst>
            </a:custGeom>
            <a:ln w="9524">
              <a:solidFill>
                <a:srgbClr val="6900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20079" y="6171529"/>
              <a:ext cx="246435" cy="24643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620079" y="6171529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5" h="247014">
                  <a:moveTo>
                    <a:pt x="246435" y="123217"/>
                  </a:moveTo>
                  <a:lnTo>
                    <a:pt x="246435" y="131308"/>
                  </a:lnTo>
                  <a:lnTo>
                    <a:pt x="245646" y="139321"/>
                  </a:lnTo>
                  <a:lnTo>
                    <a:pt x="244067" y="147256"/>
                  </a:lnTo>
                  <a:lnTo>
                    <a:pt x="242489" y="155191"/>
                  </a:lnTo>
                  <a:lnTo>
                    <a:pt x="225669" y="191673"/>
                  </a:lnTo>
                  <a:lnTo>
                    <a:pt x="221174" y="198400"/>
                  </a:lnTo>
                  <a:lnTo>
                    <a:pt x="191673" y="225669"/>
                  </a:lnTo>
                  <a:lnTo>
                    <a:pt x="184946" y="230164"/>
                  </a:lnTo>
                  <a:lnTo>
                    <a:pt x="147256" y="244067"/>
                  </a:lnTo>
                  <a:lnTo>
                    <a:pt x="139321" y="245646"/>
                  </a:lnTo>
                  <a:lnTo>
                    <a:pt x="131308" y="246435"/>
                  </a:lnTo>
                  <a:lnTo>
                    <a:pt x="123217" y="246435"/>
                  </a:lnTo>
                  <a:lnTo>
                    <a:pt x="115127" y="246435"/>
                  </a:lnTo>
                  <a:lnTo>
                    <a:pt x="107114" y="245646"/>
                  </a:lnTo>
                  <a:lnTo>
                    <a:pt x="99179" y="244067"/>
                  </a:lnTo>
                  <a:lnTo>
                    <a:pt x="91243" y="242489"/>
                  </a:lnTo>
                  <a:lnTo>
                    <a:pt x="83538" y="240151"/>
                  </a:lnTo>
                  <a:lnTo>
                    <a:pt x="76064" y="237055"/>
                  </a:lnTo>
                  <a:lnTo>
                    <a:pt x="68589" y="233959"/>
                  </a:lnTo>
                  <a:lnTo>
                    <a:pt x="61488" y="230163"/>
                  </a:lnTo>
                  <a:lnTo>
                    <a:pt x="54761" y="225669"/>
                  </a:lnTo>
                  <a:lnTo>
                    <a:pt x="48034" y="221174"/>
                  </a:lnTo>
                  <a:lnTo>
                    <a:pt x="20765" y="191673"/>
                  </a:lnTo>
                  <a:lnTo>
                    <a:pt x="3945" y="155191"/>
                  </a:lnTo>
                  <a:lnTo>
                    <a:pt x="0" y="131308"/>
                  </a:lnTo>
                  <a:lnTo>
                    <a:pt x="0" y="123217"/>
                  </a:lnTo>
                  <a:lnTo>
                    <a:pt x="0" y="115127"/>
                  </a:lnTo>
                  <a:lnTo>
                    <a:pt x="9379" y="76064"/>
                  </a:lnTo>
                  <a:lnTo>
                    <a:pt x="30368" y="41810"/>
                  </a:lnTo>
                  <a:lnTo>
                    <a:pt x="36089" y="36089"/>
                  </a:lnTo>
                  <a:lnTo>
                    <a:pt x="41810" y="30368"/>
                  </a:lnTo>
                  <a:lnTo>
                    <a:pt x="76064" y="9379"/>
                  </a:lnTo>
                  <a:lnTo>
                    <a:pt x="115127" y="0"/>
                  </a:lnTo>
                  <a:lnTo>
                    <a:pt x="123217" y="0"/>
                  </a:lnTo>
                  <a:lnTo>
                    <a:pt x="131308" y="0"/>
                  </a:lnTo>
                  <a:lnTo>
                    <a:pt x="170370" y="9379"/>
                  </a:lnTo>
                  <a:lnTo>
                    <a:pt x="191673" y="20765"/>
                  </a:lnTo>
                  <a:lnTo>
                    <a:pt x="198400" y="25260"/>
                  </a:lnTo>
                  <a:lnTo>
                    <a:pt x="204624" y="30368"/>
                  </a:lnTo>
                  <a:lnTo>
                    <a:pt x="210345" y="36089"/>
                  </a:lnTo>
                  <a:lnTo>
                    <a:pt x="216066" y="41810"/>
                  </a:lnTo>
                  <a:lnTo>
                    <a:pt x="221174" y="48034"/>
                  </a:lnTo>
                  <a:lnTo>
                    <a:pt x="225669" y="54761"/>
                  </a:lnTo>
                  <a:lnTo>
                    <a:pt x="230164" y="61488"/>
                  </a:lnTo>
                  <a:lnTo>
                    <a:pt x="244067" y="99178"/>
                  </a:lnTo>
                  <a:lnTo>
                    <a:pt x="245646" y="107114"/>
                  </a:lnTo>
                  <a:lnTo>
                    <a:pt x="246435" y="115127"/>
                  </a:lnTo>
                  <a:lnTo>
                    <a:pt x="246435" y="123217"/>
                  </a:lnTo>
                  <a:close/>
                </a:path>
              </a:pathLst>
            </a:custGeom>
            <a:ln w="9524">
              <a:solidFill>
                <a:srgbClr val="6900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>
              <a:hlinkClick r:id="rId10"/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41388" y="6866358"/>
              <a:ext cx="480871" cy="79578"/>
            </a:xfrm>
            <a:prstGeom prst="rect">
              <a:avLst/>
            </a:prstGeom>
          </p:spPr>
        </p:pic>
        <p:pic>
          <p:nvPicPr>
            <p:cNvPr id="49" name="object 49">
              <a:hlinkClick r:id="rId10"/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19824" y="6851916"/>
              <a:ext cx="93442" cy="9344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63100" y="6858000"/>
              <a:ext cx="2571749" cy="133349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9545389" y="6864350"/>
            <a:ext cx="261810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75" spc="-300" baseline="4273" dirty="0">
                <a:latin typeface="Arial MT"/>
                <a:cs typeface="Arial MT"/>
              </a:rPr>
              <a:t>©</a:t>
            </a:r>
            <a:r>
              <a:rPr sz="650" spc="-200" dirty="0">
                <a:solidFill>
                  <a:srgbClr val="FFFFFF"/>
                </a:solidFill>
                <a:latin typeface="Arial MT"/>
                <a:cs typeface="Arial MT"/>
              </a:rPr>
              <a:t>©</a:t>
            </a:r>
            <a:r>
              <a:rPr sz="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spc="-262" baseline="4273" dirty="0">
                <a:latin typeface="Arial MT"/>
                <a:cs typeface="Arial MT"/>
              </a:rPr>
              <a:t>2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975" spc="-262" baseline="4273" dirty="0">
                <a:latin typeface="Arial MT"/>
                <a:cs typeface="Arial MT"/>
              </a:rPr>
              <a:t>0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sz="975" spc="-262" baseline="4273" dirty="0">
                <a:latin typeface="Arial MT"/>
                <a:cs typeface="Arial MT"/>
              </a:rPr>
              <a:t>2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975" spc="-262" baseline="4273" dirty="0">
                <a:latin typeface="Arial MT"/>
                <a:cs typeface="Arial MT"/>
              </a:rPr>
              <a:t>5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sz="6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spc="-307" baseline="4273" dirty="0">
                <a:latin typeface="Arial MT"/>
                <a:cs typeface="Arial MT"/>
              </a:rPr>
              <a:t>T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975" spc="-307" baseline="4273" dirty="0">
                <a:latin typeface="Arial MT"/>
                <a:cs typeface="Arial MT"/>
              </a:rPr>
              <a:t>o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307" baseline="4273" dirty="0">
                <a:latin typeface="Arial MT"/>
                <a:cs typeface="Arial MT"/>
              </a:rPr>
              <a:t>m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m</a:t>
            </a:r>
            <a:r>
              <a:rPr sz="975" spc="-307" baseline="4273" dirty="0">
                <a:latin typeface="Arial MT"/>
                <a:cs typeface="Arial MT"/>
              </a:rPr>
              <a:t>T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975" spc="-307" baseline="4273" dirty="0">
                <a:latin typeface="Arial MT"/>
                <a:cs typeface="Arial MT"/>
              </a:rPr>
              <a:t>o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307" baseline="4273" dirty="0">
                <a:latin typeface="Arial MT"/>
                <a:cs typeface="Arial MT"/>
              </a:rPr>
              <a:t>m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m</a:t>
            </a:r>
            <a:r>
              <a:rPr sz="975" spc="-307" baseline="4273" dirty="0">
                <a:latin typeface="Arial MT"/>
                <a:cs typeface="Arial MT"/>
              </a:rPr>
              <a:t>,</a:t>
            </a:r>
            <a:r>
              <a:rPr sz="650" spc="-204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spc="-300" baseline="4273" dirty="0">
                <a:latin typeface="Arial MT"/>
                <a:cs typeface="Arial MT"/>
              </a:rPr>
              <a:t>©</a:t>
            </a:r>
            <a:r>
              <a:rPr sz="650" spc="-200" dirty="0">
                <a:solidFill>
                  <a:srgbClr val="FFFFFF"/>
                </a:solidFill>
                <a:latin typeface="Arial MT"/>
                <a:cs typeface="Arial MT"/>
              </a:rPr>
              <a:t>©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spc="-262" baseline="4273" dirty="0">
                <a:latin typeface="Arial MT"/>
                <a:cs typeface="Arial MT"/>
              </a:rPr>
              <a:t>2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975" spc="-262" baseline="4273" dirty="0">
                <a:latin typeface="Arial MT"/>
                <a:cs typeface="Arial MT"/>
              </a:rPr>
              <a:t>0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sz="975" spc="-262" baseline="4273" dirty="0">
                <a:latin typeface="Arial MT"/>
                <a:cs typeface="Arial MT"/>
              </a:rPr>
              <a:t>2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975" spc="-262" baseline="4273" dirty="0">
                <a:latin typeface="Arial MT"/>
                <a:cs typeface="Arial MT"/>
              </a:rPr>
              <a:t>5</a:t>
            </a:r>
            <a:r>
              <a:rPr sz="650" spc="-175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spc="-217" baseline="4273" dirty="0">
                <a:latin typeface="Arial MT"/>
                <a:cs typeface="Arial MT"/>
              </a:rPr>
              <a:t>M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M</a:t>
            </a:r>
            <a:r>
              <a:rPr sz="975" spc="-217" baseline="4273" dirty="0">
                <a:latin typeface="Arial MT"/>
                <a:cs typeface="Arial MT"/>
              </a:rPr>
              <a:t>i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975" spc="-217" baseline="4273" dirty="0">
                <a:latin typeface="Arial MT"/>
                <a:cs typeface="Arial MT"/>
              </a:rPr>
              <a:t>c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975" spc="-217" baseline="4273" dirty="0">
                <a:latin typeface="Arial MT"/>
                <a:cs typeface="Arial MT"/>
              </a:rPr>
              <a:t>r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sz="975" spc="-217" baseline="4273" dirty="0">
                <a:latin typeface="Arial MT"/>
                <a:cs typeface="Arial MT"/>
              </a:rPr>
              <a:t>o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217" baseline="4273" dirty="0">
                <a:latin typeface="Arial MT"/>
                <a:cs typeface="Arial MT"/>
              </a:rPr>
              <a:t>s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sz="975" spc="-217" baseline="4273" dirty="0">
                <a:latin typeface="Arial MT"/>
                <a:cs typeface="Arial MT"/>
              </a:rPr>
              <a:t>o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217" baseline="4273" dirty="0">
                <a:latin typeface="Arial MT"/>
                <a:cs typeface="Arial MT"/>
              </a:rPr>
              <a:t>f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f</a:t>
            </a:r>
            <a:r>
              <a:rPr sz="975" spc="-217" baseline="4273" dirty="0">
                <a:latin typeface="Arial MT"/>
                <a:cs typeface="Arial MT"/>
              </a:rPr>
              <a:t>t</a:t>
            </a:r>
            <a:r>
              <a:rPr sz="650" spc="-145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spc="-225" baseline="4273" dirty="0">
                <a:latin typeface="Arial MT"/>
                <a:cs typeface="Arial MT"/>
              </a:rPr>
              <a:t>C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975" spc="-225" baseline="4273" dirty="0">
                <a:latin typeface="Arial MT"/>
                <a:cs typeface="Arial MT"/>
              </a:rPr>
              <a:t>o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225" baseline="4273" dirty="0">
                <a:latin typeface="Arial MT"/>
                <a:cs typeface="Arial MT"/>
              </a:rPr>
              <a:t>r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sz="975" spc="-225" baseline="4273" dirty="0">
                <a:latin typeface="Arial MT"/>
                <a:cs typeface="Arial MT"/>
              </a:rPr>
              <a:t>p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p</a:t>
            </a:r>
            <a:r>
              <a:rPr sz="975" spc="-225" baseline="4273" dirty="0">
                <a:latin typeface="Arial MT"/>
                <a:cs typeface="Arial MT"/>
              </a:rPr>
              <a:t>o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225" baseline="4273" dirty="0">
                <a:latin typeface="Arial MT"/>
                <a:cs typeface="Arial MT"/>
              </a:rPr>
              <a:t>r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sz="975" spc="-225" baseline="4273" dirty="0">
                <a:latin typeface="Arial MT"/>
                <a:cs typeface="Arial MT"/>
              </a:rPr>
              <a:t>a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975" spc="-225" baseline="4273" dirty="0">
                <a:latin typeface="Arial MT"/>
                <a:cs typeface="Arial MT"/>
              </a:rPr>
              <a:t>t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975" spc="-225" baseline="4273" dirty="0">
                <a:latin typeface="Arial MT"/>
                <a:cs typeface="Arial MT"/>
              </a:rPr>
              <a:t>i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975" spc="-225" baseline="4273" dirty="0">
                <a:latin typeface="Arial MT"/>
                <a:cs typeface="Arial MT"/>
              </a:rPr>
              <a:t>o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975" spc="-225" baseline="4273" dirty="0">
                <a:latin typeface="Arial MT"/>
                <a:cs typeface="Arial MT"/>
              </a:rPr>
              <a:t>n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sz="975" spc="-225" baseline="4273" dirty="0">
                <a:latin typeface="Arial MT"/>
                <a:cs typeface="Arial MT"/>
              </a:rPr>
              <a:t>,</a:t>
            </a:r>
            <a:r>
              <a:rPr sz="650" spc="-15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75" u="sng" spc="-300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©</a:t>
            </a:r>
            <a:r>
              <a:rPr sz="650" u="sng" spc="-20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©</a:t>
            </a:r>
            <a:r>
              <a:rPr sz="650" u="sng" spc="-15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O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O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p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p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n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n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S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S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r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r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e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t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M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M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a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a</a:t>
            </a:r>
            <a:r>
              <a:rPr sz="975" u="sng" spc="-225" baseline="4273" dirty="0">
                <a:solidFill>
                  <a:srgbClr val="1F3A93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p</a:t>
            </a:r>
            <a:r>
              <a:rPr sz="650" u="sng" spc="-150" dirty="0">
                <a:solidFill>
                  <a:srgbClr val="FFFFFF"/>
                </a:solidFill>
                <a:uFill>
                  <a:solidFill>
                    <a:srgbClr val="1F3A93"/>
                  </a:solidFill>
                </a:uFill>
                <a:latin typeface="Arial MT"/>
                <a:cs typeface="Arial MT"/>
                <a:hlinkClick r:id="rId14"/>
              </a:rPr>
              <a:t>p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228600" y="920750"/>
            <a:ext cx="12192000" cy="762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Distribuição</a:t>
            </a:r>
            <a:r>
              <a:rPr sz="2400" spc="-65" dirty="0"/>
              <a:t> </a:t>
            </a:r>
            <a:r>
              <a:rPr sz="2400" dirty="0"/>
              <a:t>de</a:t>
            </a:r>
            <a:r>
              <a:rPr sz="2400" spc="-65" dirty="0"/>
              <a:t> </a:t>
            </a:r>
            <a:r>
              <a:rPr sz="2400" dirty="0"/>
              <a:t>Lucro,</a:t>
            </a:r>
            <a:r>
              <a:rPr sz="2400" spc="-65" dirty="0"/>
              <a:t> </a:t>
            </a:r>
            <a:r>
              <a:rPr sz="2400" spc="-20" dirty="0"/>
              <a:t>Vendas</a:t>
            </a:r>
            <a:r>
              <a:rPr sz="2400" spc="-65" dirty="0"/>
              <a:t> </a:t>
            </a:r>
            <a:r>
              <a:rPr sz="2400" spc="-50" dirty="0"/>
              <a:t>e</a:t>
            </a:r>
            <a:endParaRPr sz="2400"/>
          </a:p>
          <a:p>
            <a:pPr marL="504190">
              <a:lnSpc>
                <a:spcPct val="100000"/>
              </a:lnSpc>
              <a:spcBef>
                <a:spcPts val="45"/>
              </a:spcBef>
            </a:pPr>
            <a:r>
              <a:rPr sz="2400" dirty="0"/>
              <a:t>Unidades</a:t>
            </a:r>
            <a:r>
              <a:rPr sz="2400" spc="-55" dirty="0"/>
              <a:t> </a:t>
            </a:r>
            <a:r>
              <a:rPr sz="2400" dirty="0"/>
              <a:t>vendidas</a:t>
            </a:r>
            <a:r>
              <a:rPr sz="2400" spc="-50" dirty="0"/>
              <a:t> </a:t>
            </a:r>
            <a:r>
              <a:rPr sz="2400" dirty="0"/>
              <a:t>por</a:t>
            </a:r>
            <a:r>
              <a:rPr sz="2400" spc="-55" dirty="0"/>
              <a:t> </a:t>
            </a:r>
            <a:r>
              <a:rPr sz="2400" dirty="0"/>
              <a:t>país</a:t>
            </a:r>
            <a:r>
              <a:rPr sz="2400" spc="-50" dirty="0"/>
              <a:t> </a:t>
            </a:r>
            <a:r>
              <a:rPr sz="2400" dirty="0"/>
              <a:t>e</a:t>
            </a:r>
            <a:r>
              <a:rPr sz="2400" spc="-55" dirty="0"/>
              <a:t> </a:t>
            </a:r>
            <a:r>
              <a:rPr sz="2400" spc="-10" dirty="0"/>
              <a:t>segmento</a:t>
            </a:r>
            <a:endParaRPr sz="2400"/>
          </a:p>
        </p:txBody>
      </p:sp>
      <p:sp>
        <p:nvSpPr>
          <p:cNvPr id="53" name="object 53"/>
          <p:cNvSpPr txBox="1"/>
          <p:nvPr/>
        </p:nvSpPr>
        <p:spPr>
          <a:xfrm>
            <a:off x="511175" y="4629213"/>
            <a:ext cx="21316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Soma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de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Lucro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por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252423"/>
                </a:solidFill>
                <a:latin typeface="Trebuchet MS"/>
                <a:cs typeface="Trebuchet MS"/>
              </a:rPr>
              <a:t>Segmento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16731" y="4888705"/>
            <a:ext cx="5358130" cy="2157730"/>
            <a:chOff x="516731" y="4888705"/>
            <a:chExt cx="5358130" cy="2157730"/>
          </a:xfrm>
        </p:grpSpPr>
        <p:sp>
          <p:nvSpPr>
            <p:cNvPr id="55" name="object 55"/>
            <p:cNvSpPr/>
            <p:nvPr/>
          </p:nvSpPr>
          <p:spPr>
            <a:xfrm>
              <a:off x="523874" y="4895849"/>
              <a:ext cx="3475990" cy="2143125"/>
            </a:xfrm>
            <a:custGeom>
              <a:avLst/>
              <a:gdLst/>
              <a:ahLst/>
              <a:cxnLst/>
              <a:rect l="l" t="t" r="r" b="b"/>
              <a:pathLst>
                <a:path w="3475990" h="2143125">
                  <a:moveTo>
                    <a:pt x="3475675" y="2143124"/>
                  </a:moveTo>
                  <a:lnTo>
                    <a:pt x="0" y="2143124"/>
                  </a:lnTo>
                  <a:lnTo>
                    <a:pt x="0" y="0"/>
                  </a:lnTo>
                  <a:lnTo>
                    <a:pt x="3475675" y="0"/>
                  </a:lnTo>
                  <a:lnTo>
                    <a:pt x="3475675" y="2143124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23874" y="4895849"/>
              <a:ext cx="3475990" cy="2143125"/>
            </a:xfrm>
            <a:custGeom>
              <a:avLst/>
              <a:gdLst/>
              <a:ahLst/>
              <a:cxnLst/>
              <a:rect l="l" t="t" r="r" b="b"/>
              <a:pathLst>
                <a:path w="3475990" h="2143125">
                  <a:moveTo>
                    <a:pt x="0" y="0"/>
                  </a:moveTo>
                  <a:lnTo>
                    <a:pt x="3475675" y="0"/>
                  </a:lnTo>
                  <a:lnTo>
                    <a:pt x="3475675" y="2143124"/>
                  </a:lnTo>
                  <a:lnTo>
                    <a:pt x="0" y="2143124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99550" y="4895849"/>
              <a:ext cx="1868170" cy="1450975"/>
            </a:xfrm>
            <a:custGeom>
              <a:avLst/>
              <a:gdLst/>
              <a:ahLst/>
              <a:cxnLst/>
              <a:rect l="l" t="t" r="r" b="b"/>
              <a:pathLst>
                <a:path w="1868170" h="1450975">
                  <a:moveTo>
                    <a:pt x="1867849" y="1450852"/>
                  </a:moveTo>
                  <a:lnTo>
                    <a:pt x="0" y="1450852"/>
                  </a:lnTo>
                  <a:lnTo>
                    <a:pt x="0" y="0"/>
                  </a:lnTo>
                  <a:lnTo>
                    <a:pt x="1867849" y="0"/>
                  </a:lnTo>
                  <a:lnTo>
                    <a:pt x="1867849" y="1450852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999550" y="4895849"/>
              <a:ext cx="1868170" cy="1450975"/>
            </a:xfrm>
            <a:custGeom>
              <a:avLst/>
              <a:gdLst/>
              <a:ahLst/>
              <a:cxnLst/>
              <a:rect l="l" t="t" r="r" b="b"/>
              <a:pathLst>
                <a:path w="1868170" h="1450975">
                  <a:moveTo>
                    <a:pt x="0" y="0"/>
                  </a:moveTo>
                  <a:lnTo>
                    <a:pt x="1867849" y="0"/>
                  </a:lnTo>
                  <a:lnTo>
                    <a:pt x="1867849" y="1450852"/>
                  </a:lnTo>
                  <a:lnTo>
                    <a:pt x="0" y="145085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999550" y="6346702"/>
              <a:ext cx="1244600" cy="692785"/>
            </a:xfrm>
            <a:custGeom>
              <a:avLst/>
              <a:gdLst/>
              <a:ahLst/>
              <a:cxnLst/>
              <a:rect l="l" t="t" r="r" b="b"/>
              <a:pathLst>
                <a:path w="1244600" h="692784">
                  <a:moveTo>
                    <a:pt x="1244161" y="692272"/>
                  </a:moveTo>
                  <a:lnTo>
                    <a:pt x="0" y="692272"/>
                  </a:lnTo>
                  <a:lnTo>
                    <a:pt x="0" y="0"/>
                  </a:lnTo>
                  <a:lnTo>
                    <a:pt x="1244161" y="0"/>
                  </a:lnTo>
                  <a:lnTo>
                    <a:pt x="1244161" y="692272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99550" y="6346702"/>
              <a:ext cx="1244600" cy="692785"/>
            </a:xfrm>
            <a:custGeom>
              <a:avLst/>
              <a:gdLst/>
              <a:ahLst/>
              <a:cxnLst/>
              <a:rect l="l" t="t" r="r" b="b"/>
              <a:pathLst>
                <a:path w="1244600" h="692784">
                  <a:moveTo>
                    <a:pt x="0" y="0"/>
                  </a:moveTo>
                  <a:lnTo>
                    <a:pt x="1244161" y="0"/>
                  </a:lnTo>
                  <a:lnTo>
                    <a:pt x="1244161" y="692272"/>
                  </a:lnTo>
                  <a:lnTo>
                    <a:pt x="0" y="69227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43711" y="6346702"/>
              <a:ext cx="624205" cy="692785"/>
            </a:xfrm>
            <a:custGeom>
              <a:avLst/>
              <a:gdLst/>
              <a:ahLst/>
              <a:cxnLst/>
              <a:rect l="l" t="t" r="r" b="b"/>
              <a:pathLst>
                <a:path w="624204" h="692784">
                  <a:moveTo>
                    <a:pt x="623688" y="692272"/>
                  </a:moveTo>
                  <a:lnTo>
                    <a:pt x="0" y="692272"/>
                  </a:lnTo>
                  <a:lnTo>
                    <a:pt x="0" y="0"/>
                  </a:lnTo>
                  <a:lnTo>
                    <a:pt x="623688" y="0"/>
                  </a:lnTo>
                  <a:lnTo>
                    <a:pt x="623688" y="692272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243711" y="6346702"/>
              <a:ext cx="624205" cy="692785"/>
            </a:xfrm>
            <a:custGeom>
              <a:avLst/>
              <a:gdLst/>
              <a:ahLst/>
              <a:cxnLst/>
              <a:rect l="l" t="t" r="r" b="b"/>
              <a:pathLst>
                <a:path w="624204" h="692784">
                  <a:moveTo>
                    <a:pt x="0" y="0"/>
                  </a:moveTo>
                  <a:lnTo>
                    <a:pt x="623688" y="0"/>
                  </a:lnTo>
                  <a:lnTo>
                    <a:pt x="623688" y="692272"/>
                  </a:lnTo>
                  <a:lnTo>
                    <a:pt x="0" y="692272"/>
                  </a:lnTo>
                  <a:lnTo>
                    <a:pt x="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571500" y="4930756"/>
            <a:ext cx="8464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GOVERNMENT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047083" y="4930756"/>
            <a:ext cx="9861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SMALL</a:t>
            </a:r>
            <a:r>
              <a:rPr sz="10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BUSINESS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71500" y="6864350"/>
            <a:ext cx="4457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11,39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047083" y="6106850"/>
            <a:ext cx="1783080" cy="45275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1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4,14</a:t>
            </a:r>
            <a:r>
              <a:rPr sz="9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CHANNEL</a:t>
            </a:r>
            <a:r>
              <a:rPr sz="10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PARTNE…</a:t>
            </a:r>
            <a:r>
              <a:rPr sz="1000" spc="46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MIDMA…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047083" y="6864350"/>
            <a:ext cx="3841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1,32</a:t>
            </a:r>
            <a:r>
              <a:rPr sz="9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291286" y="6864350"/>
            <a:ext cx="3841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0,66</a:t>
            </a:r>
            <a:r>
              <a:rPr sz="9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Mi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370</Words>
  <Application>Microsoft Office PowerPoint</Application>
  <PresentationFormat>Personalizar</PresentationFormat>
  <Paragraphs>150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Arial MT</vt:lpstr>
      <vt:lpstr>Calibri</vt:lpstr>
      <vt:lpstr>Lucida Sans Unicode</vt:lpstr>
      <vt:lpstr>Segoe UI</vt:lpstr>
      <vt:lpstr>Trebuchet MS</vt:lpstr>
      <vt:lpstr>Office Theme</vt:lpstr>
      <vt:lpstr>Relatório de Vendas Considerando Produtos e Segmento</vt:lpstr>
      <vt:lpstr>Relatório de Vendas Considerando Países e Lucro</vt:lpstr>
      <vt:lpstr>Distribuição de Lucro, Vendas e Unidades vendidas por país e segmento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Vinicius Augusto</dc:creator>
  <cp:lastModifiedBy>Vinicius Augusto</cp:lastModifiedBy>
  <cp:revision>1</cp:revision>
  <dcterms:created xsi:type="dcterms:W3CDTF">2025-12-04T19:06:29Z</dcterms:created>
  <dcterms:modified xsi:type="dcterms:W3CDTF">2025-12-04T19:07:28Z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Creator">
    <vt:lpwstr>PDFium</vt:lpwstr>
  </property>
  <property fmtid="{D5CDD505-2E9C-101B-9397-08002B2CF9AE}" pid="4" name="LastSaved">
    <vt:filetime>2025-12-04T00:00:00Z</vt:filetime>
  </property>
  <property fmtid="{D5CDD505-2E9C-101B-9397-08002B2CF9AE}" pid="5" name="Producer">
    <vt:lpwstr>PDFium</vt:lpwstr>
  </property>
</Properties>
</file>