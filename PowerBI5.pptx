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0693400" cy="7562850"/>
  <p:notesSz cx="10693400" cy="7562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3548" y="1152143"/>
            <a:ext cx="10305287" cy="914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93548" y="2185416"/>
            <a:ext cx="10305287" cy="38501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3548" y="1159763"/>
            <a:ext cx="10305287" cy="344423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93548" y="1496567"/>
            <a:ext cx="10305287" cy="688848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92024" y="880872"/>
            <a:ext cx="10308590" cy="5798820"/>
          </a:xfrm>
          <a:custGeom>
            <a:avLst/>
            <a:gdLst/>
            <a:ahLst/>
            <a:cxnLst/>
            <a:rect l="l" t="t" r="r" b="b"/>
            <a:pathLst>
              <a:path w="10308590" h="5798820">
                <a:moveTo>
                  <a:pt x="0" y="5798820"/>
                </a:moveTo>
                <a:lnTo>
                  <a:pt x="0" y="0"/>
                </a:lnTo>
                <a:lnTo>
                  <a:pt x="10308336" y="0"/>
                </a:lnTo>
                <a:lnTo>
                  <a:pt x="10308336" y="5798820"/>
                </a:lnTo>
                <a:lnTo>
                  <a:pt x="0" y="57988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514"/>
            <a:ext cx="9624060" cy="12100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image" Target="../media/image15.png"/><Relationship Id="rId13" Type="http://schemas.openxmlformats.org/officeDocument/2006/relationships/image" Target="../media/image16.png"/><Relationship Id="rId14" Type="http://schemas.openxmlformats.org/officeDocument/2006/relationships/image" Target="../media/image17.png"/><Relationship Id="rId15" Type="http://schemas.openxmlformats.org/officeDocument/2006/relationships/image" Target="../media/image18.jpg"/><Relationship Id="rId16" Type="http://schemas.openxmlformats.org/officeDocument/2006/relationships/image" Target="../media/image19.png"/><Relationship Id="rId17" Type="http://schemas.openxmlformats.org/officeDocument/2006/relationships/image" Target="../media/image20.png"/><Relationship Id="rId18" Type="http://schemas.openxmlformats.org/officeDocument/2006/relationships/image" Target="../media/image21.png"/><Relationship Id="rId19" Type="http://schemas.openxmlformats.org/officeDocument/2006/relationships/image" Target="../media/image22.png"/><Relationship Id="rId20" Type="http://schemas.openxmlformats.org/officeDocument/2006/relationships/image" Target="../media/image23.png"/><Relationship Id="rId21" Type="http://schemas.openxmlformats.org/officeDocument/2006/relationships/image" Target="../media/image24.png"/><Relationship Id="rId22" Type="http://schemas.openxmlformats.org/officeDocument/2006/relationships/image" Target="../media/image25.png"/><Relationship Id="rId23" Type="http://schemas.openxmlformats.org/officeDocument/2006/relationships/image" Target="../media/image26.png"/><Relationship Id="rId24" Type="http://schemas.openxmlformats.org/officeDocument/2006/relationships/image" Target="../media/image27.png"/><Relationship Id="rId25" Type="http://schemas.openxmlformats.org/officeDocument/2006/relationships/image" Target="../media/image28.png"/><Relationship Id="rId26" Type="http://schemas.openxmlformats.org/officeDocument/2006/relationships/image" Target="../media/image29.png"/><Relationship Id="rId27" Type="http://schemas.openxmlformats.org/officeDocument/2006/relationships/image" Target="../media/image30.png"/><Relationship Id="rId28" Type="http://schemas.openxmlformats.org/officeDocument/2006/relationships/image" Target="../media/image31.png"/><Relationship Id="rId29" Type="http://schemas.openxmlformats.org/officeDocument/2006/relationships/image" Target="../media/image32.png"/><Relationship Id="rId30" Type="http://schemas.openxmlformats.org/officeDocument/2006/relationships/image" Target="../media/image33.png"/><Relationship Id="rId31" Type="http://schemas.openxmlformats.org/officeDocument/2006/relationships/image" Target="../media/image34.png"/><Relationship Id="rId32" Type="http://schemas.openxmlformats.org/officeDocument/2006/relationships/image" Target="../media/image35.png"/><Relationship Id="rId33" Type="http://schemas.openxmlformats.org/officeDocument/2006/relationships/image" Target="../media/image36.png"/><Relationship Id="rId34" Type="http://schemas.openxmlformats.org/officeDocument/2006/relationships/image" Target="../media/image37.png"/><Relationship Id="rId35" Type="http://schemas.openxmlformats.org/officeDocument/2006/relationships/image" Target="../media/image38.png"/><Relationship Id="rId36" Type="http://schemas.openxmlformats.org/officeDocument/2006/relationships/image" Target="../media/image39.png"/><Relationship Id="rId37" Type="http://schemas.openxmlformats.org/officeDocument/2006/relationships/image" Target="../media/image40.png"/><Relationship Id="rId38" Type="http://schemas.openxmlformats.org/officeDocument/2006/relationships/image" Target="../media/image41.png"/><Relationship Id="rId39" Type="http://schemas.openxmlformats.org/officeDocument/2006/relationships/image" Target="../media/image42.png"/><Relationship Id="rId40" Type="http://schemas.openxmlformats.org/officeDocument/2006/relationships/image" Target="../media/image43.png"/><Relationship Id="rId41" Type="http://schemas.openxmlformats.org/officeDocument/2006/relationships/image" Target="../media/image44.png"/><Relationship Id="rId42" Type="http://schemas.openxmlformats.org/officeDocument/2006/relationships/image" Target="../media/image45.png"/><Relationship Id="rId43" Type="http://schemas.openxmlformats.org/officeDocument/2006/relationships/image" Target="../media/image46.png"/><Relationship Id="rId44" Type="http://schemas.openxmlformats.org/officeDocument/2006/relationships/image" Target="../media/image47.png"/><Relationship Id="rId45" Type="http://schemas.openxmlformats.org/officeDocument/2006/relationships/image" Target="../media/image48.png"/><Relationship Id="rId46" Type="http://schemas.openxmlformats.org/officeDocument/2006/relationships/image" Target="../media/image49.png"/><Relationship Id="rId47" Type="http://schemas.openxmlformats.org/officeDocument/2006/relationships/image" Target="../media/image50.png"/><Relationship Id="rId48" Type="http://schemas.openxmlformats.org/officeDocument/2006/relationships/image" Target="../media/image51.png"/><Relationship Id="rId49" Type="http://schemas.openxmlformats.org/officeDocument/2006/relationships/image" Target="../media/image52.png"/><Relationship Id="rId50" Type="http://schemas.openxmlformats.org/officeDocument/2006/relationships/image" Target="../media/image53.png"/><Relationship Id="rId51" Type="http://schemas.openxmlformats.org/officeDocument/2006/relationships/image" Target="../media/image54.png"/><Relationship Id="rId52" Type="http://schemas.openxmlformats.org/officeDocument/2006/relationships/image" Target="../media/image55.png"/><Relationship Id="rId53" Type="http://schemas.openxmlformats.org/officeDocument/2006/relationships/image" Target="../media/image56.png"/><Relationship Id="rId54" Type="http://schemas.openxmlformats.org/officeDocument/2006/relationships/image" Target="../media/image57.png"/><Relationship Id="rId55" Type="http://schemas.openxmlformats.org/officeDocument/2006/relationships/image" Target="../media/image58.png"/><Relationship Id="rId56" Type="http://schemas.openxmlformats.org/officeDocument/2006/relationships/image" Target="../media/image59.png"/><Relationship Id="rId57" Type="http://schemas.openxmlformats.org/officeDocument/2006/relationships/image" Target="../media/image60.png"/><Relationship Id="rId58" Type="http://schemas.openxmlformats.org/officeDocument/2006/relationships/image" Target="../media/image61.png"/><Relationship Id="rId59" Type="http://schemas.openxmlformats.org/officeDocument/2006/relationships/image" Target="../media/image62.png"/><Relationship Id="rId60" Type="http://schemas.openxmlformats.org/officeDocument/2006/relationships/image" Target="../media/image63.png"/><Relationship Id="rId61" Type="http://schemas.openxmlformats.org/officeDocument/2006/relationships/image" Target="../media/image64.png"/><Relationship Id="rId62" Type="http://schemas.openxmlformats.org/officeDocument/2006/relationships/image" Target="../media/image65.png"/><Relationship Id="rId63" Type="http://schemas.openxmlformats.org/officeDocument/2006/relationships/image" Target="../media/image66.png"/><Relationship Id="rId64" Type="http://schemas.openxmlformats.org/officeDocument/2006/relationships/image" Target="../media/image67.png"/><Relationship Id="rId65" Type="http://schemas.openxmlformats.org/officeDocument/2006/relationships/image" Target="../media/image68.png"/><Relationship Id="rId66" Type="http://schemas.openxmlformats.org/officeDocument/2006/relationships/image" Target="../media/image69.png"/><Relationship Id="rId67" Type="http://schemas.openxmlformats.org/officeDocument/2006/relationships/image" Target="../media/image70.png"/><Relationship Id="rId68" Type="http://schemas.openxmlformats.org/officeDocument/2006/relationships/image" Target="../media/image71.png"/><Relationship Id="rId69" Type="http://schemas.openxmlformats.org/officeDocument/2006/relationships/image" Target="../media/image72.png"/><Relationship Id="rId70" Type="http://schemas.openxmlformats.org/officeDocument/2006/relationships/image" Target="../media/image73.png"/><Relationship Id="rId71" Type="http://schemas.openxmlformats.org/officeDocument/2006/relationships/image" Target="../media/image74.png"/><Relationship Id="rId72" Type="http://schemas.openxmlformats.org/officeDocument/2006/relationships/image" Target="../media/image75.png"/><Relationship Id="rId73" Type="http://schemas.openxmlformats.org/officeDocument/2006/relationships/image" Target="../media/image76.png"/><Relationship Id="rId74" Type="http://schemas.openxmlformats.org/officeDocument/2006/relationships/image" Target="../media/image77.png"/><Relationship Id="rId75" Type="http://schemas.openxmlformats.org/officeDocument/2006/relationships/image" Target="../media/image78.png"/><Relationship Id="rId76" Type="http://schemas.openxmlformats.org/officeDocument/2006/relationships/image" Target="../media/image79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0.jpg"/><Relationship Id="rId3" Type="http://schemas.openxmlformats.org/officeDocument/2006/relationships/image" Target="../media/image81.png"/><Relationship Id="rId4" Type="http://schemas.openxmlformats.org/officeDocument/2006/relationships/image" Target="../media/image82.png"/><Relationship Id="rId5" Type="http://schemas.openxmlformats.org/officeDocument/2006/relationships/image" Target="../media/image83.png"/><Relationship Id="rId6" Type="http://schemas.openxmlformats.org/officeDocument/2006/relationships/image" Target="../media/image84.png"/><Relationship Id="rId7" Type="http://schemas.openxmlformats.org/officeDocument/2006/relationships/image" Target="../media/image85.png"/><Relationship Id="rId8" Type="http://schemas.openxmlformats.org/officeDocument/2006/relationships/image" Target="../media/image86.png"/><Relationship Id="rId9" Type="http://schemas.openxmlformats.org/officeDocument/2006/relationships/image" Target="../media/image87.png"/><Relationship Id="rId10" Type="http://schemas.openxmlformats.org/officeDocument/2006/relationships/image" Target="../media/image88.png"/><Relationship Id="rId11" Type="http://schemas.openxmlformats.org/officeDocument/2006/relationships/image" Target="../media/image89.png"/><Relationship Id="rId12" Type="http://schemas.openxmlformats.org/officeDocument/2006/relationships/image" Target="../media/image90.png"/><Relationship Id="rId13" Type="http://schemas.openxmlformats.org/officeDocument/2006/relationships/image" Target="../media/image91.png"/><Relationship Id="rId14" Type="http://schemas.openxmlformats.org/officeDocument/2006/relationships/image" Target="../media/image92.png"/><Relationship Id="rId15" Type="http://schemas.openxmlformats.org/officeDocument/2006/relationships/image" Target="../media/image93.png"/><Relationship Id="rId16" Type="http://schemas.openxmlformats.org/officeDocument/2006/relationships/image" Target="../media/image94.png"/><Relationship Id="rId17" Type="http://schemas.openxmlformats.org/officeDocument/2006/relationships/image" Target="../media/image95.png"/><Relationship Id="rId18" Type="http://schemas.openxmlformats.org/officeDocument/2006/relationships/image" Target="../media/image96.png"/><Relationship Id="rId19" Type="http://schemas.openxmlformats.org/officeDocument/2006/relationships/image" Target="../media/image97.png"/><Relationship Id="rId20" Type="http://schemas.openxmlformats.org/officeDocument/2006/relationships/image" Target="../media/image98.png"/><Relationship Id="rId21" Type="http://schemas.openxmlformats.org/officeDocument/2006/relationships/image" Target="../media/image99.png"/><Relationship Id="rId22" Type="http://schemas.openxmlformats.org/officeDocument/2006/relationships/image" Target="../media/image100.png"/><Relationship Id="rId23" Type="http://schemas.openxmlformats.org/officeDocument/2006/relationships/image" Target="../media/image101.png"/><Relationship Id="rId24" Type="http://schemas.openxmlformats.org/officeDocument/2006/relationships/image" Target="../media/image102.png"/><Relationship Id="rId25" Type="http://schemas.openxmlformats.org/officeDocument/2006/relationships/image" Target="../media/image103.png"/><Relationship Id="rId26" Type="http://schemas.openxmlformats.org/officeDocument/2006/relationships/image" Target="../media/image104.png"/><Relationship Id="rId27" Type="http://schemas.openxmlformats.org/officeDocument/2006/relationships/image" Target="../media/image105.png"/><Relationship Id="rId28" Type="http://schemas.openxmlformats.org/officeDocument/2006/relationships/image" Target="../media/image106.png"/><Relationship Id="rId29" Type="http://schemas.openxmlformats.org/officeDocument/2006/relationships/image" Target="../media/image107.png"/><Relationship Id="rId30" Type="http://schemas.openxmlformats.org/officeDocument/2006/relationships/image" Target="../media/image108.png"/><Relationship Id="rId31" Type="http://schemas.openxmlformats.org/officeDocument/2006/relationships/image" Target="../media/image109.png"/><Relationship Id="rId32" Type="http://schemas.openxmlformats.org/officeDocument/2006/relationships/image" Target="../media/image110.png"/><Relationship Id="rId33" Type="http://schemas.openxmlformats.org/officeDocument/2006/relationships/image" Target="../media/image111.png"/><Relationship Id="rId34" Type="http://schemas.openxmlformats.org/officeDocument/2006/relationships/image" Target="../media/image112.png"/><Relationship Id="rId35" Type="http://schemas.openxmlformats.org/officeDocument/2006/relationships/image" Target="../media/image113.png"/><Relationship Id="rId36" Type="http://schemas.openxmlformats.org/officeDocument/2006/relationships/image" Target="../media/image114.png"/><Relationship Id="rId37" Type="http://schemas.openxmlformats.org/officeDocument/2006/relationships/image" Target="../media/image115.png"/><Relationship Id="rId38" Type="http://schemas.openxmlformats.org/officeDocument/2006/relationships/image" Target="../media/image116.png"/><Relationship Id="rId39" Type="http://schemas.openxmlformats.org/officeDocument/2006/relationships/image" Target="../media/image117.png"/><Relationship Id="rId40" Type="http://schemas.openxmlformats.org/officeDocument/2006/relationships/image" Target="../media/image118.png"/><Relationship Id="rId41" Type="http://schemas.openxmlformats.org/officeDocument/2006/relationships/image" Target="../media/image119.png"/><Relationship Id="rId42" Type="http://schemas.openxmlformats.org/officeDocument/2006/relationships/image" Target="../media/image120.png"/><Relationship Id="rId43" Type="http://schemas.openxmlformats.org/officeDocument/2006/relationships/image" Target="../media/image121.png"/><Relationship Id="rId44" Type="http://schemas.openxmlformats.org/officeDocument/2006/relationships/image" Target="../media/image122.png"/><Relationship Id="rId45" Type="http://schemas.openxmlformats.org/officeDocument/2006/relationships/image" Target="../media/image123.png"/><Relationship Id="rId46" Type="http://schemas.openxmlformats.org/officeDocument/2006/relationships/image" Target="../media/image124.png"/><Relationship Id="rId47" Type="http://schemas.openxmlformats.org/officeDocument/2006/relationships/image" Target="../media/image125.png"/><Relationship Id="rId48" Type="http://schemas.openxmlformats.org/officeDocument/2006/relationships/image" Target="../media/image126.png"/><Relationship Id="rId49" Type="http://schemas.openxmlformats.org/officeDocument/2006/relationships/image" Target="../media/image127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8.png"/><Relationship Id="rId3" Type="http://schemas.openxmlformats.org/officeDocument/2006/relationships/image" Target="../media/image129.png"/><Relationship Id="rId4" Type="http://schemas.openxmlformats.org/officeDocument/2006/relationships/image" Target="../media/image130.png"/><Relationship Id="rId5" Type="http://schemas.openxmlformats.org/officeDocument/2006/relationships/image" Target="../media/image131.png"/><Relationship Id="rId6" Type="http://schemas.openxmlformats.org/officeDocument/2006/relationships/image" Target="../media/image132.png"/><Relationship Id="rId7" Type="http://schemas.openxmlformats.org/officeDocument/2006/relationships/image" Target="../media/image133.png"/><Relationship Id="rId8" Type="http://schemas.openxmlformats.org/officeDocument/2006/relationships/image" Target="../media/image134.png"/><Relationship Id="rId9" Type="http://schemas.openxmlformats.org/officeDocument/2006/relationships/image" Target="../media/image135.png"/><Relationship Id="rId10" Type="http://schemas.openxmlformats.org/officeDocument/2006/relationships/image" Target="../media/image136.png"/><Relationship Id="rId11" Type="http://schemas.openxmlformats.org/officeDocument/2006/relationships/image" Target="../media/image137.png"/><Relationship Id="rId12" Type="http://schemas.openxmlformats.org/officeDocument/2006/relationships/image" Target="../media/image138.png"/><Relationship Id="rId13" Type="http://schemas.openxmlformats.org/officeDocument/2006/relationships/image" Target="../media/image139.png"/><Relationship Id="rId14" Type="http://schemas.openxmlformats.org/officeDocument/2006/relationships/image" Target="../media/image140.png"/><Relationship Id="rId15" Type="http://schemas.openxmlformats.org/officeDocument/2006/relationships/image" Target="../media/image141.png"/><Relationship Id="rId16" Type="http://schemas.openxmlformats.org/officeDocument/2006/relationships/image" Target="../media/image142.png"/><Relationship Id="rId17" Type="http://schemas.openxmlformats.org/officeDocument/2006/relationships/image" Target="../media/image143.png"/><Relationship Id="rId18" Type="http://schemas.openxmlformats.org/officeDocument/2006/relationships/image" Target="../media/image144.png"/><Relationship Id="rId19" Type="http://schemas.openxmlformats.org/officeDocument/2006/relationships/image" Target="../media/image145.png"/><Relationship Id="rId20" Type="http://schemas.openxmlformats.org/officeDocument/2006/relationships/image" Target="../media/image146.png"/><Relationship Id="rId21" Type="http://schemas.openxmlformats.org/officeDocument/2006/relationships/image" Target="../media/image147.png"/><Relationship Id="rId22" Type="http://schemas.openxmlformats.org/officeDocument/2006/relationships/image" Target="../media/image148.png"/><Relationship Id="rId23" Type="http://schemas.openxmlformats.org/officeDocument/2006/relationships/image" Target="../media/image149.png"/><Relationship Id="rId24" Type="http://schemas.openxmlformats.org/officeDocument/2006/relationships/image" Target="../media/image150.png"/><Relationship Id="rId25" Type="http://schemas.openxmlformats.org/officeDocument/2006/relationships/image" Target="../media/image151.png"/><Relationship Id="rId26" Type="http://schemas.openxmlformats.org/officeDocument/2006/relationships/image" Target="../media/image152.png"/><Relationship Id="rId27" Type="http://schemas.openxmlformats.org/officeDocument/2006/relationships/image" Target="../media/image153.png"/><Relationship Id="rId28" Type="http://schemas.openxmlformats.org/officeDocument/2006/relationships/image" Target="../media/image154.png"/><Relationship Id="rId29" Type="http://schemas.openxmlformats.org/officeDocument/2006/relationships/image" Target="../media/image155.png"/><Relationship Id="rId30" Type="http://schemas.openxmlformats.org/officeDocument/2006/relationships/image" Target="../media/image156.png"/><Relationship Id="rId31" Type="http://schemas.openxmlformats.org/officeDocument/2006/relationships/image" Target="../media/image157.png"/><Relationship Id="rId32" Type="http://schemas.openxmlformats.org/officeDocument/2006/relationships/image" Target="../media/image158.png"/><Relationship Id="rId33" Type="http://schemas.openxmlformats.org/officeDocument/2006/relationships/image" Target="../media/image159.png"/><Relationship Id="rId34" Type="http://schemas.openxmlformats.org/officeDocument/2006/relationships/image" Target="../media/image160.png"/><Relationship Id="rId35" Type="http://schemas.openxmlformats.org/officeDocument/2006/relationships/image" Target="../media/image161.png"/><Relationship Id="rId36" Type="http://schemas.openxmlformats.org/officeDocument/2006/relationships/image" Target="../media/image162.png"/><Relationship Id="rId37" Type="http://schemas.openxmlformats.org/officeDocument/2006/relationships/image" Target="../media/image163.png"/><Relationship Id="rId38" Type="http://schemas.openxmlformats.org/officeDocument/2006/relationships/image" Target="../media/image164.png"/><Relationship Id="rId39" Type="http://schemas.openxmlformats.org/officeDocument/2006/relationships/image" Target="../media/image165.png"/><Relationship Id="rId40" Type="http://schemas.openxmlformats.org/officeDocument/2006/relationships/image" Target="../media/image166.png"/><Relationship Id="rId41" Type="http://schemas.openxmlformats.org/officeDocument/2006/relationships/image" Target="../media/image167.png"/><Relationship Id="rId42" Type="http://schemas.openxmlformats.org/officeDocument/2006/relationships/image" Target="../media/image168.png"/><Relationship Id="rId43" Type="http://schemas.openxmlformats.org/officeDocument/2006/relationships/image" Target="../media/image169.png"/><Relationship Id="rId44" Type="http://schemas.openxmlformats.org/officeDocument/2006/relationships/image" Target="../media/image170.png"/><Relationship Id="rId45" Type="http://schemas.openxmlformats.org/officeDocument/2006/relationships/image" Target="../media/image171.png"/><Relationship Id="rId46" Type="http://schemas.openxmlformats.org/officeDocument/2006/relationships/image" Target="../media/image172.png"/><Relationship Id="rId47" Type="http://schemas.openxmlformats.org/officeDocument/2006/relationships/image" Target="../media/image173.png"/><Relationship Id="rId48" Type="http://schemas.openxmlformats.org/officeDocument/2006/relationships/image" Target="../media/image174.png"/><Relationship Id="rId49" Type="http://schemas.openxmlformats.org/officeDocument/2006/relationships/image" Target="../media/image175.png"/><Relationship Id="rId50" Type="http://schemas.openxmlformats.org/officeDocument/2006/relationships/image" Target="../media/image176.png"/><Relationship Id="rId51" Type="http://schemas.openxmlformats.org/officeDocument/2006/relationships/image" Target="../media/image177.png"/><Relationship Id="rId52" Type="http://schemas.openxmlformats.org/officeDocument/2006/relationships/image" Target="../media/image178.png"/><Relationship Id="rId53" Type="http://schemas.openxmlformats.org/officeDocument/2006/relationships/image" Target="../media/image179.png"/><Relationship Id="rId54" Type="http://schemas.openxmlformats.org/officeDocument/2006/relationships/image" Target="../media/image180.png"/><Relationship Id="rId55" Type="http://schemas.openxmlformats.org/officeDocument/2006/relationships/image" Target="../media/image181.png"/><Relationship Id="rId56" Type="http://schemas.openxmlformats.org/officeDocument/2006/relationships/image" Target="../media/image182.png"/><Relationship Id="rId57" Type="http://schemas.openxmlformats.org/officeDocument/2006/relationships/image" Target="../media/image183.png"/><Relationship Id="rId58" Type="http://schemas.openxmlformats.org/officeDocument/2006/relationships/image" Target="../media/image184.png"/><Relationship Id="rId59" Type="http://schemas.openxmlformats.org/officeDocument/2006/relationships/image" Target="../media/image185.png"/><Relationship Id="rId60" Type="http://schemas.openxmlformats.org/officeDocument/2006/relationships/image" Target="../media/image186.png"/><Relationship Id="rId61" Type="http://schemas.openxmlformats.org/officeDocument/2006/relationships/image" Target="../media/image187.png"/><Relationship Id="rId62" Type="http://schemas.openxmlformats.org/officeDocument/2006/relationships/image" Target="../media/image188.png"/><Relationship Id="rId63" Type="http://schemas.openxmlformats.org/officeDocument/2006/relationships/image" Target="../media/image189.png"/><Relationship Id="rId64" Type="http://schemas.openxmlformats.org/officeDocument/2006/relationships/image" Target="../media/image190.png"/><Relationship Id="rId65" Type="http://schemas.openxmlformats.org/officeDocument/2006/relationships/image" Target="../media/image191.png"/><Relationship Id="rId66" Type="http://schemas.openxmlformats.org/officeDocument/2006/relationships/image" Target="../media/image192.png"/><Relationship Id="rId67" Type="http://schemas.openxmlformats.org/officeDocument/2006/relationships/image" Target="../media/image193.png"/><Relationship Id="rId68" Type="http://schemas.openxmlformats.org/officeDocument/2006/relationships/image" Target="../media/image194.png"/><Relationship Id="rId69" Type="http://schemas.openxmlformats.org/officeDocument/2006/relationships/image" Target="../media/image195.jpg"/><Relationship Id="rId70" Type="http://schemas.openxmlformats.org/officeDocument/2006/relationships/image" Target="../media/image196.png"/><Relationship Id="rId71" Type="http://schemas.openxmlformats.org/officeDocument/2006/relationships/image" Target="../media/image197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8.png"/><Relationship Id="rId3" Type="http://schemas.openxmlformats.org/officeDocument/2006/relationships/image" Target="../media/image199.png"/><Relationship Id="rId4" Type="http://schemas.openxmlformats.org/officeDocument/2006/relationships/image" Target="../media/image200.png"/><Relationship Id="rId5" Type="http://schemas.openxmlformats.org/officeDocument/2006/relationships/image" Target="../media/image201.png"/><Relationship Id="rId6" Type="http://schemas.openxmlformats.org/officeDocument/2006/relationships/image" Target="../media/image202.png"/><Relationship Id="rId7" Type="http://schemas.openxmlformats.org/officeDocument/2006/relationships/image" Target="../media/image203.png"/><Relationship Id="rId8" Type="http://schemas.openxmlformats.org/officeDocument/2006/relationships/image" Target="../media/image204.png"/><Relationship Id="rId9" Type="http://schemas.openxmlformats.org/officeDocument/2006/relationships/image" Target="../media/image205.png"/><Relationship Id="rId10" Type="http://schemas.openxmlformats.org/officeDocument/2006/relationships/image" Target="../media/image206.png"/><Relationship Id="rId11" Type="http://schemas.openxmlformats.org/officeDocument/2006/relationships/image" Target="../media/image207.png"/><Relationship Id="rId12" Type="http://schemas.openxmlformats.org/officeDocument/2006/relationships/image" Target="../media/image208.png"/><Relationship Id="rId13" Type="http://schemas.openxmlformats.org/officeDocument/2006/relationships/image" Target="../media/image209.png"/><Relationship Id="rId14" Type="http://schemas.openxmlformats.org/officeDocument/2006/relationships/image" Target="../media/image210.png"/><Relationship Id="rId15" Type="http://schemas.openxmlformats.org/officeDocument/2006/relationships/image" Target="../media/image211.png"/><Relationship Id="rId16" Type="http://schemas.openxmlformats.org/officeDocument/2006/relationships/image" Target="../media/image212.png"/><Relationship Id="rId17" Type="http://schemas.openxmlformats.org/officeDocument/2006/relationships/image" Target="../media/image213.png"/><Relationship Id="rId18" Type="http://schemas.openxmlformats.org/officeDocument/2006/relationships/image" Target="../media/image214.png"/><Relationship Id="rId19" Type="http://schemas.openxmlformats.org/officeDocument/2006/relationships/image" Target="../media/image215.png"/><Relationship Id="rId20" Type="http://schemas.openxmlformats.org/officeDocument/2006/relationships/image" Target="../media/image216.png"/><Relationship Id="rId21" Type="http://schemas.openxmlformats.org/officeDocument/2006/relationships/image" Target="../media/image217.png"/><Relationship Id="rId22" Type="http://schemas.openxmlformats.org/officeDocument/2006/relationships/image" Target="../media/image218.png"/><Relationship Id="rId23" Type="http://schemas.openxmlformats.org/officeDocument/2006/relationships/image" Target="../media/image219.png"/><Relationship Id="rId24" Type="http://schemas.openxmlformats.org/officeDocument/2006/relationships/image" Target="../media/image220.png"/><Relationship Id="rId25" Type="http://schemas.openxmlformats.org/officeDocument/2006/relationships/image" Target="../media/image221.png"/><Relationship Id="rId26" Type="http://schemas.openxmlformats.org/officeDocument/2006/relationships/image" Target="../media/image222.png"/><Relationship Id="rId27" Type="http://schemas.openxmlformats.org/officeDocument/2006/relationships/image" Target="../media/image223.png"/><Relationship Id="rId28" Type="http://schemas.openxmlformats.org/officeDocument/2006/relationships/image" Target="../media/image224.png"/><Relationship Id="rId29" Type="http://schemas.openxmlformats.org/officeDocument/2006/relationships/image" Target="../media/image225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6.png"/><Relationship Id="rId3" Type="http://schemas.openxmlformats.org/officeDocument/2006/relationships/image" Target="../media/image227.png"/><Relationship Id="rId4" Type="http://schemas.openxmlformats.org/officeDocument/2006/relationships/image" Target="../media/image228.png"/><Relationship Id="rId5" Type="http://schemas.openxmlformats.org/officeDocument/2006/relationships/image" Target="../media/image229.png"/><Relationship Id="rId6" Type="http://schemas.openxmlformats.org/officeDocument/2006/relationships/image" Target="../media/image230.png"/><Relationship Id="rId7" Type="http://schemas.openxmlformats.org/officeDocument/2006/relationships/image" Target="../media/image231.png"/><Relationship Id="rId8" Type="http://schemas.openxmlformats.org/officeDocument/2006/relationships/image" Target="../media/image232.png"/><Relationship Id="rId9" Type="http://schemas.openxmlformats.org/officeDocument/2006/relationships/image" Target="../media/image233.png"/><Relationship Id="rId10" Type="http://schemas.openxmlformats.org/officeDocument/2006/relationships/image" Target="../media/image234.png"/><Relationship Id="rId11" Type="http://schemas.openxmlformats.org/officeDocument/2006/relationships/image" Target="../media/image235.png"/><Relationship Id="rId12" Type="http://schemas.openxmlformats.org/officeDocument/2006/relationships/image" Target="../media/image236.png"/><Relationship Id="rId13" Type="http://schemas.openxmlformats.org/officeDocument/2006/relationships/image" Target="../media/image237.png"/><Relationship Id="rId14" Type="http://schemas.openxmlformats.org/officeDocument/2006/relationships/image" Target="../media/image238.png"/><Relationship Id="rId15" Type="http://schemas.openxmlformats.org/officeDocument/2006/relationships/image" Target="../media/image239.png"/><Relationship Id="rId16" Type="http://schemas.openxmlformats.org/officeDocument/2006/relationships/image" Target="../media/image240.png"/><Relationship Id="rId17" Type="http://schemas.openxmlformats.org/officeDocument/2006/relationships/image" Target="../media/image241.png"/><Relationship Id="rId18" Type="http://schemas.openxmlformats.org/officeDocument/2006/relationships/image" Target="../media/image242.png"/><Relationship Id="rId19" Type="http://schemas.openxmlformats.org/officeDocument/2006/relationships/image" Target="../media/image243.png"/><Relationship Id="rId20" Type="http://schemas.openxmlformats.org/officeDocument/2006/relationships/image" Target="../media/image244.png"/><Relationship Id="rId21" Type="http://schemas.openxmlformats.org/officeDocument/2006/relationships/image" Target="../media/image245.png"/><Relationship Id="rId22" Type="http://schemas.openxmlformats.org/officeDocument/2006/relationships/image" Target="../media/image246.png"/><Relationship Id="rId23" Type="http://schemas.openxmlformats.org/officeDocument/2006/relationships/image" Target="../media/image247.png"/><Relationship Id="rId24" Type="http://schemas.openxmlformats.org/officeDocument/2006/relationships/image" Target="../media/image248.png"/><Relationship Id="rId25" Type="http://schemas.openxmlformats.org/officeDocument/2006/relationships/image" Target="../media/image249.png"/><Relationship Id="rId26" Type="http://schemas.openxmlformats.org/officeDocument/2006/relationships/image" Target="../media/image250.png"/><Relationship Id="rId27" Type="http://schemas.openxmlformats.org/officeDocument/2006/relationships/image" Target="../media/image251.png"/><Relationship Id="rId28" Type="http://schemas.openxmlformats.org/officeDocument/2006/relationships/image" Target="../media/image252.png"/><Relationship Id="rId29" Type="http://schemas.openxmlformats.org/officeDocument/2006/relationships/image" Target="../media/image253.png"/><Relationship Id="rId30" Type="http://schemas.openxmlformats.org/officeDocument/2006/relationships/image" Target="../media/image254.png"/><Relationship Id="rId31" Type="http://schemas.openxmlformats.org/officeDocument/2006/relationships/image" Target="../media/image255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93548" y="986027"/>
            <a:ext cx="772795" cy="5684520"/>
            <a:chOff x="193548" y="986027"/>
            <a:chExt cx="772795" cy="5684520"/>
          </a:xfrm>
        </p:grpSpPr>
        <p:sp>
          <p:nvSpPr>
            <p:cNvPr id="3" name="object 3" descr=""/>
            <p:cNvSpPr/>
            <p:nvPr/>
          </p:nvSpPr>
          <p:spPr>
            <a:xfrm>
              <a:off x="193548" y="986027"/>
              <a:ext cx="772795" cy="5684520"/>
            </a:xfrm>
            <a:custGeom>
              <a:avLst/>
              <a:gdLst/>
              <a:ahLst/>
              <a:cxnLst/>
              <a:rect l="l" t="t" r="r" b="b"/>
              <a:pathLst>
                <a:path w="772794" h="5684520">
                  <a:moveTo>
                    <a:pt x="0" y="5684520"/>
                  </a:moveTo>
                  <a:lnTo>
                    <a:pt x="1524" y="170688"/>
                  </a:lnTo>
                  <a:lnTo>
                    <a:pt x="3047" y="155448"/>
                  </a:lnTo>
                  <a:lnTo>
                    <a:pt x="4571" y="150876"/>
                  </a:lnTo>
                  <a:lnTo>
                    <a:pt x="7620" y="138684"/>
                  </a:lnTo>
                  <a:lnTo>
                    <a:pt x="13715" y="120396"/>
                  </a:lnTo>
                  <a:lnTo>
                    <a:pt x="15239" y="118872"/>
                  </a:lnTo>
                  <a:lnTo>
                    <a:pt x="24383" y="100584"/>
                  </a:lnTo>
                  <a:lnTo>
                    <a:pt x="25907" y="99060"/>
                  </a:lnTo>
                  <a:lnTo>
                    <a:pt x="32003" y="86868"/>
                  </a:lnTo>
                  <a:lnTo>
                    <a:pt x="35051" y="83820"/>
                  </a:lnTo>
                  <a:lnTo>
                    <a:pt x="36575" y="80772"/>
                  </a:lnTo>
                  <a:lnTo>
                    <a:pt x="39624" y="77724"/>
                  </a:lnTo>
                  <a:lnTo>
                    <a:pt x="41147" y="74676"/>
                  </a:lnTo>
                  <a:lnTo>
                    <a:pt x="45720" y="70104"/>
                  </a:lnTo>
                  <a:lnTo>
                    <a:pt x="47243" y="67056"/>
                  </a:lnTo>
                  <a:lnTo>
                    <a:pt x="54864" y="59436"/>
                  </a:lnTo>
                  <a:lnTo>
                    <a:pt x="54864" y="57911"/>
                  </a:lnTo>
                  <a:lnTo>
                    <a:pt x="56388" y="56388"/>
                  </a:lnTo>
                  <a:lnTo>
                    <a:pt x="57911" y="56388"/>
                  </a:lnTo>
                  <a:lnTo>
                    <a:pt x="67056" y="47244"/>
                  </a:lnTo>
                  <a:lnTo>
                    <a:pt x="68579" y="47244"/>
                  </a:lnTo>
                  <a:lnTo>
                    <a:pt x="71628" y="44196"/>
                  </a:lnTo>
                  <a:lnTo>
                    <a:pt x="71628" y="42672"/>
                  </a:lnTo>
                  <a:lnTo>
                    <a:pt x="74675" y="42672"/>
                  </a:lnTo>
                  <a:lnTo>
                    <a:pt x="77724" y="39624"/>
                  </a:lnTo>
                  <a:lnTo>
                    <a:pt x="77724" y="38099"/>
                  </a:lnTo>
                  <a:lnTo>
                    <a:pt x="80771" y="38100"/>
                  </a:lnTo>
                  <a:lnTo>
                    <a:pt x="83820" y="35052"/>
                  </a:lnTo>
                  <a:lnTo>
                    <a:pt x="83820" y="34543"/>
                  </a:lnTo>
                  <a:lnTo>
                    <a:pt x="85344" y="33528"/>
                  </a:lnTo>
                  <a:lnTo>
                    <a:pt x="86867" y="33528"/>
                  </a:lnTo>
                  <a:lnTo>
                    <a:pt x="86867" y="32385"/>
                  </a:lnTo>
                  <a:lnTo>
                    <a:pt x="87376" y="32004"/>
                  </a:lnTo>
                  <a:lnTo>
                    <a:pt x="89915" y="32004"/>
                  </a:lnTo>
                  <a:lnTo>
                    <a:pt x="91439" y="30480"/>
                  </a:lnTo>
                  <a:lnTo>
                    <a:pt x="91439" y="28956"/>
                  </a:lnTo>
                  <a:lnTo>
                    <a:pt x="94488" y="28956"/>
                  </a:lnTo>
                  <a:lnTo>
                    <a:pt x="96011" y="27432"/>
                  </a:lnTo>
                  <a:lnTo>
                    <a:pt x="96011" y="25907"/>
                  </a:lnTo>
                  <a:lnTo>
                    <a:pt x="99060" y="25908"/>
                  </a:lnTo>
                  <a:lnTo>
                    <a:pt x="99060" y="24383"/>
                  </a:lnTo>
                  <a:lnTo>
                    <a:pt x="102107" y="24384"/>
                  </a:lnTo>
                  <a:lnTo>
                    <a:pt x="102107" y="22859"/>
                  </a:lnTo>
                  <a:lnTo>
                    <a:pt x="105156" y="22860"/>
                  </a:lnTo>
                  <a:lnTo>
                    <a:pt x="105156" y="21336"/>
                  </a:lnTo>
                  <a:lnTo>
                    <a:pt x="108203" y="21336"/>
                  </a:lnTo>
                  <a:lnTo>
                    <a:pt x="108203" y="19812"/>
                  </a:lnTo>
                  <a:lnTo>
                    <a:pt x="111251" y="19812"/>
                  </a:lnTo>
                  <a:lnTo>
                    <a:pt x="111251" y="18288"/>
                  </a:lnTo>
                  <a:lnTo>
                    <a:pt x="114300" y="18288"/>
                  </a:lnTo>
                  <a:lnTo>
                    <a:pt x="114300" y="16764"/>
                  </a:lnTo>
                  <a:lnTo>
                    <a:pt x="117347" y="16764"/>
                  </a:lnTo>
                  <a:lnTo>
                    <a:pt x="117347" y="15621"/>
                  </a:lnTo>
                  <a:lnTo>
                    <a:pt x="118872" y="15240"/>
                  </a:lnTo>
                  <a:lnTo>
                    <a:pt x="121920" y="15240"/>
                  </a:lnTo>
                  <a:lnTo>
                    <a:pt x="121920" y="13715"/>
                  </a:lnTo>
                  <a:lnTo>
                    <a:pt x="126492" y="13716"/>
                  </a:lnTo>
                  <a:lnTo>
                    <a:pt x="126492" y="12192"/>
                  </a:lnTo>
                  <a:lnTo>
                    <a:pt x="131064" y="12192"/>
                  </a:lnTo>
                  <a:lnTo>
                    <a:pt x="131064" y="10668"/>
                  </a:lnTo>
                  <a:lnTo>
                    <a:pt x="135635" y="10668"/>
                  </a:lnTo>
                  <a:lnTo>
                    <a:pt x="135635" y="9524"/>
                  </a:lnTo>
                  <a:lnTo>
                    <a:pt x="137160" y="9144"/>
                  </a:lnTo>
                  <a:lnTo>
                    <a:pt x="141732" y="9144"/>
                  </a:lnTo>
                  <a:lnTo>
                    <a:pt x="141732" y="8001"/>
                  </a:lnTo>
                  <a:lnTo>
                    <a:pt x="143256" y="7620"/>
                  </a:lnTo>
                  <a:lnTo>
                    <a:pt x="147828" y="7620"/>
                  </a:lnTo>
                  <a:lnTo>
                    <a:pt x="147828" y="6096"/>
                  </a:lnTo>
                  <a:lnTo>
                    <a:pt x="153924" y="6096"/>
                  </a:lnTo>
                  <a:lnTo>
                    <a:pt x="153924" y="4572"/>
                  </a:lnTo>
                  <a:lnTo>
                    <a:pt x="163067" y="4572"/>
                  </a:lnTo>
                  <a:lnTo>
                    <a:pt x="163067" y="3047"/>
                  </a:lnTo>
                  <a:lnTo>
                    <a:pt x="170688" y="3047"/>
                  </a:lnTo>
                  <a:lnTo>
                    <a:pt x="170688" y="1523"/>
                  </a:lnTo>
                  <a:lnTo>
                    <a:pt x="192024" y="1524"/>
                  </a:lnTo>
                  <a:lnTo>
                    <a:pt x="192024" y="0"/>
                  </a:lnTo>
                  <a:lnTo>
                    <a:pt x="772668" y="0"/>
                  </a:lnTo>
                  <a:lnTo>
                    <a:pt x="772668" y="5684520"/>
                  </a:lnTo>
                  <a:lnTo>
                    <a:pt x="0" y="5684520"/>
                  </a:lnTo>
                  <a:close/>
                </a:path>
              </a:pathLst>
            </a:custGeom>
            <a:solidFill>
              <a:srgbClr val="0811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93550" y="986027"/>
              <a:ext cx="772795" cy="5684520"/>
            </a:xfrm>
            <a:custGeom>
              <a:avLst/>
              <a:gdLst/>
              <a:ahLst/>
              <a:cxnLst/>
              <a:rect l="l" t="t" r="r" b="b"/>
              <a:pathLst>
                <a:path w="772794" h="5684520">
                  <a:moveTo>
                    <a:pt x="0" y="5676900"/>
                  </a:moveTo>
                  <a:lnTo>
                    <a:pt x="1522" y="170688"/>
                  </a:lnTo>
                  <a:lnTo>
                    <a:pt x="3045" y="155447"/>
                  </a:lnTo>
                  <a:lnTo>
                    <a:pt x="4569" y="150875"/>
                  </a:lnTo>
                  <a:lnTo>
                    <a:pt x="7618" y="138684"/>
                  </a:lnTo>
                  <a:lnTo>
                    <a:pt x="13713" y="120395"/>
                  </a:lnTo>
                  <a:lnTo>
                    <a:pt x="15237" y="118872"/>
                  </a:lnTo>
                  <a:lnTo>
                    <a:pt x="24381" y="100584"/>
                  </a:lnTo>
                  <a:lnTo>
                    <a:pt x="25905" y="99060"/>
                  </a:lnTo>
                  <a:lnTo>
                    <a:pt x="32001" y="86867"/>
                  </a:lnTo>
                  <a:lnTo>
                    <a:pt x="35049" y="83818"/>
                  </a:lnTo>
                  <a:lnTo>
                    <a:pt x="36573" y="80772"/>
                  </a:lnTo>
                  <a:lnTo>
                    <a:pt x="39622" y="77724"/>
                  </a:lnTo>
                  <a:lnTo>
                    <a:pt x="41145" y="74676"/>
                  </a:lnTo>
                  <a:lnTo>
                    <a:pt x="45718" y="70104"/>
                  </a:lnTo>
                  <a:lnTo>
                    <a:pt x="47241" y="67056"/>
                  </a:lnTo>
                  <a:lnTo>
                    <a:pt x="54861" y="59436"/>
                  </a:lnTo>
                  <a:lnTo>
                    <a:pt x="54861" y="56388"/>
                  </a:lnTo>
                  <a:lnTo>
                    <a:pt x="57909" y="56388"/>
                  </a:lnTo>
                  <a:lnTo>
                    <a:pt x="65529" y="48768"/>
                  </a:lnTo>
                  <a:lnTo>
                    <a:pt x="65529" y="47244"/>
                  </a:lnTo>
                  <a:lnTo>
                    <a:pt x="68577" y="47244"/>
                  </a:lnTo>
                  <a:lnTo>
                    <a:pt x="71626" y="44196"/>
                  </a:lnTo>
                  <a:lnTo>
                    <a:pt x="71626" y="42672"/>
                  </a:lnTo>
                  <a:lnTo>
                    <a:pt x="74673" y="42672"/>
                  </a:lnTo>
                  <a:lnTo>
                    <a:pt x="77722" y="39624"/>
                  </a:lnTo>
                  <a:lnTo>
                    <a:pt x="77722" y="38100"/>
                  </a:lnTo>
                  <a:lnTo>
                    <a:pt x="80769" y="38099"/>
                  </a:lnTo>
                  <a:lnTo>
                    <a:pt x="83818" y="35052"/>
                  </a:lnTo>
                  <a:lnTo>
                    <a:pt x="83818" y="33528"/>
                  </a:lnTo>
                  <a:lnTo>
                    <a:pt x="86865" y="33528"/>
                  </a:lnTo>
                  <a:lnTo>
                    <a:pt x="86865" y="32004"/>
                  </a:lnTo>
                  <a:lnTo>
                    <a:pt x="89913" y="32004"/>
                  </a:lnTo>
                  <a:lnTo>
                    <a:pt x="91437" y="30480"/>
                  </a:lnTo>
                  <a:lnTo>
                    <a:pt x="91437" y="28956"/>
                  </a:lnTo>
                  <a:lnTo>
                    <a:pt x="94486" y="28956"/>
                  </a:lnTo>
                  <a:lnTo>
                    <a:pt x="96009" y="27432"/>
                  </a:lnTo>
                  <a:lnTo>
                    <a:pt x="96009" y="25908"/>
                  </a:lnTo>
                  <a:lnTo>
                    <a:pt x="99058" y="25908"/>
                  </a:lnTo>
                  <a:lnTo>
                    <a:pt x="99058" y="24384"/>
                  </a:lnTo>
                  <a:lnTo>
                    <a:pt x="102105" y="24384"/>
                  </a:lnTo>
                  <a:lnTo>
                    <a:pt x="102105" y="22860"/>
                  </a:lnTo>
                  <a:lnTo>
                    <a:pt x="105154" y="22860"/>
                  </a:lnTo>
                  <a:lnTo>
                    <a:pt x="105154" y="21336"/>
                  </a:lnTo>
                  <a:lnTo>
                    <a:pt x="108201" y="21336"/>
                  </a:lnTo>
                  <a:lnTo>
                    <a:pt x="108201" y="19812"/>
                  </a:lnTo>
                  <a:lnTo>
                    <a:pt x="111249" y="19812"/>
                  </a:lnTo>
                  <a:lnTo>
                    <a:pt x="111249" y="18288"/>
                  </a:lnTo>
                  <a:lnTo>
                    <a:pt x="114297" y="18288"/>
                  </a:lnTo>
                  <a:lnTo>
                    <a:pt x="114297" y="16764"/>
                  </a:lnTo>
                  <a:lnTo>
                    <a:pt x="117345" y="16764"/>
                  </a:lnTo>
                  <a:lnTo>
                    <a:pt x="117345" y="15240"/>
                  </a:lnTo>
                  <a:lnTo>
                    <a:pt x="121918" y="15240"/>
                  </a:lnTo>
                  <a:lnTo>
                    <a:pt x="121918" y="13716"/>
                  </a:lnTo>
                  <a:lnTo>
                    <a:pt x="126490" y="13716"/>
                  </a:lnTo>
                  <a:lnTo>
                    <a:pt x="126490" y="12192"/>
                  </a:lnTo>
                  <a:lnTo>
                    <a:pt x="131061" y="12192"/>
                  </a:lnTo>
                  <a:lnTo>
                    <a:pt x="131061" y="10668"/>
                  </a:lnTo>
                  <a:lnTo>
                    <a:pt x="135633" y="10668"/>
                  </a:lnTo>
                  <a:lnTo>
                    <a:pt x="135633" y="9144"/>
                  </a:lnTo>
                  <a:lnTo>
                    <a:pt x="141729" y="9144"/>
                  </a:lnTo>
                  <a:lnTo>
                    <a:pt x="141729" y="7620"/>
                  </a:lnTo>
                  <a:lnTo>
                    <a:pt x="147826" y="7620"/>
                  </a:lnTo>
                  <a:lnTo>
                    <a:pt x="147826" y="6096"/>
                  </a:lnTo>
                  <a:lnTo>
                    <a:pt x="153922" y="6096"/>
                  </a:lnTo>
                  <a:lnTo>
                    <a:pt x="153922" y="4572"/>
                  </a:lnTo>
                  <a:lnTo>
                    <a:pt x="163065" y="4572"/>
                  </a:lnTo>
                  <a:lnTo>
                    <a:pt x="163065" y="3047"/>
                  </a:lnTo>
                  <a:lnTo>
                    <a:pt x="170686" y="3047"/>
                  </a:lnTo>
                  <a:lnTo>
                    <a:pt x="170686" y="1524"/>
                  </a:lnTo>
                  <a:lnTo>
                    <a:pt x="192022" y="1524"/>
                  </a:lnTo>
                  <a:lnTo>
                    <a:pt x="192022" y="0"/>
                  </a:lnTo>
                  <a:lnTo>
                    <a:pt x="772665" y="0"/>
                  </a:lnTo>
                  <a:lnTo>
                    <a:pt x="772665" y="5684520"/>
                  </a:lnTo>
                  <a:lnTo>
                    <a:pt x="765045" y="5684520"/>
                  </a:lnTo>
                  <a:lnTo>
                    <a:pt x="765045" y="9143"/>
                  </a:lnTo>
                  <a:lnTo>
                    <a:pt x="175257" y="9143"/>
                  </a:lnTo>
                  <a:lnTo>
                    <a:pt x="169161" y="10668"/>
                  </a:lnTo>
                  <a:lnTo>
                    <a:pt x="163065" y="10668"/>
                  </a:lnTo>
                  <a:lnTo>
                    <a:pt x="138681" y="16764"/>
                  </a:lnTo>
                  <a:lnTo>
                    <a:pt x="134109" y="18288"/>
                  </a:lnTo>
                  <a:lnTo>
                    <a:pt x="128013" y="19812"/>
                  </a:lnTo>
                  <a:lnTo>
                    <a:pt x="121918" y="22859"/>
                  </a:lnTo>
                  <a:lnTo>
                    <a:pt x="115821" y="24384"/>
                  </a:lnTo>
                  <a:lnTo>
                    <a:pt x="111249" y="27432"/>
                  </a:lnTo>
                  <a:lnTo>
                    <a:pt x="105154" y="30480"/>
                  </a:lnTo>
                  <a:lnTo>
                    <a:pt x="100581" y="33527"/>
                  </a:lnTo>
                  <a:lnTo>
                    <a:pt x="94486" y="36575"/>
                  </a:lnTo>
                  <a:lnTo>
                    <a:pt x="85341" y="42672"/>
                  </a:lnTo>
                  <a:lnTo>
                    <a:pt x="80769" y="47243"/>
                  </a:lnTo>
                  <a:lnTo>
                    <a:pt x="76197" y="50291"/>
                  </a:lnTo>
                  <a:lnTo>
                    <a:pt x="70101" y="54864"/>
                  </a:lnTo>
                  <a:lnTo>
                    <a:pt x="65529" y="57912"/>
                  </a:lnTo>
                  <a:lnTo>
                    <a:pt x="62481" y="62484"/>
                  </a:lnTo>
                  <a:lnTo>
                    <a:pt x="53337" y="71627"/>
                  </a:lnTo>
                  <a:lnTo>
                    <a:pt x="50289" y="76200"/>
                  </a:lnTo>
                  <a:lnTo>
                    <a:pt x="45718" y="80771"/>
                  </a:lnTo>
                  <a:lnTo>
                    <a:pt x="42669" y="85343"/>
                  </a:lnTo>
                  <a:lnTo>
                    <a:pt x="39622" y="91439"/>
                  </a:lnTo>
                  <a:lnTo>
                    <a:pt x="35049" y="96012"/>
                  </a:lnTo>
                  <a:lnTo>
                    <a:pt x="32001" y="100584"/>
                  </a:lnTo>
                  <a:lnTo>
                    <a:pt x="28953" y="106680"/>
                  </a:lnTo>
                  <a:lnTo>
                    <a:pt x="27429" y="111252"/>
                  </a:lnTo>
                  <a:lnTo>
                    <a:pt x="21333" y="123443"/>
                  </a:lnTo>
                  <a:lnTo>
                    <a:pt x="19809" y="128016"/>
                  </a:lnTo>
                  <a:lnTo>
                    <a:pt x="16761" y="134112"/>
                  </a:lnTo>
                  <a:lnTo>
                    <a:pt x="13713" y="146304"/>
                  </a:lnTo>
                  <a:lnTo>
                    <a:pt x="12189" y="150875"/>
                  </a:lnTo>
                  <a:lnTo>
                    <a:pt x="10665" y="156972"/>
                  </a:lnTo>
                  <a:lnTo>
                    <a:pt x="10665" y="163068"/>
                  </a:lnTo>
                  <a:lnTo>
                    <a:pt x="9141" y="169164"/>
                  </a:lnTo>
                  <a:lnTo>
                    <a:pt x="9141" y="175259"/>
                  </a:lnTo>
                  <a:lnTo>
                    <a:pt x="7618" y="181354"/>
                  </a:lnTo>
                  <a:lnTo>
                    <a:pt x="7618" y="193548"/>
                  </a:lnTo>
                  <a:lnTo>
                    <a:pt x="4569" y="193548"/>
                  </a:lnTo>
                  <a:lnTo>
                    <a:pt x="4569" y="5676900"/>
                  </a:lnTo>
                  <a:lnTo>
                    <a:pt x="0" y="5676900"/>
                  </a:lnTo>
                  <a:close/>
                </a:path>
                <a:path w="772794" h="5684520">
                  <a:moveTo>
                    <a:pt x="0" y="5684520"/>
                  </a:moveTo>
                  <a:lnTo>
                    <a:pt x="0" y="5676900"/>
                  </a:lnTo>
                  <a:lnTo>
                    <a:pt x="765045" y="5676900"/>
                  </a:lnTo>
                  <a:lnTo>
                    <a:pt x="765045" y="5684520"/>
                  </a:lnTo>
                  <a:lnTo>
                    <a:pt x="0" y="5684520"/>
                  </a:lnTo>
                  <a:close/>
                </a:path>
                <a:path w="772794" h="5684520">
                  <a:moveTo>
                    <a:pt x="4569" y="5676900"/>
                  </a:moveTo>
                  <a:lnTo>
                    <a:pt x="4569" y="193548"/>
                  </a:lnTo>
                  <a:lnTo>
                    <a:pt x="7618" y="193548"/>
                  </a:lnTo>
                  <a:lnTo>
                    <a:pt x="7618" y="5676900"/>
                  </a:lnTo>
                  <a:lnTo>
                    <a:pt x="4569" y="5676900"/>
                  </a:lnTo>
                  <a:close/>
                </a:path>
              </a:pathLst>
            </a:custGeom>
            <a:solidFill>
              <a:srgbClr val="0C69B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8808" y="1202435"/>
              <a:ext cx="437386" cy="437387"/>
            </a:xfrm>
            <a:prstGeom prst="rect">
              <a:avLst/>
            </a:prstGeom>
          </p:spPr>
        </p:pic>
      </p:grp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34284" y="1082039"/>
            <a:ext cx="565403" cy="566927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449580" y="6307835"/>
            <a:ext cx="243840" cy="242570"/>
          </a:xfrm>
          <a:custGeom>
            <a:avLst/>
            <a:gdLst/>
            <a:ahLst/>
            <a:cxnLst/>
            <a:rect l="l" t="t" r="r" b="b"/>
            <a:pathLst>
              <a:path w="243840" h="242570">
                <a:moveTo>
                  <a:pt x="243840" y="112788"/>
                </a:moveTo>
                <a:lnTo>
                  <a:pt x="131064" y="0"/>
                </a:lnTo>
                <a:lnTo>
                  <a:pt x="112776" y="16764"/>
                </a:lnTo>
                <a:lnTo>
                  <a:pt x="196596" y="100584"/>
                </a:lnTo>
                <a:lnTo>
                  <a:pt x="0" y="100584"/>
                </a:lnTo>
                <a:lnTo>
                  <a:pt x="0" y="126504"/>
                </a:lnTo>
                <a:lnTo>
                  <a:pt x="199605" y="126504"/>
                </a:lnTo>
                <a:lnTo>
                  <a:pt x="112776" y="225552"/>
                </a:lnTo>
                <a:lnTo>
                  <a:pt x="131064" y="242316"/>
                </a:lnTo>
                <a:lnTo>
                  <a:pt x="243840" y="1127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76210" y="2025395"/>
            <a:ext cx="1618449" cy="861047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60217" y="2025395"/>
            <a:ext cx="1616938" cy="861047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85736" y="1275587"/>
            <a:ext cx="974089" cy="298703"/>
          </a:xfrm>
          <a:prstGeom prst="rect">
            <a:avLst/>
          </a:prstGeom>
        </p:spPr>
      </p:pic>
      <p:grpSp>
        <p:nvGrpSpPr>
          <p:cNvPr id="11" name="object 11" descr=""/>
          <p:cNvGrpSpPr/>
          <p:nvPr/>
        </p:nvGrpSpPr>
        <p:grpSpPr>
          <a:xfrm>
            <a:off x="8308340" y="1275587"/>
            <a:ext cx="966469" cy="299085"/>
            <a:chOff x="8308340" y="1275587"/>
            <a:chExt cx="966469" cy="299085"/>
          </a:xfrm>
        </p:grpSpPr>
        <p:sp>
          <p:nvSpPr>
            <p:cNvPr id="12" name="object 12" descr=""/>
            <p:cNvSpPr/>
            <p:nvPr/>
          </p:nvSpPr>
          <p:spPr>
            <a:xfrm>
              <a:off x="8308340" y="1275587"/>
              <a:ext cx="966469" cy="299085"/>
            </a:xfrm>
            <a:custGeom>
              <a:avLst/>
              <a:gdLst/>
              <a:ahLst/>
              <a:cxnLst/>
              <a:rect l="l" t="t" r="r" b="b"/>
              <a:pathLst>
                <a:path w="966470" h="299084">
                  <a:moveTo>
                    <a:pt x="966470" y="0"/>
                  </a:moveTo>
                  <a:lnTo>
                    <a:pt x="958850" y="0"/>
                  </a:lnTo>
                  <a:lnTo>
                    <a:pt x="958850" y="9144"/>
                  </a:lnTo>
                  <a:lnTo>
                    <a:pt x="958850" y="291084"/>
                  </a:lnTo>
                  <a:lnTo>
                    <a:pt x="7620" y="291084"/>
                  </a:lnTo>
                  <a:lnTo>
                    <a:pt x="7620" y="9144"/>
                  </a:lnTo>
                  <a:lnTo>
                    <a:pt x="958850" y="9144"/>
                  </a:lnTo>
                  <a:lnTo>
                    <a:pt x="958850" y="0"/>
                  </a:lnTo>
                  <a:lnTo>
                    <a:pt x="7620" y="0"/>
                  </a:lnTo>
                  <a:lnTo>
                    <a:pt x="0" y="0"/>
                  </a:lnTo>
                  <a:lnTo>
                    <a:pt x="0" y="4572"/>
                  </a:lnTo>
                  <a:lnTo>
                    <a:pt x="0" y="298704"/>
                  </a:lnTo>
                  <a:lnTo>
                    <a:pt x="5080" y="298704"/>
                  </a:lnTo>
                  <a:lnTo>
                    <a:pt x="7620" y="298704"/>
                  </a:lnTo>
                  <a:lnTo>
                    <a:pt x="958850" y="298704"/>
                  </a:lnTo>
                  <a:lnTo>
                    <a:pt x="966470" y="298704"/>
                  </a:lnTo>
                  <a:lnTo>
                    <a:pt x="966470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83524" y="1385316"/>
              <a:ext cx="109727" cy="94488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14588" y="1385316"/>
              <a:ext cx="97536" cy="108204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4128" y="1385316"/>
              <a:ext cx="297180" cy="108204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965692" y="1386840"/>
              <a:ext cx="65532" cy="91440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139428" y="1382268"/>
              <a:ext cx="96012" cy="89916"/>
            </a:xfrm>
            <a:prstGeom prst="rect">
              <a:avLst/>
            </a:prstGeom>
          </p:spPr>
        </p:pic>
      </p:grpSp>
      <p:grpSp>
        <p:nvGrpSpPr>
          <p:cNvPr id="18" name="object 18" descr=""/>
          <p:cNvGrpSpPr/>
          <p:nvPr/>
        </p:nvGrpSpPr>
        <p:grpSpPr>
          <a:xfrm>
            <a:off x="5571744" y="1350263"/>
            <a:ext cx="845819" cy="146685"/>
            <a:chOff x="5571744" y="1350263"/>
            <a:chExt cx="845819" cy="146685"/>
          </a:xfrm>
        </p:grpSpPr>
        <p:sp>
          <p:nvSpPr>
            <p:cNvPr id="19" name="object 19" descr=""/>
            <p:cNvSpPr/>
            <p:nvPr/>
          </p:nvSpPr>
          <p:spPr>
            <a:xfrm>
              <a:off x="5571744" y="1350263"/>
              <a:ext cx="623570" cy="146685"/>
            </a:xfrm>
            <a:custGeom>
              <a:avLst/>
              <a:gdLst/>
              <a:ahLst/>
              <a:cxnLst/>
              <a:rect l="l" t="t" r="r" b="b"/>
              <a:pathLst>
                <a:path w="623570" h="146684">
                  <a:moveTo>
                    <a:pt x="92964" y="94488"/>
                  </a:moveTo>
                  <a:lnTo>
                    <a:pt x="91440" y="91440"/>
                  </a:lnTo>
                  <a:lnTo>
                    <a:pt x="89916" y="86868"/>
                  </a:lnTo>
                  <a:lnTo>
                    <a:pt x="86868" y="83820"/>
                  </a:lnTo>
                  <a:lnTo>
                    <a:pt x="83820" y="79248"/>
                  </a:lnTo>
                  <a:lnTo>
                    <a:pt x="77724" y="73152"/>
                  </a:lnTo>
                  <a:lnTo>
                    <a:pt x="73152" y="71628"/>
                  </a:lnTo>
                  <a:lnTo>
                    <a:pt x="64008" y="65532"/>
                  </a:lnTo>
                  <a:lnTo>
                    <a:pt x="57912" y="64008"/>
                  </a:lnTo>
                  <a:lnTo>
                    <a:pt x="54864" y="62484"/>
                  </a:lnTo>
                  <a:lnTo>
                    <a:pt x="50292" y="60960"/>
                  </a:lnTo>
                  <a:lnTo>
                    <a:pt x="41148" y="56388"/>
                  </a:lnTo>
                  <a:lnTo>
                    <a:pt x="38100" y="53340"/>
                  </a:lnTo>
                  <a:lnTo>
                    <a:pt x="35052" y="51816"/>
                  </a:lnTo>
                  <a:lnTo>
                    <a:pt x="35052" y="48768"/>
                  </a:lnTo>
                  <a:lnTo>
                    <a:pt x="32004" y="45720"/>
                  </a:lnTo>
                  <a:lnTo>
                    <a:pt x="32004" y="41148"/>
                  </a:lnTo>
                  <a:lnTo>
                    <a:pt x="33528" y="39624"/>
                  </a:lnTo>
                  <a:lnTo>
                    <a:pt x="33528" y="38100"/>
                  </a:lnTo>
                  <a:lnTo>
                    <a:pt x="38100" y="33528"/>
                  </a:lnTo>
                  <a:lnTo>
                    <a:pt x="41148" y="32004"/>
                  </a:lnTo>
                  <a:lnTo>
                    <a:pt x="42672" y="32004"/>
                  </a:lnTo>
                  <a:lnTo>
                    <a:pt x="45720" y="30480"/>
                  </a:lnTo>
                  <a:lnTo>
                    <a:pt x="48768" y="30480"/>
                  </a:lnTo>
                  <a:lnTo>
                    <a:pt x="51816" y="28956"/>
                  </a:lnTo>
                  <a:lnTo>
                    <a:pt x="57912" y="28956"/>
                  </a:lnTo>
                  <a:lnTo>
                    <a:pt x="60960" y="30480"/>
                  </a:lnTo>
                  <a:lnTo>
                    <a:pt x="68580" y="30480"/>
                  </a:lnTo>
                  <a:lnTo>
                    <a:pt x="71628" y="32004"/>
                  </a:lnTo>
                  <a:lnTo>
                    <a:pt x="74676" y="32004"/>
                  </a:lnTo>
                  <a:lnTo>
                    <a:pt x="80772" y="35052"/>
                  </a:lnTo>
                  <a:lnTo>
                    <a:pt x="82296" y="36576"/>
                  </a:lnTo>
                  <a:lnTo>
                    <a:pt x="85344" y="38100"/>
                  </a:lnTo>
                  <a:lnTo>
                    <a:pt x="86868" y="39624"/>
                  </a:lnTo>
                  <a:lnTo>
                    <a:pt x="86868" y="10668"/>
                  </a:lnTo>
                  <a:lnTo>
                    <a:pt x="77724" y="7620"/>
                  </a:lnTo>
                  <a:lnTo>
                    <a:pt x="73152" y="7620"/>
                  </a:lnTo>
                  <a:lnTo>
                    <a:pt x="67056" y="6096"/>
                  </a:lnTo>
                  <a:lnTo>
                    <a:pt x="39624" y="6096"/>
                  </a:lnTo>
                  <a:lnTo>
                    <a:pt x="27432" y="9144"/>
                  </a:lnTo>
                  <a:lnTo>
                    <a:pt x="0" y="38100"/>
                  </a:lnTo>
                  <a:lnTo>
                    <a:pt x="0" y="54864"/>
                  </a:lnTo>
                  <a:lnTo>
                    <a:pt x="32004" y="85344"/>
                  </a:lnTo>
                  <a:lnTo>
                    <a:pt x="36576" y="86868"/>
                  </a:lnTo>
                  <a:lnTo>
                    <a:pt x="39624" y="88392"/>
                  </a:lnTo>
                  <a:lnTo>
                    <a:pt x="44196" y="89916"/>
                  </a:lnTo>
                  <a:lnTo>
                    <a:pt x="53340" y="94488"/>
                  </a:lnTo>
                  <a:lnTo>
                    <a:pt x="54864" y="97536"/>
                  </a:lnTo>
                  <a:lnTo>
                    <a:pt x="57912" y="99060"/>
                  </a:lnTo>
                  <a:lnTo>
                    <a:pt x="59436" y="100584"/>
                  </a:lnTo>
                  <a:lnTo>
                    <a:pt x="60960" y="103632"/>
                  </a:lnTo>
                  <a:lnTo>
                    <a:pt x="60960" y="111252"/>
                  </a:lnTo>
                  <a:lnTo>
                    <a:pt x="59436" y="112776"/>
                  </a:lnTo>
                  <a:lnTo>
                    <a:pt x="59436" y="115824"/>
                  </a:lnTo>
                  <a:lnTo>
                    <a:pt x="57912" y="117348"/>
                  </a:lnTo>
                  <a:lnTo>
                    <a:pt x="56388" y="117348"/>
                  </a:lnTo>
                  <a:lnTo>
                    <a:pt x="53340" y="118872"/>
                  </a:lnTo>
                  <a:lnTo>
                    <a:pt x="51816" y="120396"/>
                  </a:lnTo>
                  <a:lnTo>
                    <a:pt x="48768" y="120396"/>
                  </a:lnTo>
                  <a:lnTo>
                    <a:pt x="45720" y="121920"/>
                  </a:lnTo>
                  <a:lnTo>
                    <a:pt x="32004" y="121920"/>
                  </a:lnTo>
                  <a:lnTo>
                    <a:pt x="25908" y="120396"/>
                  </a:lnTo>
                  <a:lnTo>
                    <a:pt x="18288" y="118872"/>
                  </a:lnTo>
                  <a:lnTo>
                    <a:pt x="6096" y="112776"/>
                  </a:lnTo>
                  <a:lnTo>
                    <a:pt x="1524" y="108204"/>
                  </a:lnTo>
                  <a:lnTo>
                    <a:pt x="1524" y="138684"/>
                  </a:lnTo>
                  <a:lnTo>
                    <a:pt x="6096" y="140208"/>
                  </a:lnTo>
                  <a:lnTo>
                    <a:pt x="12192" y="143256"/>
                  </a:lnTo>
                  <a:lnTo>
                    <a:pt x="18288" y="143256"/>
                  </a:lnTo>
                  <a:lnTo>
                    <a:pt x="25908" y="144780"/>
                  </a:lnTo>
                  <a:lnTo>
                    <a:pt x="32004" y="146304"/>
                  </a:lnTo>
                  <a:lnTo>
                    <a:pt x="47244" y="146304"/>
                  </a:lnTo>
                  <a:lnTo>
                    <a:pt x="53340" y="144780"/>
                  </a:lnTo>
                  <a:lnTo>
                    <a:pt x="60960" y="143256"/>
                  </a:lnTo>
                  <a:lnTo>
                    <a:pt x="73152" y="140208"/>
                  </a:lnTo>
                  <a:lnTo>
                    <a:pt x="82296" y="134112"/>
                  </a:lnTo>
                  <a:lnTo>
                    <a:pt x="86868" y="129540"/>
                  </a:lnTo>
                  <a:lnTo>
                    <a:pt x="89916" y="124968"/>
                  </a:lnTo>
                  <a:lnTo>
                    <a:pt x="92964" y="112776"/>
                  </a:lnTo>
                  <a:lnTo>
                    <a:pt x="92964" y="94488"/>
                  </a:lnTo>
                  <a:close/>
                </a:path>
                <a:path w="623570" h="146684">
                  <a:moveTo>
                    <a:pt x="199644" y="91440"/>
                  </a:moveTo>
                  <a:lnTo>
                    <a:pt x="181165" y="51269"/>
                  </a:lnTo>
                  <a:lnTo>
                    <a:pt x="172212" y="47015"/>
                  </a:lnTo>
                  <a:lnTo>
                    <a:pt x="172212" y="85344"/>
                  </a:lnTo>
                  <a:lnTo>
                    <a:pt x="135636" y="85344"/>
                  </a:lnTo>
                  <a:lnTo>
                    <a:pt x="137160" y="79248"/>
                  </a:lnTo>
                  <a:lnTo>
                    <a:pt x="138684" y="74676"/>
                  </a:lnTo>
                  <a:lnTo>
                    <a:pt x="146304" y="67056"/>
                  </a:lnTo>
                  <a:lnTo>
                    <a:pt x="150876" y="64008"/>
                  </a:lnTo>
                  <a:lnTo>
                    <a:pt x="155448" y="64008"/>
                  </a:lnTo>
                  <a:lnTo>
                    <a:pt x="162560" y="65417"/>
                  </a:lnTo>
                  <a:lnTo>
                    <a:pt x="167830" y="69532"/>
                  </a:lnTo>
                  <a:lnTo>
                    <a:pt x="171081" y="76225"/>
                  </a:lnTo>
                  <a:lnTo>
                    <a:pt x="172212" y="85344"/>
                  </a:lnTo>
                  <a:lnTo>
                    <a:pt x="172212" y="47015"/>
                  </a:lnTo>
                  <a:lnTo>
                    <a:pt x="165163" y="45034"/>
                  </a:lnTo>
                  <a:lnTo>
                    <a:pt x="155448" y="44196"/>
                  </a:lnTo>
                  <a:lnTo>
                    <a:pt x="145465" y="45059"/>
                  </a:lnTo>
                  <a:lnTo>
                    <a:pt x="145249" y="45123"/>
                  </a:lnTo>
                  <a:lnTo>
                    <a:pt x="136207" y="47625"/>
                  </a:lnTo>
                  <a:lnTo>
                    <a:pt x="107530" y="84924"/>
                  </a:lnTo>
                  <a:lnTo>
                    <a:pt x="106680" y="96012"/>
                  </a:lnTo>
                  <a:lnTo>
                    <a:pt x="107530" y="107518"/>
                  </a:lnTo>
                  <a:lnTo>
                    <a:pt x="135255" y="142875"/>
                  </a:lnTo>
                  <a:lnTo>
                    <a:pt x="146304" y="145529"/>
                  </a:lnTo>
                  <a:lnTo>
                    <a:pt x="156972" y="146304"/>
                  </a:lnTo>
                  <a:lnTo>
                    <a:pt x="166916" y="145757"/>
                  </a:lnTo>
                  <a:lnTo>
                    <a:pt x="176022" y="144208"/>
                  </a:lnTo>
                  <a:lnTo>
                    <a:pt x="183972" y="141808"/>
                  </a:lnTo>
                  <a:lnTo>
                    <a:pt x="190500" y="138684"/>
                  </a:lnTo>
                  <a:lnTo>
                    <a:pt x="190500" y="117348"/>
                  </a:lnTo>
                  <a:lnTo>
                    <a:pt x="184492" y="120472"/>
                  </a:lnTo>
                  <a:lnTo>
                    <a:pt x="177927" y="122872"/>
                  </a:lnTo>
                  <a:lnTo>
                    <a:pt x="170776" y="124421"/>
                  </a:lnTo>
                  <a:lnTo>
                    <a:pt x="163068" y="124968"/>
                  </a:lnTo>
                  <a:lnTo>
                    <a:pt x="162560" y="124917"/>
                  </a:lnTo>
                  <a:lnTo>
                    <a:pt x="151942" y="123571"/>
                  </a:lnTo>
                  <a:lnTo>
                    <a:pt x="143827" y="119443"/>
                  </a:lnTo>
                  <a:lnTo>
                    <a:pt x="138849" y="112763"/>
                  </a:lnTo>
                  <a:lnTo>
                    <a:pt x="137160" y="103632"/>
                  </a:lnTo>
                  <a:lnTo>
                    <a:pt x="172212" y="103632"/>
                  </a:lnTo>
                  <a:lnTo>
                    <a:pt x="199644" y="103632"/>
                  </a:lnTo>
                  <a:lnTo>
                    <a:pt x="199644" y="91440"/>
                  </a:lnTo>
                  <a:close/>
                </a:path>
                <a:path w="623570" h="146684">
                  <a:moveTo>
                    <a:pt x="248412" y="0"/>
                  </a:moveTo>
                  <a:lnTo>
                    <a:pt x="216408" y="0"/>
                  </a:lnTo>
                  <a:lnTo>
                    <a:pt x="216408" y="144780"/>
                  </a:lnTo>
                  <a:lnTo>
                    <a:pt x="248412" y="144780"/>
                  </a:lnTo>
                  <a:lnTo>
                    <a:pt x="248412" y="0"/>
                  </a:lnTo>
                  <a:close/>
                </a:path>
                <a:path w="623570" h="146684">
                  <a:moveTo>
                    <a:pt x="359664" y="91440"/>
                  </a:moveTo>
                  <a:lnTo>
                    <a:pt x="341185" y="51269"/>
                  </a:lnTo>
                  <a:lnTo>
                    <a:pt x="330695" y="46583"/>
                  </a:lnTo>
                  <a:lnTo>
                    <a:pt x="330695" y="85344"/>
                  </a:lnTo>
                  <a:lnTo>
                    <a:pt x="295656" y="85344"/>
                  </a:lnTo>
                  <a:lnTo>
                    <a:pt x="297180" y="79248"/>
                  </a:lnTo>
                  <a:lnTo>
                    <a:pt x="298704" y="74676"/>
                  </a:lnTo>
                  <a:lnTo>
                    <a:pt x="301752" y="70104"/>
                  </a:lnTo>
                  <a:lnTo>
                    <a:pt x="306324" y="67056"/>
                  </a:lnTo>
                  <a:lnTo>
                    <a:pt x="309372" y="64008"/>
                  </a:lnTo>
                  <a:lnTo>
                    <a:pt x="313944" y="64008"/>
                  </a:lnTo>
                  <a:lnTo>
                    <a:pt x="321703" y="65417"/>
                  </a:lnTo>
                  <a:lnTo>
                    <a:pt x="326898" y="69532"/>
                  </a:lnTo>
                  <a:lnTo>
                    <a:pt x="329793" y="76225"/>
                  </a:lnTo>
                  <a:lnTo>
                    <a:pt x="330695" y="85344"/>
                  </a:lnTo>
                  <a:lnTo>
                    <a:pt x="330695" y="46583"/>
                  </a:lnTo>
                  <a:lnTo>
                    <a:pt x="325183" y="45034"/>
                  </a:lnTo>
                  <a:lnTo>
                    <a:pt x="315468" y="44196"/>
                  </a:lnTo>
                  <a:lnTo>
                    <a:pt x="305485" y="45059"/>
                  </a:lnTo>
                  <a:lnTo>
                    <a:pt x="270129" y="74676"/>
                  </a:lnTo>
                  <a:lnTo>
                    <a:pt x="266700" y="96012"/>
                  </a:lnTo>
                  <a:lnTo>
                    <a:pt x="267550" y="107848"/>
                  </a:lnTo>
                  <a:lnTo>
                    <a:pt x="267550" y="107619"/>
                  </a:lnTo>
                  <a:lnTo>
                    <a:pt x="269938" y="117157"/>
                  </a:lnTo>
                  <a:lnTo>
                    <a:pt x="304609" y="145453"/>
                  </a:lnTo>
                  <a:lnTo>
                    <a:pt x="305485" y="145516"/>
                  </a:lnTo>
                  <a:lnTo>
                    <a:pt x="306324" y="145592"/>
                  </a:lnTo>
                  <a:lnTo>
                    <a:pt x="315468" y="146304"/>
                  </a:lnTo>
                  <a:lnTo>
                    <a:pt x="326085" y="145757"/>
                  </a:lnTo>
                  <a:lnTo>
                    <a:pt x="335280" y="144208"/>
                  </a:lnTo>
                  <a:lnTo>
                    <a:pt x="343319" y="141808"/>
                  </a:lnTo>
                  <a:lnTo>
                    <a:pt x="350520" y="138684"/>
                  </a:lnTo>
                  <a:lnTo>
                    <a:pt x="350520" y="117348"/>
                  </a:lnTo>
                  <a:lnTo>
                    <a:pt x="344512" y="120472"/>
                  </a:lnTo>
                  <a:lnTo>
                    <a:pt x="337947" y="122872"/>
                  </a:lnTo>
                  <a:lnTo>
                    <a:pt x="330796" y="124421"/>
                  </a:lnTo>
                  <a:lnTo>
                    <a:pt x="329793" y="124498"/>
                  </a:lnTo>
                  <a:lnTo>
                    <a:pt x="323088" y="124968"/>
                  </a:lnTo>
                  <a:lnTo>
                    <a:pt x="311937" y="123571"/>
                  </a:lnTo>
                  <a:lnTo>
                    <a:pt x="303657" y="119443"/>
                  </a:lnTo>
                  <a:lnTo>
                    <a:pt x="298221" y="112763"/>
                  </a:lnTo>
                  <a:lnTo>
                    <a:pt x="295656" y="103632"/>
                  </a:lnTo>
                  <a:lnTo>
                    <a:pt x="330796" y="103632"/>
                  </a:lnTo>
                  <a:lnTo>
                    <a:pt x="359664" y="103632"/>
                  </a:lnTo>
                  <a:lnTo>
                    <a:pt x="359664" y="91440"/>
                  </a:lnTo>
                  <a:close/>
                </a:path>
                <a:path w="623570" h="146684">
                  <a:moveTo>
                    <a:pt x="449580" y="48768"/>
                  </a:moveTo>
                  <a:lnTo>
                    <a:pt x="445008" y="45720"/>
                  </a:lnTo>
                  <a:lnTo>
                    <a:pt x="437388" y="44196"/>
                  </a:lnTo>
                  <a:lnTo>
                    <a:pt x="425196" y="44196"/>
                  </a:lnTo>
                  <a:lnTo>
                    <a:pt x="385572" y="57912"/>
                  </a:lnTo>
                  <a:lnTo>
                    <a:pt x="370332" y="97536"/>
                  </a:lnTo>
                  <a:lnTo>
                    <a:pt x="371182" y="107518"/>
                  </a:lnTo>
                  <a:lnTo>
                    <a:pt x="400050" y="142875"/>
                  </a:lnTo>
                  <a:lnTo>
                    <a:pt x="420624" y="146304"/>
                  </a:lnTo>
                  <a:lnTo>
                    <a:pt x="429425" y="145783"/>
                  </a:lnTo>
                  <a:lnTo>
                    <a:pt x="437388" y="144399"/>
                  </a:lnTo>
                  <a:lnTo>
                    <a:pt x="444195" y="142455"/>
                  </a:lnTo>
                  <a:lnTo>
                    <a:pt x="449580" y="140208"/>
                  </a:lnTo>
                  <a:lnTo>
                    <a:pt x="449580" y="115824"/>
                  </a:lnTo>
                  <a:lnTo>
                    <a:pt x="443484" y="120396"/>
                  </a:lnTo>
                  <a:lnTo>
                    <a:pt x="435864" y="123444"/>
                  </a:lnTo>
                  <a:lnTo>
                    <a:pt x="419100" y="123444"/>
                  </a:lnTo>
                  <a:lnTo>
                    <a:pt x="413004" y="120396"/>
                  </a:lnTo>
                  <a:lnTo>
                    <a:pt x="403860" y="111252"/>
                  </a:lnTo>
                  <a:lnTo>
                    <a:pt x="400812" y="103632"/>
                  </a:lnTo>
                  <a:lnTo>
                    <a:pt x="400812" y="86868"/>
                  </a:lnTo>
                  <a:lnTo>
                    <a:pt x="403860" y="79248"/>
                  </a:lnTo>
                  <a:lnTo>
                    <a:pt x="408432" y="74676"/>
                  </a:lnTo>
                  <a:lnTo>
                    <a:pt x="414528" y="70104"/>
                  </a:lnTo>
                  <a:lnTo>
                    <a:pt x="420624" y="67056"/>
                  </a:lnTo>
                  <a:lnTo>
                    <a:pt x="437388" y="67056"/>
                  </a:lnTo>
                  <a:lnTo>
                    <a:pt x="443484" y="70104"/>
                  </a:lnTo>
                  <a:lnTo>
                    <a:pt x="449580" y="74676"/>
                  </a:lnTo>
                  <a:lnTo>
                    <a:pt x="449580" y="48768"/>
                  </a:lnTo>
                  <a:close/>
                </a:path>
                <a:path w="623570" h="146684">
                  <a:moveTo>
                    <a:pt x="499872" y="47244"/>
                  </a:moveTo>
                  <a:lnTo>
                    <a:pt x="469392" y="47244"/>
                  </a:lnTo>
                  <a:lnTo>
                    <a:pt x="469392" y="143256"/>
                  </a:lnTo>
                  <a:lnTo>
                    <a:pt x="499872" y="143256"/>
                  </a:lnTo>
                  <a:lnTo>
                    <a:pt x="499872" y="47244"/>
                  </a:lnTo>
                  <a:close/>
                </a:path>
                <a:path w="623570" h="146684">
                  <a:moveTo>
                    <a:pt x="501396" y="10668"/>
                  </a:moveTo>
                  <a:lnTo>
                    <a:pt x="499872" y="7620"/>
                  </a:lnTo>
                  <a:lnTo>
                    <a:pt x="493776" y="1524"/>
                  </a:lnTo>
                  <a:lnTo>
                    <a:pt x="489204" y="0"/>
                  </a:lnTo>
                  <a:lnTo>
                    <a:pt x="480060" y="0"/>
                  </a:lnTo>
                  <a:lnTo>
                    <a:pt x="475488" y="1524"/>
                  </a:lnTo>
                  <a:lnTo>
                    <a:pt x="469392" y="7620"/>
                  </a:lnTo>
                  <a:lnTo>
                    <a:pt x="467868" y="10668"/>
                  </a:lnTo>
                  <a:lnTo>
                    <a:pt x="467868" y="19812"/>
                  </a:lnTo>
                  <a:lnTo>
                    <a:pt x="469392" y="24384"/>
                  </a:lnTo>
                  <a:lnTo>
                    <a:pt x="475488" y="30480"/>
                  </a:lnTo>
                  <a:lnTo>
                    <a:pt x="480060" y="32004"/>
                  </a:lnTo>
                  <a:lnTo>
                    <a:pt x="489204" y="32004"/>
                  </a:lnTo>
                  <a:lnTo>
                    <a:pt x="493776" y="30480"/>
                  </a:lnTo>
                  <a:lnTo>
                    <a:pt x="499872" y="24384"/>
                  </a:lnTo>
                  <a:lnTo>
                    <a:pt x="501396" y="19812"/>
                  </a:lnTo>
                  <a:lnTo>
                    <a:pt x="501396" y="10668"/>
                  </a:lnTo>
                  <a:close/>
                </a:path>
                <a:path w="623570" h="146684">
                  <a:moveTo>
                    <a:pt x="623316" y="92964"/>
                  </a:moveTo>
                  <a:lnTo>
                    <a:pt x="602145" y="51917"/>
                  </a:lnTo>
                  <a:lnTo>
                    <a:pt x="601903" y="51803"/>
                  </a:lnTo>
                  <a:lnTo>
                    <a:pt x="593407" y="47625"/>
                  </a:lnTo>
                  <a:lnTo>
                    <a:pt x="592836" y="47485"/>
                  </a:lnTo>
                  <a:lnTo>
                    <a:pt x="592836" y="94488"/>
                  </a:lnTo>
                  <a:lnTo>
                    <a:pt x="591426" y="106730"/>
                  </a:lnTo>
                  <a:lnTo>
                    <a:pt x="587311" y="115824"/>
                  </a:lnTo>
                  <a:lnTo>
                    <a:pt x="580618" y="121500"/>
                  </a:lnTo>
                  <a:lnTo>
                    <a:pt x="571500" y="123444"/>
                  </a:lnTo>
                  <a:lnTo>
                    <a:pt x="561492" y="121716"/>
                  </a:lnTo>
                  <a:lnTo>
                    <a:pt x="554355" y="116395"/>
                  </a:lnTo>
                  <a:lnTo>
                    <a:pt x="550164" y="107581"/>
                  </a:lnTo>
                  <a:lnTo>
                    <a:pt x="550164" y="108229"/>
                  </a:lnTo>
                  <a:lnTo>
                    <a:pt x="548640" y="94488"/>
                  </a:lnTo>
                  <a:lnTo>
                    <a:pt x="548640" y="86868"/>
                  </a:lnTo>
                  <a:lnTo>
                    <a:pt x="550164" y="79248"/>
                  </a:lnTo>
                  <a:lnTo>
                    <a:pt x="559308" y="70104"/>
                  </a:lnTo>
                  <a:lnTo>
                    <a:pt x="563880" y="67056"/>
                  </a:lnTo>
                  <a:lnTo>
                    <a:pt x="571500" y="67056"/>
                  </a:lnTo>
                  <a:lnTo>
                    <a:pt x="580618" y="68770"/>
                  </a:lnTo>
                  <a:lnTo>
                    <a:pt x="587311" y="73914"/>
                  </a:lnTo>
                  <a:lnTo>
                    <a:pt x="591426" y="82486"/>
                  </a:lnTo>
                  <a:lnTo>
                    <a:pt x="592836" y="94488"/>
                  </a:lnTo>
                  <a:lnTo>
                    <a:pt x="592836" y="47485"/>
                  </a:lnTo>
                  <a:lnTo>
                    <a:pt x="583234" y="45059"/>
                  </a:lnTo>
                  <a:lnTo>
                    <a:pt x="581952" y="44970"/>
                  </a:lnTo>
                  <a:lnTo>
                    <a:pt x="580618" y="44869"/>
                  </a:lnTo>
                  <a:lnTo>
                    <a:pt x="571500" y="44196"/>
                  </a:lnTo>
                  <a:lnTo>
                    <a:pt x="569976" y="44310"/>
                  </a:lnTo>
                  <a:lnTo>
                    <a:pt x="559752" y="45059"/>
                  </a:lnTo>
                  <a:lnTo>
                    <a:pt x="559308" y="45173"/>
                  </a:lnTo>
                  <a:lnTo>
                    <a:pt x="558876" y="45288"/>
                  </a:lnTo>
                  <a:lnTo>
                    <a:pt x="549592" y="47625"/>
                  </a:lnTo>
                  <a:lnTo>
                    <a:pt x="521779" y="74104"/>
                  </a:lnTo>
                  <a:lnTo>
                    <a:pt x="518160" y="96012"/>
                  </a:lnTo>
                  <a:lnTo>
                    <a:pt x="519036" y="107175"/>
                  </a:lnTo>
                  <a:lnTo>
                    <a:pt x="519036" y="106972"/>
                  </a:lnTo>
                  <a:lnTo>
                    <a:pt x="521589" y="116586"/>
                  </a:lnTo>
                  <a:lnTo>
                    <a:pt x="558876" y="145453"/>
                  </a:lnTo>
                  <a:lnTo>
                    <a:pt x="559752" y="145516"/>
                  </a:lnTo>
                  <a:lnTo>
                    <a:pt x="569976" y="146304"/>
                  </a:lnTo>
                  <a:lnTo>
                    <a:pt x="609600" y="131064"/>
                  </a:lnTo>
                  <a:lnTo>
                    <a:pt x="622452" y="104711"/>
                  </a:lnTo>
                  <a:lnTo>
                    <a:pt x="623316" y="92964"/>
                  </a:lnTo>
                  <a:close/>
                </a:path>
              </a:pathLst>
            </a:custGeom>
            <a:solidFill>
              <a:srgbClr val="24232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214872" y="1394460"/>
              <a:ext cx="202692" cy="102108"/>
            </a:xfrm>
            <a:prstGeom prst="rect">
              <a:avLst/>
            </a:prstGeom>
          </p:spPr>
        </p:pic>
      </p:grpSp>
      <p:pic>
        <p:nvPicPr>
          <p:cNvPr id="21" name="object 21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481572" y="1394460"/>
            <a:ext cx="88392" cy="102108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640068" y="1350263"/>
            <a:ext cx="385572" cy="146304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9540240" y="1258823"/>
            <a:ext cx="371856" cy="344424"/>
          </a:xfrm>
          <a:prstGeom prst="rect">
            <a:avLst/>
          </a:prstGeom>
        </p:spPr>
      </p:pic>
      <p:sp>
        <p:nvSpPr>
          <p:cNvPr id="24" name="object 24" descr=""/>
          <p:cNvSpPr/>
          <p:nvPr/>
        </p:nvSpPr>
        <p:spPr>
          <a:xfrm>
            <a:off x="5546344" y="1766315"/>
            <a:ext cx="4711700" cy="4912360"/>
          </a:xfrm>
          <a:custGeom>
            <a:avLst/>
            <a:gdLst/>
            <a:ahLst/>
            <a:cxnLst/>
            <a:rect l="l" t="t" r="r" b="b"/>
            <a:pathLst>
              <a:path w="4711700" h="4912359">
                <a:moveTo>
                  <a:pt x="4495800" y="393700"/>
                </a:moveTo>
                <a:lnTo>
                  <a:pt x="4495800" y="381000"/>
                </a:lnTo>
                <a:lnTo>
                  <a:pt x="4711700" y="381000"/>
                </a:lnTo>
                <a:lnTo>
                  <a:pt x="4711700" y="393700"/>
                </a:lnTo>
                <a:lnTo>
                  <a:pt x="4495800" y="393700"/>
                </a:lnTo>
                <a:close/>
              </a:path>
              <a:path w="4711700" h="4912359">
                <a:moveTo>
                  <a:pt x="4495800" y="406146"/>
                </a:moveTo>
                <a:lnTo>
                  <a:pt x="4495800" y="393700"/>
                </a:lnTo>
                <a:lnTo>
                  <a:pt x="4711700" y="393700"/>
                </a:lnTo>
                <a:lnTo>
                  <a:pt x="4711700" y="4536948"/>
                </a:lnTo>
                <a:lnTo>
                  <a:pt x="4699000" y="4546600"/>
                </a:lnTo>
                <a:lnTo>
                  <a:pt x="4521200" y="4546600"/>
                </a:lnTo>
                <a:lnTo>
                  <a:pt x="4521200" y="498467"/>
                </a:lnTo>
                <a:lnTo>
                  <a:pt x="4508500" y="486155"/>
                </a:lnTo>
                <a:lnTo>
                  <a:pt x="4508500" y="417575"/>
                </a:lnTo>
                <a:lnTo>
                  <a:pt x="4495800" y="406146"/>
                </a:lnTo>
                <a:close/>
              </a:path>
              <a:path w="4711700" h="4912359">
                <a:moveTo>
                  <a:pt x="4470400" y="338732"/>
                </a:moveTo>
                <a:lnTo>
                  <a:pt x="4470400" y="330200"/>
                </a:lnTo>
                <a:lnTo>
                  <a:pt x="4686300" y="330200"/>
                </a:lnTo>
                <a:lnTo>
                  <a:pt x="4699000" y="355600"/>
                </a:lnTo>
                <a:lnTo>
                  <a:pt x="4699000" y="368300"/>
                </a:lnTo>
                <a:lnTo>
                  <a:pt x="4483100" y="368300"/>
                </a:lnTo>
                <a:lnTo>
                  <a:pt x="4483100" y="348996"/>
                </a:lnTo>
                <a:lnTo>
                  <a:pt x="4470400" y="338732"/>
                </a:lnTo>
                <a:close/>
              </a:path>
              <a:path w="4711700" h="4912359">
                <a:moveTo>
                  <a:pt x="4483100" y="373189"/>
                </a:moveTo>
                <a:lnTo>
                  <a:pt x="4483100" y="368300"/>
                </a:lnTo>
                <a:lnTo>
                  <a:pt x="4699000" y="368300"/>
                </a:lnTo>
                <a:lnTo>
                  <a:pt x="4699000" y="381000"/>
                </a:lnTo>
                <a:lnTo>
                  <a:pt x="4495800" y="381000"/>
                </a:lnTo>
                <a:lnTo>
                  <a:pt x="4483100" y="373189"/>
                </a:lnTo>
                <a:close/>
              </a:path>
              <a:path w="4711700" h="4912359">
                <a:moveTo>
                  <a:pt x="4445000" y="4584700"/>
                </a:moveTo>
                <a:lnTo>
                  <a:pt x="4445000" y="4582668"/>
                </a:lnTo>
                <a:lnTo>
                  <a:pt x="4457700" y="4573524"/>
                </a:lnTo>
                <a:lnTo>
                  <a:pt x="4457700" y="4564380"/>
                </a:lnTo>
                <a:lnTo>
                  <a:pt x="4470400" y="4554974"/>
                </a:lnTo>
                <a:lnTo>
                  <a:pt x="4470400" y="4546600"/>
                </a:lnTo>
                <a:lnTo>
                  <a:pt x="4699000" y="4546600"/>
                </a:lnTo>
                <a:lnTo>
                  <a:pt x="4699000" y="4583430"/>
                </a:lnTo>
                <a:lnTo>
                  <a:pt x="4686300" y="4584700"/>
                </a:lnTo>
                <a:lnTo>
                  <a:pt x="4445000" y="4584700"/>
                </a:lnTo>
                <a:close/>
              </a:path>
              <a:path w="4711700" h="4912359">
                <a:moveTo>
                  <a:pt x="4432300" y="268224"/>
                </a:moveTo>
                <a:lnTo>
                  <a:pt x="4432300" y="254000"/>
                </a:lnTo>
                <a:lnTo>
                  <a:pt x="4660900" y="254000"/>
                </a:lnTo>
                <a:lnTo>
                  <a:pt x="4660900" y="279400"/>
                </a:lnTo>
                <a:lnTo>
                  <a:pt x="4686300" y="330200"/>
                </a:lnTo>
                <a:lnTo>
                  <a:pt x="4470400" y="330200"/>
                </a:lnTo>
                <a:lnTo>
                  <a:pt x="4470400" y="318777"/>
                </a:lnTo>
                <a:lnTo>
                  <a:pt x="4457700" y="309371"/>
                </a:lnTo>
                <a:lnTo>
                  <a:pt x="4457700" y="301370"/>
                </a:lnTo>
                <a:lnTo>
                  <a:pt x="4445000" y="293369"/>
                </a:lnTo>
                <a:lnTo>
                  <a:pt x="4445000" y="277367"/>
                </a:lnTo>
                <a:lnTo>
                  <a:pt x="4432300" y="268224"/>
                </a:lnTo>
                <a:close/>
              </a:path>
              <a:path w="4711700" h="4912359">
                <a:moveTo>
                  <a:pt x="4432300" y="4610100"/>
                </a:moveTo>
                <a:lnTo>
                  <a:pt x="4432300" y="4600956"/>
                </a:lnTo>
                <a:lnTo>
                  <a:pt x="4445000" y="4591812"/>
                </a:lnTo>
                <a:lnTo>
                  <a:pt x="4445000" y="4584700"/>
                </a:lnTo>
                <a:lnTo>
                  <a:pt x="4686300" y="4584700"/>
                </a:lnTo>
                <a:lnTo>
                  <a:pt x="4686300" y="4610100"/>
                </a:lnTo>
                <a:lnTo>
                  <a:pt x="4432300" y="4610100"/>
                </a:lnTo>
                <a:close/>
              </a:path>
              <a:path w="4711700" h="4912359">
                <a:moveTo>
                  <a:pt x="4419600" y="4622800"/>
                </a:moveTo>
                <a:lnTo>
                  <a:pt x="4419600" y="4619386"/>
                </a:lnTo>
                <a:lnTo>
                  <a:pt x="4432300" y="4611624"/>
                </a:lnTo>
                <a:lnTo>
                  <a:pt x="4432300" y="4610100"/>
                </a:lnTo>
                <a:lnTo>
                  <a:pt x="4686300" y="4610100"/>
                </a:lnTo>
                <a:lnTo>
                  <a:pt x="4673600" y="4617720"/>
                </a:lnTo>
                <a:lnTo>
                  <a:pt x="4673600" y="4622800"/>
                </a:lnTo>
                <a:lnTo>
                  <a:pt x="4419600" y="4622800"/>
                </a:lnTo>
                <a:close/>
              </a:path>
              <a:path w="4711700" h="4912359">
                <a:moveTo>
                  <a:pt x="4406900" y="4648200"/>
                </a:moveTo>
                <a:lnTo>
                  <a:pt x="4406900" y="4642104"/>
                </a:lnTo>
                <a:lnTo>
                  <a:pt x="4419600" y="4634341"/>
                </a:lnTo>
                <a:lnTo>
                  <a:pt x="4419600" y="4622800"/>
                </a:lnTo>
                <a:lnTo>
                  <a:pt x="4673600" y="4622800"/>
                </a:lnTo>
                <a:lnTo>
                  <a:pt x="4673600" y="4639818"/>
                </a:lnTo>
                <a:lnTo>
                  <a:pt x="4660900" y="4648200"/>
                </a:lnTo>
                <a:lnTo>
                  <a:pt x="4406900" y="4648200"/>
                </a:lnTo>
                <a:close/>
              </a:path>
              <a:path w="4711700" h="4912359">
                <a:moveTo>
                  <a:pt x="4381500" y="4673600"/>
                </a:moveTo>
                <a:lnTo>
                  <a:pt x="4381500" y="4668250"/>
                </a:lnTo>
                <a:lnTo>
                  <a:pt x="4406900" y="4651010"/>
                </a:lnTo>
                <a:lnTo>
                  <a:pt x="4406900" y="4648200"/>
                </a:lnTo>
                <a:lnTo>
                  <a:pt x="4660900" y="4648200"/>
                </a:lnTo>
                <a:lnTo>
                  <a:pt x="4660900" y="4670822"/>
                </a:lnTo>
                <a:lnTo>
                  <a:pt x="4648200" y="4673600"/>
                </a:lnTo>
                <a:lnTo>
                  <a:pt x="4381500" y="4673600"/>
                </a:lnTo>
                <a:close/>
              </a:path>
              <a:path w="4711700" h="4912359">
                <a:moveTo>
                  <a:pt x="4406900" y="231647"/>
                </a:moveTo>
                <a:lnTo>
                  <a:pt x="4406900" y="228600"/>
                </a:lnTo>
                <a:lnTo>
                  <a:pt x="4648200" y="228600"/>
                </a:lnTo>
                <a:lnTo>
                  <a:pt x="4648200" y="241300"/>
                </a:lnTo>
                <a:lnTo>
                  <a:pt x="4419600" y="241300"/>
                </a:lnTo>
                <a:lnTo>
                  <a:pt x="4419600" y="237624"/>
                </a:lnTo>
                <a:lnTo>
                  <a:pt x="4406900" y="231647"/>
                </a:lnTo>
                <a:close/>
              </a:path>
              <a:path w="4711700" h="4912359">
                <a:moveTo>
                  <a:pt x="4419600" y="250721"/>
                </a:moveTo>
                <a:lnTo>
                  <a:pt x="4419600" y="241300"/>
                </a:lnTo>
                <a:lnTo>
                  <a:pt x="4648200" y="241300"/>
                </a:lnTo>
                <a:lnTo>
                  <a:pt x="4648200" y="254000"/>
                </a:lnTo>
                <a:lnTo>
                  <a:pt x="4432300" y="254000"/>
                </a:lnTo>
                <a:lnTo>
                  <a:pt x="4419600" y="250721"/>
                </a:lnTo>
                <a:close/>
              </a:path>
              <a:path w="4711700" h="4912359">
                <a:moveTo>
                  <a:pt x="4368800" y="4686300"/>
                </a:moveTo>
                <a:lnTo>
                  <a:pt x="4368800" y="4685133"/>
                </a:lnTo>
                <a:lnTo>
                  <a:pt x="4381500" y="4677156"/>
                </a:lnTo>
                <a:lnTo>
                  <a:pt x="4381500" y="4673600"/>
                </a:lnTo>
                <a:lnTo>
                  <a:pt x="4648200" y="4673600"/>
                </a:lnTo>
                <a:lnTo>
                  <a:pt x="4648200" y="4686300"/>
                </a:lnTo>
                <a:lnTo>
                  <a:pt x="4368800" y="4686300"/>
                </a:lnTo>
                <a:close/>
              </a:path>
              <a:path w="4711700" h="4912359">
                <a:moveTo>
                  <a:pt x="4356100" y="4699000"/>
                </a:moveTo>
                <a:lnTo>
                  <a:pt x="4356100" y="4692967"/>
                </a:lnTo>
                <a:lnTo>
                  <a:pt x="4368800" y="4686300"/>
                </a:lnTo>
                <a:lnTo>
                  <a:pt x="4648200" y="4686300"/>
                </a:lnTo>
                <a:lnTo>
                  <a:pt x="4648200" y="4688062"/>
                </a:lnTo>
                <a:lnTo>
                  <a:pt x="4635500" y="4696968"/>
                </a:lnTo>
                <a:lnTo>
                  <a:pt x="4635500" y="4699000"/>
                </a:lnTo>
                <a:lnTo>
                  <a:pt x="4356100" y="4699000"/>
                </a:lnTo>
                <a:close/>
              </a:path>
              <a:path w="4711700" h="4912359">
                <a:moveTo>
                  <a:pt x="4381500" y="203200"/>
                </a:moveTo>
                <a:lnTo>
                  <a:pt x="4622800" y="203200"/>
                </a:lnTo>
                <a:lnTo>
                  <a:pt x="4635500" y="215900"/>
                </a:lnTo>
                <a:lnTo>
                  <a:pt x="4394200" y="215900"/>
                </a:lnTo>
                <a:lnTo>
                  <a:pt x="4394200" y="208287"/>
                </a:lnTo>
                <a:lnTo>
                  <a:pt x="4381500" y="203200"/>
                </a:lnTo>
                <a:close/>
              </a:path>
              <a:path w="4711700" h="4912359">
                <a:moveTo>
                  <a:pt x="4394200" y="215900"/>
                </a:moveTo>
                <a:lnTo>
                  <a:pt x="4635500" y="215900"/>
                </a:lnTo>
                <a:lnTo>
                  <a:pt x="4635500" y="228600"/>
                </a:lnTo>
                <a:lnTo>
                  <a:pt x="4406900" y="228600"/>
                </a:lnTo>
                <a:lnTo>
                  <a:pt x="4406900" y="223670"/>
                </a:lnTo>
                <a:lnTo>
                  <a:pt x="4394200" y="215900"/>
                </a:lnTo>
                <a:close/>
              </a:path>
              <a:path w="4711700" h="4912359">
                <a:moveTo>
                  <a:pt x="4330700" y="4711700"/>
                </a:moveTo>
                <a:lnTo>
                  <a:pt x="4343400" y="4707636"/>
                </a:lnTo>
                <a:lnTo>
                  <a:pt x="4356100" y="4700516"/>
                </a:lnTo>
                <a:lnTo>
                  <a:pt x="4356100" y="4699000"/>
                </a:lnTo>
                <a:lnTo>
                  <a:pt x="4635500" y="4699000"/>
                </a:lnTo>
                <a:lnTo>
                  <a:pt x="4635500" y="4704588"/>
                </a:lnTo>
                <a:lnTo>
                  <a:pt x="4622800" y="4711700"/>
                </a:lnTo>
                <a:lnTo>
                  <a:pt x="4330700" y="4711700"/>
                </a:lnTo>
                <a:close/>
              </a:path>
              <a:path w="4711700" h="4912359">
                <a:moveTo>
                  <a:pt x="4368800" y="190500"/>
                </a:moveTo>
                <a:lnTo>
                  <a:pt x="4622800" y="190500"/>
                </a:lnTo>
                <a:lnTo>
                  <a:pt x="4622800" y="203200"/>
                </a:lnTo>
                <a:lnTo>
                  <a:pt x="4381500" y="203200"/>
                </a:lnTo>
                <a:lnTo>
                  <a:pt x="4381500" y="196596"/>
                </a:lnTo>
                <a:lnTo>
                  <a:pt x="4368800" y="190500"/>
                </a:lnTo>
                <a:close/>
              </a:path>
              <a:path w="4711700" h="4912359">
                <a:moveTo>
                  <a:pt x="4318000" y="4724400"/>
                </a:moveTo>
                <a:lnTo>
                  <a:pt x="4330700" y="4721161"/>
                </a:lnTo>
                <a:lnTo>
                  <a:pt x="4330700" y="4711700"/>
                </a:lnTo>
                <a:lnTo>
                  <a:pt x="4622800" y="4711700"/>
                </a:lnTo>
                <a:lnTo>
                  <a:pt x="4622800" y="4724400"/>
                </a:lnTo>
                <a:lnTo>
                  <a:pt x="4318000" y="4724400"/>
                </a:lnTo>
                <a:close/>
              </a:path>
              <a:path w="4711700" h="4912359">
                <a:moveTo>
                  <a:pt x="4305300" y="4737100"/>
                </a:moveTo>
                <a:lnTo>
                  <a:pt x="4305300" y="4733544"/>
                </a:lnTo>
                <a:lnTo>
                  <a:pt x="4318000" y="4727567"/>
                </a:lnTo>
                <a:lnTo>
                  <a:pt x="4318000" y="4724400"/>
                </a:lnTo>
                <a:lnTo>
                  <a:pt x="4622800" y="4724400"/>
                </a:lnTo>
                <a:lnTo>
                  <a:pt x="4610100" y="4737100"/>
                </a:lnTo>
                <a:lnTo>
                  <a:pt x="4305300" y="4737100"/>
                </a:lnTo>
                <a:close/>
              </a:path>
              <a:path w="4711700" h="4912359">
                <a:moveTo>
                  <a:pt x="4343400" y="166116"/>
                </a:moveTo>
                <a:lnTo>
                  <a:pt x="4343400" y="165100"/>
                </a:lnTo>
                <a:lnTo>
                  <a:pt x="4597400" y="165100"/>
                </a:lnTo>
                <a:lnTo>
                  <a:pt x="4610100" y="177800"/>
                </a:lnTo>
                <a:lnTo>
                  <a:pt x="4356100" y="177800"/>
                </a:lnTo>
                <a:lnTo>
                  <a:pt x="4356100" y="173235"/>
                </a:lnTo>
                <a:lnTo>
                  <a:pt x="4343400" y="166116"/>
                </a:lnTo>
                <a:close/>
              </a:path>
              <a:path w="4711700" h="4912359">
                <a:moveTo>
                  <a:pt x="4356100" y="180784"/>
                </a:moveTo>
                <a:lnTo>
                  <a:pt x="4356100" y="177800"/>
                </a:lnTo>
                <a:lnTo>
                  <a:pt x="4610100" y="177800"/>
                </a:lnTo>
                <a:lnTo>
                  <a:pt x="4610100" y="190500"/>
                </a:lnTo>
                <a:lnTo>
                  <a:pt x="4368800" y="190500"/>
                </a:lnTo>
                <a:lnTo>
                  <a:pt x="4368800" y="188618"/>
                </a:lnTo>
                <a:lnTo>
                  <a:pt x="4356100" y="180784"/>
                </a:lnTo>
                <a:close/>
              </a:path>
              <a:path w="4711700" h="4912359">
                <a:moveTo>
                  <a:pt x="4279900" y="4749800"/>
                </a:moveTo>
                <a:lnTo>
                  <a:pt x="4279900" y="4747831"/>
                </a:lnTo>
                <a:lnTo>
                  <a:pt x="4292600" y="4741664"/>
                </a:lnTo>
                <a:lnTo>
                  <a:pt x="4305300" y="4737100"/>
                </a:lnTo>
                <a:lnTo>
                  <a:pt x="4610100" y="4737130"/>
                </a:lnTo>
                <a:lnTo>
                  <a:pt x="4610100" y="4741164"/>
                </a:lnTo>
                <a:lnTo>
                  <a:pt x="4597400" y="4749800"/>
                </a:lnTo>
                <a:lnTo>
                  <a:pt x="4279900" y="4749800"/>
                </a:lnTo>
                <a:close/>
              </a:path>
              <a:path w="4711700" h="4912359">
                <a:moveTo>
                  <a:pt x="4292600" y="134112"/>
                </a:moveTo>
                <a:lnTo>
                  <a:pt x="4292600" y="127000"/>
                </a:lnTo>
                <a:lnTo>
                  <a:pt x="4559300" y="127000"/>
                </a:lnTo>
                <a:lnTo>
                  <a:pt x="4572000" y="139700"/>
                </a:lnTo>
                <a:lnTo>
                  <a:pt x="4572000" y="152400"/>
                </a:lnTo>
                <a:lnTo>
                  <a:pt x="4597400" y="165100"/>
                </a:lnTo>
                <a:lnTo>
                  <a:pt x="4343400" y="165100"/>
                </a:lnTo>
                <a:lnTo>
                  <a:pt x="4330700" y="159281"/>
                </a:lnTo>
                <a:lnTo>
                  <a:pt x="4330700" y="152590"/>
                </a:lnTo>
                <a:lnTo>
                  <a:pt x="4318000" y="146184"/>
                </a:lnTo>
                <a:lnTo>
                  <a:pt x="4305300" y="140208"/>
                </a:lnTo>
                <a:lnTo>
                  <a:pt x="4305300" y="135635"/>
                </a:lnTo>
                <a:lnTo>
                  <a:pt x="4292600" y="134112"/>
                </a:lnTo>
                <a:close/>
              </a:path>
              <a:path w="4711700" h="4912359">
                <a:moveTo>
                  <a:pt x="4203700" y="4787900"/>
                </a:moveTo>
                <a:lnTo>
                  <a:pt x="4216400" y="4779264"/>
                </a:lnTo>
                <a:lnTo>
                  <a:pt x="4241800" y="4769929"/>
                </a:lnTo>
                <a:lnTo>
                  <a:pt x="4254500" y="4764905"/>
                </a:lnTo>
                <a:lnTo>
                  <a:pt x="4267200" y="4759452"/>
                </a:lnTo>
                <a:lnTo>
                  <a:pt x="4279900" y="4753713"/>
                </a:lnTo>
                <a:lnTo>
                  <a:pt x="4279900" y="4749800"/>
                </a:lnTo>
                <a:lnTo>
                  <a:pt x="4597400" y="4749800"/>
                </a:lnTo>
                <a:lnTo>
                  <a:pt x="4584700" y="4759261"/>
                </a:lnTo>
                <a:lnTo>
                  <a:pt x="4584700" y="4767953"/>
                </a:lnTo>
                <a:lnTo>
                  <a:pt x="4572000" y="4776216"/>
                </a:lnTo>
                <a:lnTo>
                  <a:pt x="4559300" y="4785098"/>
                </a:lnTo>
                <a:lnTo>
                  <a:pt x="4559300" y="4787900"/>
                </a:lnTo>
                <a:lnTo>
                  <a:pt x="4203700" y="4787900"/>
                </a:lnTo>
                <a:close/>
              </a:path>
              <a:path w="4711700" h="4912359">
                <a:moveTo>
                  <a:pt x="4267200" y="114300"/>
                </a:moveTo>
                <a:lnTo>
                  <a:pt x="4546600" y="114300"/>
                </a:lnTo>
                <a:lnTo>
                  <a:pt x="4559300" y="127000"/>
                </a:lnTo>
                <a:lnTo>
                  <a:pt x="4292600" y="127000"/>
                </a:lnTo>
                <a:lnTo>
                  <a:pt x="4279900" y="123634"/>
                </a:lnTo>
                <a:lnTo>
                  <a:pt x="4267200" y="114300"/>
                </a:lnTo>
                <a:close/>
              </a:path>
              <a:path w="4711700" h="4912359">
                <a:moveTo>
                  <a:pt x="4165600" y="4800600"/>
                </a:moveTo>
                <a:lnTo>
                  <a:pt x="4165600" y="4798314"/>
                </a:lnTo>
                <a:lnTo>
                  <a:pt x="4178300" y="4796028"/>
                </a:lnTo>
                <a:lnTo>
                  <a:pt x="4191000" y="4792337"/>
                </a:lnTo>
                <a:lnTo>
                  <a:pt x="4203700" y="4788217"/>
                </a:lnTo>
                <a:lnTo>
                  <a:pt x="4203700" y="4787900"/>
                </a:lnTo>
                <a:lnTo>
                  <a:pt x="4559300" y="4787900"/>
                </a:lnTo>
                <a:lnTo>
                  <a:pt x="4559300" y="4793551"/>
                </a:lnTo>
                <a:lnTo>
                  <a:pt x="4546600" y="4800600"/>
                </a:lnTo>
                <a:lnTo>
                  <a:pt x="4165600" y="4800600"/>
                </a:lnTo>
                <a:close/>
              </a:path>
              <a:path w="4711700" h="4912359">
                <a:moveTo>
                  <a:pt x="4089400" y="4813300"/>
                </a:moveTo>
                <a:lnTo>
                  <a:pt x="4102100" y="4812911"/>
                </a:lnTo>
                <a:lnTo>
                  <a:pt x="4114800" y="4811077"/>
                </a:lnTo>
                <a:lnTo>
                  <a:pt x="4127500" y="4808958"/>
                </a:lnTo>
                <a:lnTo>
                  <a:pt x="4127500" y="4806696"/>
                </a:lnTo>
                <a:lnTo>
                  <a:pt x="4140200" y="4806696"/>
                </a:lnTo>
                <a:lnTo>
                  <a:pt x="4140200" y="4805172"/>
                </a:lnTo>
                <a:lnTo>
                  <a:pt x="4165600" y="4800600"/>
                </a:lnTo>
                <a:lnTo>
                  <a:pt x="4546600" y="4800600"/>
                </a:lnTo>
                <a:lnTo>
                  <a:pt x="4546600" y="4801719"/>
                </a:lnTo>
                <a:lnTo>
                  <a:pt x="4533900" y="4809744"/>
                </a:lnTo>
                <a:lnTo>
                  <a:pt x="4533900" y="4813300"/>
                </a:lnTo>
                <a:lnTo>
                  <a:pt x="4089400" y="4813300"/>
                </a:lnTo>
                <a:close/>
              </a:path>
              <a:path w="4711700" h="4912359">
                <a:moveTo>
                  <a:pt x="4241800" y="103060"/>
                </a:moveTo>
                <a:lnTo>
                  <a:pt x="4241800" y="101600"/>
                </a:lnTo>
                <a:lnTo>
                  <a:pt x="4533900" y="101600"/>
                </a:lnTo>
                <a:lnTo>
                  <a:pt x="4533900" y="114300"/>
                </a:lnTo>
                <a:lnTo>
                  <a:pt x="4267200" y="114300"/>
                </a:lnTo>
                <a:lnTo>
                  <a:pt x="4254500" y="108608"/>
                </a:lnTo>
                <a:lnTo>
                  <a:pt x="4241800" y="103060"/>
                </a:lnTo>
                <a:close/>
              </a:path>
              <a:path w="4711700" h="4912359">
                <a:moveTo>
                  <a:pt x="0" y="4815840"/>
                </a:moveTo>
                <a:lnTo>
                  <a:pt x="4051300" y="4815840"/>
                </a:lnTo>
                <a:lnTo>
                  <a:pt x="4064000" y="4815601"/>
                </a:lnTo>
                <a:lnTo>
                  <a:pt x="4076700" y="4814554"/>
                </a:lnTo>
                <a:lnTo>
                  <a:pt x="4089400" y="4814316"/>
                </a:lnTo>
                <a:lnTo>
                  <a:pt x="4089400" y="4813300"/>
                </a:lnTo>
                <a:lnTo>
                  <a:pt x="4533900" y="4813300"/>
                </a:lnTo>
                <a:lnTo>
                  <a:pt x="4533900" y="4815697"/>
                </a:lnTo>
                <a:lnTo>
                  <a:pt x="4521200" y="4821936"/>
                </a:lnTo>
                <a:lnTo>
                  <a:pt x="4521200" y="4826000"/>
                </a:lnTo>
                <a:lnTo>
                  <a:pt x="12700" y="4826000"/>
                </a:lnTo>
                <a:lnTo>
                  <a:pt x="12700" y="4819507"/>
                </a:lnTo>
                <a:lnTo>
                  <a:pt x="0" y="4815840"/>
                </a:lnTo>
                <a:close/>
              </a:path>
              <a:path w="4711700" h="4912359">
                <a:moveTo>
                  <a:pt x="4216400" y="92963"/>
                </a:moveTo>
                <a:lnTo>
                  <a:pt x="4216400" y="88900"/>
                </a:lnTo>
                <a:lnTo>
                  <a:pt x="4521200" y="88900"/>
                </a:lnTo>
                <a:lnTo>
                  <a:pt x="4521200" y="101600"/>
                </a:lnTo>
                <a:lnTo>
                  <a:pt x="4241800" y="101600"/>
                </a:lnTo>
                <a:lnTo>
                  <a:pt x="4229100" y="97797"/>
                </a:lnTo>
                <a:lnTo>
                  <a:pt x="4216400" y="92963"/>
                </a:lnTo>
                <a:close/>
              </a:path>
              <a:path w="4711700" h="4912359">
                <a:moveTo>
                  <a:pt x="4470400" y="4546600"/>
                </a:moveTo>
                <a:lnTo>
                  <a:pt x="4470400" y="4535019"/>
                </a:lnTo>
                <a:lnTo>
                  <a:pt x="4483100" y="4524756"/>
                </a:lnTo>
                <a:lnTo>
                  <a:pt x="4483100" y="4500181"/>
                </a:lnTo>
                <a:lnTo>
                  <a:pt x="4495800" y="4488918"/>
                </a:lnTo>
                <a:lnTo>
                  <a:pt x="4495800" y="4466963"/>
                </a:lnTo>
                <a:lnTo>
                  <a:pt x="4508500" y="4455985"/>
                </a:lnTo>
                <a:lnTo>
                  <a:pt x="4508500" y="4386072"/>
                </a:lnTo>
                <a:lnTo>
                  <a:pt x="4521200" y="4374642"/>
                </a:lnTo>
                <a:lnTo>
                  <a:pt x="4521200" y="4546600"/>
                </a:lnTo>
                <a:lnTo>
                  <a:pt x="4470400" y="4546600"/>
                </a:lnTo>
                <a:close/>
              </a:path>
              <a:path w="4711700" h="4912359">
                <a:moveTo>
                  <a:pt x="12700" y="4827413"/>
                </a:moveTo>
                <a:lnTo>
                  <a:pt x="12700" y="4826000"/>
                </a:lnTo>
                <a:lnTo>
                  <a:pt x="4521200" y="4826000"/>
                </a:lnTo>
                <a:lnTo>
                  <a:pt x="4508500" y="4828175"/>
                </a:lnTo>
                <a:lnTo>
                  <a:pt x="4508500" y="4834128"/>
                </a:lnTo>
                <a:lnTo>
                  <a:pt x="4495800" y="4837176"/>
                </a:lnTo>
                <a:lnTo>
                  <a:pt x="4495800" y="4838700"/>
                </a:lnTo>
                <a:lnTo>
                  <a:pt x="38100" y="4838700"/>
                </a:lnTo>
                <a:lnTo>
                  <a:pt x="25400" y="4834128"/>
                </a:lnTo>
                <a:lnTo>
                  <a:pt x="25400" y="4831080"/>
                </a:lnTo>
                <a:lnTo>
                  <a:pt x="12700" y="4827413"/>
                </a:lnTo>
                <a:close/>
              </a:path>
              <a:path w="4711700" h="4912359">
                <a:moveTo>
                  <a:pt x="4178300" y="77724"/>
                </a:moveTo>
                <a:lnTo>
                  <a:pt x="4178300" y="76200"/>
                </a:lnTo>
                <a:lnTo>
                  <a:pt x="4495800" y="76200"/>
                </a:lnTo>
                <a:lnTo>
                  <a:pt x="4508500" y="88900"/>
                </a:lnTo>
                <a:lnTo>
                  <a:pt x="4216400" y="88900"/>
                </a:lnTo>
                <a:lnTo>
                  <a:pt x="4191000" y="81391"/>
                </a:lnTo>
                <a:lnTo>
                  <a:pt x="4178300" y="77724"/>
                </a:lnTo>
                <a:close/>
              </a:path>
              <a:path w="4711700" h="4912359">
                <a:moveTo>
                  <a:pt x="38100" y="4841748"/>
                </a:moveTo>
                <a:lnTo>
                  <a:pt x="38100" y="4838700"/>
                </a:lnTo>
                <a:lnTo>
                  <a:pt x="4495800" y="4838700"/>
                </a:lnTo>
                <a:lnTo>
                  <a:pt x="4495800" y="4843272"/>
                </a:lnTo>
                <a:lnTo>
                  <a:pt x="4483100" y="4848725"/>
                </a:lnTo>
                <a:lnTo>
                  <a:pt x="4483100" y="4851369"/>
                </a:lnTo>
                <a:lnTo>
                  <a:pt x="50800" y="4851400"/>
                </a:lnTo>
                <a:lnTo>
                  <a:pt x="50800" y="4847225"/>
                </a:lnTo>
                <a:lnTo>
                  <a:pt x="38100" y="4841748"/>
                </a:lnTo>
                <a:close/>
              </a:path>
              <a:path w="4711700" h="4912359">
                <a:moveTo>
                  <a:pt x="4114800" y="63500"/>
                </a:moveTo>
                <a:lnTo>
                  <a:pt x="4483100" y="63500"/>
                </a:lnTo>
                <a:lnTo>
                  <a:pt x="4483100" y="76200"/>
                </a:lnTo>
                <a:lnTo>
                  <a:pt x="4178300" y="76200"/>
                </a:lnTo>
                <a:lnTo>
                  <a:pt x="4165600" y="75461"/>
                </a:lnTo>
                <a:lnTo>
                  <a:pt x="4165600" y="73342"/>
                </a:lnTo>
                <a:lnTo>
                  <a:pt x="4152900" y="71508"/>
                </a:lnTo>
                <a:lnTo>
                  <a:pt x="4140200" y="70104"/>
                </a:lnTo>
                <a:lnTo>
                  <a:pt x="4140200" y="67055"/>
                </a:lnTo>
                <a:lnTo>
                  <a:pt x="4127500" y="67055"/>
                </a:lnTo>
                <a:lnTo>
                  <a:pt x="4127500" y="64793"/>
                </a:lnTo>
                <a:lnTo>
                  <a:pt x="4114800" y="63500"/>
                </a:lnTo>
                <a:close/>
              </a:path>
              <a:path w="4711700" h="4912359">
                <a:moveTo>
                  <a:pt x="50800" y="4851400"/>
                </a:moveTo>
                <a:lnTo>
                  <a:pt x="4482934" y="4851400"/>
                </a:lnTo>
                <a:lnTo>
                  <a:pt x="4470400" y="4853749"/>
                </a:lnTo>
                <a:lnTo>
                  <a:pt x="4470400" y="4858488"/>
                </a:lnTo>
                <a:lnTo>
                  <a:pt x="4457700" y="4863084"/>
                </a:lnTo>
                <a:lnTo>
                  <a:pt x="4457700" y="4864100"/>
                </a:lnTo>
                <a:lnTo>
                  <a:pt x="76200" y="4864100"/>
                </a:lnTo>
                <a:lnTo>
                  <a:pt x="76200" y="4863084"/>
                </a:lnTo>
                <a:lnTo>
                  <a:pt x="63500" y="4857607"/>
                </a:lnTo>
                <a:lnTo>
                  <a:pt x="50800" y="4851400"/>
                </a:lnTo>
                <a:close/>
              </a:path>
              <a:path w="4711700" h="4912359">
                <a:moveTo>
                  <a:pt x="76200" y="57912"/>
                </a:moveTo>
                <a:lnTo>
                  <a:pt x="76200" y="50800"/>
                </a:lnTo>
                <a:lnTo>
                  <a:pt x="4445000" y="50800"/>
                </a:lnTo>
                <a:lnTo>
                  <a:pt x="4457700" y="63500"/>
                </a:lnTo>
                <a:lnTo>
                  <a:pt x="4114800" y="63500"/>
                </a:lnTo>
                <a:lnTo>
                  <a:pt x="4114800" y="62674"/>
                </a:lnTo>
                <a:lnTo>
                  <a:pt x="4102100" y="60840"/>
                </a:lnTo>
                <a:lnTo>
                  <a:pt x="4089400" y="59435"/>
                </a:lnTo>
                <a:lnTo>
                  <a:pt x="4076700" y="58554"/>
                </a:lnTo>
                <a:lnTo>
                  <a:pt x="4064000" y="58102"/>
                </a:lnTo>
                <a:lnTo>
                  <a:pt x="4051300" y="57935"/>
                </a:lnTo>
                <a:lnTo>
                  <a:pt x="76200" y="57912"/>
                </a:lnTo>
                <a:close/>
              </a:path>
              <a:path w="4711700" h="4912359">
                <a:moveTo>
                  <a:pt x="76200" y="4864100"/>
                </a:moveTo>
                <a:lnTo>
                  <a:pt x="4457700" y="4864100"/>
                </a:lnTo>
                <a:lnTo>
                  <a:pt x="4457700" y="4864502"/>
                </a:lnTo>
                <a:lnTo>
                  <a:pt x="4445000" y="4867870"/>
                </a:lnTo>
                <a:lnTo>
                  <a:pt x="4432300" y="4872799"/>
                </a:lnTo>
                <a:lnTo>
                  <a:pt x="4432300" y="4876800"/>
                </a:lnTo>
                <a:lnTo>
                  <a:pt x="101600" y="4876800"/>
                </a:lnTo>
                <a:lnTo>
                  <a:pt x="88900" y="4872990"/>
                </a:lnTo>
                <a:lnTo>
                  <a:pt x="88900" y="4867894"/>
                </a:lnTo>
                <a:lnTo>
                  <a:pt x="76200" y="4864100"/>
                </a:lnTo>
                <a:close/>
              </a:path>
              <a:path w="4711700" h="4912359">
                <a:moveTo>
                  <a:pt x="101600" y="50800"/>
                </a:moveTo>
                <a:lnTo>
                  <a:pt x="101600" y="38100"/>
                </a:lnTo>
                <a:lnTo>
                  <a:pt x="139700" y="38100"/>
                </a:lnTo>
                <a:lnTo>
                  <a:pt x="139700" y="25400"/>
                </a:lnTo>
                <a:lnTo>
                  <a:pt x="4394200" y="25400"/>
                </a:lnTo>
                <a:lnTo>
                  <a:pt x="4419600" y="38100"/>
                </a:lnTo>
                <a:lnTo>
                  <a:pt x="4432300" y="50800"/>
                </a:lnTo>
                <a:lnTo>
                  <a:pt x="101600" y="50800"/>
                </a:lnTo>
                <a:close/>
              </a:path>
              <a:path w="4711700" h="4912359">
                <a:moveTo>
                  <a:pt x="101600" y="4878086"/>
                </a:moveTo>
                <a:lnTo>
                  <a:pt x="101600" y="4876800"/>
                </a:lnTo>
                <a:lnTo>
                  <a:pt x="4432300" y="4876800"/>
                </a:lnTo>
                <a:lnTo>
                  <a:pt x="4432300" y="4877879"/>
                </a:lnTo>
                <a:lnTo>
                  <a:pt x="4419600" y="4881372"/>
                </a:lnTo>
                <a:lnTo>
                  <a:pt x="4419600" y="4882896"/>
                </a:lnTo>
                <a:lnTo>
                  <a:pt x="4406900" y="4887444"/>
                </a:lnTo>
                <a:lnTo>
                  <a:pt x="4394200" y="4889500"/>
                </a:lnTo>
                <a:lnTo>
                  <a:pt x="127000" y="4889500"/>
                </a:lnTo>
                <a:lnTo>
                  <a:pt x="127000" y="4888087"/>
                </a:lnTo>
                <a:lnTo>
                  <a:pt x="114300" y="4884420"/>
                </a:lnTo>
                <a:lnTo>
                  <a:pt x="114300" y="4882896"/>
                </a:lnTo>
                <a:lnTo>
                  <a:pt x="101600" y="4878086"/>
                </a:lnTo>
                <a:close/>
              </a:path>
              <a:path w="4711700" h="4912359">
                <a:moveTo>
                  <a:pt x="139700" y="4892040"/>
                </a:moveTo>
                <a:lnTo>
                  <a:pt x="139700" y="4889500"/>
                </a:lnTo>
                <a:lnTo>
                  <a:pt x="4394200" y="4889500"/>
                </a:lnTo>
                <a:lnTo>
                  <a:pt x="4394200" y="4891849"/>
                </a:lnTo>
                <a:lnTo>
                  <a:pt x="4381500" y="4895969"/>
                </a:lnTo>
                <a:lnTo>
                  <a:pt x="4368800" y="4899660"/>
                </a:lnTo>
                <a:lnTo>
                  <a:pt x="4356100" y="4902200"/>
                </a:lnTo>
                <a:lnTo>
                  <a:pt x="165100" y="4902200"/>
                </a:lnTo>
                <a:lnTo>
                  <a:pt x="165100" y="4899660"/>
                </a:lnTo>
                <a:lnTo>
                  <a:pt x="152400" y="4895993"/>
                </a:lnTo>
                <a:lnTo>
                  <a:pt x="139700" y="4892040"/>
                </a:lnTo>
                <a:close/>
              </a:path>
              <a:path w="4711700" h="4912359">
                <a:moveTo>
                  <a:pt x="165100" y="25400"/>
                </a:moveTo>
                <a:lnTo>
                  <a:pt x="165100" y="12700"/>
                </a:lnTo>
                <a:lnTo>
                  <a:pt x="228600" y="12700"/>
                </a:lnTo>
                <a:lnTo>
                  <a:pt x="228600" y="0"/>
                </a:lnTo>
                <a:lnTo>
                  <a:pt x="4305300" y="0"/>
                </a:lnTo>
                <a:lnTo>
                  <a:pt x="4318000" y="12700"/>
                </a:lnTo>
                <a:lnTo>
                  <a:pt x="4368800" y="25400"/>
                </a:lnTo>
                <a:lnTo>
                  <a:pt x="165100" y="25400"/>
                </a:lnTo>
                <a:close/>
              </a:path>
              <a:path w="4711700" h="4912359">
                <a:moveTo>
                  <a:pt x="165100" y="4902200"/>
                </a:moveTo>
                <a:lnTo>
                  <a:pt x="4356100" y="4902200"/>
                </a:lnTo>
                <a:lnTo>
                  <a:pt x="4356100" y="4904232"/>
                </a:lnTo>
                <a:lnTo>
                  <a:pt x="4330700" y="4908804"/>
                </a:lnTo>
                <a:lnTo>
                  <a:pt x="4330700" y="4910328"/>
                </a:lnTo>
                <a:lnTo>
                  <a:pt x="4318000" y="4911852"/>
                </a:lnTo>
                <a:lnTo>
                  <a:pt x="203200" y="4911852"/>
                </a:lnTo>
                <a:lnTo>
                  <a:pt x="203200" y="4910328"/>
                </a:lnTo>
                <a:lnTo>
                  <a:pt x="190500" y="4908018"/>
                </a:lnTo>
                <a:lnTo>
                  <a:pt x="177800" y="4905565"/>
                </a:lnTo>
                <a:lnTo>
                  <a:pt x="177800" y="4902827"/>
                </a:lnTo>
                <a:lnTo>
                  <a:pt x="165100" y="490220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1182624" y="1682495"/>
            <a:ext cx="1757680" cy="17145"/>
          </a:xfrm>
          <a:custGeom>
            <a:avLst/>
            <a:gdLst/>
            <a:ahLst/>
            <a:cxnLst/>
            <a:rect l="l" t="t" r="r" b="b"/>
            <a:pathLst>
              <a:path w="1757680" h="17144">
                <a:moveTo>
                  <a:pt x="0" y="16763"/>
                </a:moveTo>
                <a:lnTo>
                  <a:pt x="0" y="0"/>
                </a:lnTo>
                <a:lnTo>
                  <a:pt x="1757172" y="0"/>
                </a:lnTo>
                <a:lnTo>
                  <a:pt x="1757172" y="16763"/>
                </a:lnTo>
                <a:lnTo>
                  <a:pt x="0" y="16763"/>
                </a:lnTo>
                <a:close/>
              </a:path>
            </a:pathLst>
          </a:custGeom>
          <a:solidFill>
            <a:srgbClr val="0C69B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6" name="object 26" descr=""/>
          <p:cNvGrpSpPr/>
          <p:nvPr/>
        </p:nvGrpSpPr>
        <p:grpSpPr>
          <a:xfrm>
            <a:off x="1214628" y="1333500"/>
            <a:ext cx="1508760" cy="146685"/>
            <a:chOff x="1214628" y="1333500"/>
            <a:chExt cx="1508760" cy="146685"/>
          </a:xfrm>
        </p:grpSpPr>
        <p:sp>
          <p:nvSpPr>
            <p:cNvPr id="27" name="object 27" descr=""/>
            <p:cNvSpPr/>
            <p:nvPr/>
          </p:nvSpPr>
          <p:spPr>
            <a:xfrm>
              <a:off x="1214628" y="1342643"/>
              <a:ext cx="205740" cy="137160"/>
            </a:xfrm>
            <a:custGeom>
              <a:avLst/>
              <a:gdLst/>
              <a:ahLst/>
              <a:cxnLst/>
              <a:rect l="l" t="t" r="r" b="b"/>
              <a:pathLst>
                <a:path w="205740" h="137159">
                  <a:moveTo>
                    <a:pt x="114300" y="135636"/>
                  </a:moveTo>
                  <a:lnTo>
                    <a:pt x="88392" y="94488"/>
                  </a:lnTo>
                  <a:lnTo>
                    <a:pt x="86868" y="92964"/>
                  </a:lnTo>
                  <a:lnTo>
                    <a:pt x="85344" y="89916"/>
                  </a:lnTo>
                  <a:lnTo>
                    <a:pt x="82296" y="86868"/>
                  </a:lnTo>
                  <a:lnTo>
                    <a:pt x="80772" y="83820"/>
                  </a:lnTo>
                  <a:lnTo>
                    <a:pt x="76200" y="79248"/>
                  </a:lnTo>
                  <a:lnTo>
                    <a:pt x="73152" y="77724"/>
                  </a:lnTo>
                  <a:lnTo>
                    <a:pt x="70104" y="74676"/>
                  </a:lnTo>
                  <a:lnTo>
                    <a:pt x="68580" y="74676"/>
                  </a:lnTo>
                  <a:lnTo>
                    <a:pt x="73152" y="73152"/>
                  </a:lnTo>
                  <a:lnTo>
                    <a:pt x="76200" y="70104"/>
                  </a:lnTo>
                  <a:lnTo>
                    <a:pt x="80772" y="68580"/>
                  </a:lnTo>
                  <a:lnTo>
                    <a:pt x="83820" y="65532"/>
                  </a:lnTo>
                  <a:lnTo>
                    <a:pt x="86868" y="64008"/>
                  </a:lnTo>
                  <a:lnTo>
                    <a:pt x="89916" y="59436"/>
                  </a:lnTo>
                  <a:lnTo>
                    <a:pt x="92964" y="56388"/>
                  </a:lnTo>
                  <a:lnTo>
                    <a:pt x="94488" y="53340"/>
                  </a:lnTo>
                  <a:lnTo>
                    <a:pt x="96012" y="48768"/>
                  </a:lnTo>
                  <a:lnTo>
                    <a:pt x="97536" y="45720"/>
                  </a:lnTo>
                  <a:lnTo>
                    <a:pt x="97536" y="36576"/>
                  </a:lnTo>
                  <a:lnTo>
                    <a:pt x="94627" y="20574"/>
                  </a:lnTo>
                  <a:lnTo>
                    <a:pt x="85725" y="9144"/>
                  </a:lnTo>
                  <a:lnTo>
                    <a:pt x="70523" y="2286"/>
                  </a:lnTo>
                  <a:lnTo>
                    <a:pt x="70104" y="2247"/>
                  </a:lnTo>
                  <a:lnTo>
                    <a:pt x="65532" y="1778"/>
                  </a:lnTo>
                  <a:lnTo>
                    <a:pt x="65532" y="39624"/>
                  </a:lnTo>
                  <a:lnTo>
                    <a:pt x="65532" y="45720"/>
                  </a:lnTo>
                  <a:lnTo>
                    <a:pt x="64008" y="50292"/>
                  </a:lnTo>
                  <a:lnTo>
                    <a:pt x="56388" y="57912"/>
                  </a:lnTo>
                  <a:lnTo>
                    <a:pt x="50292" y="59436"/>
                  </a:lnTo>
                  <a:lnTo>
                    <a:pt x="30480" y="59436"/>
                  </a:lnTo>
                  <a:lnTo>
                    <a:pt x="30480" y="22860"/>
                  </a:lnTo>
                  <a:lnTo>
                    <a:pt x="44196" y="22860"/>
                  </a:lnTo>
                  <a:lnTo>
                    <a:pt x="53949" y="23774"/>
                  </a:lnTo>
                  <a:lnTo>
                    <a:pt x="60579" y="26670"/>
                  </a:lnTo>
                  <a:lnTo>
                    <a:pt x="64338" y="31864"/>
                  </a:lnTo>
                  <a:lnTo>
                    <a:pt x="65532" y="39624"/>
                  </a:lnTo>
                  <a:lnTo>
                    <a:pt x="65532" y="1778"/>
                  </a:lnTo>
                  <a:lnTo>
                    <a:pt x="48768" y="0"/>
                  </a:lnTo>
                  <a:lnTo>
                    <a:pt x="0" y="0"/>
                  </a:lnTo>
                  <a:lnTo>
                    <a:pt x="0" y="135636"/>
                  </a:lnTo>
                  <a:lnTo>
                    <a:pt x="30480" y="135636"/>
                  </a:lnTo>
                  <a:lnTo>
                    <a:pt x="30480" y="82296"/>
                  </a:lnTo>
                  <a:lnTo>
                    <a:pt x="41148" y="82296"/>
                  </a:lnTo>
                  <a:lnTo>
                    <a:pt x="42672" y="83820"/>
                  </a:lnTo>
                  <a:lnTo>
                    <a:pt x="44196" y="83820"/>
                  </a:lnTo>
                  <a:lnTo>
                    <a:pt x="47244" y="86868"/>
                  </a:lnTo>
                  <a:lnTo>
                    <a:pt x="48768" y="86868"/>
                  </a:lnTo>
                  <a:lnTo>
                    <a:pt x="50292" y="88392"/>
                  </a:lnTo>
                  <a:lnTo>
                    <a:pt x="51816" y="91440"/>
                  </a:lnTo>
                  <a:lnTo>
                    <a:pt x="54864" y="94488"/>
                  </a:lnTo>
                  <a:lnTo>
                    <a:pt x="57912" y="100584"/>
                  </a:lnTo>
                  <a:lnTo>
                    <a:pt x="65532" y="113106"/>
                  </a:lnTo>
                  <a:lnTo>
                    <a:pt x="68580" y="118110"/>
                  </a:lnTo>
                  <a:lnTo>
                    <a:pt x="79248" y="135636"/>
                  </a:lnTo>
                  <a:lnTo>
                    <a:pt x="114300" y="135636"/>
                  </a:lnTo>
                  <a:close/>
                </a:path>
                <a:path w="205740" h="137159">
                  <a:moveTo>
                    <a:pt x="205740" y="82296"/>
                  </a:moveTo>
                  <a:lnTo>
                    <a:pt x="187896" y="42773"/>
                  </a:lnTo>
                  <a:lnTo>
                    <a:pt x="178308" y="37985"/>
                  </a:lnTo>
                  <a:lnTo>
                    <a:pt x="178308" y="76200"/>
                  </a:lnTo>
                  <a:lnTo>
                    <a:pt x="143256" y="76200"/>
                  </a:lnTo>
                  <a:lnTo>
                    <a:pt x="143256" y="70104"/>
                  </a:lnTo>
                  <a:lnTo>
                    <a:pt x="144780" y="65532"/>
                  </a:lnTo>
                  <a:lnTo>
                    <a:pt x="144945" y="65430"/>
                  </a:lnTo>
                  <a:lnTo>
                    <a:pt x="149352" y="62484"/>
                  </a:lnTo>
                  <a:lnTo>
                    <a:pt x="152400" y="57912"/>
                  </a:lnTo>
                  <a:lnTo>
                    <a:pt x="156972" y="56388"/>
                  </a:lnTo>
                  <a:lnTo>
                    <a:pt x="161544" y="56388"/>
                  </a:lnTo>
                  <a:lnTo>
                    <a:pt x="168656" y="57556"/>
                  </a:lnTo>
                  <a:lnTo>
                    <a:pt x="173926" y="61150"/>
                  </a:lnTo>
                  <a:lnTo>
                    <a:pt x="177177" y="67322"/>
                  </a:lnTo>
                  <a:lnTo>
                    <a:pt x="178308" y="76200"/>
                  </a:lnTo>
                  <a:lnTo>
                    <a:pt x="178308" y="37985"/>
                  </a:lnTo>
                  <a:lnTo>
                    <a:pt x="171272" y="35915"/>
                  </a:lnTo>
                  <a:lnTo>
                    <a:pt x="161544" y="35052"/>
                  </a:lnTo>
                  <a:lnTo>
                    <a:pt x="151777" y="36156"/>
                  </a:lnTo>
                  <a:lnTo>
                    <a:pt x="116205" y="66484"/>
                  </a:lnTo>
                  <a:lnTo>
                    <a:pt x="112776" y="88392"/>
                  </a:lnTo>
                  <a:lnTo>
                    <a:pt x="113626" y="99250"/>
                  </a:lnTo>
                  <a:lnTo>
                    <a:pt x="141351" y="133921"/>
                  </a:lnTo>
                  <a:lnTo>
                    <a:pt x="161544" y="137058"/>
                  </a:lnTo>
                  <a:lnTo>
                    <a:pt x="168656" y="136982"/>
                  </a:lnTo>
                  <a:lnTo>
                    <a:pt x="198120" y="129540"/>
                  </a:lnTo>
                  <a:lnTo>
                    <a:pt x="198120" y="108204"/>
                  </a:lnTo>
                  <a:lnTo>
                    <a:pt x="191236" y="111975"/>
                  </a:lnTo>
                  <a:lnTo>
                    <a:pt x="184213" y="114300"/>
                  </a:lnTo>
                  <a:lnTo>
                    <a:pt x="176898" y="115493"/>
                  </a:lnTo>
                  <a:lnTo>
                    <a:pt x="171272" y="115735"/>
                  </a:lnTo>
                  <a:lnTo>
                    <a:pt x="168656" y="115773"/>
                  </a:lnTo>
                  <a:lnTo>
                    <a:pt x="158038" y="114642"/>
                  </a:lnTo>
                  <a:lnTo>
                    <a:pt x="149923" y="110871"/>
                  </a:lnTo>
                  <a:lnTo>
                    <a:pt x="144945" y="104254"/>
                  </a:lnTo>
                  <a:lnTo>
                    <a:pt x="143256" y="94488"/>
                  </a:lnTo>
                  <a:lnTo>
                    <a:pt x="178308" y="94488"/>
                  </a:lnTo>
                  <a:lnTo>
                    <a:pt x="205740" y="94488"/>
                  </a:lnTo>
                  <a:lnTo>
                    <a:pt x="205740" y="82296"/>
                  </a:lnTo>
                  <a:close/>
                </a:path>
              </a:pathLst>
            </a:custGeom>
            <a:solidFill>
              <a:srgbClr val="24232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437132" y="1333500"/>
              <a:ext cx="1286255" cy="146304"/>
            </a:xfrm>
            <a:prstGeom prst="rect">
              <a:avLst/>
            </a:prstGeom>
          </p:spPr>
        </p:pic>
      </p:grpSp>
      <p:pic>
        <p:nvPicPr>
          <p:cNvPr id="29" name="object 29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203960" y="3521964"/>
            <a:ext cx="995172" cy="124967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310128" y="6423659"/>
            <a:ext cx="752856" cy="83820"/>
          </a:xfrm>
          <a:prstGeom prst="rect">
            <a:avLst/>
          </a:prstGeom>
        </p:spPr>
      </p:pic>
      <p:pic>
        <p:nvPicPr>
          <p:cNvPr id="31" name="object 31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220724" y="4980432"/>
            <a:ext cx="106679" cy="449580"/>
          </a:xfrm>
          <a:prstGeom prst="rect">
            <a:avLst/>
          </a:prstGeom>
        </p:spPr>
      </p:pic>
      <p:sp>
        <p:nvSpPr>
          <p:cNvPr id="32" name="object 32" descr=""/>
          <p:cNvSpPr/>
          <p:nvPr/>
        </p:nvSpPr>
        <p:spPr>
          <a:xfrm>
            <a:off x="1685544" y="4290059"/>
            <a:ext cx="638810" cy="85725"/>
          </a:xfrm>
          <a:custGeom>
            <a:avLst/>
            <a:gdLst/>
            <a:ahLst/>
            <a:cxnLst/>
            <a:rect l="l" t="t" r="r" b="b"/>
            <a:pathLst>
              <a:path w="638810" h="85725">
                <a:moveTo>
                  <a:pt x="67056" y="41148"/>
                </a:moveTo>
                <a:lnTo>
                  <a:pt x="39624" y="41148"/>
                </a:lnTo>
                <a:lnTo>
                  <a:pt x="39624" y="48768"/>
                </a:lnTo>
                <a:lnTo>
                  <a:pt x="57912" y="48768"/>
                </a:lnTo>
                <a:lnTo>
                  <a:pt x="57912" y="71628"/>
                </a:lnTo>
                <a:lnTo>
                  <a:pt x="53340" y="74676"/>
                </a:lnTo>
                <a:lnTo>
                  <a:pt x="47244" y="76200"/>
                </a:lnTo>
                <a:lnTo>
                  <a:pt x="32004" y="76200"/>
                </a:lnTo>
                <a:lnTo>
                  <a:pt x="10668" y="42672"/>
                </a:lnTo>
                <a:lnTo>
                  <a:pt x="11239" y="35229"/>
                </a:lnTo>
                <a:lnTo>
                  <a:pt x="12954" y="28765"/>
                </a:lnTo>
                <a:lnTo>
                  <a:pt x="15811" y="23177"/>
                </a:lnTo>
                <a:lnTo>
                  <a:pt x="19812" y="18288"/>
                </a:lnTo>
                <a:lnTo>
                  <a:pt x="24384" y="12192"/>
                </a:lnTo>
                <a:lnTo>
                  <a:pt x="32004" y="9144"/>
                </a:lnTo>
                <a:lnTo>
                  <a:pt x="50292" y="9144"/>
                </a:lnTo>
                <a:lnTo>
                  <a:pt x="59436" y="10668"/>
                </a:lnTo>
                <a:lnTo>
                  <a:pt x="65532" y="15240"/>
                </a:lnTo>
                <a:lnTo>
                  <a:pt x="65532" y="4572"/>
                </a:lnTo>
                <a:lnTo>
                  <a:pt x="59436" y="1524"/>
                </a:lnTo>
                <a:lnTo>
                  <a:pt x="51816" y="0"/>
                </a:lnTo>
                <a:lnTo>
                  <a:pt x="42672" y="0"/>
                </a:lnTo>
                <a:lnTo>
                  <a:pt x="7061" y="18465"/>
                </a:lnTo>
                <a:lnTo>
                  <a:pt x="0" y="42672"/>
                </a:lnTo>
                <a:lnTo>
                  <a:pt x="800" y="52158"/>
                </a:lnTo>
                <a:lnTo>
                  <a:pt x="31026" y="84518"/>
                </a:lnTo>
                <a:lnTo>
                  <a:pt x="39624" y="85344"/>
                </a:lnTo>
                <a:lnTo>
                  <a:pt x="47332" y="84797"/>
                </a:lnTo>
                <a:lnTo>
                  <a:pt x="54483" y="83248"/>
                </a:lnTo>
                <a:lnTo>
                  <a:pt x="61048" y="80848"/>
                </a:lnTo>
                <a:lnTo>
                  <a:pt x="67056" y="77724"/>
                </a:lnTo>
                <a:lnTo>
                  <a:pt x="67056" y="41148"/>
                </a:lnTo>
                <a:close/>
              </a:path>
              <a:path w="638810" h="85725">
                <a:moveTo>
                  <a:pt x="138684" y="44196"/>
                </a:moveTo>
                <a:lnTo>
                  <a:pt x="137160" y="36576"/>
                </a:lnTo>
                <a:lnTo>
                  <a:pt x="131064" y="32004"/>
                </a:lnTo>
                <a:lnTo>
                  <a:pt x="129540" y="29972"/>
                </a:lnTo>
                <a:lnTo>
                  <a:pt x="129540" y="47244"/>
                </a:lnTo>
                <a:lnTo>
                  <a:pt x="129540" y="60960"/>
                </a:lnTo>
                <a:lnTo>
                  <a:pt x="128016" y="67056"/>
                </a:lnTo>
                <a:lnTo>
                  <a:pt x="124968" y="71628"/>
                </a:lnTo>
                <a:lnTo>
                  <a:pt x="121920" y="74676"/>
                </a:lnTo>
                <a:lnTo>
                  <a:pt x="117348" y="76200"/>
                </a:lnTo>
                <a:lnTo>
                  <a:pt x="105156" y="76200"/>
                </a:lnTo>
                <a:lnTo>
                  <a:pt x="99060" y="74676"/>
                </a:lnTo>
                <a:lnTo>
                  <a:pt x="96012" y="70104"/>
                </a:lnTo>
                <a:lnTo>
                  <a:pt x="92964" y="67056"/>
                </a:lnTo>
                <a:lnTo>
                  <a:pt x="91440" y="60960"/>
                </a:lnTo>
                <a:lnTo>
                  <a:pt x="91440" y="47244"/>
                </a:lnTo>
                <a:lnTo>
                  <a:pt x="92964" y="41148"/>
                </a:lnTo>
                <a:lnTo>
                  <a:pt x="96012" y="36576"/>
                </a:lnTo>
                <a:lnTo>
                  <a:pt x="99060" y="33528"/>
                </a:lnTo>
                <a:lnTo>
                  <a:pt x="105156" y="30480"/>
                </a:lnTo>
                <a:lnTo>
                  <a:pt x="117348" y="30480"/>
                </a:lnTo>
                <a:lnTo>
                  <a:pt x="121920" y="33528"/>
                </a:lnTo>
                <a:lnTo>
                  <a:pt x="124968" y="36576"/>
                </a:lnTo>
                <a:lnTo>
                  <a:pt x="128016" y="41148"/>
                </a:lnTo>
                <a:lnTo>
                  <a:pt x="129540" y="47244"/>
                </a:lnTo>
                <a:lnTo>
                  <a:pt x="129540" y="29972"/>
                </a:lnTo>
                <a:lnTo>
                  <a:pt x="126492" y="25908"/>
                </a:lnTo>
                <a:lnTo>
                  <a:pt x="120396" y="22860"/>
                </a:lnTo>
                <a:lnTo>
                  <a:pt x="102108" y="22860"/>
                </a:lnTo>
                <a:lnTo>
                  <a:pt x="94488" y="25908"/>
                </a:lnTo>
                <a:lnTo>
                  <a:pt x="89916" y="32004"/>
                </a:lnTo>
                <a:lnTo>
                  <a:pt x="83820" y="36576"/>
                </a:lnTo>
                <a:lnTo>
                  <a:pt x="80772" y="44196"/>
                </a:lnTo>
                <a:lnTo>
                  <a:pt x="80772" y="64008"/>
                </a:lnTo>
                <a:lnTo>
                  <a:pt x="83820" y="71628"/>
                </a:lnTo>
                <a:lnTo>
                  <a:pt x="91440" y="79248"/>
                </a:lnTo>
                <a:lnTo>
                  <a:pt x="94488" y="82296"/>
                </a:lnTo>
                <a:lnTo>
                  <a:pt x="100584" y="85344"/>
                </a:lnTo>
                <a:lnTo>
                  <a:pt x="118872" y="85344"/>
                </a:lnTo>
                <a:lnTo>
                  <a:pt x="126492" y="82296"/>
                </a:lnTo>
                <a:lnTo>
                  <a:pt x="129540" y="78232"/>
                </a:lnTo>
                <a:lnTo>
                  <a:pt x="131064" y="76200"/>
                </a:lnTo>
                <a:lnTo>
                  <a:pt x="137160" y="70104"/>
                </a:lnTo>
                <a:lnTo>
                  <a:pt x="138684" y="62484"/>
                </a:lnTo>
                <a:lnTo>
                  <a:pt x="138684" y="44196"/>
                </a:lnTo>
                <a:close/>
              </a:path>
              <a:path w="638810" h="85725">
                <a:moveTo>
                  <a:pt x="202692" y="24384"/>
                </a:moveTo>
                <a:lnTo>
                  <a:pt x="192024" y="24384"/>
                </a:lnTo>
                <a:lnTo>
                  <a:pt x="176784" y="67056"/>
                </a:lnTo>
                <a:lnTo>
                  <a:pt x="175260" y="70104"/>
                </a:lnTo>
                <a:lnTo>
                  <a:pt x="175260" y="76200"/>
                </a:lnTo>
                <a:lnTo>
                  <a:pt x="173736" y="73152"/>
                </a:lnTo>
                <a:lnTo>
                  <a:pt x="173736" y="70104"/>
                </a:lnTo>
                <a:lnTo>
                  <a:pt x="172212" y="67056"/>
                </a:lnTo>
                <a:lnTo>
                  <a:pt x="156972" y="24384"/>
                </a:lnTo>
                <a:lnTo>
                  <a:pt x="147828" y="24384"/>
                </a:lnTo>
                <a:lnTo>
                  <a:pt x="169164" y="83820"/>
                </a:lnTo>
                <a:lnTo>
                  <a:pt x="178308" y="83820"/>
                </a:lnTo>
                <a:lnTo>
                  <a:pt x="202692" y="24384"/>
                </a:lnTo>
                <a:close/>
              </a:path>
              <a:path w="638810" h="85725">
                <a:moveTo>
                  <a:pt x="257556" y="42672"/>
                </a:moveTo>
                <a:lnTo>
                  <a:pt x="256032" y="35052"/>
                </a:lnTo>
                <a:lnTo>
                  <a:pt x="251460" y="30480"/>
                </a:lnTo>
                <a:lnTo>
                  <a:pt x="248412" y="25908"/>
                </a:lnTo>
                <a:lnTo>
                  <a:pt x="248412" y="42672"/>
                </a:lnTo>
                <a:lnTo>
                  <a:pt x="248412" y="48768"/>
                </a:lnTo>
                <a:lnTo>
                  <a:pt x="216408" y="48768"/>
                </a:lnTo>
                <a:lnTo>
                  <a:pt x="217932" y="42672"/>
                </a:lnTo>
                <a:lnTo>
                  <a:pt x="219456" y="39624"/>
                </a:lnTo>
                <a:lnTo>
                  <a:pt x="222504" y="36576"/>
                </a:lnTo>
                <a:lnTo>
                  <a:pt x="225552" y="32004"/>
                </a:lnTo>
                <a:lnTo>
                  <a:pt x="230124" y="30480"/>
                </a:lnTo>
                <a:lnTo>
                  <a:pt x="237744" y="30480"/>
                </a:lnTo>
                <a:lnTo>
                  <a:pt x="242316" y="32004"/>
                </a:lnTo>
                <a:lnTo>
                  <a:pt x="245364" y="35052"/>
                </a:lnTo>
                <a:lnTo>
                  <a:pt x="246888" y="38100"/>
                </a:lnTo>
                <a:lnTo>
                  <a:pt x="248412" y="42672"/>
                </a:lnTo>
                <a:lnTo>
                  <a:pt x="248412" y="25908"/>
                </a:lnTo>
                <a:lnTo>
                  <a:pt x="242316" y="22860"/>
                </a:lnTo>
                <a:lnTo>
                  <a:pt x="227076" y="22860"/>
                </a:lnTo>
                <a:lnTo>
                  <a:pt x="219456" y="25908"/>
                </a:lnTo>
                <a:lnTo>
                  <a:pt x="210312" y="38100"/>
                </a:lnTo>
                <a:lnTo>
                  <a:pt x="207264" y="45720"/>
                </a:lnTo>
                <a:lnTo>
                  <a:pt x="207264" y="64008"/>
                </a:lnTo>
                <a:lnTo>
                  <a:pt x="208788" y="71628"/>
                </a:lnTo>
                <a:lnTo>
                  <a:pt x="216408" y="79248"/>
                </a:lnTo>
                <a:lnTo>
                  <a:pt x="219456" y="82296"/>
                </a:lnTo>
                <a:lnTo>
                  <a:pt x="225552" y="85344"/>
                </a:lnTo>
                <a:lnTo>
                  <a:pt x="242316" y="85344"/>
                </a:lnTo>
                <a:lnTo>
                  <a:pt x="254508" y="79248"/>
                </a:lnTo>
                <a:lnTo>
                  <a:pt x="254508" y="70104"/>
                </a:lnTo>
                <a:lnTo>
                  <a:pt x="248412" y="74676"/>
                </a:lnTo>
                <a:lnTo>
                  <a:pt x="242316" y="76200"/>
                </a:lnTo>
                <a:lnTo>
                  <a:pt x="230124" y="76200"/>
                </a:lnTo>
                <a:lnTo>
                  <a:pt x="225552" y="74676"/>
                </a:lnTo>
                <a:lnTo>
                  <a:pt x="222504" y="71628"/>
                </a:lnTo>
                <a:lnTo>
                  <a:pt x="217932" y="68580"/>
                </a:lnTo>
                <a:lnTo>
                  <a:pt x="216408" y="62484"/>
                </a:lnTo>
                <a:lnTo>
                  <a:pt x="216408" y="56388"/>
                </a:lnTo>
                <a:lnTo>
                  <a:pt x="248412" y="56388"/>
                </a:lnTo>
                <a:lnTo>
                  <a:pt x="257556" y="56388"/>
                </a:lnTo>
                <a:lnTo>
                  <a:pt x="257556" y="42672"/>
                </a:lnTo>
                <a:close/>
              </a:path>
              <a:path w="638810" h="85725">
                <a:moveTo>
                  <a:pt x="303276" y="24384"/>
                </a:moveTo>
                <a:lnTo>
                  <a:pt x="301752" y="24384"/>
                </a:lnTo>
                <a:lnTo>
                  <a:pt x="300228" y="22860"/>
                </a:lnTo>
                <a:lnTo>
                  <a:pt x="294132" y="22860"/>
                </a:lnTo>
                <a:lnTo>
                  <a:pt x="291084" y="24384"/>
                </a:lnTo>
                <a:lnTo>
                  <a:pt x="288036" y="27432"/>
                </a:lnTo>
                <a:lnTo>
                  <a:pt x="284988" y="28956"/>
                </a:lnTo>
                <a:lnTo>
                  <a:pt x="283464" y="32004"/>
                </a:lnTo>
                <a:lnTo>
                  <a:pt x="281940" y="36576"/>
                </a:lnTo>
                <a:lnTo>
                  <a:pt x="281940" y="24384"/>
                </a:lnTo>
                <a:lnTo>
                  <a:pt x="272796" y="24384"/>
                </a:lnTo>
                <a:lnTo>
                  <a:pt x="272796" y="83820"/>
                </a:lnTo>
                <a:lnTo>
                  <a:pt x="281940" y="83820"/>
                </a:lnTo>
                <a:lnTo>
                  <a:pt x="281940" y="47244"/>
                </a:lnTo>
                <a:lnTo>
                  <a:pt x="283464" y="41148"/>
                </a:lnTo>
                <a:lnTo>
                  <a:pt x="286512" y="38100"/>
                </a:lnTo>
                <a:lnTo>
                  <a:pt x="289560" y="33528"/>
                </a:lnTo>
                <a:lnTo>
                  <a:pt x="292608" y="32004"/>
                </a:lnTo>
                <a:lnTo>
                  <a:pt x="298704" y="32004"/>
                </a:lnTo>
                <a:lnTo>
                  <a:pt x="301752" y="33528"/>
                </a:lnTo>
                <a:lnTo>
                  <a:pt x="303276" y="33528"/>
                </a:lnTo>
                <a:lnTo>
                  <a:pt x="303276" y="24384"/>
                </a:lnTo>
                <a:close/>
              </a:path>
              <a:path w="638810" h="85725">
                <a:moveTo>
                  <a:pt x="362712" y="39624"/>
                </a:moveTo>
                <a:lnTo>
                  <a:pt x="361188" y="33528"/>
                </a:lnTo>
                <a:lnTo>
                  <a:pt x="353568" y="25908"/>
                </a:lnTo>
                <a:lnTo>
                  <a:pt x="348996" y="22860"/>
                </a:lnTo>
                <a:lnTo>
                  <a:pt x="333756" y="22860"/>
                </a:lnTo>
                <a:lnTo>
                  <a:pt x="327660" y="27432"/>
                </a:lnTo>
                <a:lnTo>
                  <a:pt x="323088" y="35052"/>
                </a:lnTo>
                <a:lnTo>
                  <a:pt x="323088" y="24384"/>
                </a:lnTo>
                <a:lnTo>
                  <a:pt x="313944" y="24384"/>
                </a:lnTo>
                <a:lnTo>
                  <a:pt x="313944" y="83820"/>
                </a:lnTo>
                <a:lnTo>
                  <a:pt x="323088" y="83820"/>
                </a:lnTo>
                <a:lnTo>
                  <a:pt x="323088" y="44196"/>
                </a:lnTo>
                <a:lnTo>
                  <a:pt x="324612" y="39624"/>
                </a:lnTo>
                <a:lnTo>
                  <a:pt x="330708" y="33528"/>
                </a:lnTo>
                <a:lnTo>
                  <a:pt x="335280" y="30480"/>
                </a:lnTo>
                <a:lnTo>
                  <a:pt x="348996" y="30480"/>
                </a:lnTo>
                <a:lnTo>
                  <a:pt x="353568" y="38100"/>
                </a:lnTo>
                <a:lnTo>
                  <a:pt x="353568" y="83820"/>
                </a:lnTo>
                <a:lnTo>
                  <a:pt x="362712" y="83820"/>
                </a:lnTo>
                <a:lnTo>
                  <a:pt x="362712" y="39624"/>
                </a:lnTo>
                <a:close/>
              </a:path>
              <a:path w="638810" h="85725">
                <a:moveTo>
                  <a:pt x="463296" y="47244"/>
                </a:moveTo>
                <a:lnTo>
                  <a:pt x="462153" y="36372"/>
                </a:lnTo>
                <a:lnTo>
                  <a:pt x="458724" y="28765"/>
                </a:lnTo>
                <a:lnTo>
                  <a:pt x="453009" y="24320"/>
                </a:lnTo>
                <a:lnTo>
                  <a:pt x="445008" y="22860"/>
                </a:lnTo>
                <a:lnTo>
                  <a:pt x="435864" y="22860"/>
                </a:lnTo>
                <a:lnTo>
                  <a:pt x="429768" y="27432"/>
                </a:lnTo>
                <a:lnTo>
                  <a:pt x="425196" y="35052"/>
                </a:lnTo>
                <a:lnTo>
                  <a:pt x="422148" y="28956"/>
                </a:lnTo>
                <a:lnTo>
                  <a:pt x="419100" y="25908"/>
                </a:lnTo>
                <a:lnTo>
                  <a:pt x="413004" y="22860"/>
                </a:lnTo>
                <a:lnTo>
                  <a:pt x="400812" y="22860"/>
                </a:lnTo>
                <a:lnTo>
                  <a:pt x="394716" y="27432"/>
                </a:lnTo>
                <a:lnTo>
                  <a:pt x="390144" y="33528"/>
                </a:lnTo>
                <a:lnTo>
                  <a:pt x="390144" y="24384"/>
                </a:lnTo>
                <a:lnTo>
                  <a:pt x="381000" y="24384"/>
                </a:lnTo>
                <a:lnTo>
                  <a:pt x="381000" y="83820"/>
                </a:lnTo>
                <a:lnTo>
                  <a:pt x="390144" y="83820"/>
                </a:lnTo>
                <a:lnTo>
                  <a:pt x="390144" y="44196"/>
                </a:lnTo>
                <a:lnTo>
                  <a:pt x="391668" y="39624"/>
                </a:lnTo>
                <a:lnTo>
                  <a:pt x="394716" y="36576"/>
                </a:lnTo>
                <a:lnTo>
                  <a:pt x="396240" y="33528"/>
                </a:lnTo>
                <a:lnTo>
                  <a:pt x="399288" y="30480"/>
                </a:lnTo>
                <a:lnTo>
                  <a:pt x="413004" y="30480"/>
                </a:lnTo>
                <a:lnTo>
                  <a:pt x="417576" y="36576"/>
                </a:lnTo>
                <a:lnTo>
                  <a:pt x="417576" y="83820"/>
                </a:lnTo>
                <a:lnTo>
                  <a:pt x="426720" y="83820"/>
                </a:lnTo>
                <a:lnTo>
                  <a:pt x="426720" y="44196"/>
                </a:lnTo>
                <a:lnTo>
                  <a:pt x="428244" y="39624"/>
                </a:lnTo>
                <a:lnTo>
                  <a:pt x="437388" y="30480"/>
                </a:lnTo>
                <a:lnTo>
                  <a:pt x="446532" y="30480"/>
                </a:lnTo>
                <a:lnTo>
                  <a:pt x="449580" y="32004"/>
                </a:lnTo>
                <a:lnTo>
                  <a:pt x="451104" y="35052"/>
                </a:lnTo>
                <a:lnTo>
                  <a:pt x="454152" y="38100"/>
                </a:lnTo>
                <a:lnTo>
                  <a:pt x="454152" y="83820"/>
                </a:lnTo>
                <a:lnTo>
                  <a:pt x="463296" y="83820"/>
                </a:lnTo>
                <a:lnTo>
                  <a:pt x="463296" y="47244"/>
                </a:lnTo>
                <a:close/>
              </a:path>
              <a:path w="638810" h="85725">
                <a:moveTo>
                  <a:pt x="528828" y="42672"/>
                </a:moveTo>
                <a:lnTo>
                  <a:pt x="527304" y="35052"/>
                </a:lnTo>
                <a:lnTo>
                  <a:pt x="519684" y="27432"/>
                </a:lnTo>
                <a:lnTo>
                  <a:pt x="519684" y="42672"/>
                </a:lnTo>
                <a:lnTo>
                  <a:pt x="519684" y="48768"/>
                </a:lnTo>
                <a:lnTo>
                  <a:pt x="487680" y="48768"/>
                </a:lnTo>
                <a:lnTo>
                  <a:pt x="489204" y="42672"/>
                </a:lnTo>
                <a:lnTo>
                  <a:pt x="490728" y="39624"/>
                </a:lnTo>
                <a:lnTo>
                  <a:pt x="493776" y="36576"/>
                </a:lnTo>
                <a:lnTo>
                  <a:pt x="496824" y="32004"/>
                </a:lnTo>
                <a:lnTo>
                  <a:pt x="501396" y="30480"/>
                </a:lnTo>
                <a:lnTo>
                  <a:pt x="509016" y="30480"/>
                </a:lnTo>
                <a:lnTo>
                  <a:pt x="513588" y="32004"/>
                </a:lnTo>
                <a:lnTo>
                  <a:pt x="515112" y="35052"/>
                </a:lnTo>
                <a:lnTo>
                  <a:pt x="518160" y="38100"/>
                </a:lnTo>
                <a:lnTo>
                  <a:pt x="519684" y="42672"/>
                </a:lnTo>
                <a:lnTo>
                  <a:pt x="519684" y="27432"/>
                </a:lnTo>
                <a:lnTo>
                  <a:pt x="518160" y="25908"/>
                </a:lnTo>
                <a:lnTo>
                  <a:pt x="513588" y="22860"/>
                </a:lnTo>
                <a:lnTo>
                  <a:pt x="498348" y="22860"/>
                </a:lnTo>
                <a:lnTo>
                  <a:pt x="490728" y="25908"/>
                </a:lnTo>
                <a:lnTo>
                  <a:pt x="486156" y="32004"/>
                </a:lnTo>
                <a:lnTo>
                  <a:pt x="480060" y="38100"/>
                </a:lnTo>
                <a:lnTo>
                  <a:pt x="478536" y="45720"/>
                </a:lnTo>
                <a:lnTo>
                  <a:pt x="478536" y="64008"/>
                </a:lnTo>
                <a:lnTo>
                  <a:pt x="480060" y="71628"/>
                </a:lnTo>
                <a:lnTo>
                  <a:pt x="487680" y="79248"/>
                </a:lnTo>
                <a:lnTo>
                  <a:pt x="490728" y="82296"/>
                </a:lnTo>
                <a:lnTo>
                  <a:pt x="496824" y="85344"/>
                </a:lnTo>
                <a:lnTo>
                  <a:pt x="513588" y="85344"/>
                </a:lnTo>
                <a:lnTo>
                  <a:pt x="525780" y="79248"/>
                </a:lnTo>
                <a:lnTo>
                  <a:pt x="525780" y="70104"/>
                </a:lnTo>
                <a:lnTo>
                  <a:pt x="519684" y="74676"/>
                </a:lnTo>
                <a:lnTo>
                  <a:pt x="513588" y="76200"/>
                </a:lnTo>
                <a:lnTo>
                  <a:pt x="501396" y="76200"/>
                </a:lnTo>
                <a:lnTo>
                  <a:pt x="496824" y="74676"/>
                </a:lnTo>
                <a:lnTo>
                  <a:pt x="493776" y="71628"/>
                </a:lnTo>
                <a:lnTo>
                  <a:pt x="489204" y="68580"/>
                </a:lnTo>
                <a:lnTo>
                  <a:pt x="487680" y="62484"/>
                </a:lnTo>
                <a:lnTo>
                  <a:pt x="487680" y="56388"/>
                </a:lnTo>
                <a:lnTo>
                  <a:pt x="519684" y="56388"/>
                </a:lnTo>
                <a:lnTo>
                  <a:pt x="528828" y="56388"/>
                </a:lnTo>
                <a:lnTo>
                  <a:pt x="528828" y="42672"/>
                </a:lnTo>
                <a:close/>
              </a:path>
              <a:path w="638810" h="85725">
                <a:moveTo>
                  <a:pt x="592836" y="39624"/>
                </a:moveTo>
                <a:lnTo>
                  <a:pt x="591312" y="33528"/>
                </a:lnTo>
                <a:lnTo>
                  <a:pt x="588264" y="28956"/>
                </a:lnTo>
                <a:lnTo>
                  <a:pt x="579120" y="22860"/>
                </a:lnTo>
                <a:lnTo>
                  <a:pt x="563880" y="22860"/>
                </a:lnTo>
                <a:lnTo>
                  <a:pt x="557784" y="27432"/>
                </a:lnTo>
                <a:lnTo>
                  <a:pt x="553212" y="35052"/>
                </a:lnTo>
                <a:lnTo>
                  <a:pt x="553212" y="24384"/>
                </a:lnTo>
                <a:lnTo>
                  <a:pt x="544068" y="24384"/>
                </a:lnTo>
                <a:lnTo>
                  <a:pt x="544068" y="83820"/>
                </a:lnTo>
                <a:lnTo>
                  <a:pt x="553212" y="83820"/>
                </a:lnTo>
                <a:lnTo>
                  <a:pt x="553212" y="44196"/>
                </a:lnTo>
                <a:lnTo>
                  <a:pt x="554736" y="39624"/>
                </a:lnTo>
                <a:lnTo>
                  <a:pt x="560832" y="33528"/>
                </a:lnTo>
                <a:lnTo>
                  <a:pt x="565404" y="30480"/>
                </a:lnTo>
                <a:lnTo>
                  <a:pt x="579120" y="30480"/>
                </a:lnTo>
                <a:lnTo>
                  <a:pt x="583692" y="38100"/>
                </a:lnTo>
                <a:lnTo>
                  <a:pt x="583692" y="83820"/>
                </a:lnTo>
                <a:lnTo>
                  <a:pt x="592836" y="83820"/>
                </a:lnTo>
                <a:lnTo>
                  <a:pt x="592836" y="39624"/>
                </a:lnTo>
                <a:close/>
              </a:path>
              <a:path w="638810" h="85725">
                <a:moveTo>
                  <a:pt x="638556" y="24384"/>
                </a:moveTo>
                <a:lnTo>
                  <a:pt x="623316" y="24384"/>
                </a:lnTo>
                <a:lnTo>
                  <a:pt x="623316" y="7620"/>
                </a:lnTo>
                <a:lnTo>
                  <a:pt x="614172" y="10668"/>
                </a:lnTo>
                <a:lnTo>
                  <a:pt x="614172" y="24384"/>
                </a:lnTo>
                <a:lnTo>
                  <a:pt x="603504" y="24384"/>
                </a:lnTo>
                <a:lnTo>
                  <a:pt x="603504" y="32004"/>
                </a:lnTo>
                <a:lnTo>
                  <a:pt x="614172" y="32004"/>
                </a:lnTo>
                <a:lnTo>
                  <a:pt x="614172" y="79248"/>
                </a:lnTo>
                <a:lnTo>
                  <a:pt x="618744" y="83820"/>
                </a:lnTo>
                <a:lnTo>
                  <a:pt x="635508" y="83820"/>
                </a:lnTo>
                <a:lnTo>
                  <a:pt x="638556" y="82296"/>
                </a:lnTo>
                <a:lnTo>
                  <a:pt x="638556" y="74676"/>
                </a:lnTo>
                <a:lnTo>
                  <a:pt x="635508" y="76200"/>
                </a:lnTo>
                <a:lnTo>
                  <a:pt x="626364" y="76200"/>
                </a:lnTo>
                <a:lnTo>
                  <a:pt x="623316" y="73152"/>
                </a:lnTo>
                <a:lnTo>
                  <a:pt x="623316" y="32004"/>
                </a:lnTo>
                <a:lnTo>
                  <a:pt x="638556" y="32004"/>
                </a:lnTo>
                <a:lnTo>
                  <a:pt x="638556" y="24384"/>
                </a:lnTo>
                <a:close/>
              </a:path>
            </a:pathLst>
          </a:custGeom>
          <a:solidFill>
            <a:srgbClr val="605D5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3" name="object 33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577340" y="4719828"/>
            <a:ext cx="743711" cy="89916"/>
          </a:xfrm>
          <a:prstGeom prst="rect">
            <a:avLst/>
          </a:prstGeom>
        </p:spPr>
      </p:pic>
      <p:pic>
        <p:nvPicPr>
          <p:cNvPr id="34" name="object 34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818132" y="5155692"/>
            <a:ext cx="502920" cy="112776"/>
          </a:xfrm>
          <a:prstGeom prst="rect">
            <a:avLst/>
          </a:prstGeom>
        </p:spPr>
      </p:pic>
      <p:grpSp>
        <p:nvGrpSpPr>
          <p:cNvPr id="35" name="object 35" descr=""/>
          <p:cNvGrpSpPr/>
          <p:nvPr/>
        </p:nvGrpSpPr>
        <p:grpSpPr>
          <a:xfrm>
            <a:off x="1770888" y="5590032"/>
            <a:ext cx="553720" cy="86995"/>
            <a:chOff x="1770888" y="5590032"/>
            <a:chExt cx="553720" cy="86995"/>
          </a:xfrm>
        </p:grpSpPr>
        <p:pic>
          <p:nvPicPr>
            <p:cNvPr id="36" name="object 36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770888" y="5594604"/>
              <a:ext cx="83820" cy="82296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874520" y="5590032"/>
              <a:ext cx="79247" cy="86868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973580" y="5590032"/>
              <a:ext cx="350519" cy="86868"/>
            </a:xfrm>
            <a:prstGeom prst="rect">
              <a:avLst/>
            </a:prstGeom>
          </p:spPr>
        </p:pic>
      </p:grpSp>
      <p:pic>
        <p:nvPicPr>
          <p:cNvPr id="39" name="object 39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519428" y="6022847"/>
            <a:ext cx="409956" cy="88391"/>
          </a:xfrm>
          <a:prstGeom prst="rect">
            <a:avLst/>
          </a:prstGeom>
        </p:spPr>
      </p:pic>
      <p:pic>
        <p:nvPicPr>
          <p:cNvPr id="40" name="object 40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981200" y="6028944"/>
            <a:ext cx="336803" cy="82296"/>
          </a:xfrm>
          <a:prstGeom prst="rect">
            <a:avLst/>
          </a:prstGeom>
        </p:spPr>
      </p:pic>
      <p:sp>
        <p:nvSpPr>
          <p:cNvPr id="41" name="object 41" descr=""/>
          <p:cNvSpPr/>
          <p:nvPr/>
        </p:nvSpPr>
        <p:spPr>
          <a:xfrm>
            <a:off x="2398776" y="4154423"/>
            <a:ext cx="2097405" cy="352425"/>
          </a:xfrm>
          <a:custGeom>
            <a:avLst/>
            <a:gdLst/>
            <a:ahLst/>
            <a:cxnLst/>
            <a:rect l="l" t="t" r="r" b="b"/>
            <a:pathLst>
              <a:path w="2097404" h="352425">
                <a:moveTo>
                  <a:pt x="0" y="352043"/>
                </a:moveTo>
                <a:lnTo>
                  <a:pt x="0" y="0"/>
                </a:lnTo>
                <a:lnTo>
                  <a:pt x="2097023" y="0"/>
                </a:lnTo>
                <a:lnTo>
                  <a:pt x="2097023" y="352043"/>
                </a:lnTo>
                <a:lnTo>
                  <a:pt x="0" y="352043"/>
                </a:lnTo>
                <a:close/>
              </a:path>
            </a:pathLst>
          </a:custGeom>
          <a:solidFill>
            <a:srgbClr val="08114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/>
          <p:nvPr/>
        </p:nvSpPr>
        <p:spPr>
          <a:xfrm>
            <a:off x="2398776" y="4588764"/>
            <a:ext cx="1694814" cy="352425"/>
          </a:xfrm>
          <a:custGeom>
            <a:avLst/>
            <a:gdLst/>
            <a:ahLst/>
            <a:cxnLst/>
            <a:rect l="l" t="t" r="r" b="b"/>
            <a:pathLst>
              <a:path w="1694814" h="352425">
                <a:moveTo>
                  <a:pt x="0" y="352043"/>
                </a:moveTo>
                <a:lnTo>
                  <a:pt x="0" y="0"/>
                </a:lnTo>
                <a:lnTo>
                  <a:pt x="1694687" y="0"/>
                </a:lnTo>
                <a:lnTo>
                  <a:pt x="1694687" y="352043"/>
                </a:lnTo>
                <a:lnTo>
                  <a:pt x="0" y="352043"/>
                </a:lnTo>
                <a:close/>
              </a:path>
            </a:pathLst>
          </a:custGeom>
          <a:solidFill>
            <a:srgbClr val="333D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/>
          <p:nvPr/>
        </p:nvSpPr>
        <p:spPr>
          <a:xfrm>
            <a:off x="2398776" y="5023103"/>
            <a:ext cx="783590" cy="352425"/>
          </a:xfrm>
          <a:custGeom>
            <a:avLst/>
            <a:gdLst/>
            <a:ahLst/>
            <a:cxnLst/>
            <a:rect l="l" t="t" r="r" b="b"/>
            <a:pathLst>
              <a:path w="783589" h="352425">
                <a:moveTo>
                  <a:pt x="0" y="352044"/>
                </a:moveTo>
                <a:lnTo>
                  <a:pt x="0" y="0"/>
                </a:lnTo>
                <a:lnTo>
                  <a:pt x="783335" y="0"/>
                </a:lnTo>
                <a:lnTo>
                  <a:pt x="783335" y="352044"/>
                </a:lnTo>
                <a:lnTo>
                  <a:pt x="0" y="352044"/>
                </a:lnTo>
                <a:close/>
              </a:path>
            </a:pathLst>
          </a:custGeom>
          <a:solidFill>
            <a:srgbClr val="93A1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/>
          <p:nvPr/>
        </p:nvSpPr>
        <p:spPr>
          <a:xfrm>
            <a:off x="2398776" y="5457444"/>
            <a:ext cx="96520" cy="352425"/>
          </a:xfrm>
          <a:custGeom>
            <a:avLst/>
            <a:gdLst/>
            <a:ahLst/>
            <a:cxnLst/>
            <a:rect l="l" t="t" r="r" b="b"/>
            <a:pathLst>
              <a:path w="96519" h="352425">
                <a:moveTo>
                  <a:pt x="0" y="352043"/>
                </a:moveTo>
                <a:lnTo>
                  <a:pt x="0" y="0"/>
                </a:lnTo>
                <a:lnTo>
                  <a:pt x="96011" y="0"/>
                </a:lnTo>
                <a:lnTo>
                  <a:pt x="96011" y="352043"/>
                </a:lnTo>
                <a:lnTo>
                  <a:pt x="0" y="352043"/>
                </a:lnTo>
                <a:close/>
              </a:path>
            </a:pathLst>
          </a:custGeom>
          <a:solidFill>
            <a:srgbClr val="DBEB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/>
          <p:nvPr/>
        </p:nvSpPr>
        <p:spPr>
          <a:xfrm>
            <a:off x="2398776" y="5891784"/>
            <a:ext cx="73660" cy="350520"/>
          </a:xfrm>
          <a:custGeom>
            <a:avLst/>
            <a:gdLst/>
            <a:ahLst/>
            <a:cxnLst/>
            <a:rect l="l" t="t" r="r" b="b"/>
            <a:pathLst>
              <a:path w="73660" h="350520">
                <a:moveTo>
                  <a:pt x="0" y="350519"/>
                </a:moveTo>
                <a:lnTo>
                  <a:pt x="0" y="0"/>
                </a:lnTo>
                <a:lnTo>
                  <a:pt x="73151" y="0"/>
                </a:lnTo>
                <a:lnTo>
                  <a:pt x="73151" y="350519"/>
                </a:lnTo>
                <a:lnTo>
                  <a:pt x="0" y="350519"/>
                </a:lnTo>
                <a:close/>
              </a:path>
            </a:pathLst>
          </a:custGeom>
          <a:solidFill>
            <a:srgbClr val="DDE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6" name="object 46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4570476" y="4279391"/>
            <a:ext cx="129539" cy="102108"/>
          </a:xfrm>
          <a:prstGeom prst="rect">
            <a:avLst/>
          </a:prstGeom>
        </p:spPr>
      </p:pic>
      <p:grpSp>
        <p:nvGrpSpPr>
          <p:cNvPr id="47" name="object 47" descr=""/>
          <p:cNvGrpSpPr/>
          <p:nvPr/>
        </p:nvGrpSpPr>
        <p:grpSpPr>
          <a:xfrm>
            <a:off x="4760976" y="4276344"/>
            <a:ext cx="137160" cy="102235"/>
            <a:chOff x="4760976" y="4276344"/>
            <a:chExt cx="137160" cy="102235"/>
          </a:xfrm>
        </p:grpSpPr>
        <p:pic>
          <p:nvPicPr>
            <p:cNvPr id="48" name="object 48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760976" y="4280916"/>
              <a:ext cx="99060" cy="97536"/>
            </a:xfrm>
            <a:prstGeom prst="rect">
              <a:avLst/>
            </a:prstGeom>
          </p:spPr>
        </p:pic>
        <p:sp>
          <p:nvSpPr>
            <p:cNvPr id="49" name="object 49" descr=""/>
            <p:cNvSpPr/>
            <p:nvPr/>
          </p:nvSpPr>
          <p:spPr>
            <a:xfrm>
              <a:off x="4882896" y="4276344"/>
              <a:ext cx="15240" cy="102235"/>
            </a:xfrm>
            <a:custGeom>
              <a:avLst/>
              <a:gdLst/>
              <a:ahLst/>
              <a:cxnLst/>
              <a:rect l="l" t="t" r="r" b="b"/>
              <a:pathLst>
                <a:path w="15239" h="102235">
                  <a:moveTo>
                    <a:pt x="0" y="9144"/>
                  </a:moveTo>
                  <a:lnTo>
                    <a:pt x="0" y="6096"/>
                  </a:lnTo>
                  <a:lnTo>
                    <a:pt x="1524" y="3048"/>
                  </a:lnTo>
                  <a:lnTo>
                    <a:pt x="4572" y="0"/>
                  </a:lnTo>
                  <a:lnTo>
                    <a:pt x="9144" y="0"/>
                  </a:lnTo>
                  <a:lnTo>
                    <a:pt x="12192" y="3048"/>
                  </a:lnTo>
                  <a:lnTo>
                    <a:pt x="13716" y="3048"/>
                  </a:lnTo>
                  <a:lnTo>
                    <a:pt x="15240" y="6096"/>
                  </a:lnTo>
                  <a:lnTo>
                    <a:pt x="15240" y="9144"/>
                  </a:lnTo>
                  <a:lnTo>
                    <a:pt x="9144" y="15240"/>
                  </a:lnTo>
                  <a:lnTo>
                    <a:pt x="4572" y="15240"/>
                  </a:lnTo>
                  <a:lnTo>
                    <a:pt x="1524" y="12192"/>
                  </a:lnTo>
                  <a:lnTo>
                    <a:pt x="0" y="9144"/>
                  </a:lnTo>
                  <a:close/>
                </a:path>
                <a:path w="15239" h="102235">
                  <a:moveTo>
                    <a:pt x="1524" y="102108"/>
                  </a:moveTo>
                  <a:lnTo>
                    <a:pt x="1524" y="32004"/>
                  </a:lnTo>
                  <a:lnTo>
                    <a:pt x="12192" y="32004"/>
                  </a:lnTo>
                  <a:lnTo>
                    <a:pt x="12192" y="102108"/>
                  </a:lnTo>
                  <a:lnTo>
                    <a:pt x="1524" y="102108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0" name="object 50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4157472" y="4713732"/>
            <a:ext cx="143256" cy="99060"/>
          </a:xfrm>
          <a:prstGeom prst="rect">
            <a:avLst/>
          </a:prstGeom>
        </p:spPr>
      </p:pic>
      <p:grpSp>
        <p:nvGrpSpPr>
          <p:cNvPr id="51" name="object 51" descr=""/>
          <p:cNvGrpSpPr/>
          <p:nvPr/>
        </p:nvGrpSpPr>
        <p:grpSpPr>
          <a:xfrm>
            <a:off x="4358640" y="4710683"/>
            <a:ext cx="137160" cy="102235"/>
            <a:chOff x="4358640" y="4710683"/>
            <a:chExt cx="137160" cy="102235"/>
          </a:xfrm>
        </p:grpSpPr>
        <p:pic>
          <p:nvPicPr>
            <p:cNvPr id="52" name="object 52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358640" y="4715255"/>
              <a:ext cx="100584" cy="97536"/>
            </a:xfrm>
            <a:prstGeom prst="rect">
              <a:avLst/>
            </a:prstGeom>
          </p:spPr>
        </p:pic>
        <p:sp>
          <p:nvSpPr>
            <p:cNvPr id="53" name="object 53" descr=""/>
            <p:cNvSpPr/>
            <p:nvPr/>
          </p:nvSpPr>
          <p:spPr>
            <a:xfrm>
              <a:off x="4480560" y="4710683"/>
              <a:ext cx="15240" cy="102235"/>
            </a:xfrm>
            <a:custGeom>
              <a:avLst/>
              <a:gdLst/>
              <a:ahLst/>
              <a:cxnLst/>
              <a:rect l="l" t="t" r="r" b="b"/>
              <a:pathLst>
                <a:path w="15239" h="102235">
                  <a:moveTo>
                    <a:pt x="3048" y="13716"/>
                  </a:moveTo>
                  <a:lnTo>
                    <a:pt x="3048" y="1524"/>
                  </a:lnTo>
                  <a:lnTo>
                    <a:pt x="6096" y="0"/>
                  </a:lnTo>
                  <a:lnTo>
                    <a:pt x="9144" y="0"/>
                  </a:lnTo>
                  <a:lnTo>
                    <a:pt x="12192" y="3048"/>
                  </a:lnTo>
                  <a:lnTo>
                    <a:pt x="13716" y="3048"/>
                  </a:lnTo>
                  <a:lnTo>
                    <a:pt x="15240" y="6096"/>
                  </a:lnTo>
                  <a:lnTo>
                    <a:pt x="15240" y="9144"/>
                  </a:lnTo>
                  <a:lnTo>
                    <a:pt x="9144" y="15240"/>
                  </a:lnTo>
                  <a:lnTo>
                    <a:pt x="6096" y="15240"/>
                  </a:lnTo>
                  <a:lnTo>
                    <a:pt x="3048" y="13716"/>
                  </a:lnTo>
                  <a:close/>
                </a:path>
                <a:path w="15239" h="102235">
                  <a:moveTo>
                    <a:pt x="0" y="9144"/>
                  </a:moveTo>
                  <a:lnTo>
                    <a:pt x="0" y="6096"/>
                  </a:lnTo>
                  <a:lnTo>
                    <a:pt x="1524" y="3048"/>
                  </a:lnTo>
                  <a:lnTo>
                    <a:pt x="3048" y="3048"/>
                  </a:lnTo>
                  <a:lnTo>
                    <a:pt x="3048" y="12192"/>
                  </a:lnTo>
                  <a:lnTo>
                    <a:pt x="0" y="9144"/>
                  </a:lnTo>
                  <a:close/>
                </a:path>
                <a:path w="15239" h="102235">
                  <a:moveTo>
                    <a:pt x="1524" y="102108"/>
                  </a:moveTo>
                  <a:lnTo>
                    <a:pt x="1524" y="32004"/>
                  </a:lnTo>
                  <a:lnTo>
                    <a:pt x="13716" y="32004"/>
                  </a:lnTo>
                  <a:lnTo>
                    <a:pt x="13716" y="102108"/>
                  </a:lnTo>
                  <a:lnTo>
                    <a:pt x="1524" y="102108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4" name="object 54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3253740" y="5148071"/>
            <a:ext cx="137159" cy="102108"/>
          </a:xfrm>
          <a:prstGeom prst="rect">
            <a:avLst/>
          </a:prstGeom>
        </p:spPr>
      </p:pic>
      <p:grpSp>
        <p:nvGrpSpPr>
          <p:cNvPr id="55" name="object 55" descr=""/>
          <p:cNvGrpSpPr/>
          <p:nvPr/>
        </p:nvGrpSpPr>
        <p:grpSpPr>
          <a:xfrm>
            <a:off x="3447288" y="5145023"/>
            <a:ext cx="137160" cy="102235"/>
            <a:chOff x="3447288" y="5145023"/>
            <a:chExt cx="137160" cy="102235"/>
          </a:xfrm>
        </p:grpSpPr>
        <p:pic>
          <p:nvPicPr>
            <p:cNvPr id="56" name="object 56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447288" y="5149596"/>
              <a:ext cx="100584" cy="97536"/>
            </a:xfrm>
            <a:prstGeom prst="rect">
              <a:avLst/>
            </a:prstGeom>
          </p:spPr>
        </p:pic>
        <p:sp>
          <p:nvSpPr>
            <p:cNvPr id="57" name="object 57" descr=""/>
            <p:cNvSpPr/>
            <p:nvPr/>
          </p:nvSpPr>
          <p:spPr>
            <a:xfrm>
              <a:off x="3570732" y="5145023"/>
              <a:ext cx="13970" cy="102235"/>
            </a:xfrm>
            <a:custGeom>
              <a:avLst/>
              <a:gdLst/>
              <a:ahLst/>
              <a:cxnLst/>
              <a:rect l="l" t="t" r="r" b="b"/>
              <a:pathLst>
                <a:path w="13970" h="102235">
                  <a:moveTo>
                    <a:pt x="0" y="10668"/>
                  </a:moveTo>
                  <a:lnTo>
                    <a:pt x="0" y="3048"/>
                  </a:lnTo>
                  <a:lnTo>
                    <a:pt x="1524" y="1524"/>
                  </a:lnTo>
                  <a:lnTo>
                    <a:pt x="3048" y="1524"/>
                  </a:lnTo>
                  <a:lnTo>
                    <a:pt x="4572" y="0"/>
                  </a:lnTo>
                  <a:lnTo>
                    <a:pt x="9144" y="0"/>
                  </a:lnTo>
                  <a:lnTo>
                    <a:pt x="10668" y="1524"/>
                  </a:lnTo>
                  <a:lnTo>
                    <a:pt x="12192" y="1524"/>
                  </a:lnTo>
                  <a:lnTo>
                    <a:pt x="13716" y="3048"/>
                  </a:lnTo>
                  <a:lnTo>
                    <a:pt x="13716" y="10668"/>
                  </a:lnTo>
                  <a:lnTo>
                    <a:pt x="9144" y="15240"/>
                  </a:lnTo>
                  <a:lnTo>
                    <a:pt x="4572" y="15240"/>
                  </a:lnTo>
                  <a:lnTo>
                    <a:pt x="0" y="10668"/>
                  </a:lnTo>
                  <a:close/>
                </a:path>
                <a:path w="13970" h="102235">
                  <a:moveTo>
                    <a:pt x="1524" y="102108"/>
                  </a:moveTo>
                  <a:lnTo>
                    <a:pt x="1524" y="32004"/>
                  </a:lnTo>
                  <a:lnTo>
                    <a:pt x="12192" y="32004"/>
                  </a:lnTo>
                  <a:lnTo>
                    <a:pt x="12192" y="102108"/>
                  </a:lnTo>
                  <a:lnTo>
                    <a:pt x="1524" y="102108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 descr=""/>
          <p:cNvSpPr/>
          <p:nvPr/>
        </p:nvSpPr>
        <p:spPr>
          <a:xfrm>
            <a:off x="2566416" y="5582411"/>
            <a:ext cx="60960" cy="99060"/>
          </a:xfrm>
          <a:custGeom>
            <a:avLst/>
            <a:gdLst/>
            <a:ahLst/>
            <a:cxnLst/>
            <a:rect l="l" t="t" r="r" b="b"/>
            <a:pathLst>
              <a:path w="60960" h="99060">
                <a:moveTo>
                  <a:pt x="0" y="99059"/>
                </a:moveTo>
                <a:lnTo>
                  <a:pt x="0" y="86867"/>
                </a:lnTo>
                <a:lnTo>
                  <a:pt x="1523" y="83819"/>
                </a:lnTo>
                <a:lnTo>
                  <a:pt x="1523" y="80771"/>
                </a:lnTo>
                <a:lnTo>
                  <a:pt x="3047" y="77723"/>
                </a:lnTo>
                <a:lnTo>
                  <a:pt x="6095" y="74675"/>
                </a:lnTo>
                <a:lnTo>
                  <a:pt x="7619" y="71627"/>
                </a:lnTo>
                <a:lnTo>
                  <a:pt x="16763" y="62483"/>
                </a:lnTo>
                <a:lnTo>
                  <a:pt x="30479" y="53339"/>
                </a:lnTo>
                <a:lnTo>
                  <a:pt x="33527" y="51815"/>
                </a:lnTo>
                <a:lnTo>
                  <a:pt x="35051" y="48767"/>
                </a:lnTo>
                <a:lnTo>
                  <a:pt x="38099" y="47243"/>
                </a:lnTo>
                <a:lnTo>
                  <a:pt x="41147" y="41147"/>
                </a:lnTo>
                <a:lnTo>
                  <a:pt x="42671" y="39623"/>
                </a:lnTo>
                <a:lnTo>
                  <a:pt x="44195" y="36575"/>
                </a:lnTo>
                <a:lnTo>
                  <a:pt x="44195" y="35051"/>
                </a:lnTo>
                <a:lnTo>
                  <a:pt x="45719" y="32003"/>
                </a:lnTo>
                <a:lnTo>
                  <a:pt x="45719" y="24383"/>
                </a:lnTo>
                <a:lnTo>
                  <a:pt x="44195" y="21335"/>
                </a:lnTo>
                <a:lnTo>
                  <a:pt x="44195" y="19811"/>
                </a:lnTo>
                <a:lnTo>
                  <a:pt x="42671" y="16763"/>
                </a:lnTo>
                <a:lnTo>
                  <a:pt x="36575" y="10667"/>
                </a:lnTo>
                <a:lnTo>
                  <a:pt x="35051" y="10667"/>
                </a:lnTo>
                <a:lnTo>
                  <a:pt x="32003" y="9143"/>
                </a:lnTo>
                <a:lnTo>
                  <a:pt x="22859" y="9143"/>
                </a:lnTo>
                <a:lnTo>
                  <a:pt x="21335" y="10667"/>
                </a:lnTo>
                <a:lnTo>
                  <a:pt x="18287" y="10667"/>
                </a:lnTo>
                <a:lnTo>
                  <a:pt x="16763" y="12191"/>
                </a:lnTo>
                <a:lnTo>
                  <a:pt x="15239" y="12191"/>
                </a:lnTo>
                <a:lnTo>
                  <a:pt x="12191" y="13715"/>
                </a:lnTo>
                <a:lnTo>
                  <a:pt x="7619" y="18287"/>
                </a:lnTo>
                <a:lnTo>
                  <a:pt x="4571" y="19811"/>
                </a:lnTo>
                <a:lnTo>
                  <a:pt x="3047" y="21335"/>
                </a:lnTo>
                <a:lnTo>
                  <a:pt x="3047" y="9143"/>
                </a:lnTo>
                <a:lnTo>
                  <a:pt x="6095" y="6095"/>
                </a:lnTo>
                <a:lnTo>
                  <a:pt x="10667" y="3047"/>
                </a:lnTo>
                <a:lnTo>
                  <a:pt x="13715" y="1523"/>
                </a:lnTo>
                <a:lnTo>
                  <a:pt x="18287" y="0"/>
                </a:lnTo>
                <a:lnTo>
                  <a:pt x="36575" y="0"/>
                </a:lnTo>
                <a:lnTo>
                  <a:pt x="48767" y="6095"/>
                </a:lnTo>
                <a:lnTo>
                  <a:pt x="51815" y="9143"/>
                </a:lnTo>
                <a:lnTo>
                  <a:pt x="56387" y="18287"/>
                </a:lnTo>
                <a:lnTo>
                  <a:pt x="56387" y="33527"/>
                </a:lnTo>
                <a:lnTo>
                  <a:pt x="54863" y="36575"/>
                </a:lnTo>
                <a:lnTo>
                  <a:pt x="54863" y="39623"/>
                </a:lnTo>
                <a:lnTo>
                  <a:pt x="51815" y="45719"/>
                </a:lnTo>
                <a:lnTo>
                  <a:pt x="48767" y="48767"/>
                </a:lnTo>
                <a:lnTo>
                  <a:pt x="47243" y="51815"/>
                </a:lnTo>
                <a:lnTo>
                  <a:pt x="44195" y="53339"/>
                </a:lnTo>
                <a:lnTo>
                  <a:pt x="38099" y="59435"/>
                </a:lnTo>
                <a:lnTo>
                  <a:pt x="35051" y="60959"/>
                </a:lnTo>
                <a:lnTo>
                  <a:pt x="25907" y="67055"/>
                </a:lnTo>
                <a:lnTo>
                  <a:pt x="22859" y="70103"/>
                </a:lnTo>
                <a:lnTo>
                  <a:pt x="19811" y="71627"/>
                </a:lnTo>
                <a:lnTo>
                  <a:pt x="18287" y="74675"/>
                </a:lnTo>
                <a:lnTo>
                  <a:pt x="15239" y="77723"/>
                </a:lnTo>
                <a:lnTo>
                  <a:pt x="13715" y="80771"/>
                </a:lnTo>
                <a:lnTo>
                  <a:pt x="12191" y="82295"/>
                </a:lnTo>
                <a:lnTo>
                  <a:pt x="12191" y="89915"/>
                </a:lnTo>
                <a:lnTo>
                  <a:pt x="60959" y="89915"/>
                </a:lnTo>
                <a:lnTo>
                  <a:pt x="60959" y="99059"/>
                </a:lnTo>
                <a:lnTo>
                  <a:pt x="0" y="99059"/>
                </a:lnTo>
                <a:close/>
              </a:path>
            </a:pathLst>
          </a:custGeom>
          <a:solidFill>
            <a:srgbClr val="605D5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9" name="object 59" descr=""/>
          <p:cNvGrpSpPr/>
          <p:nvPr/>
        </p:nvGrpSpPr>
        <p:grpSpPr>
          <a:xfrm>
            <a:off x="2685288" y="5579363"/>
            <a:ext cx="137160" cy="102235"/>
            <a:chOff x="2685288" y="5579363"/>
            <a:chExt cx="137160" cy="102235"/>
          </a:xfrm>
        </p:grpSpPr>
        <p:pic>
          <p:nvPicPr>
            <p:cNvPr id="60" name="object 60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685288" y="5583935"/>
              <a:ext cx="100584" cy="97536"/>
            </a:xfrm>
            <a:prstGeom prst="rect">
              <a:avLst/>
            </a:prstGeom>
          </p:spPr>
        </p:pic>
        <p:sp>
          <p:nvSpPr>
            <p:cNvPr id="61" name="object 61" descr=""/>
            <p:cNvSpPr/>
            <p:nvPr/>
          </p:nvSpPr>
          <p:spPr>
            <a:xfrm>
              <a:off x="2807208" y="5579363"/>
              <a:ext cx="15240" cy="102235"/>
            </a:xfrm>
            <a:custGeom>
              <a:avLst/>
              <a:gdLst/>
              <a:ahLst/>
              <a:cxnLst/>
              <a:rect l="l" t="t" r="r" b="b"/>
              <a:pathLst>
                <a:path w="15239" h="102235">
                  <a:moveTo>
                    <a:pt x="0" y="9144"/>
                  </a:moveTo>
                  <a:lnTo>
                    <a:pt x="0" y="6096"/>
                  </a:lnTo>
                  <a:lnTo>
                    <a:pt x="1524" y="3048"/>
                  </a:lnTo>
                  <a:lnTo>
                    <a:pt x="3048" y="1524"/>
                  </a:lnTo>
                  <a:lnTo>
                    <a:pt x="6096" y="0"/>
                  </a:lnTo>
                  <a:lnTo>
                    <a:pt x="9144" y="0"/>
                  </a:lnTo>
                  <a:lnTo>
                    <a:pt x="10668" y="1524"/>
                  </a:lnTo>
                  <a:lnTo>
                    <a:pt x="12192" y="1524"/>
                  </a:lnTo>
                  <a:lnTo>
                    <a:pt x="13716" y="3048"/>
                  </a:lnTo>
                  <a:lnTo>
                    <a:pt x="15240" y="6096"/>
                  </a:lnTo>
                  <a:lnTo>
                    <a:pt x="15240" y="9144"/>
                  </a:lnTo>
                  <a:lnTo>
                    <a:pt x="9144" y="15240"/>
                  </a:lnTo>
                  <a:lnTo>
                    <a:pt x="6096" y="15240"/>
                  </a:lnTo>
                  <a:lnTo>
                    <a:pt x="3048" y="13716"/>
                  </a:lnTo>
                  <a:lnTo>
                    <a:pt x="3048" y="12192"/>
                  </a:lnTo>
                  <a:lnTo>
                    <a:pt x="0" y="9144"/>
                  </a:lnTo>
                  <a:close/>
                </a:path>
                <a:path w="15239" h="102235">
                  <a:moveTo>
                    <a:pt x="1524" y="102108"/>
                  </a:moveTo>
                  <a:lnTo>
                    <a:pt x="1524" y="32004"/>
                  </a:lnTo>
                  <a:lnTo>
                    <a:pt x="13716" y="32004"/>
                  </a:lnTo>
                  <a:lnTo>
                    <a:pt x="13716" y="102108"/>
                  </a:lnTo>
                  <a:lnTo>
                    <a:pt x="1524" y="102108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 descr=""/>
          <p:cNvSpPr/>
          <p:nvPr/>
        </p:nvSpPr>
        <p:spPr>
          <a:xfrm>
            <a:off x="2543556" y="6016751"/>
            <a:ext cx="59690" cy="99060"/>
          </a:xfrm>
          <a:custGeom>
            <a:avLst/>
            <a:gdLst/>
            <a:ahLst/>
            <a:cxnLst/>
            <a:rect l="l" t="t" r="r" b="b"/>
            <a:pathLst>
              <a:path w="59689" h="99060">
                <a:moveTo>
                  <a:pt x="0" y="99059"/>
                </a:moveTo>
                <a:lnTo>
                  <a:pt x="0" y="86867"/>
                </a:lnTo>
                <a:lnTo>
                  <a:pt x="1523" y="83819"/>
                </a:lnTo>
                <a:lnTo>
                  <a:pt x="1523" y="80771"/>
                </a:lnTo>
                <a:lnTo>
                  <a:pt x="3047" y="77723"/>
                </a:lnTo>
                <a:lnTo>
                  <a:pt x="6095" y="74675"/>
                </a:lnTo>
                <a:lnTo>
                  <a:pt x="7619" y="71627"/>
                </a:lnTo>
                <a:lnTo>
                  <a:pt x="16763" y="62483"/>
                </a:lnTo>
                <a:lnTo>
                  <a:pt x="30479" y="53339"/>
                </a:lnTo>
                <a:lnTo>
                  <a:pt x="39623" y="44195"/>
                </a:lnTo>
                <a:lnTo>
                  <a:pt x="41147" y="41147"/>
                </a:lnTo>
                <a:lnTo>
                  <a:pt x="42671" y="39623"/>
                </a:lnTo>
                <a:lnTo>
                  <a:pt x="42671" y="36575"/>
                </a:lnTo>
                <a:lnTo>
                  <a:pt x="44195" y="35051"/>
                </a:lnTo>
                <a:lnTo>
                  <a:pt x="44195" y="19811"/>
                </a:lnTo>
                <a:lnTo>
                  <a:pt x="42671" y="16763"/>
                </a:lnTo>
                <a:lnTo>
                  <a:pt x="36575" y="10667"/>
                </a:lnTo>
                <a:lnTo>
                  <a:pt x="33527" y="10667"/>
                </a:lnTo>
                <a:lnTo>
                  <a:pt x="32003" y="9143"/>
                </a:lnTo>
                <a:lnTo>
                  <a:pt x="22859" y="9143"/>
                </a:lnTo>
                <a:lnTo>
                  <a:pt x="19811" y="10667"/>
                </a:lnTo>
                <a:lnTo>
                  <a:pt x="18287" y="10667"/>
                </a:lnTo>
                <a:lnTo>
                  <a:pt x="16763" y="12191"/>
                </a:lnTo>
                <a:lnTo>
                  <a:pt x="13715" y="12191"/>
                </a:lnTo>
                <a:lnTo>
                  <a:pt x="9143" y="16763"/>
                </a:lnTo>
                <a:lnTo>
                  <a:pt x="6095" y="18287"/>
                </a:lnTo>
                <a:lnTo>
                  <a:pt x="3047" y="21335"/>
                </a:lnTo>
                <a:lnTo>
                  <a:pt x="3047" y="9143"/>
                </a:lnTo>
                <a:lnTo>
                  <a:pt x="6095" y="6095"/>
                </a:lnTo>
                <a:lnTo>
                  <a:pt x="10667" y="3047"/>
                </a:lnTo>
                <a:lnTo>
                  <a:pt x="13715" y="1523"/>
                </a:lnTo>
                <a:lnTo>
                  <a:pt x="18287" y="0"/>
                </a:lnTo>
                <a:lnTo>
                  <a:pt x="36575" y="0"/>
                </a:lnTo>
                <a:lnTo>
                  <a:pt x="48767" y="6095"/>
                </a:lnTo>
                <a:lnTo>
                  <a:pt x="50291" y="9143"/>
                </a:lnTo>
                <a:lnTo>
                  <a:pt x="53339" y="12191"/>
                </a:lnTo>
                <a:lnTo>
                  <a:pt x="56387" y="18287"/>
                </a:lnTo>
                <a:lnTo>
                  <a:pt x="56387" y="33527"/>
                </a:lnTo>
                <a:lnTo>
                  <a:pt x="54863" y="36575"/>
                </a:lnTo>
                <a:lnTo>
                  <a:pt x="54863" y="39623"/>
                </a:lnTo>
                <a:lnTo>
                  <a:pt x="53339" y="42671"/>
                </a:lnTo>
                <a:lnTo>
                  <a:pt x="50291" y="45719"/>
                </a:lnTo>
                <a:lnTo>
                  <a:pt x="48767" y="48767"/>
                </a:lnTo>
                <a:lnTo>
                  <a:pt x="38099" y="59435"/>
                </a:lnTo>
                <a:lnTo>
                  <a:pt x="35051" y="60959"/>
                </a:lnTo>
                <a:lnTo>
                  <a:pt x="25907" y="67055"/>
                </a:lnTo>
                <a:lnTo>
                  <a:pt x="22859" y="70103"/>
                </a:lnTo>
                <a:lnTo>
                  <a:pt x="19811" y="71627"/>
                </a:lnTo>
                <a:lnTo>
                  <a:pt x="18287" y="74675"/>
                </a:lnTo>
                <a:lnTo>
                  <a:pt x="16763" y="76199"/>
                </a:lnTo>
                <a:lnTo>
                  <a:pt x="13715" y="77723"/>
                </a:lnTo>
                <a:lnTo>
                  <a:pt x="13715" y="80771"/>
                </a:lnTo>
                <a:lnTo>
                  <a:pt x="12191" y="82295"/>
                </a:lnTo>
                <a:lnTo>
                  <a:pt x="12191" y="83819"/>
                </a:lnTo>
                <a:lnTo>
                  <a:pt x="10667" y="86867"/>
                </a:lnTo>
                <a:lnTo>
                  <a:pt x="10667" y="89915"/>
                </a:lnTo>
                <a:lnTo>
                  <a:pt x="59435" y="89915"/>
                </a:lnTo>
                <a:lnTo>
                  <a:pt x="59435" y="99059"/>
                </a:lnTo>
                <a:lnTo>
                  <a:pt x="0" y="99059"/>
                </a:lnTo>
                <a:close/>
              </a:path>
            </a:pathLst>
          </a:custGeom>
          <a:solidFill>
            <a:srgbClr val="605D5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3" name="object 63" descr=""/>
          <p:cNvGrpSpPr/>
          <p:nvPr/>
        </p:nvGrpSpPr>
        <p:grpSpPr>
          <a:xfrm>
            <a:off x="2662428" y="6013704"/>
            <a:ext cx="137160" cy="102235"/>
            <a:chOff x="2662428" y="6013704"/>
            <a:chExt cx="137160" cy="102235"/>
          </a:xfrm>
        </p:grpSpPr>
        <p:pic>
          <p:nvPicPr>
            <p:cNvPr id="64" name="object 64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2662428" y="6018276"/>
              <a:ext cx="99060" cy="97536"/>
            </a:xfrm>
            <a:prstGeom prst="rect">
              <a:avLst/>
            </a:prstGeom>
          </p:spPr>
        </p:pic>
        <p:sp>
          <p:nvSpPr>
            <p:cNvPr id="65" name="object 65" descr=""/>
            <p:cNvSpPr/>
            <p:nvPr/>
          </p:nvSpPr>
          <p:spPr>
            <a:xfrm>
              <a:off x="2784348" y="6013704"/>
              <a:ext cx="15240" cy="102235"/>
            </a:xfrm>
            <a:custGeom>
              <a:avLst/>
              <a:gdLst/>
              <a:ahLst/>
              <a:cxnLst/>
              <a:rect l="l" t="t" r="r" b="b"/>
              <a:pathLst>
                <a:path w="15239" h="102235">
                  <a:moveTo>
                    <a:pt x="0" y="10668"/>
                  </a:moveTo>
                  <a:lnTo>
                    <a:pt x="0" y="3048"/>
                  </a:lnTo>
                  <a:lnTo>
                    <a:pt x="1524" y="1524"/>
                  </a:lnTo>
                  <a:lnTo>
                    <a:pt x="3048" y="1524"/>
                  </a:lnTo>
                  <a:lnTo>
                    <a:pt x="4572" y="0"/>
                  </a:lnTo>
                  <a:lnTo>
                    <a:pt x="9144" y="0"/>
                  </a:lnTo>
                  <a:lnTo>
                    <a:pt x="10668" y="1524"/>
                  </a:lnTo>
                  <a:lnTo>
                    <a:pt x="12192" y="1524"/>
                  </a:lnTo>
                  <a:lnTo>
                    <a:pt x="15240" y="4572"/>
                  </a:lnTo>
                  <a:lnTo>
                    <a:pt x="15240" y="9144"/>
                  </a:lnTo>
                  <a:lnTo>
                    <a:pt x="9144" y="15240"/>
                  </a:lnTo>
                  <a:lnTo>
                    <a:pt x="4572" y="15240"/>
                  </a:lnTo>
                  <a:lnTo>
                    <a:pt x="0" y="10668"/>
                  </a:lnTo>
                  <a:close/>
                </a:path>
                <a:path w="15239" h="102235">
                  <a:moveTo>
                    <a:pt x="1524" y="102108"/>
                  </a:moveTo>
                  <a:lnTo>
                    <a:pt x="1524" y="32004"/>
                  </a:lnTo>
                  <a:lnTo>
                    <a:pt x="12192" y="32004"/>
                  </a:lnTo>
                  <a:lnTo>
                    <a:pt x="12192" y="102108"/>
                  </a:lnTo>
                  <a:lnTo>
                    <a:pt x="1524" y="102108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6" name="object 66" descr="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1203960" y="3745991"/>
            <a:ext cx="711707" cy="80772"/>
          </a:xfrm>
          <a:prstGeom prst="rect">
            <a:avLst/>
          </a:prstGeom>
        </p:spPr>
      </p:pic>
      <p:pic>
        <p:nvPicPr>
          <p:cNvPr id="67" name="object 67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2356105" y="3706367"/>
            <a:ext cx="644651" cy="164591"/>
          </a:xfrm>
          <a:prstGeom prst="rect">
            <a:avLst/>
          </a:prstGeom>
        </p:spPr>
      </p:pic>
      <p:grpSp>
        <p:nvGrpSpPr>
          <p:cNvPr id="68" name="object 68" descr=""/>
          <p:cNvGrpSpPr/>
          <p:nvPr/>
        </p:nvGrpSpPr>
        <p:grpSpPr>
          <a:xfrm>
            <a:off x="1991868" y="3747515"/>
            <a:ext cx="330835" cy="91440"/>
            <a:chOff x="1991868" y="3747515"/>
            <a:chExt cx="330835" cy="91440"/>
          </a:xfrm>
        </p:grpSpPr>
        <p:sp>
          <p:nvSpPr>
            <p:cNvPr id="69" name="object 69" descr=""/>
            <p:cNvSpPr/>
            <p:nvPr/>
          </p:nvSpPr>
          <p:spPr>
            <a:xfrm>
              <a:off x="1991868" y="3749039"/>
              <a:ext cx="26034" cy="76200"/>
            </a:xfrm>
            <a:custGeom>
              <a:avLst/>
              <a:gdLst/>
              <a:ahLst/>
              <a:cxnLst/>
              <a:rect l="l" t="t" r="r" b="b"/>
              <a:pathLst>
                <a:path w="26035" h="76200">
                  <a:moveTo>
                    <a:pt x="0" y="21336"/>
                  </a:moveTo>
                  <a:lnTo>
                    <a:pt x="0" y="12192"/>
                  </a:lnTo>
                  <a:lnTo>
                    <a:pt x="3047" y="12192"/>
                  </a:lnTo>
                  <a:lnTo>
                    <a:pt x="4571" y="10668"/>
                  </a:lnTo>
                  <a:lnTo>
                    <a:pt x="6095" y="10668"/>
                  </a:lnTo>
                  <a:lnTo>
                    <a:pt x="9143" y="9144"/>
                  </a:lnTo>
                  <a:lnTo>
                    <a:pt x="10667" y="9144"/>
                  </a:lnTo>
                  <a:lnTo>
                    <a:pt x="12191" y="7620"/>
                  </a:lnTo>
                  <a:lnTo>
                    <a:pt x="15239" y="6096"/>
                  </a:lnTo>
                  <a:lnTo>
                    <a:pt x="16763" y="4572"/>
                  </a:lnTo>
                  <a:lnTo>
                    <a:pt x="18287" y="4572"/>
                  </a:lnTo>
                  <a:lnTo>
                    <a:pt x="22859" y="0"/>
                  </a:lnTo>
                  <a:lnTo>
                    <a:pt x="25907" y="0"/>
                  </a:lnTo>
                  <a:lnTo>
                    <a:pt x="25907" y="76200"/>
                  </a:lnTo>
                  <a:lnTo>
                    <a:pt x="18287" y="76200"/>
                  </a:lnTo>
                  <a:lnTo>
                    <a:pt x="18287" y="12192"/>
                  </a:lnTo>
                  <a:lnTo>
                    <a:pt x="16763" y="12192"/>
                  </a:lnTo>
                  <a:lnTo>
                    <a:pt x="16763" y="13716"/>
                  </a:lnTo>
                  <a:lnTo>
                    <a:pt x="15239" y="15240"/>
                  </a:lnTo>
                  <a:lnTo>
                    <a:pt x="13715" y="15240"/>
                  </a:lnTo>
                  <a:lnTo>
                    <a:pt x="12191" y="16764"/>
                  </a:lnTo>
                  <a:lnTo>
                    <a:pt x="10667" y="16764"/>
                  </a:lnTo>
                  <a:lnTo>
                    <a:pt x="9143" y="18288"/>
                  </a:lnTo>
                  <a:lnTo>
                    <a:pt x="7619" y="18288"/>
                  </a:lnTo>
                  <a:lnTo>
                    <a:pt x="6095" y="19812"/>
                  </a:lnTo>
                  <a:lnTo>
                    <a:pt x="4571" y="19812"/>
                  </a:lnTo>
                  <a:lnTo>
                    <a:pt x="3047" y="21336"/>
                  </a:lnTo>
                  <a:lnTo>
                    <a:pt x="0" y="21336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0" name="object 70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2040636" y="3750563"/>
              <a:ext cx="132587" cy="88391"/>
            </a:xfrm>
            <a:prstGeom prst="rect">
              <a:avLst/>
            </a:prstGeom>
          </p:spPr>
        </p:pic>
        <p:pic>
          <p:nvPicPr>
            <p:cNvPr id="71" name="object 71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2217420" y="3747515"/>
              <a:ext cx="105156" cy="77724"/>
            </a:xfrm>
            <a:prstGeom prst="rect">
              <a:avLst/>
            </a:prstGeom>
          </p:spPr>
        </p:pic>
      </p:grpSp>
      <p:grpSp>
        <p:nvGrpSpPr>
          <p:cNvPr id="72" name="object 72" descr=""/>
          <p:cNvGrpSpPr/>
          <p:nvPr/>
        </p:nvGrpSpPr>
        <p:grpSpPr>
          <a:xfrm>
            <a:off x="3035808" y="3747515"/>
            <a:ext cx="390525" cy="91440"/>
            <a:chOff x="3035808" y="3747515"/>
            <a:chExt cx="390525" cy="91440"/>
          </a:xfrm>
        </p:grpSpPr>
        <p:pic>
          <p:nvPicPr>
            <p:cNvPr id="73" name="object 73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035808" y="3750563"/>
              <a:ext cx="240791" cy="88392"/>
            </a:xfrm>
            <a:prstGeom prst="rect">
              <a:avLst/>
            </a:prstGeom>
          </p:spPr>
        </p:pic>
        <p:pic>
          <p:nvPicPr>
            <p:cNvPr id="74" name="object 74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320796" y="3747515"/>
              <a:ext cx="105156" cy="77724"/>
            </a:xfrm>
            <a:prstGeom prst="rect">
              <a:avLst/>
            </a:prstGeom>
          </p:spPr>
        </p:pic>
      </p:grpSp>
      <p:pic>
        <p:nvPicPr>
          <p:cNvPr id="75" name="object 75" descr="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1376172" y="2991611"/>
            <a:ext cx="1594104" cy="385572"/>
          </a:xfrm>
          <a:prstGeom prst="rect">
            <a:avLst/>
          </a:prstGeom>
        </p:spPr>
      </p:pic>
      <p:pic>
        <p:nvPicPr>
          <p:cNvPr id="76" name="object 76" descr="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3107436" y="3015995"/>
            <a:ext cx="1562100" cy="370331"/>
          </a:xfrm>
          <a:prstGeom prst="rect">
            <a:avLst/>
          </a:prstGeom>
        </p:spPr>
      </p:pic>
      <p:grpSp>
        <p:nvGrpSpPr>
          <p:cNvPr id="77" name="object 77" descr=""/>
          <p:cNvGrpSpPr/>
          <p:nvPr/>
        </p:nvGrpSpPr>
        <p:grpSpPr>
          <a:xfrm>
            <a:off x="4895088" y="1832355"/>
            <a:ext cx="5161915" cy="4749800"/>
            <a:chOff x="4895088" y="1832355"/>
            <a:chExt cx="5161915" cy="4749800"/>
          </a:xfrm>
        </p:grpSpPr>
        <p:pic>
          <p:nvPicPr>
            <p:cNvPr id="78" name="object 78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4895088" y="1832355"/>
              <a:ext cx="5161787" cy="4749800"/>
            </a:xfrm>
            <a:prstGeom prst="rect">
              <a:avLst/>
            </a:prstGeom>
          </p:spPr>
        </p:pic>
        <p:sp>
          <p:nvSpPr>
            <p:cNvPr id="79" name="object 79" descr=""/>
            <p:cNvSpPr/>
            <p:nvPr/>
          </p:nvSpPr>
          <p:spPr>
            <a:xfrm>
              <a:off x="6082284" y="3933444"/>
              <a:ext cx="3712845" cy="7620"/>
            </a:xfrm>
            <a:custGeom>
              <a:avLst/>
              <a:gdLst/>
              <a:ahLst/>
              <a:cxnLst/>
              <a:rect l="l" t="t" r="r" b="b"/>
              <a:pathLst>
                <a:path w="3712845" h="7620">
                  <a:moveTo>
                    <a:pt x="0" y="4572"/>
                  </a:moveTo>
                  <a:lnTo>
                    <a:pt x="0" y="3048"/>
                  </a:lnTo>
                  <a:lnTo>
                    <a:pt x="3048" y="0"/>
                  </a:lnTo>
                  <a:lnTo>
                    <a:pt x="6096" y="0"/>
                  </a:lnTo>
                  <a:lnTo>
                    <a:pt x="9143" y="3048"/>
                  </a:lnTo>
                  <a:lnTo>
                    <a:pt x="9143" y="4572"/>
                  </a:lnTo>
                  <a:lnTo>
                    <a:pt x="6096" y="7620"/>
                  </a:lnTo>
                  <a:lnTo>
                    <a:pt x="3048" y="7620"/>
                  </a:lnTo>
                  <a:lnTo>
                    <a:pt x="0" y="4572"/>
                  </a:lnTo>
                  <a:close/>
                </a:path>
                <a:path w="3712845" h="7620">
                  <a:moveTo>
                    <a:pt x="47243" y="6096"/>
                  </a:moveTo>
                  <a:lnTo>
                    <a:pt x="47243" y="1524"/>
                  </a:lnTo>
                  <a:lnTo>
                    <a:pt x="48767" y="1524"/>
                  </a:lnTo>
                  <a:lnTo>
                    <a:pt x="48767" y="6096"/>
                  </a:lnTo>
                  <a:lnTo>
                    <a:pt x="47243" y="6096"/>
                  </a:lnTo>
                  <a:close/>
                </a:path>
                <a:path w="3712845" h="7620">
                  <a:moveTo>
                    <a:pt x="42672" y="7620"/>
                  </a:moveTo>
                  <a:lnTo>
                    <a:pt x="42672" y="0"/>
                  </a:lnTo>
                  <a:lnTo>
                    <a:pt x="47243" y="0"/>
                  </a:lnTo>
                  <a:lnTo>
                    <a:pt x="47243" y="7620"/>
                  </a:lnTo>
                  <a:lnTo>
                    <a:pt x="42672" y="7620"/>
                  </a:lnTo>
                  <a:close/>
                </a:path>
                <a:path w="3712845" h="7620">
                  <a:moveTo>
                    <a:pt x="41148" y="6096"/>
                  </a:moveTo>
                  <a:lnTo>
                    <a:pt x="41148" y="1524"/>
                  </a:lnTo>
                  <a:lnTo>
                    <a:pt x="42672" y="1524"/>
                  </a:lnTo>
                  <a:lnTo>
                    <a:pt x="42672" y="6096"/>
                  </a:lnTo>
                  <a:lnTo>
                    <a:pt x="41148" y="6096"/>
                  </a:lnTo>
                  <a:close/>
                </a:path>
                <a:path w="3712845" h="7620">
                  <a:moveTo>
                    <a:pt x="80772" y="6096"/>
                  </a:moveTo>
                  <a:lnTo>
                    <a:pt x="80772" y="1524"/>
                  </a:lnTo>
                  <a:lnTo>
                    <a:pt x="82296" y="1524"/>
                  </a:lnTo>
                  <a:lnTo>
                    <a:pt x="83819" y="0"/>
                  </a:lnTo>
                  <a:lnTo>
                    <a:pt x="86867" y="0"/>
                  </a:lnTo>
                  <a:lnTo>
                    <a:pt x="89916" y="3048"/>
                  </a:lnTo>
                  <a:lnTo>
                    <a:pt x="89916" y="4572"/>
                  </a:lnTo>
                  <a:lnTo>
                    <a:pt x="86867" y="7620"/>
                  </a:lnTo>
                  <a:lnTo>
                    <a:pt x="83819" y="7620"/>
                  </a:lnTo>
                  <a:lnTo>
                    <a:pt x="82296" y="6096"/>
                  </a:lnTo>
                  <a:lnTo>
                    <a:pt x="80772" y="6096"/>
                  </a:lnTo>
                  <a:close/>
                </a:path>
                <a:path w="3712845" h="7620">
                  <a:moveTo>
                    <a:pt x="128016" y="6096"/>
                  </a:moveTo>
                  <a:lnTo>
                    <a:pt x="128016" y="1524"/>
                  </a:lnTo>
                  <a:lnTo>
                    <a:pt x="129540" y="1524"/>
                  </a:lnTo>
                  <a:lnTo>
                    <a:pt x="129540" y="6096"/>
                  </a:lnTo>
                  <a:lnTo>
                    <a:pt x="128016" y="6096"/>
                  </a:lnTo>
                  <a:close/>
                </a:path>
                <a:path w="3712845" h="7620">
                  <a:moveTo>
                    <a:pt x="121919" y="6096"/>
                  </a:moveTo>
                  <a:lnTo>
                    <a:pt x="121919" y="1524"/>
                  </a:lnTo>
                  <a:lnTo>
                    <a:pt x="123443" y="0"/>
                  </a:lnTo>
                  <a:lnTo>
                    <a:pt x="128016" y="0"/>
                  </a:lnTo>
                  <a:lnTo>
                    <a:pt x="128016" y="7620"/>
                  </a:lnTo>
                  <a:lnTo>
                    <a:pt x="123443" y="7620"/>
                  </a:lnTo>
                  <a:lnTo>
                    <a:pt x="121919" y="6096"/>
                  </a:lnTo>
                  <a:close/>
                </a:path>
                <a:path w="3712845" h="7620">
                  <a:moveTo>
                    <a:pt x="163067" y="7620"/>
                  </a:moveTo>
                  <a:lnTo>
                    <a:pt x="163067" y="0"/>
                  </a:lnTo>
                  <a:lnTo>
                    <a:pt x="167640" y="0"/>
                  </a:lnTo>
                  <a:lnTo>
                    <a:pt x="169164" y="1524"/>
                  </a:lnTo>
                  <a:lnTo>
                    <a:pt x="169164" y="6096"/>
                  </a:lnTo>
                  <a:lnTo>
                    <a:pt x="167640" y="7620"/>
                  </a:lnTo>
                  <a:lnTo>
                    <a:pt x="163067" y="7620"/>
                  </a:lnTo>
                  <a:close/>
                </a:path>
                <a:path w="3712845" h="7620">
                  <a:moveTo>
                    <a:pt x="161543" y="6096"/>
                  </a:moveTo>
                  <a:lnTo>
                    <a:pt x="161543" y="1524"/>
                  </a:lnTo>
                  <a:lnTo>
                    <a:pt x="163067" y="1524"/>
                  </a:lnTo>
                  <a:lnTo>
                    <a:pt x="163067" y="6096"/>
                  </a:lnTo>
                  <a:lnTo>
                    <a:pt x="161543" y="6096"/>
                  </a:lnTo>
                  <a:close/>
                </a:path>
                <a:path w="3712845" h="7620">
                  <a:moveTo>
                    <a:pt x="201167" y="4572"/>
                  </a:moveTo>
                  <a:lnTo>
                    <a:pt x="201167" y="3048"/>
                  </a:lnTo>
                  <a:lnTo>
                    <a:pt x="204216" y="0"/>
                  </a:lnTo>
                  <a:lnTo>
                    <a:pt x="207264" y="0"/>
                  </a:lnTo>
                  <a:lnTo>
                    <a:pt x="208788" y="1524"/>
                  </a:lnTo>
                  <a:lnTo>
                    <a:pt x="210311" y="1524"/>
                  </a:lnTo>
                  <a:lnTo>
                    <a:pt x="210311" y="6096"/>
                  </a:lnTo>
                  <a:lnTo>
                    <a:pt x="208788" y="6096"/>
                  </a:lnTo>
                  <a:lnTo>
                    <a:pt x="207264" y="7620"/>
                  </a:lnTo>
                  <a:lnTo>
                    <a:pt x="204216" y="7620"/>
                  </a:lnTo>
                  <a:lnTo>
                    <a:pt x="201167" y="4572"/>
                  </a:lnTo>
                  <a:close/>
                </a:path>
                <a:path w="3712845" h="7620">
                  <a:moveTo>
                    <a:pt x="248411" y="6096"/>
                  </a:moveTo>
                  <a:lnTo>
                    <a:pt x="248411" y="1524"/>
                  </a:lnTo>
                  <a:lnTo>
                    <a:pt x="249935" y="1524"/>
                  </a:lnTo>
                  <a:lnTo>
                    <a:pt x="249935" y="6096"/>
                  </a:lnTo>
                  <a:lnTo>
                    <a:pt x="248411" y="6096"/>
                  </a:lnTo>
                  <a:close/>
                </a:path>
                <a:path w="3712845" h="7620">
                  <a:moveTo>
                    <a:pt x="243840" y="7620"/>
                  </a:moveTo>
                  <a:lnTo>
                    <a:pt x="243840" y="0"/>
                  </a:lnTo>
                  <a:lnTo>
                    <a:pt x="248411" y="0"/>
                  </a:lnTo>
                  <a:lnTo>
                    <a:pt x="248411" y="7620"/>
                  </a:lnTo>
                  <a:lnTo>
                    <a:pt x="243840" y="7620"/>
                  </a:lnTo>
                  <a:close/>
                </a:path>
                <a:path w="3712845" h="7620">
                  <a:moveTo>
                    <a:pt x="242316" y="6096"/>
                  </a:moveTo>
                  <a:lnTo>
                    <a:pt x="242316" y="1524"/>
                  </a:lnTo>
                  <a:lnTo>
                    <a:pt x="243840" y="1524"/>
                  </a:lnTo>
                  <a:lnTo>
                    <a:pt x="243840" y="6096"/>
                  </a:lnTo>
                  <a:lnTo>
                    <a:pt x="242316" y="6096"/>
                  </a:lnTo>
                  <a:close/>
                </a:path>
                <a:path w="3712845" h="7620">
                  <a:moveTo>
                    <a:pt x="281940" y="4572"/>
                  </a:moveTo>
                  <a:lnTo>
                    <a:pt x="281940" y="3048"/>
                  </a:lnTo>
                  <a:lnTo>
                    <a:pt x="284988" y="0"/>
                  </a:lnTo>
                  <a:lnTo>
                    <a:pt x="288035" y="0"/>
                  </a:lnTo>
                  <a:lnTo>
                    <a:pt x="291083" y="3048"/>
                  </a:lnTo>
                  <a:lnTo>
                    <a:pt x="291083" y="4572"/>
                  </a:lnTo>
                  <a:lnTo>
                    <a:pt x="288035" y="7620"/>
                  </a:lnTo>
                  <a:lnTo>
                    <a:pt x="284988" y="7620"/>
                  </a:lnTo>
                  <a:lnTo>
                    <a:pt x="281940" y="4572"/>
                  </a:lnTo>
                  <a:close/>
                </a:path>
                <a:path w="3712845" h="7620">
                  <a:moveTo>
                    <a:pt x="329183" y="6096"/>
                  </a:moveTo>
                  <a:lnTo>
                    <a:pt x="329183" y="1524"/>
                  </a:lnTo>
                  <a:lnTo>
                    <a:pt x="330708" y="1524"/>
                  </a:lnTo>
                  <a:lnTo>
                    <a:pt x="330708" y="6096"/>
                  </a:lnTo>
                  <a:lnTo>
                    <a:pt x="329183" y="6096"/>
                  </a:lnTo>
                  <a:close/>
                </a:path>
                <a:path w="3712845" h="7620">
                  <a:moveTo>
                    <a:pt x="324611" y="7620"/>
                  </a:moveTo>
                  <a:lnTo>
                    <a:pt x="324611" y="0"/>
                  </a:lnTo>
                  <a:lnTo>
                    <a:pt x="329183" y="0"/>
                  </a:lnTo>
                  <a:lnTo>
                    <a:pt x="329183" y="7620"/>
                  </a:lnTo>
                  <a:lnTo>
                    <a:pt x="324611" y="7620"/>
                  </a:lnTo>
                  <a:close/>
                </a:path>
                <a:path w="3712845" h="7620">
                  <a:moveTo>
                    <a:pt x="323088" y="6096"/>
                  </a:moveTo>
                  <a:lnTo>
                    <a:pt x="323088" y="1524"/>
                  </a:lnTo>
                  <a:lnTo>
                    <a:pt x="324611" y="1524"/>
                  </a:lnTo>
                  <a:lnTo>
                    <a:pt x="324611" y="6096"/>
                  </a:lnTo>
                  <a:lnTo>
                    <a:pt x="323088" y="6096"/>
                  </a:lnTo>
                  <a:close/>
                </a:path>
                <a:path w="3712845" h="7620">
                  <a:moveTo>
                    <a:pt x="364235" y="7620"/>
                  </a:moveTo>
                  <a:lnTo>
                    <a:pt x="364235" y="0"/>
                  </a:lnTo>
                  <a:lnTo>
                    <a:pt x="368808" y="0"/>
                  </a:lnTo>
                  <a:lnTo>
                    <a:pt x="370332" y="1524"/>
                  </a:lnTo>
                  <a:lnTo>
                    <a:pt x="370332" y="6096"/>
                  </a:lnTo>
                  <a:lnTo>
                    <a:pt x="368808" y="7620"/>
                  </a:lnTo>
                  <a:lnTo>
                    <a:pt x="364235" y="7620"/>
                  </a:lnTo>
                  <a:close/>
                </a:path>
                <a:path w="3712845" h="7620">
                  <a:moveTo>
                    <a:pt x="362711" y="6096"/>
                  </a:moveTo>
                  <a:lnTo>
                    <a:pt x="362711" y="1524"/>
                  </a:lnTo>
                  <a:lnTo>
                    <a:pt x="364235" y="1524"/>
                  </a:lnTo>
                  <a:lnTo>
                    <a:pt x="364235" y="6096"/>
                  </a:lnTo>
                  <a:lnTo>
                    <a:pt x="362711" y="6096"/>
                  </a:lnTo>
                  <a:close/>
                </a:path>
                <a:path w="3712845" h="7620">
                  <a:moveTo>
                    <a:pt x="409956" y="6096"/>
                  </a:moveTo>
                  <a:lnTo>
                    <a:pt x="409956" y="1524"/>
                  </a:lnTo>
                  <a:lnTo>
                    <a:pt x="411480" y="1524"/>
                  </a:lnTo>
                  <a:lnTo>
                    <a:pt x="411480" y="6096"/>
                  </a:lnTo>
                  <a:lnTo>
                    <a:pt x="409956" y="6096"/>
                  </a:lnTo>
                  <a:close/>
                </a:path>
                <a:path w="3712845" h="7620">
                  <a:moveTo>
                    <a:pt x="403859" y="6096"/>
                  </a:moveTo>
                  <a:lnTo>
                    <a:pt x="403859" y="1524"/>
                  </a:lnTo>
                  <a:lnTo>
                    <a:pt x="405383" y="0"/>
                  </a:lnTo>
                  <a:lnTo>
                    <a:pt x="409956" y="0"/>
                  </a:lnTo>
                  <a:lnTo>
                    <a:pt x="409956" y="7620"/>
                  </a:lnTo>
                  <a:lnTo>
                    <a:pt x="405383" y="7620"/>
                  </a:lnTo>
                  <a:lnTo>
                    <a:pt x="403859" y="6096"/>
                  </a:lnTo>
                  <a:close/>
                </a:path>
                <a:path w="3712845" h="7620">
                  <a:moveTo>
                    <a:pt x="449580" y="6096"/>
                  </a:moveTo>
                  <a:lnTo>
                    <a:pt x="449580" y="1524"/>
                  </a:lnTo>
                  <a:lnTo>
                    <a:pt x="451103" y="1524"/>
                  </a:lnTo>
                  <a:lnTo>
                    <a:pt x="451103" y="6096"/>
                  </a:lnTo>
                  <a:lnTo>
                    <a:pt x="449580" y="6096"/>
                  </a:lnTo>
                  <a:close/>
                </a:path>
                <a:path w="3712845" h="7620">
                  <a:moveTo>
                    <a:pt x="445008" y="7620"/>
                  </a:moveTo>
                  <a:lnTo>
                    <a:pt x="445008" y="0"/>
                  </a:lnTo>
                  <a:lnTo>
                    <a:pt x="449580" y="0"/>
                  </a:lnTo>
                  <a:lnTo>
                    <a:pt x="449580" y="7620"/>
                  </a:lnTo>
                  <a:lnTo>
                    <a:pt x="445008" y="7620"/>
                  </a:lnTo>
                  <a:close/>
                </a:path>
                <a:path w="3712845" h="7620">
                  <a:moveTo>
                    <a:pt x="443483" y="6096"/>
                  </a:moveTo>
                  <a:lnTo>
                    <a:pt x="443483" y="1524"/>
                  </a:lnTo>
                  <a:lnTo>
                    <a:pt x="445008" y="1524"/>
                  </a:lnTo>
                  <a:lnTo>
                    <a:pt x="445008" y="6096"/>
                  </a:lnTo>
                  <a:lnTo>
                    <a:pt x="443483" y="6096"/>
                  </a:lnTo>
                  <a:close/>
                </a:path>
                <a:path w="3712845" h="7620">
                  <a:moveTo>
                    <a:pt x="483108" y="4572"/>
                  </a:moveTo>
                  <a:lnTo>
                    <a:pt x="483108" y="3048"/>
                  </a:lnTo>
                  <a:lnTo>
                    <a:pt x="486156" y="0"/>
                  </a:lnTo>
                  <a:lnTo>
                    <a:pt x="489203" y="0"/>
                  </a:lnTo>
                  <a:lnTo>
                    <a:pt x="492251" y="3048"/>
                  </a:lnTo>
                  <a:lnTo>
                    <a:pt x="492251" y="4572"/>
                  </a:lnTo>
                  <a:lnTo>
                    <a:pt x="489203" y="7620"/>
                  </a:lnTo>
                  <a:lnTo>
                    <a:pt x="486156" y="7620"/>
                  </a:lnTo>
                  <a:lnTo>
                    <a:pt x="483108" y="4572"/>
                  </a:lnTo>
                  <a:close/>
                </a:path>
                <a:path w="3712845" h="7620">
                  <a:moveTo>
                    <a:pt x="530351" y="6096"/>
                  </a:moveTo>
                  <a:lnTo>
                    <a:pt x="530351" y="1524"/>
                  </a:lnTo>
                  <a:lnTo>
                    <a:pt x="531875" y="1524"/>
                  </a:lnTo>
                  <a:lnTo>
                    <a:pt x="531875" y="6096"/>
                  </a:lnTo>
                  <a:lnTo>
                    <a:pt x="530351" y="6096"/>
                  </a:lnTo>
                  <a:close/>
                </a:path>
                <a:path w="3712845" h="7620">
                  <a:moveTo>
                    <a:pt x="525780" y="7620"/>
                  </a:moveTo>
                  <a:lnTo>
                    <a:pt x="525780" y="0"/>
                  </a:lnTo>
                  <a:lnTo>
                    <a:pt x="530351" y="0"/>
                  </a:lnTo>
                  <a:lnTo>
                    <a:pt x="530351" y="7620"/>
                  </a:lnTo>
                  <a:lnTo>
                    <a:pt x="525780" y="7620"/>
                  </a:lnTo>
                  <a:close/>
                </a:path>
                <a:path w="3712845" h="7620">
                  <a:moveTo>
                    <a:pt x="524256" y="6096"/>
                  </a:moveTo>
                  <a:lnTo>
                    <a:pt x="524256" y="1524"/>
                  </a:lnTo>
                  <a:lnTo>
                    <a:pt x="525780" y="1524"/>
                  </a:lnTo>
                  <a:lnTo>
                    <a:pt x="525780" y="6096"/>
                  </a:lnTo>
                  <a:lnTo>
                    <a:pt x="524256" y="6096"/>
                  </a:lnTo>
                  <a:close/>
                </a:path>
                <a:path w="3712845" h="7620">
                  <a:moveTo>
                    <a:pt x="563880" y="6096"/>
                  </a:moveTo>
                  <a:lnTo>
                    <a:pt x="563880" y="1524"/>
                  </a:lnTo>
                  <a:lnTo>
                    <a:pt x="565403" y="1524"/>
                  </a:lnTo>
                  <a:lnTo>
                    <a:pt x="566927" y="0"/>
                  </a:lnTo>
                  <a:lnTo>
                    <a:pt x="569975" y="0"/>
                  </a:lnTo>
                  <a:lnTo>
                    <a:pt x="573024" y="3048"/>
                  </a:lnTo>
                  <a:lnTo>
                    <a:pt x="573024" y="4572"/>
                  </a:lnTo>
                  <a:lnTo>
                    <a:pt x="569975" y="7620"/>
                  </a:lnTo>
                  <a:lnTo>
                    <a:pt x="566927" y="7620"/>
                  </a:lnTo>
                  <a:lnTo>
                    <a:pt x="565403" y="6096"/>
                  </a:lnTo>
                  <a:lnTo>
                    <a:pt x="563880" y="6096"/>
                  </a:lnTo>
                  <a:close/>
                </a:path>
                <a:path w="3712845" h="7620">
                  <a:moveTo>
                    <a:pt x="611124" y="6096"/>
                  </a:moveTo>
                  <a:lnTo>
                    <a:pt x="611124" y="1524"/>
                  </a:lnTo>
                  <a:lnTo>
                    <a:pt x="612648" y="1524"/>
                  </a:lnTo>
                  <a:lnTo>
                    <a:pt x="612648" y="6096"/>
                  </a:lnTo>
                  <a:lnTo>
                    <a:pt x="611124" y="6096"/>
                  </a:lnTo>
                  <a:close/>
                </a:path>
                <a:path w="3712845" h="7620">
                  <a:moveTo>
                    <a:pt x="605027" y="6096"/>
                  </a:moveTo>
                  <a:lnTo>
                    <a:pt x="605027" y="1524"/>
                  </a:lnTo>
                  <a:lnTo>
                    <a:pt x="606551" y="0"/>
                  </a:lnTo>
                  <a:lnTo>
                    <a:pt x="611124" y="0"/>
                  </a:lnTo>
                  <a:lnTo>
                    <a:pt x="611124" y="7620"/>
                  </a:lnTo>
                  <a:lnTo>
                    <a:pt x="606551" y="7620"/>
                  </a:lnTo>
                  <a:lnTo>
                    <a:pt x="605027" y="6096"/>
                  </a:lnTo>
                  <a:close/>
                </a:path>
                <a:path w="3712845" h="7620">
                  <a:moveTo>
                    <a:pt x="646175" y="7620"/>
                  </a:moveTo>
                  <a:lnTo>
                    <a:pt x="646175" y="0"/>
                  </a:lnTo>
                  <a:lnTo>
                    <a:pt x="650748" y="0"/>
                  </a:lnTo>
                  <a:lnTo>
                    <a:pt x="652272" y="1524"/>
                  </a:lnTo>
                  <a:lnTo>
                    <a:pt x="652272" y="6096"/>
                  </a:lnTo>
                  <a:lnTo>
                    <a:pt x="650748" y="7620"/>
                  </a:lnTo>
                  <a:lnTo>
                    <a:pt x="646175" y="7620"/>
                  </a:lnTo>
                  <a:close/>
                </a:path>
                <a:path w="3712845" h="7620">
                  <a:moveTo>
                    <a:pt x="644651" y="6096"/>
                  </a:moveTo>
                  <a:lnTo>
                    <a:pt x="644651" y="1524"/>
                  </a:lnTo>
                  <a:lnTo>
                    <a:pt x="646175" y="1524"/>
                  </a:lnTo>
                  <a:lnTo>
                    <a:pt x="646175" y="6096"/>
                  </a:lnTo>
                  <a:lnTo>
                    <a:pt x="644651" y="6096"/>
                  </a:lnTo>
                  <a:close/>
                </a:path>
                <a:path w="3712845" h="7620">
                  <a:moveTo>
                    <a:pt x="684275" y="4572"/>
                  </a:moveTo>
                  <a:lnTo>
                    <a:pt x="684275" y="3048"/>
                  </a:lnTo>
                  <a:lnTo>
                    <a:pt x="687324" y="0"/>
                  </a:lnTo>
                  <a:lnTo>
                    <a:pt x="690372" y="0"/>
                  </a:lnTo>
                  <a:lnTo>
                    <a:pt x="693419" y="3048"/>
                  </a:lnTo>
                  <a:lnTo>
                    <a:pt x="693419" y="4572"/>
                  </a:lnTo>
                  <a:lnTo>
                    <a:pt x="690372" y="7620"/>
                  </a:lnTo>
                  <a:lnTo>
                    <a:pt x="687324" y="7620"/>
                  </a:lnTo>
                  <a:lnTo>
                    <a:pt x="684275" y="4572"/>
                  </a:lnTo>
                  <a:close/>
                </a:path>
                <a:path w="3712845" h="7620">
                  <a:moveTo>
                    <a:pt x="731519" y="6096"/>
                  </a:moveTo>
                  <a:lnTo>
                    <a:pt x="731519" y="1524"/>
                  </a:lnTo>
                  <a:lnTo>
                    <a:pt x="733043" y="1524"/>
                  </a:lnTo>
                  <a:lnTo>
                    <a:pt x="733043" y="6096"/>
                  </a:lnTo>
                  <a:lnTo>
                    <a:pt x="731519" y="6096"/>
                  </a:lnTo>
                  <a:close/>
                </a:path>
                <a:path w="3712845" h="7620">
                  <a:moveTo>
                    <a:pt x="726948" y="7620"/>
                  </a:moveTo>
                  <a:lnTo>
                    <a:pt x="726948" y="0"/>
                  </a:lnTo>
                  <a:lnTo>
                    <a:pt x="731519" y="0"/>
                  </a:lnTo>
                  <a:lnTo>
                    <a:pt x="731519" y="7620"/>
                  </a:lnTo>
                  <a:lnTo>
                    <a:pt x="726948" y="7620"/>
                  </a:lnTo>
                  <a:close/>
                </a:path>
                <a:path w="3712845" h="7620">
                  <a:moveTo>
                    <a:pt x="725424" y="6096"/>
                  </a:moveTo>
                  <a:lnTo>
                    <a:pt x="725424" y="1524"/>
                  </a:lnTo>
                  <a:lnTo>
                    <a:pt x="726948" y="1524"/>
                  </a:lnTo>
                  <a:lnTo>
                    <a:pt x="726948" y="6096"/>
                  </a:lnTo>
                  <a:lnTo>
                    <a:pt x="725424" y="6096"/>
                  </a:lnTo>
                  <a:close/>
                </a:path>
                <a:path w="3712845" h="7620">
                  <a:moveTo>
                    <a:pt x="765048" y="4572"/>
                  </a:moveTo>
                  <a:lnTo>
                    <a:pt x="765048" y="3048"/>
                  </a:lnTo>
                  <a:lnTo>
                    <a:pt x="768096" y="0"/>
                  </a:lnTo>
                  <a:lnTo>
                    <a:pt x="771143" y="0"/>
                  </a:lnTo>
                  <a:lnTo>
                    <a:pt x="774192" y="3048"/>
                  </a:lnTo>
                  <a:lnTo>
                    <a:pt x="774192" y="4572"/>
                  </a:lnTo>
                  <a:lnTo>
                    <a:pt x="771143" y="7620"/>
                  </a:lnTo>
                  <a:lnTo>
                    <a:pt x="768096" y="7620"/>
                  </a:lnTo>
                  <a:lnTo>
                    <a:pt x="765048" y="4572"/>
                  </a:lnTo>
                  <a:close/>
                </a:path>
                <a:path w="3712845" h="7620">
                  <a:moveTo>
                    <a:pt x="812292" y="6096"/>
                  </a:moveTo>
                  <a:lnTo>
                    <a:pt x="812292" y="1524"/>
                  </a:lnTo>
                  <a:lnTo>
                    <a:pt x="813816" y="1524"/>
                  </a:lnTo>
                  <a:lnTo>
                    <a:pt x="813816" y="6096"/>
                  </a:lnTo>
                  <a:lnTo>
                    <a:pt x="812292" y="6096"/>
                  </a:lnTo>
                  <a:close/>
                </a:path>
                <a:path w="3712845" h="7620">
                  <a:moveTo>
                    <a:pt x="806196" y="6096"/>
                  </a:moveTo>
                  <a:lnTo>
                    <a:pt x="806196" y="1524"/>
                  </a:lnTo>
                  <a:lnTo>
                    <a:pt x="807719" y="0"/>
                  </a:lnTo>
                  <a:lnTo>
                    <a:pt x="812292" y="0"/>
                  </a:lnTo>
                  <a:lnTo>
                    <a:pt x="812292" y="7620"/>
                  </a:lnTo>
                  <a:lnTo>
                    <a:pt x="807719" y="7620"/>
                  </a:lnTo>
                  <a:lnTo>
                    <a:pt x="806196" y="6096"/>
                  </a:lnTo>
                  <a:close/>
                </a:path>
                <a:path w="3712845" h="7620">
                  <a:moveTo>
                    <a:pt x="847343" y="7620"/>
                  </a:moveTo>
                  <a:lnTo>
                    <a:pt x="847343" y="0"/>
                  </a:lnTo>
                  <a:lnTo>
                    <a:pt x="851916" y="0"/>
                  </a:lnTo>
                  <a:lnTo>
                    <a:pt x="853440" y="1524"/>
                  </a:lnTo>
                  <a:lnTo>
                    <a:pt x="853440" y="6096"/>
                  </a:lnTo>
                  <a:lnTo>
                    <a:pt x="851916" y="7620"/>
                  </a:lnTo>
                  <a:lnTo>
                    <a:pt x="847343" y="7620"/>
                  </a:lnTo>
                  <a:close/>
                </a:path>
                <a:path w="3712845" h="7620">
                  <a:moveTo>
                    <a:pt x="845819" y="6096"/>
                  </a:moveTo>
                  <a:lnTo>
                    <a:pt x="845819" y="1524"/>
                  </a:lnTo>
                  <a:lnTo>
                    <a:pt x="847343" y="1524"/>
                  </a:lnTo>
                  <a:lnTo>
                    <a:pt x="847343" y="6096"/>
                  </a:lnTo>
                  <a:lnTo>
                    <a:pt x="845819" y="6096"/>
                  </a:lnTo>
                  <a:close/>
                </a:path>
                <a:path w="3712845" h="7620">
                  <a:moveTo>
                    <a:pt x="893064" y="6096"/>
                  </a:moveTo>
                  <a:lnTo>
                    <a:pt x="893064" y="1524"/>
                  </a:lnTo>
                  <a:lnTo>
                    <a:pt x="894588" y="1524"/>
                  </a:lnTo>
                  <a:lnTo>
                    <a:pt x="894588" y="6096"/>
                  </a:lnTo>
                  <a:lnTo>
                    <a:pt x="893064" y="6096"/>
                  </a:lnTo>
                  <a:close/>
                </a:path>
                <a:path w="3712845" h="7620">
                  <a:moveTo>
                    <a:pt x="886967" y="6096"/>
                  </a:moveTo>
                  <a:lnTo>
                    <a:pt x="886967" y="1524"/>
                  </a:lnTo>
                  <a:lnTo>
                    <a:pt x="888492" y="0"/>
                  </a:lnTo>
                  <a:lnTo>
                    <a:pt x="893064" y="0"/>
                  </a:lnTo>
                  <a:lnTo>
                    <a:pt x="893064" y="7620"/>
                  </a:lnTo>
                  <a:lnTo>
                    <a:pt x="888492" y="7620"/>
                  </a:lnTo>
                  <a:lnTo>
                    <a:pt x="886967" y="6096"/>
                  </a:lnTo>
                  <a:close/>
                </a:path>
                <a:path w="3712845" h="7620">
                  <a:moveTo>
                    <a:pt x="932688" y="6096"/>
                  </a:moveTo>
                  <a:lnTo>
                    <a:pt x="932688" y="1524"/>
                  </a:lnTo>
                  <a:lnTo>
                    <a:pt x="934211" y="1524"/>
                  </a:lnTo>
                  <a:lnTo>
                    <a:pt x="934211" y="6096"/>
                  </a:lnTo>
                  <a:lnTo>
                    <a:pt x="932688" y="6096"/>
                  </a:lnTo>
                  <a:close/>
                </a:path>
                <a:path w="3712845" h="7620">
                  <a:moveTo>
                    <a:pt x="928116" y="7620"/>
                  </a:moveTo>
                  <a:lnTo>
                    <a:pt x="928116" y="0"/>
                  </a:lnTo>
                  <a:lnTo>
                    <a:pt x="932688" y="0"/>
                  </a:lnTo>
                  <a:lnTo>
                    <a:pt x="932688" y="7620"/>
                  </a:lnTo>
                  <a:lnTo>
                    <a:pt x="928116" y="7620"/>
                  </a:lnTo>
                  <a:close/>
                </a:path>
                <a:path w="3712845" h="7620">
                  <a:moveTo>
                    <a:pt x="926592" y="6096"/>
                  </a:moveTo>
                  <a:lnTo>
                    <a:pt x="926592" y="1524"/>
                  </a:lnTo>
                  <a:lnTo>
                    <a:pt x="928116" y="1524"/>
                  </a:lnTo>
                  <a:lnTo>
                    <a:pt x="928116" y="6096"/>
                  </a:lnTo>
                  <a:lnTo>
                    <a:pt x="926592" y="6096"/>
                  </a:lnTo>
                  <a:close/>
                </a:path>
                <a:path w="3712845" h="7620">
                  <a:moveTo>
                    <a:pt x="966216" y="4572"/>
                  </a:moveTo>
                  <a:lnTo>
                    <a:pt x="966216" y="3048"/>
                  </a:lnTo>
                  <a:lnTo>
                    <a:pt x="969264" y="0"/>
                  </a:lnTo>
                  <a:lnTo>
                    <a:pt x="972311" y="0"/>
                  </a:lnTo>
                  <a:lnTo>
                    <a:pt x="975359" y="3048"/>
                  </a:lnTo>
                  <a:lnTo>
                    <a:pt x="975359" y="4572"/>
                  </a:lnTo>
                  <a:lnTo>
                    <a:pt x="972311" y="7620"/>
                  </a:lnTo>
                  <a:lnTo>
                    <a:pt x="969264" y="7620"/>
                  </a:lnTo>
                  <a:lnTo>
                    <a:pt x="966216" y="4572"/>
                  </a:lnTo>
                  <a:close/>
                </a:path>
                <a:path w="3712845" h="7620">
                  <a:moveTo>
                    <a:pt x="1013459" y="6096"/>
                  </a:moveTo>
                  <a:lnTo>
                    <a:pt x="1013459" y="1524"/>
                  </a:lnTo>
                  <a:lnTo>
                    <a:pt x="1014984" y="1524"/>
                  </a:lnTo>
                  <a:lnTo>
                    <a:pt x="1014984" y="6096"/>
                  </a:lnTo>
                  <a:lnTo>
                    <a:pt x="1013459" y="6096"/>
                  </a:lnTo>
                  <a:close/>
                </a:path>
                <a:path w="3712845" h="7620">
                  <a:moveTo>
                    <a:pt x="1008888" y="7620"/>
                  </a:moveTo>
                  <a:lnTo>
                    <a:pt x="1008888" y="0"/>
                  </a:lnTo>
                  <a:lnTo>
                    <a:pt x="1013459" y="0"/>
                  </a:lnTo>
                  <a:lnTo>
                    <a:pt x="1013459" y="7620"/>
                  </a:lnTo>
                  <a:lnTo>
                    <a:pt x="1008888" y="7620"/>
                  </a:lnTo>
                  <a:close/>
                </a:path>
                <a:path w="3712845" h="7620">
                  <a:moveTo>
                    <a:pt x="1007364" y="6096"/>
                  </a:moveTo>
                  <a:lnTo>
                    <a:pt x="1007364" y="1524"/>
                  </a:lnTo>
                  <a:lnTo>
                    <a:pt x="1008888" y="1524"/>
                  </a:lnTo>
                  <a:lnTo>
                    <a:pt x="1008888" y="6096"/>
                  </a:lnTo>
                  <a:lnTo>
                    <a:pt x="1007364" y="6096"/>
                  </a:lnTo>
                  <a:close/>
                </a:path>
                <a:path w="3712845" h="7620">
                  <a:moveTo>
                    <a:pt x="1046988" y="6096"/>
                  </a:moveTo>
                  <a:lnTo>
                    <a:pt x="1046988" y="1524"/>
                  </a:lnTo>
                  <a:lnTo>
                    <a:pt x="1048511" y="1524"/>
                  </a:lnTo>
                  <a:lnTo>
                    <a:pt x="1050035" y="0"/>
                  </a:lnTo>
                  <a:lnTo>
                    <a:pt x="1053084" y="0"/>
                  </a:lnTo>
                  <a:lnTo>
                    <a:pt x="1054608" y="1524"/>
                  </a:lnTo>
                  <a:lnTo>
                    <a:pt x="1054608" y="6096"/>
                  </a:lnTo>
                  <a:lnTo>
                    <a:pt x="1053084" y="7620"/>
                  </a:lnTo>
                  <a:lnTo>
                    <a:pt x="1050035" y="7620"/>
                  </a:lnTo>
                  <a:lnTo>
                    <a:pt x="1048511" y="6096"/>
                  </a:lnTo>
                  <a:lnTo>
                    <a:pt x="1046988" y="6096"/>
                  </a:lnTo>
                  <a:close/>
                </a:path>
                <a:path w="3712845" h="7620">
                  <a:moveTo>
                    <a:pt x="1094232" y="6096"/>
                  </a:moveTo>
                  <a:lnTo>
                    <a:pt x="1094232" y="1524"/>
                  </a:lnTo>
                  <a:lnTo>
                    <a:pt x="1095756" y="1524"/>
                  </a:lnTo>
                  <a:lnTo>
                    <a:pt x="1095756" y="6096"/>
                  </a:lnTo>
                  <a:lnTo>
                    <a:pt x="1094232" y="6096"/>
                  </a:lnTo>
                  <a:close/>
                </a:path>
                <a:path w="3712845" h="7620">
                  <a:moveTo>
                    <a:pt x="1088135" y="6096"/>
                  </a:moveTo>
                  <a:lnTo>
                    <a:pt x="1088135" y="1524"/>
                  </a:lnTo>
                  <a:lnTo>
                    <a:pt x="1089659" y="0"/>
                  </a:lnTo>
                  <a:lnTo>
                    <a:pt x="1094232" y="0"/>
                  </a:lnTo>
                  <a:lnTo>
                    <a:pt x="1094232" y="7620"/>
                  </a:lnTo>
                  <a:lnTo>
                    <a:pt x="1089659" y="7620"/>
                  </a:lnTo>
                  <a:lnTo>
                    <a:pt x="1088135" y="6096"/>
                  </a:lnTo>
                  <a:close/>
                </a:path>
                <a:path w="3712845" h="7620">
                  <a:moveTo>
                    <a:pt x="1129284" y="7620"/>
                  </a:moveTo>
                  <a:lnTo>
                    <a:pt x="1129284" y="0"/>
                  </a:lnTo>
                  <a:lnTo>
                    <a:pt x="1133856" y="0"/>
                  </a:lnTo>
                  <a:lnTo>
                    <a:pt x="1135380" y="1524"/>
                  </a:lnTo>
                  <a:lnTo>
                    <a:pt x="1135380" y="6096"/>
                  </a:lnTo>
                  <a:lnTo>
                    <a:pt x="1133856" y="7620"/>
                  </a:lnTo>
                  <a:lnTo>
                    <a:pt x="1129284" y="7620"/>
                  </a:lnTo>
                  <a:close/>
                </a:path>
                <a:path w="3712845" h="7620">
                  <a:moveTo>
                    <a:pt x="1127759" y="6096"/>
                  </a:moveTo>
                  <a:lnTo>
                    <a:pt x="1127759" y="1524"/>
                  </a:lnTo>
                  <a:lnTo>
                    <a:pt x="1129284" y="1524"/>
                  </a:lnTo>
                  <a:lnTo>
                    <a:pt x="1129284" y="6096"/>
                  </a:lnTo>
                  <a:lnTo>
                    <a:pt x="1127759" y="6096"/>
                  </a:lnTo>
                  <a:close/>
                </a:path>
                <a:path w="3712845" h="7620">
                  <a:moveTo>
                    <a:pt x="1167384" y="4572"/>
                  </a:moveTo>
                  <a:lnTo>
                    <a:pt x="1167384" y="3048"/>
                  </a:lnTo>
                  <a:lnTo>
                    <a:pt x="1170432" y="0"/>
                  </a:lnTo>
                  <a:lnTo>
                    <a:pt x="1173480" y="0"/>
                  </a:lnTo>
                  <a:lnTo>
                    <a:pt x="1176527" y="3048"/>
                  </a:lnTo>
                  <a:lnTo>
                    <a:pt x="1176527" y="4572"/>
                  </a:lnTo>
                  <a:lnTo>
                    <a:pt x="1173480" y="7620"/>
                  </a:lnTo>
                  <a:lnTo>
                    <a:pt x="1170432" y="7620"/>
                  </a:lnTo>
                  <a:lnTo>
                    <a:pt x="1167384" y="4572"/>
                  </a:lnTo>
                  <a:close/>
                </a:path>
                <a:path w="3712845" h="7620">
                  <a:moveTo>
                    <a:pt x="1214627" y="6096"/>
                  </a:moveTo>
                  <a:lnTo>
                    <a:pt x="1214627" y="1524"/>
                  </a:lnTo>
                  <a:lnTo>
                    <a:pt x="1216151" y="1524"/>
                  </a:lnTo>
                  <a:lnTo>
                    <a:pt x="1216151" y="6096"/>
                  </a:lnTo>
                  <a:lnTo>
                    <a:pt x="1214627" y="6096"/>
                  </a:lnTo>
                  <a:close/>
                </a:path>
                <a:path w="3712845" h="7620">
                  <a:moveTo>
                    <a:pt x="1210056" y="7620"/>
                  </a:moveTo>
                  <a:lnTo>
                    <a:pt x="1210056" y="0"/>
                  </a:lnTo>
                  <a:lnTo>
                    <a:pt x="1214627" y="0"/>
                  </a:lnTo>
                  <a:lnTo>
                    <a:pt x="1214627" y="7620"/>
                  </a:lnTo>
                  <a:lnTo>
                    <a:pt x="1210056" y="7620"/>
                  </a:lnTo>
                  <a:close/>
                </a:path>
                <a:path w="3712845" h="7620">
                  <a:moveTo>
                    <a:pt x="1208532" y="6096"/>
                  </a:moveTo>
                  <a:lnTo>
                    <a:pt x="1208532" y="1524"/>
                  </a:lnTo>
                  <a:lnTo>
                    <a:pt x="1210056" y="1524"/>
                  </a:lnTo>
                  <a:lnTo>
                    <a:pt x="1210056" y="6096"/>
                  </a:lnTo>
                  <a:lnTo>
                    <a:pt x="1208532" y="6096"/>
                  </a:lnTo>
                  <a:close/>
                </a:path>
                <a:path w="3712845" h="7620">
                  <a:moveTo>
                    <a:pt x="1248156" y="4572"/>
                  </a:moveTo>
                  <a:lnTo>
                    <a:pt x="1248156" y="3048"/>
                  </a:lnTo>
                  <a:lnTo>
                    <a:pt x="1251203" y="0"/>
                  </a:lnTo>
                  <a:lnTo>
                    <a:pt x="1254251" y="0"/>
                  </a:lnTo>
                  <a:lnTo>
                    <a:pt x="1257300" y="3048"/>
                  </a:lnTo>
                  <a:lnTo>
                    <a:pt x="1257300" y="4572"/>
                  </a:lnTo>
                  <a:lnTo>
                    <a:pt x="1254251" y="7620"/>
                  </a:lnTo>
                  <a:lnTo>
                    <a:pt x="1251203" y="7620"/>
                  </a:lnTo>
                  <a:lnTo>
                    <a:pt x="1248156" y="4572"/>
                  </a:lnTo>
                  <a:close/>
                </a:path>
                <a:path w="3712845" h="7620">
                  <a:moveTo>
                    <a:pt x="1295400" y="6096"/>
                  </a:moveTo>
                  <a:lnTo>
                    <a:pt x="1295400" y="1524"/>
                  </a:lnTo>
                  <a:lnTo>
                    <a:pt x="1296924" y="1524"/>
                  </a:lnTo>
                  <a:lnTo>
                    <a:pt x="1296924" y="6096"/>
                  </a:lnTo>
                  <a:lnTo>
                    <a:pt x="1295400" y="6096"/>
                  </a:lnTo>
                  <a:close/>
                </a:path>
                <a:path w="3712845" h="7620">
                  <a:moveTo>
                    <a:pt x="1289303" y="6096"/>
                  </a:moveTo>
                  <a:lnTo>
                    <a:pt x="1289303" y="1524"/>
                  </a:lnTo>
                  <a:lnTo>
                    <a:pt x="1290827" y="0"/>
                  </a:lnTo>
                  <a:lnTo>
                    <a:pt x="1295400" y="0"/>
                  </a:lnTo>
                  <a:lnTo>
                    <a:pt x="1295400" y="7620"/>
                  </a:lnTo>
                  <a:lnTo>
                    <a:pt x="1290827" y="7620"/>
                  </a:lnTo>
                  <a:lnTo>
                    <a:pt x="1289303" y="6096"/>
                  </a:lnTo>
                  <a:close/>
                </a:path>
                <a:path w="3712845" h="7620">
                  <a:moveTo>
                    <a:pt x="1330451" y="7620"/>
                  </a:moveTo>
                  <a:lnTo>
                    <a:pt x="1330451" y="0"/>
                  </a:lnTo>
                  <a:lnTo>
                    <a:pt x="1335024" y="0"/>
                  </a:lnTo>
                  <a:lnTo>
                    <a:pt x="1336548" y="1524"/>
                  </a:lnTo>
                  <a:lnTo>
                    <a:pt x="1336548" y="6096"/>
                  </a:lnTo>
                  <a:lnTo>
                    <a:pt x="1335024" y="7620"/>
                  </a:lnTo>
                  <a:lnTo>
                    <a:pt x="1330451" y="7620"/>
                  </a:lnTo>
                  <a:close/>
                </a:path>
                <a:path w="3712845" h="7620">
                  <a:moveTo>
                    <a:pt x="1328927" y="6096"/>
                  </a:moveTo>
                  <a:lnTo>
                    <a:pt x="1328927" y="1524"/>
                  </a:lnTo>
                  <a:lnTo>
                    <a:pt x="1330451" y="1524"/>
                  </a:lnTo>
                  <a:lnTo>
                    <a:pt x="1330451" y="6096"/>
                  </a:lnTo>
                  <a:lnTo>
                    <a:pt x="1328927" y="6096"/>
                  </a:lnTo>
                  <a:close/>
                </a:path>
                <a:path w="3712845" h="7620">
                  <a:moveTo>
                    <a:pt x="1376172" y="6096"/>
                  </a:moveTo>
                  <a:lnTo>
                    <a:pt x="1376172" y="1524"/>
                  </a:lnTo>
                  <a:lnTo>
                    <a:pt x="1377696" y="1524"/>
                  </a:lnTo>
                  <a:lnTo>
                    <a:pt x="1377696" y="6096"/>
                  </a:lnTo>
                  <a:lnTo>
                    <a:pt x="1376172" y="6096"/>
                  </a:lnTo>
                  <a:close/>
                </a:path>
                <a:path w="3712845" h="7620">
                  <a:moveTo>
                    <a:pt x="1370076" y="6096"/>
                  </a:moveTo>
                  <a:lnTo>
                    <a:pt x="1370076" y="1524"/>
                  </a:lnTo>
                  <a:lnTo>
                    <a:pt x="1371600" y="0"/>
                  </a:lnTo>
                  <a:lnTo>
                    <a:pt x="1376172" y="0"/>
                  </a:lnTo>
                  <a:lnTo>
                    <a:pt x="1376172" y="7620"/>
                  </a:lnTo>
                  <a:lnTo>
                    <a:pt x="1371600" y="7620"/>
                  </a:lnTo>
                  <a:lnTo>
                    <a:pt x="1370076" y="6096"/>
                  </a:lnTo>
                  <a:close/>
                </a:path>
                <a:path w="3712845" h="7620">
                  <a:moveTo>
                    <a:pt x="1415796" y="6096"/>
                  </a:moveTo>
                  <a:lnTo>
                    <a:pt x="1415796" y="1524"/>
                  </a:lnTo>
                  <a:lnTo>
                    <a:pt x="1417319" y="1524"/>
                  </a:lnTo>
                  <a:lnTo>
                    <a:pt x="1417319" y="6096"/>
                  </a:lnTo>
                  <a:lnTo>
                    <a:pt x="1415796" y="6096"/>
                  </a:lnTo>
                  <a:close/>
                </a:path>
                <a:path w="3712845" h="7620">
                  <a:moveTo>
                    <a:pt x="1411224" y="7620"/>
                  </a:moveTo>
                  <a:lnTo>
                    <a:pt x="1411224" y="0"/>
                  </a:lnTo>
                  <a:lnTo>
                    <a:pt x="1415796" y="0"/>
                  </a:lnTo>
                  <a:lnTo>
                    <a:pt x="1415796" y="7620"/>
                  </a:lnTo>
                  <a:lnTo>
                    <a:pt x="1411224" y="7620"/>
                  </a:lnTo>
                  <a:close/>
                </a:path>
                <a:path w="3712845" h="7620">
                  <a:moveTo>
                    <a:pt x="1409700" y="6096"/>
                  </a:moveTo>
                  <a:lnTo>
                    <a:pt x="1409700" y="1524"/>
                  </a:lnTo>
                  <a:lnTo>
                    <a:pt x="1411224" y="1524"/>
                  </a:lnTo>
                  <a:lnTo>
                    <a:pt x="1411224" y="6096"/>
                  </a:lnTo>
                  <a:lnTo>
                    <a:pt x="1409700" y="6096"/>
                  </a:lnTo>
                  <a:close/>
                </a:path>
                <a:path w="3712845" h="7620">
                  <a:moveTo>
                    <a:pt x="1449324" y="4572"/>
                  </a:moveTo>
                  <a:lnTo>
                    <a:pt x="1449324" y="3048"/>
                  </a:lnTo>
                  <a:lnTo>
                    <a:pt x="1452372" y="0"/>
                  </a:lnTo>
                  <a:lnTo>
                    <a:pt x="1455419" y="0"/>
                  </a:lnTo>
                  <a:lnTo>
                    <a:pt x="1458467" y="3048"/>
                  </a:lnTo>
                  <a:lnTo>
                    <a:pt x="1458467" y="4572"/>
                  </a:lnTo>
                  <a:lnTo>
                    <a:pt x="1455419" y="7620"/>
                  </a:lnTo>
                  <a:lnTo>
                    <a:pt x="1452372" y="7620"/>
                  </a:lnTo>
                  <a:lnTo>
                    <a:pt x="1449324" y="4572"/>
                  </a:lnTo>
                  <a:close/>
                </a:path>
                <a:path w="3712845" h="7620">
                  <a:moveTo>
                    <a:pt x="1496567" y="6096"/>
                  </a:moveTo>
                  <a:lnTo>
                    <a:pt x="1496567" y="1524"/>
                  </a:lnTo>
                  <a:lnTo>
                    <a:pt x="1498092" y="1524"/>
                  </a:lnTo>
                  <a:lnTo>
                    <a:pt x="1498092" y="6096"/>
                  </a:lnTo>
                  <a:lnTo>
                    <a:pt x="1496567" y="6096"/>
                  </a:lnTo>
                  <a:close/>
                </a:path>
                <a:path w="3712845" h="7620">
                  <a:moveTo>
                    <a:pt x="1491996" y="7620"/>
                  </a:moveTo>
                  <a:lnTo>
                    <a:pt x="1491996" y="0"/>
                  </a:lnTo>
                  <a:lnTo>
                    <a:pt x="1496567" y="0"/>
                  </a:lnTo>
                  <a:lnTo>
                    <a:pt x="1496567" y="7620"/>
                  </a:lnTo>
                  <a:lnTo>
                    <a:pt x="1491996" y="7620"/>
                  </a:lnTo>
                  <a:close/>
                </a:path>
                <a:path w="3712845" h="7620">
                  <a:moveTo>
                    <a:pt x="1490472" y="6096"/>
                  </a:moveTo>
                  <a:lnTo>
                    <a:pt x="1490472" y="1524"/>
                  </a:lnTo>
                  <a:lnTo>
                    <a:pt x="1491996" y="1524"/>
                  </a:lnTo>
                  <a:lnTo>
                    <a:pt x="1491996" y="6096"/>
                  </a:lnTo>
                  <a:lnTo>
                    <a:pt x="1490472" y="6096"/>
                  </a:lnTo>
                  <a:close/>
                </a:path>
                <a:path w="3712845" h="7620">
                  <a:moveTo>
                    <a:pt x="1531619" y="7620"/>
                  </a:moveTo>
                  <a:lnTo>
                    <a:pt x="1531619" y="0"/>
                  </a:lnTo>
                  <a:lnTo>
                    <a:pt x="1536192" y="0"/>
                  </a:lnTo>
                  <a:lnTo>
                    <a:pt x="1537716" y="1524"/>
                  </a:lnTo>
                  <a:lnTo>
                    <a:pt x="1537716" y="6096"/>
                  </a:lnTo>
                  <a:lnTo>
                    <a:pt x="1536192" y="7620"/>
                  </a:lnTo>
                  <a:lnTo>
                    <a:pt x="1531619" y="7620"/>
                  </a:lnTo>
                  <a:close/>
                </a:path>
                <a:path w="3712845" h="7620">
                  <a:moveTo>
                    <a:pt x="1530096" y="6096"/>
                  </a:moveTo>
                  <a:lnTo>
                    <a:pt x="1530096" y="1524"/>
                  </a:lnTo>
                  <a:lnTo>
                    <a:pt x="1531619" y="1524"/>
                  </a:lnTo>
                  <a:lnTo>
                    <a:pt x="1531619" y="6096"/>
                  </a:lnTo>
                  <a:lnTo>
                    <a:pt x="1530096" y="6096"/>
                  </a:lnTo>
                  <a:close/>
                </a:path>
                <a:path w="3712845" h="7620">
                  <a:moveTo>
                    <a:pt x="1577340" y="6096"/>
                  </a:moveTo>
                  <a:lnTo>
                    <a:pt x="1577340" y="1524"/>
                  </a:lnTo>
                  <a:lnTo>
                    <a:pt x="1578864" y="1524"/>
                  </a:lnTo>
                  <a:lnTo>
                    <a:pt x="1578864" y="6096"/>
                  </a:lnTo>
                  <a:lnTo>
                    <a:pt x="1577340" y="6096"/>
                  </a:lnTo>
                  <a:close/>
                </a:path>
                <a:path w="3712845" h="7620">
                  <a:moveTo>
                    <a:pt x="1571243" y="6096"/>
                  </a:moveTo>
                  <a:lnTo>
                    <a:pt x="1571243" y="1524"/>
                  </a:lnTo>
                  <a:lnTo>
                    <a:pt x="1572767" y="0"/>
                  </a:lnTo>
                  <a:lnTo>
                    <a:pt x="1577340" y="0"/>
                  </a:lnTo>
                  <a:lnTo>
                    <a:pt x="1577340" y="7620"/>
                  </a:lnTo>
                  <a:lnTo>
                    <a:pt x="1572767" y="7620"/>
                  </a:lnTo>
                  <a:lnTo>
                    <a:pt x="1571243" y="6096"/>
                  </a:lnTo>
                  <a:close/>
                </a:path>
                <a:path w="3712845" h="7620">
                  <a:moveTo>
                    <a:pt x="1612392" y="7620"/>
                  </a:moveTo>
                  <a:lnTo>
                    <a:pt x="1612392" y="0"/>
                  </a:lnTo>
                  <a:lnTo>
                    <a:pt x="1616964" y="0"/>
                  </a:lnTo>
                  <a:lnTo>
                    <a:pt x="1618488" y="1524"/>
                  </a:lnTo>
                  <a:lnTo>
                    <a:pt x="1618488" y="6096"/>
                  </a:lnTo>
                  <a:lnTo>
                    <a:pt x="1616964" y="7620"/>
                  </a:lnTo>
                  <a:lnTo>
                    <a:pt x="1612392" y="7620"/>
                  </a:lnTo>
                  <a:close/>
                </a:path>
                <a:path w="3712845" h="7620">
                  <a:moveTo>
                    <a:pt x="1610868" y="6096"/>
                  </a:moveTo>
                  <a:lnTo>
                    <a:pt x="1610868" y="1524"/>
                  </a:lnTo>
                  <a:lnTo>
                    <a:pt x="1612392" y="1524"/>
                  </a:lnTo>
                  <a:lnTo>
                    <a:pt x="1612392" y="6096"/>
                  </a:lnTo>
                  <a:lnTo>
                    <a:pt x="1610868" y="6096"/>
                  </a:lnTo>
                  <a:close/>
                </a:path>
                <a:path w="3712845" h="7620">
                  <a:moveTo>
                    <a:pt x="1650492" y="4572"/>
                  </a:moveTo>
                  <a:lnTo>
                    <a:pt x="1650492" y="3048"/>
                  </a:lnTo>
                  <a:lnTo>
                    <a:pt x="1653540" y="0"/>
                  </a:lnTo>
                  <a:lnTo>
                    <a:pt x="1656588" y="0"/>
                  </a:lnTo>
                  <a:lnTo>
                    <a:pt x="1659635" y="3048"/>
                  </a:lnTo>
                  <a:lnTo>
                    <a:pt x="1659635" y="4572"/>
                  </a:lnTo>
                  <a:lnTo>
                    <a:pt x="1656588" y="7620"/>
                  </a:lnTo>
                  <a:lnTo>
                    <a:pt x="1653540" y="7620"/>
                  </a:lnTo>
                  <a:lnTo>
                    <a:pt x="1650492" y="4572"/>
                  </a:lnTo>
                  <a:close/>
                </a:path>
                <a:path w="3712845" h="7620">
                  <a:moveTo>
                    <a:pt x="1697735" y="6096"/>
                  </a:moveTo>
                  <a:lnTo>
                    <a:pt x="1697735" y="1524"/>
                  </a:lnTo>
                  <a:lnTo>
                    <a:pt x="1699259" y="1524"/>
                  </a:lnTo>
                  <a:lnTo>
                    <a:pt x="1699259" y="6096"/>
                  </a:lnTo>
                  <a:lnTo>
                    <a:pt x="1697735" y="6096"/>
                  </a:lnTo>
                  <a:close/>
                </a:path>
                <a:path w="3712845" h="7620">
                  <a:moveTo>
                    <a:pt x="1693164" y="7620"/>
                  </a:moveTo>
                  <a:lnTo>
                    <a:pt x="1693164" y="0"/>
                  </a:lnTo>
                  <a:lnTo>
                    <a:pt x="1697735" y="0"/>
                  </a:lnTo>
                  <a:lnTo>
                    <a:pt x="1697735" y="7620"/>
                  </a:lnTo>
                  <a:lnTo>
                    <a:pt x="1693164" y="7620"/>
                  </a:lnTo>
                  <a:close/>
                </a:path>
                <a:path w="3712845" h="7620">
                  <a:moveTo>
                    <a:pt x="1691640" y="6096"/>
                  </a:moveTo>
                  <a:lnTo>
                    <a:pt x="1691640" y="1524"/>
                  </a:lnTo>
                  <a:lnTo>
                    <a:pt x="1693164" y="1524"/>
                  </a:lnTo>
                  <a:lnTo>
                    <a:pt x="1693164" y="6096"/>
                  </a:lnTo>
                  <a:lnTo>
                    <a:pt x="1691640" y="6096"/>
                  </a:lnTo>
                  <a:close/>
                </a:path>
                <a:path w="3712845" h="7620">
                  <a:moveTo>
                    <a:pt x="1731264" y="4572"/>
                  </a:moveTo>
                  <a:lnTo>
                    <a:pt x="1731264" y="3048"/>
                  </a:lnTo>
                  <a:lnTo>
                    <a:pt x="1734311" y="0"/>
                  </a:lnTo>
                  <a:lnTo>
                    <a:pt x="1737359" y="0"/>
                  </a:lnTo>
                  <a:lnTo>
                    <a:pt x="1740408" y="3048"/>
                  </a:lnTo>
                  <a:lnTo>
                    <a:pt x="1740408" y="4572"/>
                  </a:lnTo>
                  <a:lnTo>
                    <a:pt x="1737359" y="7620"/>
                  </a:lnTo>
                  <a:lnTo>
                    <a:pt x="1734311" y="7620"/>
                  </a:lnTo>
                  <a:lnTo>
                    <a:pt x="1731264" y="4572"/>
                  </a:lnTo>
                  <a:close/>
                </a:path>
                <a:path w="3712845" h="7620">
                  <a:moveTo>
                    <a:pt x="1778508" y="6096"/>
                  </a:moveTo>
                  <a:lnTo>
                    <a:pt x="1778508" y="1524"/>
                  </a:lnTo>
                  <a:lnTo>
                    <a:pt x="1780032" y="1524"/>
                  </a:lnTo>
                  <a:lnTo>
                    <a:pt x="1780032" y="6096"/>
                  </a:lnTo>
                  <a:lnTo>
                    <a:pt x="1778508" y="6096"/>
                  </a:lnTo>
                  <a:close/>
                </a:path>
                <a:path w="3712845" h="7620">
                  <a:moveTo>
                    <a:pt x="1772411" y="6096"/>
                  </a:moveTo>
                  <a:lnTo>
                    <a:pt x="1772411" y="1524"/>
                  </a:lnTo>
                  <a:lnTo>
                    <a:pt x="1773935" y="0"/>
                  </a:lnTo>
                  <a:lnTo>
                    <a:pt x="1778508" y="0"/>
                  </a:lnTo>
                  <a:lnTo>
                    <a:pt x="1778508" y="7620"/>
                  </a:lnTo>
                  <a:lnTo>
                    <a:pt x="1773935" y="7620"/>
                  </a:lnTo>
                  <a:lnTo>
                    <a:pt x="1772411" y="6096"/>
                  </a:lnTo>
                  <a:close/>
                </a:path>
                <a:path w="3712845" h="7620">
                  <a:moveTo>
                    <a:pt x="1813559" y="7620"/>
                  </a:moveTo>
                  <a:lnTo>
                    <a:pt x="1813559" y="0"/>
                  </a:lnTo>
                  <a:lnTo>
                    <a:pt x="1818132" y="0"/>
                  </a:lnTo>
                  <a:lnTo>
                    <a:pt x="1819656" y="1524"/>
                  </a:lnTo>
                  <a:lnTo>
                    <a:pt x="1819656" y="6096"/>
                  </a:lnTo>
                  <a:lnTo>
                    <a:pt x="1818132" y="7620"/>
                  </a:lnTo>
                  <a:lnTo>
                    <a:pt x="1813559" y="7620"/>
                  </a:lnTo>
                  <a:close/>
                </a:path>
                <a:path w="3712845" h="7620">
                  <a:moveTo>
                    <a:pt x="1812035" y="6096"/>
                  </a:moveTo>
                  <a:lnTo>
                    <a:pt x="1812035" y="1524"/>
                  </a:lnTo>
                  <a:lnTo>
                    <a:pt x="1813559" y="1524"/>
                  </a:lnTo>
                  <a:lnTo>
                    <a:pt x="1813559" y="6096"/>
                  </a:lnTo>
                  <a:lnTo>
                    <a:pt x="1812035" y="6096"/>
                  </a:lnTo>
                  <a:close/>
                </a:path>
                <a:path w="3712845" h="7620">
                  <a:moveTo>
                    <a:pt x="1859280" y="6096"/>
                  </a:moveTo>
                  <a:lnTo>
                    <a:pt x="1859280" y="1524"/>
                  </a:lnTo>
                  <a:lnTo>
                    <a:pt x="1860803" y="1524"/>
                  </a:lnTo>
                  <a:lnTo>
                    <a:pt x="1860803" y="6096"/>
                  </a:lnTo>
                  <a:lnTo>
                    <a:pt x="1859280" y="6096"/>
                  </a:lnTo>
                  <a:close/>
                </a:path>
                <a:path w="3712845" h="7620">
                  <a:moveTo>
                    <a:pt x="1853184" y="6096"/>
                  </a:moveTo>
                  <a:lnTo>
                    <a:pt x="1853184" y="1524"/>
                  </a:lnTo>
                  <a:lnTo>
                    <a:pt x="1854708" y="0"/>
                  </a:lnTo>
                  <a:lnTo>
                    <a:pt x="1859280" y="0"/>
                  </a:lnTo>
                  <a:lnTo>
                    <a:pt x="1859280" y="7620"/>
                  </a:lnTo>
                  <a:lnTo>
                    <a:pt x="1854708" y="7620"/>
                  </a:lnTo>
                  <a:lnTo>
                    <a:pt x="1853184" y="6096"/>
                  </a:lnTo>
                  <a:close/>
                </a:path>
                <a:path w="3712845" h="7620">
                  <a:moveTo>
                    <a:pt x="1898903" y="6096"/>
                  </a:moveTo>
                  <a:lnTo>
                    <a:pt x="1898903" y="1524"/>
                  </a:lnTo>
                  <a:lnTo>
                    <a:pt x="1900427" y="1524"/>
                  </a:lnTo>
                  <a:lnTo>
                    <a:pt x="1900427" y="6096"/>
                  </a:lnTo>
                  <a:lnTo>
                    <a:pt x="1898903" y="6096"/>
                  </a:lnTo>
                  <a:close/>
                </a:path>
                <a:path w="3712845" h="7620">
                  <a:moveTo>
                    <a:pt x="1894332" y="7620"/>
                  </a:moveTo>
                  <a:lnTo>
                    <a:pt x="1894332" y="0"/>
                  </a:lnTo>
                  <a:lnTo>
                    <a:pt x="1898903" y="0"/>
                  </a:lnTo>
                  <a:lnTo>
                    <a:pt x="1898903" y="7620"/>
                  </a:lnTo>
                  <a:lnTo>
                    <a:pt x="1894332" y="7620"/>
                  </a:lnTo>
                  <a:close/>
                </a:path>
                <a:path w="3712845" h="7620">
                  <a:moveTo>
                    <a:pt x="1892808" y="6096"/>
                  </a:moveTo>
                  <a:lnTo>
                    <a:pt x="1892808" y="1524"/>
                  </a:lnTo>
                  <a:lnTo>
                    <a:pt x="1894332" y="1524"/>
                  </a:lnTo>
                  <a:lnTo>
                    <a:pt x="1894332" y="6096"/>
                  </a:lnTo>
                  <a:lnTo>
                    <a:pt x="1892808" y="6096"/>
                  </a:lnTo>
                  <a:close/>
                </a:path>
                <a:path w="3712845" h="7620">
                  <a:moveTo>
                    <a:pt x="1932432" y="4572"/>
                  </a:moveTo>
                  <a:lnTo>
                    <a:pt x="1932432" y="3048"/>
                  </a:lnTo>
                  <a:lnTo>
                    <a:pt x="1935480" y="0"/>
                  </a:lnTo>
                  <a:lnTo>
                    <a:pt x="1938527" y="0"/>
                  </a:lnTo>
                  <a:lnTo>
                    <a:pt x="1941576" y="3048"/>
                  </a:lnTo>
                  <a:lnTo>
                    <a:pt x="1941576" y="4572"/>
                  </a:lnTo>
                  <a:lnTo>
                    <a:pt x="1938527" y="7620"/>
                  </a:lnTo>
                  <a:lnTo>
                    <a:pt x="1935480" y="7620"/>
                  </a:lnTo>
                  <a:lnTo>
                    <a:pt x="1932432" y="4572"/>
                  </a:lnTo>
                  <a:close/>
                </a:path>
                <a:path w="3712845" h="7620">
                  <a:moveTo>
                    <a:pt x="1979676" y="6096"/>
                  </a:moveTo>
                  <a:lnTo>
                    <a:pt x="1979676" y="1524"/>
                  </a:lnTo>
                  <a:lnTo>
                    <a:pt x="1981200" y="1524"/>
                  </a:lnTo>
                  <a:lnTo>
                    <a:pt x="1981200" y="6096"/>
                  </a:lnTo>
                  <a:lnTo>
                    <a:pt x="1979676" y="6096"/>
                  </a:lnTo>
                  <a:close/>
                </a:path>
                <a:path w="3712845" h="7620">
                  <a:moveTo>
                    <a:pt x="1975103" y="7620"/>
                  </a:moveTo>
                  <a:lnTo>
                    <a:pt x="1975103" y="0"/>
                  </a:lnTo>
                  <a:lnTo>
                    <a:pt x="1979676" y="0"/>
                  </a:lnTo>
                  <a:lnTo>
                    <a:pt x="1979676" y="7620"/>
                  </a:lnTo>
                  <a:lnTo>
                    <a:pt x="1975103" y="7620"/>
                  </a:lnTo>
                  <a:close/>
                </a:path>
                <a:path w="3712845" h="7620">
                  <a:moveTo>
                    <a:pt x="1973580" y="6096"/>
                  </a:moveTo>
                  <a:lnTo>
                    <a:pt x="1973580" y="1524"/>
                  </a:lnTo>
                  <a:lnTo>
                    <a:pt x="1975103" y="1524"/>
                  </a:lnTo>
                  <a:lnTo>
                    <a:pt x="1975103" y="6096"/>
                  </a:lnTo>
                  <a:lnTo>
                    <a:pt x="1973580" y="6096"/>
                  </a:lnTo>
                  <a:close/>
                </a:path>
                <a:path w="3712845" h="7620">
                  <a:moveTo>
                    <a:pt x="2014727" y="7620"/>
                  </a:moveTo>
                  <a:lnTo>
                    <a:pt x="2014727" y="0"/>
                  </a:lnTo>
                  <a:lnTo>
                    <a:pt x="2019300" y="0"/>
                  </a:lnTo>
                  <a:lnTo>
                    <a:pt x="2020824" y="1524"/>
                  </a:lnTo>
                  <a:lnTo>
                    <a:pt x="2020824" y="6096"/>
                  </a:lnTo>
                  <a:lnTo>
                    <a:pt x="2019300" y="7620"/>
                  </a:lnTo>
                  <a:lnTo>
                    <a:pt x="2014727" y="7620"/>
                  </a:lnTo>
                  <a:close/>
                </a:path>
                <a:path w="3712845" h="7620">
                  <a:moveTo>
                    <a:pt x="2013203" y="6096"/>
                  </a:moveTo>
                  <a:lnTo>
                    <a:pt x="2013203" y="1524"/>
                  </a:lnTo>
                  <a:lnTo>
                    <a:pt x="2014727" y="1524"/>
                  </a:lnTo>
                  <a:lnTo>
                    <a:pt x="2014727" y="6096"/>
                  </a:lnTo>
                  <a:lnTo>
                    <a:pt x="2013203" y="6096"/>
                  </a:lnTo>
                  <a:close/>
                </a:path>
                <a:path w="3712845" h="7620">
                  <a:moveTo>
                    <a:pt x="2060448" y="6096"/>
                  </a:moveTo>
                  <a:lnTo>
                    <a:pt x="2060448" y="1524"/>
                  </a:lnTo>
                  <a:lnTo>
                    <a:pt x="2061972" y="1524"/>
                  </a:lnTo>
                  <a:lnTo>
                    <a:pt x="2061972" y="6096"/>
                  </a:lnTo>
                  <a:lnTo>
                    <a:pt x="2060448" y="6096"/>
                  </a:lnTo>
                  <a:close/>
                </a:path>
                <a:path w="3712845" h="7620">
                  <a:moveTo>
                    <a:pt x="2054351" y="6096"/>
                  </a:moveTo>
                  <a:lnTo>
                    <a:pt x="2054351" y="1524"/>
                  </a:lnTo>
                  <a:lnTo>
                    <a:pt x="2055876" y="0"/>
                  </a:lnTo>
                  <a:lnTo>
                    <a:pt x="2060448" y="0"/>
                  </a:lnTo>
                  <a:lnTo>
                    <a:pt x="2060448" y="7620"/>
                  </a:lnTo>
                  <a:lnTo>
                    <a:pt x="2055876" y="7620"/>
                  </a:lnTo>
                  <a:lnTo>
                    <a:pt x="2054351" y="6096"/>
                  </a:lnTo>
                  <a:close/>
                </a:path>
                <a:path w="3712845" h="7620">
                  <a:moveTo>
                    <a:pt x="2095500" y="7620"/>
                  </a:moveTo>
                  <a:lnTo>
                    <a:pt x="2095500" y="0"/>
                  </a:lnTo>
                  <a:lnTo>
                    <a:pt x="2100072" y="0"/>
                  </a:lnTo>
                  <a:lnTo>
                    <a:pt x="2101596" y="1524"/>
                  </a:lnTo>
                  <a:lnTo>
                    <a:pt x="2101596" y="6096"/>
                  </a:lnTo>
                  <a:lnTo>
                    <a:pt x="2100072" y="7620"/>
                  </a:lnTo>
                  <a:lnTo>
                    <a:pt x="2095500" y="7620"/>
                  </a:lnTo>
                  <a:close/>
                </a:path>
                <a:path w="3712845" h="7620">
                  <a:moveTo>
                    <a:pt x="2093976" y="6096"/>
                  </a:moveTo>
                  <a:lnTo>
                    <a:pt x="2093976" y="1524"/>
                  </a:lnTo>
                  <a:lnTo>
                    <a:pt x="2095500" y="1524"/>
                  </a:lnTo>
                  <a:lnTo>
                    <a:pt x="2095500" y="6096"/>
                  </a:lnTo>
                  <a:lnTo>
                    <a:pt x="2093976" y="6096"/>
                  </a:lnTo>
                  <a:close/>
                </a:path>
                <a:path w="3712845" h="7620">
                  <a:moveTo>
                    <a:pt x="2133600" y="4572"/>
                  </a:moveTo>
                  <a:lnTo>
                    <a:pt x="2133600" y="3048"/>
                  </a:lnTo>
                  <a:lnTo>
                    <a:pt x="2136648" y="0"/>
                  </a:lnTo>
                  <a:lnTo>
                    <a:pt x="2139696" y="0"/>
                  </a:lnTo>
                  <a:lnTo>
                    <a:pt x="2142743" y="3048"/>
                  </a:lnTo>
                  <a:lnTo>
                    <a:pt x="2142743" y="4572"/>
                  </a:lnTo>
                  <a:lnTo>
                    <a:pt x="2139696" y="7620"/>
                  </a:lnTo>
                  <a:lnTo>
                    <a:pt x="2136648" y="7620"/>
                  </a:lnTo>
                  <a:lnTo>
                    <a:pt x="2133600" y="4572"/>
                  </a:lnTo>
                  <a:close/>
                </a:path>
                <a:path w="3712845" h="7620">
                  <a:moveTo>
                    <a:pt x="2180844" y="6096"/>
                  </a:moveTo>
                  <a:lnTo>
                    <a:pt x="2180844" y="1524"/>
                  </a:lnTo>
                  <a:lnTo>
                    <a:pt x="2182368" y="1524"/>
                  </a:lnTo>
                  <a:lnTo>
                    <a:pt x="2182368" y="6096"/>
                  </a:lnTo>
                  <a:lnTo>
                    <a:pt x="2180844" y="6096"/>
                  </a:lnTo>
                  <a:close/>
                </a:path>
                <a:path w="3712845" h="7620">
                  <a:moveTo>
                    <a:pt x="2176272" y="7620"/>
                  </a:moveTo>
                  <a:lnTo>
                    <a:pt x="2176272" y="0"/>
                  </a:lnTo>
                  <a:lnTo>
                    <a:pt x="2180844" y="0"/>
                  </a:lnTo>
                  <a:lnTo>
                    <a:pt x="2180844" y="7620"/>
                  </a:lnTo>
                  <a:lnTo>
                    <a:pt x="2176272" y="7620"/>
                  </a:lnTo>
                  <a:close/>
                </a:path>
                <a:path w="3712845" h="7620">
                  <a:moveTo>
                    <a:pt x="2174748" y="6096"/>
                  </a:moveTo>
                  <a:lnTo>
                    <a:pt x="2174748" y="1524"/>
                  </a:lnTo>
                  <a:lnTo>
                    <a:pt x="2176272" y="1524"/>
                  </a:lnTo>
                  <a:lnTo>
                    <a:pt x="2176272" y="6096"/>
                  </a:lnTo>
                  <a:lnTo>
                    <a:pt x="2174748" y="6096"/>
                  </a:lnTo>
                  <a:close/>
                </a:path>
                <a:path w="3712845" h="7620">
                  <a:moveTo>
                    <a:pt x="2214372" y="4572"/>
                  </a:moveTo>
                  <a:lnTo>
                    <a:pt x="2214372" y="3048"/>
                  </a:lnTo>
                  <a:lnTo>
                    <a:pt x="2217420" y="0"/>
                  </a:lnTo>
                  <a:lnTo>
                    <a:pt x="2220468" y="0"/>
                  </a:lnTo>
                  <a:lnTo>
                    <a:pt x="2223516" y="3048"/>
                  </a:lnTo>
                  <a:lnTo>
                    <a:pt x="2223516" y="4572"/>
                  </a:lnTo>
                  <a:lnTo>
                    <a:pt x="2220468" y="7620"/>
                  </a:lnTo>
                  <a:lnTo>
                    <a:pt x="2217420" y="7620"/>
                  </a:lnTo>
                  <a:lnTo>
                    <a:pt x="2214372" y="4572"/>
                  </a:lnTo>
                  <a:close/>
                </a:path>
                <a:path w="3712845" h="7620">
                  <a:moveTo>
                    <a:pt x="2261616" y="6096"/>
                  </a:moveTo>
                  <a:lnTo>
                    <a:pt x="2261616" y="1524"/>
                  </a:lnTo>
                  <a:lnTo>
                    <a:pt x="2263140" y="1524"/>
                  </a:lnTo>
                  <a:lnTo>
                    <a:pt x="2263140" y="6096"/>
                  </a:lnTo>
                  <a:lnTo>
                    <a:pt x="2261616" y="6096"/>
                  </a:lnTo>
                  <a:close/>
                </a:path>
                <a:path w="3712845" h="7620">
                  <a:moveTo>
                    <a:pt x="2255520" y="6096"/>
                  </a:moveTo>
                  <a:lnTo>
                    <a:pt x="2255520" y="1524"/>
                  </a:lnTo>
                  <a:lnTo>
                    <a:pt x="2257044" y="0"/>
                  </a:lnTo>
                  <a:lnTo>
                    <a:pt x="2261616" y="0"/>
                  </a:lnTo>
                  <a:lnTo>
                    <a:pt x="2261616" y="7620"/>
                  </a:lnTo>
                  <a:lnTo>
                    <a:pt x="2257044" y="7620"/>
                  </a:lnTo>
                  <a:lnTo>
                    <a:pt x="2255520" y="6096"/>
                  </a:lnTo>
                  <a:close/>
                </a:path>
                <a:path w="3712845" h="7620">
                  <a:moveTo>
                    <a:pt x="2296668" y="7620"/>
                  </a:moveTo>
                  <a:lnTo>
                    <a:pt x="2296668" y="0"/>
                  </a:lnTo>
                  <a:lnTo>
                    <a:pt x="2301240" y="0"/>
                  </a:lnTo>
                  <a:lnTo>
                    <a:pt x="2302764" y="1524"/>
                  </a:lnTo>
                  <a:lnTo>
                    <a:pt x="2302764" y="6096"/>
                  </a:lnTo>
                  <a:lnTo>
                    <a:pt x="2301240" y="7620"/>
                  </a:lnTo>
                  <a:lnTo>
                    <a:pt x="2296668" y="7620"/>
                  </a:lnTo>
                  <a:close/>
                </a:path>
                <a:path w="3712845" h="7620">
                  <a:moveTo>
                    <a:pt x="2295144" y="6096"/>
                  </a:moveTo>
                  <a:lnTo>
                    <a:pt x="2295144" y="1524"/>
                  </a:lnTo>
                  <a:lnTo>
                    <a:pt x="2296668" y="1524"/>
                  </a:lnTo>
                  <a:lnTo>
                    <a:pt x="2296668" y="6096"/>
                  </a:lnTo>
                  <a:lnTo>
                    <a:pt x="2295144" y="6096"/>
                  </a:lnTo>
                  <a:close/>
                </a:path>
                <a:path w="3712845" h="7620">
                  <a:moveTo>
                    <a:pt x="2342388" y="6096"/>
                  </a:moveTo>
                  <a:lnTo>
                    <a:pt x="2342388" y="1524"/>
                  </a:lnTo>
                  <a:lnTo>
                    <a:pt x="2343912" y="1524"/>
                  </a:lnTo>
                  <a:lnTo>
                    <a:pt x="2343912" y="6096"/>
                  </a:lnTo>
                  <a:lnTo>
                    <a:pt x="2342388" y="6096"/>
                  </a:lnTo>
                  <a:close/>
                </a:path>
                <a:path w="3712845" h="7620">
                  <a:moveTo>
                    <a:pt x="2336292" y="6096"/>
                  </a:moveTo>
                  <a:lnTo>
                    <a:pt x="2336292" y="1524"/>
                  </a:lnTo>
                  <a:lnTo>
                    <a:pt x="2337816" y="0"/>
                  </a:lnTo>
                  <a:lnTo>
                    <a:pt x="2342388" y="0"/>
                  </a:lnTo>
                  <a:lnTo>
                    <a:pt x="2342388" y="7620"/>
                  </a:lnTo>
                  <a:lnTo>
                    <a:pt x="2337816" y="7620"/>
                  </a:lnTo>
                  <a:lnTo>
                    <a:pt x="2336292" y="6096"/>
                  </a:lnTo>
                  <a:close/>
                </a:path>
                <a:path w="3712845" h="7620">
                  <a:moveTo>
                    <a:pt x="2382012" y="6096"/>
                  </a:moveTo>
                  <a:lnTo>
                    <a:pt x="2382012" y="1524"/>
                  </a:lnTo>
                  <a:lnTo>
                    <a:pt x="2383536" y="1524"/>
                  </a:lnTo>
                  <a:lnTo>
                    <a:pt x="2383536" y="6096"/>
                  </a:lnTo>
                  <a:lnTo>
                    <a:pt x="2382012" y="6096"/>
                  </a:lnTo>
                  <a:close/>
                </a:path>
                <a:path w="3712845" h="7620">
                  <a:moveTo>
                    <a:pt x="2377440" y="7620"/>
                  </a:moveTo>
                  <a:lnTo>
                    <a:pt x="2377440" y="0"/>
                  </a:lnTo>
                  <a:lnTo>
                    <a:pt x="2382012" y="0"/>
                  </a:lnTo>
                  <a:lnTo>
                    <a:pt x="2382012" y="7620"/>
                  </a:lnTo>
                  <a:lnTo>
                    <a:pt x="2377440" y="7620"/>
                  </a:lnTo>
                  <a:close/>
                </a:path>
                <a:path w="3712845" h="7620">
                  <a:moveTo>
                    <a:pt x="2375916" y="6096"/>
                  </a:moveTo>
                  <a:lnTo>
                    <a:pt x="2375916" y="1524"/>
                  </a:lnTo>
                  <a:lnTo>
                    <a:pt x="2377440" y="1524"/>
                  </a:lnTo>
                  <a:lnTo>
                    <a:pt x="2377440" y="6096"/>
                  </a:lnTo>
                  <a:lnTo>
                    <a:pt x="2375916" y="6096"/>
                  </a:lnTo>
                  <a:close/>
                </a:path>
                <a:path w="3712845" h="7620">
                  <a:moveTo>
                    <a:pt x="2415540" y="4572"/>
                  </a:moveTo>
                  <a:lnTo>
                    <a:pt x="2415540" y="3048"/>
                  </a:lnTo>
                  <a:lnTo>
                    <a:pt x="2418588" y="0"/>
                  </a:lnTo>
                  <a:lnTo>
                    <a:pt x="2421636" y="0"/>
                  </a:lnTo>
                  <a:lnTo>
                    <a:pt x="2424684" y="3048"/>
                  </a:lnTo>
                  <a:lnTo>
                    <a:pt x="2424684" y="4572"/>
                  </a:lnTo>
                  <a:lnTo>
                    <a:pt x="2421636" y="7620"/>
                  </a:lnTo>
                  <a:lnTo>
                    <a:pt x="2418588" y="7620"/>
                  </a:lnTo>
                  <a:lnTo>
                    <a:pt x="2415540" y="4572"/>
                  </a:lnTo>
                  <a:close/>
                </a:path>
                <a:path w="3712845" h="7620">
                  <a:moveTo>
                    <a:pt x="2462784" y="6096"/>
                  </a:moveTo>
                  <a:lnTo>
                    <a:pt x="2462784" y="1524"/>
                  </a:lnTo>
                  <a:lnTo>
                    <a:pt x="2464308" y="1524"/>
                  </a:lnTo>
                  <a:lnTo>
                    <a:pt x="2464308" y="6096"/>
                  </a:lnTo>
                  <a:lnTo>
                    <a:pt x="2462784" y="6096"/>
                  </a:lnTo>
                  <a:close/>
                </a:path>
                <a:path w="3712845" h="7620">
                  <a:moveTo>
                    <a:pt x="2458212" y="7620"/>
                  </a:moveTo>
                  <a:lnTo>
                    <a:pt x="2458212" y="0"/>
                  </a:lnTo>
                  <a:lnTo>
                    <a:pt x="2462784" y="0"/>
                  </a:lnTo>
                  <a:lnTo>
                    <a:pt x="2462784" y="7620"/>
                  </a:lnTo>
                  <a:lnTo>
                    <a:pt x="2458212" y="7620"/>
                  </a:lnTo>
                  <a:close/>
                </a:path>
                <a:path w="3712845" h="7620">
                  <a:moveTo>
                    <a:pt x="2456688" y="6096"/>
                  </a:moveTo>
                  <a:lnTo>
                    <a:pt x="2456688" y="1524"/>
                  </a:lnTo>
                  <a:lnTo>
                    <a:pt x="2458212" y="1524"/>
                  </a:lnTo>
                  <a:lnTo>
                    <a:pt x="2458212" y="6096"/>
                  </a:lnTo>
                  <a:lnTo>
                    <a:pt x="2456688" y="6096"/>
                  </a:lnTo>
                  <a:close/>
                </a:path>
                <a:path w="3712845" h="7620">
                  <a:moveTo>
                    <a:pt x="2497836" y="7620"/>
                  </a:moveTo>
                  <a:lnTo>
                    <a:pt x="2497836" y="0"/>
                  </a:lnTo>
                  <a:lnTo>
                    <a:pt x="2502408" y="0"/>
                  </a:lnTo>
                  <a:lnTo>
                    <a:pt x="2503932" y="1524"/>
                  </a:lnTo>
                  <a:lnTo>
                    <a:pt x="2503932" y="6096"/>
                  </a:lnTo>
                  <a:lnTo>
                    <a:pt x="2502408" y="7620"/>
                  </a:lnTo>
                  <a:lnTo>
                    <a:pt x="2497836" y="7620"/>
                  </a:lnTo>
                  <a:close/>
                </a:path>
                <a:path w="3712845" h="7620">
                  <a:moveTo>
                    <a:pt x="2496312" y="6096"/>
                  </a:moveTo>
                  <a:lnTo>
                    <a:pt x="2496312" y="1524"/>
                  </a:lnTo>
                  <a:lnTo>
                    <a:pt x="2497836" y="1524"/>
                  </a:lnTo>
                  <a:lnTo>
                    <a:pt x="2497836" y="6096"/>
                  </a:lnTo>
                  <a:lnTo>
                    <a:pt x="2496312" y="6096"/>
                  </a:lnTo>
                  <a:close/>
                </a:path>
                <a:path w="3712845" h="7620">
                  <a:moveTo>
                    <a:pt x="2543556" y="6096"/>
                  </a:moveTo>
                  <a:lnTo>
                    <a:pt x="2543556" y="1524"/>
                  </a:lnTo>
                  <a:lnTo>
                    <a:pt x="2545080" y="1524"/>
                  </a:lnTo>
                  <a:lnTo>
                    <a:pt x="2545080" y="6096"/>
                  </a:lnTo>
                  <a:lnTo>
                    <a:pt x="2543556" y="6096"/>
                  </a:lnTo>
                  <a:close/>
                </a:path>
                <a:path w="3712845" h="7620">
                  <a:moveTo>
                    <a:pt x="2537460" y="6096"/>
                  </a:moveTo>
                  <a:lnTo>
                    <a:pt x="2537460" y="1524"/>
                  </a:lnTo>
                  <a:lnTo>
                    <a:pt x="2538984" y="0"/>
                  </a:lnTo>
                  <a:lnTo>
                    <a:pt x="2543556" y="0"/>
                  </a:lnTo>
                  <a:lnTo>
                    <a:pt x="2543556" y="7620"/>
                  </a:lnTo>
                  <a:lnTo>
                    <a:pt x="2538984" y="7620"/>
                  </a:lnTo>
                  <a:lnTo>
                    <a:pt x="2537460" y="6096"/>
                  </a:lnTo>
                  <a:close/>
                </a:path>
                <a:path w="3712845" h="7620">
                  <a:moveTo>
                    <a:pt x="2578608" y="7620"/>
                  </a:moveTo>
                  <a:lnTo>
                    <a:pt x="2578608" y="0"/>
                  </a:lnTo>
                  <a:lnTo>
                    <a:pt x="2583180" y="0"/>
                  </a:lnTo>
                  <a:lnTo>
                    <a:pt x="2584704" y="1524"/>
                  </a:lnTo>
                  <a:lnTo>
                    <a:pt x="2584704" y="6096"/>
                  </a:lnTo>
                  <a:lnTo>
                    <a:pt x="2583180" y="7620"/>
                  </a:lnTo>
                  <a:lnTo>
                    <a:pt x="2578608" y="7620"/>
                  </a:lnTo>
                  <a:close/>
                </a:path>
                <a:path w="3712845" h="7620">
                  <a:moveTo>
                    <a:pt x="2577084" y="6096"/>
                  </a:moveTo>
                  <a:lnTo>
                    <a:pt x="2577084" y="1524"/>
                  </a:lnTo>
                  <a:lnTo>
                    <a:pt x="2578608" y="1524"/>
                  </a:lnTo>
                  <a:lnTo>
                    <a:pt x="2578608" y="6096"/>
                  </a:lnTo>
                  <a:lnTo>
                    <a:pt x="2577084" y="6096"/>
                  </a:lnTo>
                  <a:close/>
                </a:path>
                <a:path w="3712845" h="7620">
                  <a:moveTo>
                    <a:pt x="2616708" y="4572"/>
                  </a:moveTo>
                  <a:lnTo>
                    <a:pt x="2616708" y="3048"/>
                  </a:lnTo>
                  <a:lnTo>
                    <a:pt x="2619756" y="0"/>
                  </a:lnTo>
                  <a:lnTo>
                    <a:pt x="2622804" y="0"/>
                  </a:lnTo>
                  <a:lnTo>
                    <a:pt x="2625852" y="3048"/>
                  </a:lnTo>
                  <a:lnTo>
                    <a:pt x="2625852" y="4572"/>
                  </a:lnTo>
                  <a:lnTo>
                    <a:pt x="2622804" y="7620"/>
                  </a:lnTo>
                  <a:lnTo>
                    <a:pt x="2619756" y="7620"/>
                  </a:lnTo>
                  <a:lnTo>
                    <a:pt x="2616708" y="4572"/>
                  </a:lnTo>
                  <a:close/>
                </a:path>
                <a:path w="3712845" h="7620">
                  <a:moveTo>
                    <a:pt x="2663952" y="6096"/>
                  </a:moveTo>
                  <a:lnTo>
                    <a:pt x="2663952" y="1524"/>
                  </a:lnTo>
                  <a:lnTo>
                    <a:pt x="2665476" y="1524"/>
                  </a:lnTo>
                  <a:lnTo>
                    <a:pt x="2665476" y="6096"/>
                  </a:lnTo>
                  <a:lnTo>
                    <a:pt x="2663952" y="6096"/>
                  </a:lnTo>
                  <a:close/>
                </a:path>
                <a:path w="3712845" h="7620">
                  <a:moveTo>
                    <a:pt x="2659380" y="7620"/>
                  </a:moveTo>
                  <a:lnTo>
                    <a:pt x="2659380" y="0"/>
                  </a:lnTo>
                  <a:lnTo>
                    <a:pt x="2663952" y="0"/>
                  </a:lnTo>
                  <a:lnTo>
                    <a:pt x="2663952" y="7620"/>
                  </a:lnTo>
                  <a:lnTo>
                    <a:pt x="2659380" y="7620"/>
                  </a:lnTo>
                  <a:close/>
                </a:path>
                <a:path w="3712845" h="7620">
                  <a:moveTo>
                    <a:pt x="2657856" y="6096"/>
                  </a:moveTo>
                  <a:lnTo>
                    <a:pt x="2657856" y="1524"/>
                  </a:lnTo>
                  <a:lnTo>
                    <a:pt x="2659380" y="1524"/>
                  </a:lnTo>
                  <a:lnTo>
                    <a:pt x="2659380" y="6096"/>
                  </a:lnTo>
                  <a:lnTo>
                    <a:pt x="2657856" y="6096"/>
                  </a:lnTo>
                  <a:close/>
                </a:path>
                <a:path w="3712845" h="7620">
                  <a:moveTo>
                    <a:pt x="2697480" y="4572"/>
                  </a:moveTo>
                  <a:lnTo>
                    <a:pt x="2697480" y="3048"/>
                  </a:lnTo>
                  <a:lnTo>
                    <a:pt x="2700528" y="0"/>
                  </a:lnTo>
                  <a:lnTo>
                    <a:pt x="2703576" y="0"/>
                  </a:lnTo>
                  <a:lnTo>
                    <a:pt x="2706624" y="3048"/>
                  </a:lnTo>
                  <a:lnTo>
                    <a:pt x="2706624" y="4572"/>
                  </a:lnTo>
                  <a:lnTo>
                    <a:pt x="2703576" y="7620"/>
                  </a:lnTo>
                  <a:lnTo>
                    <a:pt x="2700528" y="7620"/>
                  </a:lnTo>
                  <a:lnTo>
                    <a:pt x="2697480" y="4572"/>
                  </a:lnTo>
                  <a:close/>
                </a:path>
                <a:path w="3712845" h="7620">
                  <a:moveTo>
                    <a:pt x="2744724" y="6096"/>
                  </a:moveTo>
                  <a:lnTo>
                    <a:pt x="2744724" y="1524"/>
                  </a:lnTo>
                  <a:lnTo>
                    <a:pt x="2746248" y="1524"/>
                  </a:lnTo>
                  <a:lnTo>
                    <a:pt x="2746248" y="6096"/>
                  </a:lnTo>
                  <a:lnTo>
                    <a:pt x="2744724" y="6096"/>
                  </a:lnTo>
                  <a:close/>
                </a:path>
                <a:path w="3712845" h="7620">
                  <a:moveTo>
                    <a:pt x="2738628" y="6096"/>
                  </a:moveTo>
                  <a:lnTo>
                    <a:pt x="2738628" y="1524"/>
                  </a:lnTo>
                  <a:lnTo>
                    <a:pt x="2740152" y="0"/>
                  </a:lnTo>
                  <a:lnTo>
                    <a:pt x="2744724" y="0"/>
                  </a:lnTo>
                  <a:lnTo>
                    <a:pt x="2744724" y="7620"/>
                  </a:lnTo>
                  <a:lnTo>
                    <a:pt x="2740152" y="7620"/>
                  </a:lnTo>
                  <a:lnTo>
                    <a:pt x="2738628" y="6096"/>
                  </a:lnTo>
                  <a:close/>
                </a:path>
                <a:path w="3712845" h="7620">
                  <a:moveTo>
                    <a:pt x="2779776" y="7620"/>
                  </a:moveTo>
                  <a:lnTo>
                    <a:pt x="2779776" y="0"/>
                  </a:lnTo>
                  <a:lnTo>
                    <a:pt x="2784348" y="0"/>
                  </a:lnTo>
                  <a:lnTo>
                    <a:pt x="2785872" y="1524"/>
                  </a:lnTo>
                  <a:lnTo>
                    <a:pt x="2785872" y="6096"/>
                  </a:lnTo>
                  <a:lnTo>
                    <a:pt x="2784348" y="7620"/>
                  </a:lnTo>
                  <a:lnTo>
                    <a:pt x="2779776" y="7620"/>
                  </a:lnTo>
                  <a:close/>
                </a:path>
                <a:path w="3712845" h="7620">
                  <a:moveTo>
                    <a:pt x="2778252" y="6096"/>
                  </a:moveTo>
                  <a:lnTo>
                    <a:pt x="2778252" y="1524"/>
                  </a:lnTo>
                  <a:lnTo>
                    <a:pt x="2779776" y="1524"/>
                  </a:lnTo>
                  <a:lnTo>
                    <a:pt x="2779776" y="6096"/>
                  </a:lnTo>
                  <a:lnTo>
                    <a:pt x="2778252" y="6096"/>
                  </a:lnTo>
                  <a:close/>
                </a:path>
                <a:path w="3712845" h="7620">
                  <a:moveTo>
                    <a:pt x="2819400" y="6096"/>
                  </a:moveTo>
                  <a:lnTo>
                    <a:pt x="2819400" y="1524"/>
                  </a:lnTo>
                  <a:lnTo>
                    <a:pt x="2820924" y="0"/>
                  </a:lnTo>
                  <a:lnTo>
                    <a:pt x="2823972" y="0"/>
                  </a:lnTo>
                  <a:lnTo>
                    <a:pt x="2825496" y="1524"/>
                  </a:lnTo>
                  <a:lnTo>
                    <a:pt x="2827020" y="1524"/>
                  </a:lnTo>
                  <a:lnTo>
                    <a:pt x="2827020" y="6096"/>
                  </a:lnTo>
                  <a:lnTo>
                    <a:pt x="2825496" y="6096"/>
                  </a:lnTo>
                  <a:lnTo>
                    <a:pt x="2823972" y="7620"/>
                  </a:lnTo>
                  <a:lnTo>
                    <a:pt x="2820924" y="7620"/>
                  </a:lnTo>
                  <a:lnTo>
                    <a:pt x="2819400" y="6096"/>
                  </a:lnTo>
                  <a:close/>
                </a:path>
                <a:path w="3712845" h="7620">
                  <a:moveTo>
                    <a:pt x="2865120" y="6096"/>
                  </a:moveTo>
                  <a:lnTo>
                    <a:pt x="2865120" y="1524"/>
                  </a:lnTo>
                  <a:lnTo>
                    <a:pt x="2866644" y="1524"/>
                  </a:lnTo>
                  <a:lnTo>
                    <a:pt x="2866644" y="6096"/>
                  </a:lnTo>
                  <a:lnTo>
                    <a:pt x="2865120" y="6096"/>
                  </a:lnTo>
                  <a:close/>
                </a:path>
                <a:path w="3712845" h="7620">
                  <a:moveTo>
                    <a:pt x="2860548" y="7620"/>
                  </a:moveTo>
                  <a:lnTo>
                    <a:pt x="2860548" y="0"/>
                  </a:lnTo>
                  <a:lnTo>
                    <a:pt x="2865120" y="0"/>
                  </a:lnTo>
                  <a:lnTo>
                    <a:pt x="2865120" y="7620"/>
                  </a:lnTo>
                  <a:lnTo>
                    <a:pt x="2860548" y="7620"/>
                  </a:lnTo>
                  <a:close/>
                </a:path>
                <a:path w="3712845" h="7620">
                  <a:moveTo>
                    <a:pt x="2859024" y="6096"/>
                  </a:moveTo>
                  <a:lnTo>
                    <a:pt x="2859024" y="1524"/>
                  </a:lnTo>
                  <a:lnTo>
                    <a:pt x="2860548" y="1524"/>
                  </a:lnTo>
                  <a:lnTo>
                    <a:pt x="2860548" y="6096"/>
                  </a:lnTo>
                  <a:lnTo>
                    <a:pt x="2859024" y="6096"/>
                  </a:lnTo>
                  <a:close/>
                </a:path>
                <a:path w="3712845" h="7620">
                  <a:moveTo>
                    <a:pt x="2898648" y="4572"/>
                  </a:moveTo>
                  <a:lnTo>
                    <a:pt x="2898648" y="3048"/>
                  </a:lnTo>
                  <a:lnTo>
                    <a:pt x="2901696" y="0"/>
                  </a:lnTo>
                  <a:lnTo>
                    <a:pt x="2904744" y="0"/>
                  </a:lnTo>
                  <a:lnTo>
                    <a:pt x="2907792" y="3048"/>
                  </a:lnTo>
                  <a:lnTo>
                    <a:pt x="2907792" y="4572"/>
                  </a:lnTo>
                  <a:lnTo>
                    <a:pt x="2904744" y="7620"/>
                  </a:lnTo>
                  <a:lnTo>
                    <a:pt x="2901696" y="7620"/>
                  </a:lnTo>
                  <a:lnTo>
                    <a:pt x="2898648" y="4572"/>
                  </a:lnTo>
                  <a:close/>
                </a:path>
                <a:path w="3712845" h="7620">
                  <a:moveTo>
                    <a:pt x="2945892" y="6096"/>
                  </a:moveTo>
                  <a:lnTo>
                    <a:pt x="2945892" y="1524"/>
                  </a:lnTo>
                  <a:lnTo>
                    <a:pt x="2947416" y="1524"/>
                  </a:lnTo>
                  <a:lnTo>
                    <a:pt x="2947416" y="6096"/>
                  </a:lnTo>
                  <a:lnTo>
                    <a:pt x="2945892" y="6096"/>
                  </a:lnTo>
                  <a:close/>
                </a:path>
                <a:path w="3712845" h="7620">
                  <a:moveTo>
                    <a:pt x="2941320" y="7620"/>
                  </a:moveTo>
                  <a:lnTo>
                    <a:pt x="2941320" y="0"/>
                  </a:lnTo>
                  <a:lnTo>
                    <a:pt x="2945892" y="0"/>
                  </a:lnTo>
                  <a:lnTo>
                    <a:pt x="2945892" y="7620"/>
                  </a:lnTo>
                  <a:lnTo>
                    <a:pt x="2941320" y="7620"/>
                  </a:lnTo>
                  <a:close/>
                </a:path>
                <a:path w="3712845" h="7620">
                  <a:moveTo>
                    <a:pt x="2939796" y="6096"/>
                  </a:moveTo>
                  <a:lnTo>
                    <a:pt x="2939796" y="1524"/>
                  </a:lnTo>
                  <a:lnTo>
                    <a:pt x="2941320" y="1524"/>
                  </a:lnTo>
                  <a:lnTo>
                    <a:pt x="2941320" y="6096"/>
                  </a:lnTo>
                  <a:lnTo>
                    <a:pt x="2939796" y="6096"/>
                  </a:lnTo>
                  <a:close/>
                </a:path>
                <a:path w="3712845" h="7620">
                  <a:moveTo>
                    <a:pt x="2980944" y="7620"/>
                  </a:moveTo>
                  <a:lnTo>
                    <a:pt x="2980944" y="0"/>
                  </a:lnTo>
                  <a:lnTo>
                    <a:pt x="2985516" y="0"/>
                  </a:lnTo>
                  <a:lnTo>
                    <a:pt x="2987040" y="1524"/>
                  </a:lnTo>
                  <a:lnTo>
                    <a:pt x="2987040" y="6096"/>
                  </a:lnTo>
                  <a:lnTo>
                    <a:pt x="2985516" y="7620"/>
                  </a:lnTo>
                  <a:lnTo>
                    <a:pt x="2980944" y="7620"/>
                  </a:lnTo>
                  <a:close/>
                </a:path>
                <a:path w="3712845" h="7620">
                  <a:moveTo>
                    <a:pt x="2979420" y="6096"/>
                  </a:moveTo>
                  <a:lnTo>
                    <a:pt x="2979420" y="1524"/>
                  </a:lnTo>
                  <a:lnTo>
                    <a:pt x="2980944" y="1524"/>
                  </a:lnTo>
                  <a:lnTo>
                    <a:pt x="2980944" y="6096"/>
                  </a:lnTo>
                  <a:lnTo>
                    <a:pt x="2979420" y="6096"/>
                  </a:lnTo>
                  <a:close/>
                </a:path>
                <a:path w="3712845" h="7620">
                  <a:moveTo>
                    <a:pt x="3026664" y="6096"/>
                  </a:moveTo>
                  <a:lnTo>
                    <a:pt x="3026664" y="1524"/>
                  </a:lnTo>
                  <a:lnTo>
                    <a:pt x="3028188" y="1524"/>
                  </a:lnTo>
                  <a:lnTo>
                    <a:pt x="3028188" y="6096"/>
                  </a:lnTo>
                  <a:lnTo>
                    <a:pt x="3026664" y="6096"/>
                  </a:lnTo>
                  <a:close/>
                </a:path>
                <a:path w="3712845" h="7620">
                  <a:moveTo>
                    <a:pt x="3020568" y="6096"/>
                  </a:moveTo>
                  <a:lnTo>
                    <a:pt x="3020568" y="1524"/>
                  </a:lnTo>
                  <a:lnTo>
                    <a:pt x="3022092" y="0"/>
                  </a:lnTo>
                  <a:lnTo>
                    <a:pt x="3026664" y="0"/>
                  </a:lnTo>
                  <a:lnTo>
                    <a:pt x="3026664" y="7620"/>
                  </a:lnTo>
                  <a:lnTo>
                    <a:pt x="3022092" y="7620"/>
                  </a:lnTo>
                  <a:lnTo>
                    <a:pt x="3020568" y="6096"/>
                  </a:lnTo>
                  <a:close/>
                </a:path>
                <a:path w="3712845" h="7620">
                  <a:moveTo>
                    <a:pt x="3061716" y="7620"/>
                  </a:moveTo>
                  <a:lnTo>
                    <a:pt x="3061716" y="0"/>
                  </a:lnTo>
                  <a:lnTo>
                    <a:pt x="3066288" y="0"/>
                  </a:lnTo>
                  <a:lnTo>
                    <a:pt x="3067812" y="1524"/>
                  </a:lnTo>
                  <a:lnTo>
                    <a:pt x="3067812" y="6096"/>
                  </a:lnTo>
                  <a:lnTo>
                    <a:pt x="3066288" y="7620"/>
                  </a:lnTo>
                  <a:lnTo>
                    <a:pt x="3061716" y="7620"/>
                  </a:lnTo>
                  <a:close/>
                </a:path>
                <a:path w="3712845" h="7620">
                  <a:moveTo>
                    <a:pt x="3060192" y="6096"/>
                  </a:moveTo>
                  <a:lnTo>
                    <a:pt x="3060192" y="1524"/>
                  </a:lnTo>
                  <a:lnTo>
                    <a:pt x="3061716" y="1524"/>
                  </a:lnTo>
                  <a:lnTo>
                    <a:pt x="3061716" y="6096"/>
                  </a:lnTo>
                  <a:lnTo>
                    <a:pt x="3060192" y="6096"/>
                  </a:lnTo>
                  <a:close/>
                </a:path>
                <a:path w="3712845" h="7620">
                  <a:moveTo>
                    <a:pt x="3099816" y="4572"/>
                  </a:moveTo>
                  <a:lnTo>
                    <a:pt x="3099816" y="3048"/>
                  </a:lnTo>
                  <a:lnTo>
                    <a:pt x="3102864" y="0"/>
                  </a:lnTo>
                  <a:lnTo>
                    <a:pt x="3105912" y="0"/>
                  </a:lnTo>
                  <a:lnTo>
                    <a:pt x="3108960" y="3048"/>
                  </a:lnTo>
                  <a:lnTo>
                    <a:pt x="3108960" y="4572"/>
                  </a:lnTo>
                  <a:lnTo>
                    <a:pt x="3105912" y="7620"/>
                  </a:lnTo>
                  <a:lnTo>
                    <a:pt x="3102864" y="7620"/>
                  </a:lnTo>
                  <a:lnTo>
                    <a:pt x="3099816" y="4572"/>
                  </a:lnTo>
                  <a:close/>
                </a:path>
                <a:path w="3712845" h="7620">
                  <a:moveTo>
                    <a:pt x="3147060" y="6096"/>
                  </a:moveTo>
                  <a:lnTo>
                    <a:pt x="3147060" y="1524"/>
                  </a:lnTo>
                  <a:lnTo>
                    <a:pt x="3148584" y="1524"/>
                  </a:lnTo>
                  <a:lnTo>
                    <a:pt x="3148584" y="6096"/>
                  </a:lnTo>
                  <a:lnTo>
                    <a:pt x="3147060" y="6096"/>
                  </a:lnTo>
                  <a:close/>
                </a:path>
                <a:path w="3712845" h="7620">
                  <a:moveTo>
                    <a:pt x="3142488" y="7620"/>
                  </a:moveTo>
                  <a:lnTo>
                    <a:pt x="3142488" y="0"/>
                  </a:lnTo>
                  <a:lnTo>
                    <a:pt x="3147060" y="0"/>
                  </a:lnTo>
                  <a:lnTo>
                    <a:pt x="3147060" y="7620"/>
                  </a:lnTo>
                  <a:lnTo>
                    <a:pt x="3142488" y="7620"/>
                  </a:lnTo>
                  <a:close/>
                </a:path>
                <a:path w="3712845" h="7620">
                  <a:moveTo>
                    <a:pt x="3140964" y="6096"/>
                  </a:moveTo>
                  <a:lnTo>
                    <a:pt x="3140964" y="1524"/>
                  </a:lnTo>
                  <a:lnTo>
                    <a:pt x="3142488" y="1524"/>
                  </a:lnTo>
                  <a:lnTo>
                    <a:pt x="3142488" y="6096"/>
                  </a:lnTo>
                  <a:lnTo>
                    <a:pt x="3140964" y="6096"/>
                  </a:lnTo>
                  <a:close/>
                </a:path>
                <a:path w="3712845" h="7620">
                  <a:moveTo>
                    <a:pt x="3180588" y="4572"/>
                  </a:moveTo>
                  <a:lnTo>
                    <a:pt x="3180588" y="3048"/>
                  </a:lnTo>
                  <a:lnTo>
                    <a:pt x="3183636" y="0"/>
                  </a:lnTo>
                  <a:lnTo>
                    <a:pt x="3186684" y="0"/>
                  </a:lnTo>
                  <a:lnTo>
                    <a:pt x="3189732" y="3048"/>
                  </a:lnTo>
                  <a:lnTo>
                    <a:pt x="3189732" y="4572"/>
                  </a:lnTo>
                  <a:lnTo>
                    <a:pt x="3186684" y="7620"/>
                  </a:lnTo>
                  <a:lnTo>
                    <a:pt x="3183636" y="7620"/>
                  </a:lnTo>
                  <a:lnTo>
                    <a:pt x="3180588" y="4572"/>
                  </a:lnTo>
                  <a:close/>
                </a:path>
                <a:path w="3712845" h="7620">
                  <a:moveTo>
                    <a:pt x="3227832" y="6096"/>
                  </a:moveTo>
                  <a:lnTo>
                    <a:pt x="3227832" y="1524"/>
                  </a:lnTo>
                  <a:lnTo>
                    <a:pt x="3229356" y="1524"/>
                  </a:lnTo>
                  <a:lnTo>
                    <a:pt x="3229356" y="6096"/>
                  </a:lnTo>
                  <a:lnTo>
                    <a:pt x="3227832" y="6096"/>
                  </a:lnTo>
                  <a:close/>
                </a:path>
                <a:path w="3712845" h="7620">
                  <a:moveTo>
                    <a:pt x="3221736" y="6096"/>
                  </a:moveTo>
                  <a:lnTo>
                    <a:pt x="3221736" y="1524"/>
                  </a:lnTo>
                  <a:lnTo>
                    <a:pt x="3223260" y="0"/>
                  </a:lnTo>
                  <a:lnTo>
                    <a:pt x="3227832" y="0"/>
                  </a:lnTo>
                  <a:lnTo>
                    <a:pt x="3227832" y="7620"/>
                  </a:lnTo>
                  <a:lnTo>
                    <a:pt x="3223260" y="7620"/>
                  </a:lnTo>
                  <a:lnTo>
                    <a:pt x="3221736" y="6096"/>
                  </a:lnTo>
                  <a:close/>
                </a:path>
                <a:path w="3712845" h="7620">
                  <a:moveTo>
                    <a:pt x="3262884" y="7620"/>
                  </a:moveTo>
                  <a:lnTo>
                    <a:pt x="3262884" y="0"/>
                  </a:lnTo>
                  <a:lnTo>
                    <a:pt x="3267456" y="0"/>
                  </a:lnTo>
                  <a:lnTo>
                    <a:pt x="3268980" y="1524"/>
                  </a:lnTo>
                  <a:lnTo>
                    <a:pt x="3268980" y="6096"/>
                  </a:lnTo>
                  <a:lnTo>
                    <a:pt x="3267456" y="7620"/>
                  </a:lnTo>
                  <a:lnTo>
                    <a:pt x="3262884" y="7620"/>
                  </a:lnTo>
                  <a:close/>
                </a:path>
                <a:path w="3712845" h="7620">
                  <a:moveTo>
                    <a:pt x="3261360" y="6096"/>
                  </a:moveTo>
                  <a:lnTo>
                    <a:pt x="3261360" y="1524"/>
                  </a:lnTo>
                  <a:lnTo>
                    <a:pt x="3262884" y="1524"/>
                  </a:lnTo>
                  <a:lnTo>
                    <a:pt x="3262884" y="6096"/>
                  </a:lnTo>
                  <a:lnTo>
                    <a:pt x="3261360" y="6096"/>
                  </a:lnTo>
                  <a:close/>
                </a:path>
                <a:path w="3712845" h="7620">
                  <a:moveTo>
                    <a:pt x="3300984" y="4572"/>
                  </a:moveTo>
                  <a:lnTo>
                    <a:pt x="3300984" y="3048"/>
                  </a:lnTo>
                  <a:lnTo>
                    <a:pt x="3304032" y="0"/>
                  </a:lnTo>
                  <a:lnTo>
                    <a:pt x="3307080" y="0"/>
                  </a:lnTo>
                  <a:lnTo>
                    <a:pt x="3308604" y="1524"/>
                  </a:lnTo>
                  <a:lnTo>
                    <a:pt x="3310128" y="1524"/>
                  </a:lnTo>
                  <a:lnTo>
                    <a:pt x="3310128" y="6096"/>
                  </a:lnTo>
                  <a:lnTo>
                    <a:pt x="3308604" y="6096"/>
                  </a:lnTo>
                  <a:lnTo>
                    <a:pt x="3307080" y="7620"/>
                  </a:lnTo>
                  <a:lnTo>
                    <a:pt x="3304032" y="7620"/>
                  </a:lnTo>
                  <a:lnTo>
                    <a:pt x="3300984" y="4572"/>
                  </a:lnTo>
                  <a:close/>
                </a:path>
                <a:path w="3712845" h="7620">
                  <a:moveTo>
                    <a:pt x="3348228" y="6096"/>
                  </a:moveTo>
                  <a:lnTo>
                    <a:pt x="3348228" y="1524"/>
                  </a:lnTo>
                  <a:lnTo>
                    <a:pt x="3349752" y="1524"/>
                  </a:lnTo>
                  <a:lnTo>
                    <a:pt x="3349752" y="6096"/>
                  </a:lnTo>
                  <a:lnTo>
                    <a:pt x="3348228" y="6096"/>
                  </a:lnTo>
                  <a:close/>
                </a:path>
                <a:path w="3712845" h="7620">
                  <a:moveTo>
                    <a:pt x="3343656" y="7620"/>
                  </a:moveTo>
                  <a:lnTo>
                    <a:pt x="3343656" y="0"/>
                  </a:lnTo>
                  <a:lnTo>
                    <a:pt x="3348228" y="0"/>
                  </a:lnTo>
                  <a:lnTo>
                    <a:pt x="3348228" y="7620"/>
                  </a:lnTo>
                  <a:lnTo>
                    <a:pt x="3343656" y="7620"/>
                  </a:lnTo>
                  <a:close/>
                </a:path>
                <a:path w="3712845" h="7620">
                  <a:moveTo>
                    <a:pt x="3342132" y="6096"/>
                  </a:moveTo>
                  <a:lnTo>
                    <a:pt x="3342132" y="1524"/>
                  </a:lnTo>
                  <a:lnTo>
                    <a:pt x="3343656" y="1524"/>
                  </a:lnTo>
                  <a:lnTo>
                    <a:pt x="3343656" y="6096"/>
                  </a:lnTo>
                  <a:lnTo>
                    <a:pt x="3342132" y="6096"/>
                  </a:lnTo>
                  <a:close/>
                </a:path>
                <a:path w="3712845" h="7620">
                  <a:moveTo>
                    <a:pt x="3381756" y="4572"/>
                  </a:moveTo>
                  <a:lnTo>
                    <a:pt x="3381756" y="3048"/>
                  </a:lnTo>
                  <a:lnTo>
                    <a:pt x="3384804" y="0"/>
                  </a:lnTo>
                  <a:lnTo>
                    <a:pt x="3387852" y="0"/>
                  </a:lnTo>
                  <a:lnTo>
                    <a:pt x="3390900" y="3048"/>
                  </a:lnTo>
                  <a:lnTo>
                    <a:pt x="3390900" y="4572"/>
                  </a:lnTo>
                  <a:lnTo>
                    <a:pt x="3387852" y="7620"/>
                  </a:lnTo>
                  <a:lnTo>
                    <a:pt x="3384804" y="7620"/>
                  </a:lnTo>
                  <a:lnTo>
                    <a:pt x="3381756" y="4572"/>
                  </a:lnTo>
                  <a:close/>
                </a:path>
                <a:path w="3712845" h="7620">
                  <a:moveTo>
                    <a:pt x="3429000" y="6096"/>
                  </a:moveTo>
                  <a:lnTo>
                    <a:pt x="3429000" y="1524"/>
                  </a:lnTo>
                  <a:lnTo>
                    <a:pt x="3430524" y="1524"/>
                  </a:lnTo>
                  <a:lnTo>
                    <a:pt x="3430524" y="6096"/>
                  </a:lnTo>
                  <a:lnTo>
                    <a:pt x="3429000" y="6096"/>
                  </a:lnTo>
                  <a:close/>
                </a:path>
                <a:path w="3712845" h="7620">
                  <a:moveTo>
                    <a:pt x="3424428" y="7620"/>
                  </a:moveTo>
                  <a:lnTo>
                    <a:pt x="3424428" y="0"/>
                  </a:lnTo>
                  <a:lnTo>
                    <a:pt x="3429000" y="0"/>
                  </a:lnTo>
                  <a:lnTo>
                    <a:pt x="3429000" y="7620"/>
                  </a:lnTo>
                  <a:lnTo>
                    <a:pt x="3424428" y="7620"/>
                  </a:lnTo>
                  <a:close/>
                </a:path>
                <a:path w="3712845" h="7620">
                  <a:moveTo>
                    <a:pt x="3422904" y="6096"/>
                  </a:moveTo>
                  <a:lnTo>
                    <a:pt x="3422904" y="1524"/>
                  </a:lnTo>
                  <a:lnTo>
                    <a:pt x="3424428" y="1524"/>
                  </a:lnTo>
                  <a:lnTo>
                    <a:pt x="3424428" y="6096"/>
                  </a:lnTo>
                  <a:lnTo>
                    <a:pt x="3422904" y="6096"/>
                  </a:lnTo>
                  <a:close/>
                </a:path>
                <a:path w="3712845" h="7620">
                  <a:moveTo>
                    <a:pt x="3464052" y="7620"/>
                  </a:moveTo>
                  <a:lnTo>
                    <a:pt x="3464052" y="0"/>
                  </a:lnTo>
                  <a:lnTo>
                    <a:pt x="3468624" y="0"/>
                  </a:lnTo>
                  <a:lnTo>
                    <a:pt x="3470148" y="1524"/>
                  </a:lnTo>
                  <a:lnTo>
                    <a:pt x="3470148" y="6096"/>
                  </a:lnTo>
                  <a:lnTo>
                    <a:pt x="3468624" y="7620"/>
                  </a:lnTo>
                  <a:lnTo>
                    <a:pt x="3464052" y="7620"/>
                  </a:lnTo>
                  <a:close/>
                </a:path>
                <a:path w="3712845" h="7620">
                  <a:moveTo>
                    <a:pt x="3462528" y="6096"/>
                  </a:moveTo>
                  <a:lnTo>
                    <a:pt x="3462528" y="1524"/>
                  </a:lnTo>
                  <a:lnTo>
                    <a:pt x="3464052" y="1524"/>
                  </a:lnTo>
                  <a:lnTo>
                    <a:pt x="3464052" y="6096"/>
                  </a:lnTo>
                  <a:lnTo>
                    <a:pt x="3462528" y="6096"/>
                  </a:lnTo>
                  <a:close/>
                </a:path>
                <a:path w="3712845" h="7620">
                  <a:moveTo>
                    <a:pt x="3509772" y="6096"/>
                  </a:moveTo>
                  <a:lnTo>
                    <a:pt x="3509772" y="1524"/>
                  </a:lnTo>
                  <a:lnTo>
                    <a:pt x="3511296" y="1524"/>
                  </a:lnTo>
                  <a:lnTo>
                    <a:pt x="3511296" y="6096"/>
                  </a:lnTo>
                  <a:lnTo>
                    <a:pt x="3509772" y="6096"/>
                  </a:lnTo>
                  <a:close/>
                </a:path>
                <a:path w="3712845" h="7620">
                  <a:moveTo>
                    <a:pt x="3503676" y="6096"/>
                  </a:moveTo>
                  <a:lnTo>
                    <a:pt x="3503676" y="1524"/>
                  </a:lnTo>
                  <a:lnTo>
                    <a:pt x="3505200" y="0"/>
                  </a:lnTo>
                  <a:lnTo>
                    <a:pt x="3509772" y="0"/>
                  </a:lnTo>
                  <a:lnTo>
                    <a:pt x="3509772" y="7620"/>
                  </a:lnTo>
                  <a:lnTo>
                    <a:pt x="3505200" y="7620"/>
                  </a:lnTo>
                  <a:lnTo>
                    <a:pt x="3503676" y="6096"/>
                  </a:lnTo>
                  <a:close/>
                </a:path>
                <a:path w="3712845" h="7620">
                  <a:moveTo>
                    <a:pt x="3549396" y="6096"/>
                  </a:moveTo>
                  <a:lnTo>
                    <a:pt x="3549396" y="1524"/>
                  </a:lnTo>
                  <a:lnTo>
                    <a:pt x="3550920" y="1524"/>
                  </a:lnTo>
                  <a:lnTo>
                    <a:pt x="3550920" y="6096"/>
                  </a:lnTo>
                  <a:lnTo>
                    <a:pt x="3549396" y="6096"/>
                  </a:lnTo>
                  <a:close/>
                </a:path>
                <a:path w="3712845" h="7620">
                  <a:moveTo>
                    <a:pt x="3544824" y="7620"/>
                  </a:moveTo>
                  <a:lnTo>
                    <a:pt x="3544824" y="0"/>
                  </a:lnTo>
                  <a:lnTo>
                    <a:pt x="3549396" y="0"/>
                  </a:lnTo>
                  <a:lnTo>
                    <a:pt x="3549396" y="7620"/>
                  </a:lnTo>
                  <a:lnTo>
                    <a:pt x="3544824" y="7620"/>
                  </a:lnTo>
                  <a:close/>
                </a:path>
                <a:path w="3712845" h="7620">
                  <a:moveTo>
                    <a:pt x="3543300" y="6096"/>
                  </a:moveTo>
                  <a:lnTo>
                    <a:pt x="3543300" y="1524"/>
                  </a:lnTo>
                  <a:lnTo>
                    <a:pt x="3544824" y="1524"/>
                  </a:lnTo>
                  <a:lnTo>
                    <a:pt x="3544824" y="6096"/>
                  </a:lnTo>
                  <a:lnTo>
                    <a:pt x="3543300" y="6096"/>
                  </a:lnTo>
                  <a:close/>
                </a:path>
                <a:path w="3712845" h="7620">
                  <a:moveTo>
                    <a:pt x="3582924" y="4572"/>
                  </a:moveTo>
                  <a:lnTo>
                    <a:pt x="3582924" y="3048"/>
                  </a:lnTo>
                  <a:lnTo>
                    <a:pt x="3585972" y="0"/>
                  </a:lnTo>
                  <a:lnTo>
                    <a:pt x="3589020" y="0"/>
                  </a:lnTo>
                  <a:lnTo>
                    <a:pt x="3592068" y="3048"/>
                  </a:lnTo>
                  <a:lnTo>
                    <a:pt x="3592068" y="4572"/>
                  </a:lnTo>
                  <a:lnTo>
                    <a:pt x="3589020" y="7620"/>
                  </a:lnTo>
                  <a:lnTo>
                    <a:pt x="3585972" y="7620"/>
                  </a:lnTo>
                  <a:lnTo>
                    <a:pt x="3582924" y="4572"/>
                  </a:lnTo>
                  <a:close/>
                </a:path>
                <a:path w="3712845" h="7620">
                  <a:moveTo>
                    <a:pt x="3630168" y="6096"/>
                  </a:moveTo>
                  <a:lnTo>
                    <a:pt x="3630168" y="1524"/>
                  </a:lnTo>
                  <a:lnTo>
                    <a:pt x="3631692" y="1524"/>
                  </a:lnTo>
                  <a:lnTo>
                    <a:pt x="3631692" y="6096"/>
                  </a:lnTo>
                  <a:lnTo>
                    <a:pt x="3630168" y="6096"/>
                  </a:lnTo>
                  <a:close/>
                </a:path>
                <a:path w="3712845" h="7620">
                  <a:moveTo>
                    <a:pt x="3625596" y="7620"/>
                  </a:moveTo>
                  <a:lnTo>
                    <a:pt x="3625596" y="0"/>
                  </a:lnTo>
                  <a:lnTo>
                    <a:pt x="3630168" y="0"/>
                  </a:lnTo>
                  <a:lnTo>
                    <a:pt x="3630168" y="7620"/>
                  </a:lnTo>
                  <a:lnTo>
                    <a:pt x="3625596" y="7620"/>
                  </a:lnTo>
                  <a:close/>
                </a:path>
                <a:path w="3712845" h="7620">
                  <a:moveTo>
                    <a:pt x="3624072" y="6096"/>
                  </a:moveTo>
                  <a:lnTo>
                    <a:pt x="3624072" y="1524"/>
                  </a:lnTo>
                  <a:lnTo>
                    <a:pt x="3625596" y="1524"/>
                  </a:lnTo>
                  <a:lnTo>
                    <a:pt x="3625596" y="6096"/>
                  </a:lnTo>
                  <a:lnTo>
                    <a:pt x="3624072" y="6096"/>
                  </a:lnTo>
                  <a:close/>
                </a:path>
                <a:path w="3712845" h="7620">
                  <a:moveTo>
                    <a:pt x="3663696" y="6096"/>
                  </a:moveTo>
                  <a:lnTo>
                    <a:pt x="3663696" y="1524"/>
                  </a:lnTo>
                  <a:lnTo>
                    <a:pt x="3665220" y="1524"/>
                  </a:lnTo>
                  <a:lnTo>
                    <a:pt x="3666744" y="0"/>
                  </a:lnTo>
                  <a:lnTo>
                    <a:pt x="3669792" y="0"/>
                  </a:lnTo>
                  <a:lnTo>
                    <a:pt x="3672840" y="3048"/>
                  </a:lnTo>
                  <a:lnTo>
                    <a:pt x="3672840" y="4572"/>
                  </a:lnTo>
                  <a:lnTo>
                    <a:pt x="3669792" y="7620"/>
                  </a:lnTo>
                  <a:lnTo>
                    <a:pt x="3666744" y="7620"/>
                  </a:lnTo>
                  <a:lnTo>
                    <a:pt x="3665220" y="6096"/>
                  </a:lnTo>
                  <a:lnTo>
                    <a:pt x="3663696" y="6096"/>
                  </a:lnTo>
                  <a:close/>
                </a:path>
                <a:path w="3712845" h="7620">
                  <a:moveTo>
                    <a:pt x="3710940" y="6096"/>
                  </a:moveTo>
                  <a:lnTo>
                    <a:pt x="3710940" y="1524"/>
                  </a:lnTo>
                  <a:lnTo>
                    <a:pt x="3712464" y="1524"/>
                  </a:lnTo>
                  <a:lnTo>
                    <a:pt x="3712464" y="6096"/>
                  </a:lnTo>
                  <a:lnTo>
                    <a:pt x="3710940" y="6096"/>
                  </a:lnTo>
                  <a:close/>
                </a:path>
                <a:path w="3712845" h="7620">
                  <a:moveTo>
                    <a:pt x="3704844" y="6096"/>
                  </a:moveTo>
                  <a:lnTo>
                    <a:pt x="3704844" y="1524"/>
                  </a:lnTo>
                  <a:lnTo>
                    <a:pt x="3706368" y="0"/>
                  </a:lnTo>
                  <a:lnTo>
                    <a:pt x="3710940" y="0"/>
                  </a:lnTo>
                  <a:lnTo>
                    <a:pt x="3710940" y="7620"/>
                  </a:lnTo>
                  <a:lnTo>
                    <a:pt x="3706368" y="7620"/>
                  </a:lnTo>
                  <a:lnTo>
                    <a:pt x="3704844" y="6096"/>
                  </a:lnTo>
                  <a:close/>
                </a:path>
              </a:pathLst>
            </a:custGeom>
            <a:solidFill>
              <a:srgbClr val="C8C6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5804916" y="3896867"/>
              <a:ext cx="43180" cy="76200"/>
            </a:xfrm>
            <a:custGeom>
              <a:avLst/>
              <a:gdLst/>
              <a:ahLst/>
              <a:cxnLst/>
              <a:rect l="l" t="t" r="r" b="b"/>
              <a:pathLst>
                <a:path w="43179" h="76200">
                  <a:moveTo>
                    <a:pt x="10668" y="36576"/>
                  </a:moveTo>
                  <a:lnTo>
                    <a:pt x="10668" y="30480"/>
                  </a:lnTo>
                  <a:lnTo>
                    <a:pt x="12192" y="28956"/>
                  </a:lnTo>
                  <a:lnTo>
                    <a:pt x="21336" y="28956"/>
                  </a:lnTo>
                  <a:lnTo>
                    <a:pt x="24384" y="30480"/>
                  </a:lnTo>
                  <a:lnTo>
                    <a:pt x="27432" y="30480"/>
                  </a:lnTo>
                  <a:lnTo>
                    <a:pt x="33528" y="33528"/>
                  </a:lnTo>
                  <a:lnTo>
                    <a:pt x="39624" y="39624"/>
                  </a:lnTo>
                  <a:lnTo>
                    <a:pt x="41148" y="42672"/>
                  </a:lnTo>
                  <a:lnTo>
                    <a:pt x="41148" y="45720"/>
                  </a:lnTo>
                  <a:lnTo>
                    <a:pt x="42672" y="48768"/>
                  </a:lnTo>
                  <a:lnTo>
                    <a:pt x="42672" y="56388"/>
                  </a:lnTo>
                  <a:lnTo>
                    <a:pt x="39624" y="62484"/>
                  </a:lnTo>
                  <a:lnTo>
                    <a:pt x="39624" y="65532"/>
                  </a:lnTo>
                  <a:lnTo>
                    <a:pt x="36576" y="67056"/>
                  </a:lnTo>
                  <a:lnTo>
                    <a:pt x="35052" y="70104"/>
                  </a:lnTo>
                  <a:lnTo>
                    <a:pt x="33528" y="70866"/>
                  </a:lnTo>
                  <a:lnTo>
                    <a:pt x="33528" y="47244"/>
                  </a:lnTo>
                  <a:lnTo>
                    <a:pt x="32004" y="44196"/>
                  </a:lnTo>
                  <a:lnTo>
                    <a:pt x="25908" y="38100"/>
                  </a:lnTo>
                  <a:lnTo>
                    <a:pt x="21336" y="36576"/>
                  </a:lnTo>
                  <a:lnTo>
                    <a:pt x="10668" y="36576"/>
                  </a:lnTo>
                  <a:close/>
                </a:path>
                <a:path w="43179" h="76200">
                  <a:moveTo>
                    <a:pt x="1524" y="38100"/>
                  </a:moveTo>
                  <a:lnTo>
                    <a:pt x="4572" y="0"/>
                  </a:lnTo>
                  <a:lnTo>
                    <a:pt x="38100" y="0"/>
                  </a:lnTo>
                  <a:lnTo>
                    <a:pt x="38100" y="7620"/>
                  </a:lnTo>
                  <a:lnTo>
                    <a:pt x="12192" y="7620"/>
                  </a:lnTo>
                  <a:lnTo>
                    <a:pt x="10668" y="30480"/>
                  </a:lnTo>
                  <a:lnTo>
                    <a:pt x="10668" y="36576"/>
                  </a:lnTo>
                  <a:lnTo>
                    <a:pt x="6096" y="36576"/>
                  </a:lnTo>
                  <a:lnTo>
                    <a:pt x="4572" y="38100"/>
                  </a:lnTo>
                  <a:lnTo>
                    <a:pt x="1524" y="38100"/>
                  </a:lnTo>
                  <a:close/>
                </a:path>
                <a:path w="43179" h="76200">
                  <a:moveTo>
                    <a:pt x="0" y="73152"/>
                  </a:moveTo>
                  <a:lnTo>
                    <a:pt x="0" y="64008"/>
                  </a:lnTo>
                  <a:lnTo>
                    <a:pt x="6096" y="67056"/>
                  </a:lnTo>
                  <a:lnTo>
                    <a:pt x="10668" y="68580"/>
                  </a:lnTo>
                  <a:lnTo>
                    <a:pt x="21336" y="68580"/>
                  </a:lnTo>
                  <a:lnTo>
                    <a:pt x="22860" y="67056"/>
                  </a:lnTo>
                  <a:lnTo>
                    <a:pt x="25908" y="67056"/>
                  </a:lnTo>
                  <a:lnTo>
                    <a:pt x="32004" y="60960"/>
                  </a:lnTo>
                  <a:lnTo>
                    <a:pt x="32004" y="59436"/>
                  </a:lnTo>
                  <a:lnTo>
                    <a:pt x="33528" y="57912"/>
                  </a:lnTo>
                  <a:lnTo>
                    <a:pt x="33528" y="70866"/>
                  </a:lnTo>
                  <a:lnTo>
                    <a:pt x="32004" y="71628"/>
                  </a:lnTo>
                  <a:lnTo>
                    <a:pt x="30480" y="73152"/>
                  </a:lnTo>
                  <a:lnTo>
                    <a:pt x="25908" y="74676"/>
                  </a:lnTo>
                  <a:lnTo>
                    <a:pt x="22860" y="76200"/>
                  </a:lnTo>
                  <a:lnTo>
                    <a:pt x="9144" y="76200"/>
                  </a:lnTo>
                  <a:lnTo>
                    <a:pt x="3048" y="74676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1" name="object 81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5893308" y="3893820"/>
              <a:ext cx="105156" cy="77724"/>
            </a:xfrm>
            <a:prstGeom prst="rect">
              <a:avLst/>
            </a:prstGeom>
          </p:spPr>
        </p:pic>
        <p:sp>
          <p:nvSpPr>
            <p:cNvPr id="82" name="object 82" descr=""/>
            <p:cNvSpPr/>
            <p:nvPr/>
          </p:nvSpPr>
          <p:spPr>
            <a:xfrm>
              <a:off x="6082284" y="3566160"/>
              <a:ext cx="3712845" cy="9525"/>
            </a:xfrm>
            <a:custGeom>
              <a:avLst/>
              <a:gdLst/>
              <a:ahLst/>
              <a:cxnLst/>
              <a:rect l="l" t="t" r="r" b="b"/>
              <a:pathLst>
                <a:path w="3712845" h="9525">
                  <a:moveTo>
                    <a:pt x="7619" y="6096"/>
                  </a:moveTo>
                  <a:lnTo>
                    <a:pt x="7619" y="3048"/>
                  </a:lnTo>
                  <a:lnTo>
                    <a:pt x="9143" y="3048"/>
                  </a:lnTo>
                  <a:lnTo>
                    <a:pt x="9143" y="6096"/>
                  </a:lnTo>
                  <a:lnTo>
                    <a:pt x="7619" y="6096"/>
                  </a:lnTo>
                  <a:close/>
                </a:path>
                <a:path w="3712845" h="9525">
                  <a:moveTo>
                    <a:pt x="1524" y="7620"/>
                  </a:moveTo>
                  <a:lnTo>
                    <a:pt x="1524" y="1524"/>
                  </a:lnTo>
                  <a:lnTo>
                    <a:pt x="3048" y="1524"/>
                  </a:lnTo>
                  <a:lnTo>
                    <a:pt x="3048" y="0"/>
                  </a:lnTo>
                  <a:lnTo>
                    <a:pt x="6096" y="0"/>
                  </a:lnTo>
                  <a:lnTo>
                    <a:pt x="6096" y="1524"/>
                  </a:lnTo>
                  <a:lnTo>
                    <a:pt x="7619" y="1524"/>
                  </a:lnTo>
                  <a:lnTo>
                    <a:pt x="7619" y="7620"/>
                  </a:lnTo>
                  <a:lnTo>
                    <a:pt x="6096" y="9143"/>
                  </a:lnTo>
                  <a:lnTo>
                    <a:pt x="3048" y="9143"/>
                  </a:lnTo>
                  <a:lnTo>
                    <a:pt x="1524" y="7620"/>
                  </a:lnTo>
                  <a:close/>
                </a:path>
                <a:path w="3712845" h="9525">
                  <a:moveTo>
                    <a:pt x="0" y="6096"/>
                  </a:moveTo>
                  <a:lnTo>
                    <a:pt x="0" y="3048"/>
                  </a:lnTo>
                  <a:lnTo>
                    <a:pt x="1524" y="3048"/>
                  </a:lnTo>
                  <a:lnTo>
                    <a:pt x="1524" y="6096"/>
                  </a:lnTo>
                  <a:lnTo>
                    <a:pt x="0" y="6096"/>
                  </a:lnTo>
                  <a:close/>
                </a:path>
                <a:path w="3712845" h="9525">
                  <a:moveTo>
                    <a:pt x="41148" y="6096"/>
                  </a:moveTo>
                  <a:lnTo>
                    <a:pt x="41148" y="3048"/>
                  </a:lnTo>
                  <a:lnTo>
                    <a:pt x="44196" y="0"/>
                  </a:lnTo>
                  <a:lnTo>
                    <a:pt x="45719" y="0"/>
                  </a:lnTo>
                  <a:lnTo>
                    <a:pt x="48767" y="3048"/>
                  </a:lnTo>
                  <a:lnTo>
                    <a:pt x="48767" y="6096"/>
                  </a:lnTo>
                  <a:lnTo>
                    <a:pt x="47243" y="7620"/>
                  </a:lnTo>
                  <a:lnTo>
                    <a:pt x="47243" y="9143"/>
                  </a:lnTo>
                  <a:lnTo>
                    <a:pt x="42672" y="9143"/>
                  </a:lnTo>
                  <a:lnTo>
                    <a:pt x="42672" y="7620"/>
                  </a:lnTo>
                  <a:lnTo>
                    <a:pt x="41148" y="6096"/>
                  </a:lnTo>
                  <a:close/>
                </a:path>
                <a:path w="3712845" h="9525">
                  <a:moveTo>
                    <a:pt x="88391" y="6096"/>
                  </a:moveTo>
                  <a:lnTo>
                    <a:pt x="88391" y="3048"/>
                  </a:lnTo>
                  <a:lnTo>
                    <a:pt x="89916" y="3048"/>
                  </a:lnTo>
                  <a:lnTo>
                    <a:pt x="89916" y="6096"/>
                  </a:lnTo>
                  <a:lnTo>
                    <a:pt x="88391" y="6096"/>
                  </a:lnTo>
                  <a:close/>
                </a:path>
                <a:path w="3712845" h="9525">
                  <a:moveTo>
                    <a:pt x="80772" y="6096"/>
                  </a:moveTo>
                  <a:lnTo>
                    <a:pt x="80772" y="3048"/>
                  </a:lnTo>
                  <a:lnTo>
                    <a:pt x="82296" y="1524"/>
                  </a:lnTo>
                  <a:lnTo>
                    <a:pt x="83819" y="1524"/>
                  </a:lnTo>
                  <a:lnTo>
                    <a:pt x="83819" y="0"/>
                  </a:lnTo>
                  <a:lnTo>
                    <a:pt x="86867" y="0"/>
                  </a:lnTo>
                  <a:lnTo>
                    <a:pt x="86867" y="1524"/>
                  </a:lnTo>
                  <a:lnTo>
                    <a:pt x="88391" y="1524"/>
                  </a:lnTo>
                  <a:lnTo>
                    <a:pt x="88391" y="7620"/>
                  </a:lnTo>
                  <a:lnTo>
                    <a:pt x="86867" y="9143"/>
                  </a:lnTo>
                  <a:lnTo>
                    <a:pt x="83819" y="9143"/>
                  </a:lnTo>
                  <a:lnTo>
                    <a:pt x="80772" y="6096"/>
                  </a:lnTo>
                  <a:close/>
                </a:path>
                <a:path w="3712845" h="9525">
                  <a:moveTo>
                    <a:pt x="121919" y="7620"/>
                  </a:moveTo>
                  <a:lnTo>
                    <a:pt x="121919" y="1524"/>
                  </a:lnTo>
                  <a:lnTo>
                    <a:pt x="123443" y="1524"/>
                  </a:lnTo>
                  <a:lnTo>
                    <a:pt x="124967" y="0"/>
                  </a:lnTo>
                  <a:lnTo>
                    <a:pt x="126491" y="0"/>
                  </a:lnTo>
                  <a:lnTo>
                    <a:pt x="129540" y="3048"/>
                  </a:lnTo>
                  <a:lnTo>
                    <a:pt x="129540" y="6096"/>
                  </a:lnTo>
                  <a:lnTo>
                    <a:pt x="128016" y="7620"/>
                  </a:lnTo>
                  <a:lnTo>
                    <a:pt x="128016" y="9143"/>
                  </a:lnTo>
                  <a:lnTo>
                    <a:pt x="123443" y="9143"/>
                  </a:lnTo>
                  <a:lnTo>
                    <a:pt x="121919" y="7620"/>
                  </a:lnTo>
                  <a:close/>
                </a:path>
                <a:path w="3712845" h="9525">
                  <a:moveTo>
                    <a:pt x="161543" y="6096"/>
                  </a:moveTo>
                  <a:lnTo>
                    <a:pt x="161543" y="3048"/>
                  </a:lnTo>
                  <a:lnTo>
                    <a:pt x="164591" y="0"/>
                  </a:lnTo>
                  <a:lnTo>
                    <a:pt x="166116" y="0"/>
                  </a:lnTo>
                  <a:lnTo>
                    <a:pt x="167640" y="1524"/>
                  </a:lnTo>
                  <a:lnTo>
                    <a:pt x="169164" y="1524"/>
                  </a:lnTo>
                  <a:lnTo>
                    <a:pt x="169164" y="7620"/>
                  </a:lnTo>
                  <a:lnTo>
                    <a:pt x="167640" y="9143"/>
                  </a:lnTo>
                  <a:lnTo>
                    <a:pt x="163067" y="9143"/>
                  </a:lnTo>
                  <a:lnTo>
                    <a:pt x="163067" y="7620"/>
                  </a:lnTo>
                  <a:lnTo>
                    <a:pt x="161543" y="6096"/>
                  </a:lnTo>
                  <a:close/>
                </a:path>
                <a:path w="3712845" h="9525">
                  <a:moveTo>
                    <a:pt x="202691" y="7620"/>
                  </a:moveTo>
                  <a:lnTo>
                    <a:pt x="202691" y="1524"/>
                  </a:lnTo>
                  <a:lnTo>
                    <a:pt x="204216" y="1524"/>
                  </a:lnTo>
                  <a:lnTo>
                    <a:pt x="204216" y="0"/>
                  </a:lnTo>
                  <a:lnTo>
                    <a:pt x="207264" y="0"/>
                  </a:lnTo>
                  <a:lnTo>
                    <a:pt x="207264" y="1524"/>
                  </a:lnTo>
                  <a:lnTo>
                    <a:pt x="208788" y="1524"/>
                  </a:lnTo>
                  <a:lnTo>
                    <a:pt x="210311" y="3048"/>
                  </a:lnTo>
                  <a:lnTo>
                    <a:pt x="210311" y="6096"/>
                  </a:lnTo>
                  <a:lnTo>
                    <a:pt x="207264" y="9143"/>
                  </a:lnTo>
                  <a:lnTo>
                    <a:pt x="204216" y="9143"/>
                  </a:lnTo>
                  <a:lnTo>
                    <a:pt x="202691" y="7620"/>
                  </a:lnTo>
                  <a:close/>
                </a:path>
                <a:path w="3712845" h="9525">
                  <a:moveTo>
                    <a:pt x="201167" y="6096"/>
                  </a:moveTo>
                  <a:lnTo>
                    <a:pt x="201167" y="3048"/>
                  </a:lnTo>
                  <a:lnTo>
                    <a:pt x="202691" y="3048"/>
                  </a:lnTo>
                  <a:lnTo>
                    <a:pt x="202691" y="6096"/>
                  </a:lnTo>
                  <a:lnTo>
                    <a:pt x="201167" y="6096"/>
                  </a:lnTo>
                  <a:close/>
                </a:path>
                <a:path w="3712845" h="9525">
                  <a:moveTo>
                    <a:pt x="242316" y="6096"/>
                  </a:moveTo>
                  <a:lnTo>
                    <a:pt x="242316" y="3048"/>
                  </a:lnTo>
                  <a:lnTo>
                    <a:pt x="245364" y="0"/>
                  </a:lnTo>
                  <a:lnTo>
                    <a:pt x="246888" y="0"/>
                  </a:lnTo>
                  <a:lnTo>
                    <a:pt x="249935" y="3048"/>
                  </a:lnTo>
                  <a:lnTo>
                    <a:pt x="249935" y="6096"/>
                  </a:lnTo>
                  <a:lnTo>
                    <a:pt x="248411" y="7620"/>
                  </a:lnTo>
                  <a:lnTo>
                    <a:pt x="248411" y="9143"/>
                  </a:lnTo>
                  <a:lnTo>
                    <a:pt x="243840" y="9143"/>
                  </a:lnTo>
                  <a:lnTo>
                    <a:pt x="243840" y="7620"/>
                  </a:lnTo>
                  <a:lnTo>
                    <a:pt x="242316" y="6096"/>
                  </a:lnTo>
                  <a:close/>
                </a:path>
                <a:path w="3712845" h="9525">
                  <a:moveTo>
                    <a:pt x="289559" y="6096"/>
                  </a:moveTo>
                  <a:lnTo>
                    <a:pt x="289559" y="3048"/>
                  </a:lnTo>
                  <a:lnTo>
                    <a:pt x="291083" y="3048"/>
                  </a:lnTo>
                  <a:lnTo>
                    <a:pt x="291083" y="6096"/>
                  </a:lnTo>
                  <a:lnTo>
                    <a:pt x="289559" y="6096"/>
                  </a:lnTo>
                  <a:close/>
                </a:path>
                <a:path w="3712845" h="9525">
                  <a:moveTo>
                    <a:pt x="283464" y="7620"/>
                  </a:moveTo>
                  <a:lnTo>
                    <a:pt x="283464" y="1524"/>
                  </a:lnTo>
                  <a:lnTo>
                    <a:pt x="284988" y="1524"/>
                  </a:lnTo>
                  <a:lnTo>
                    <a:pt x="284988" y="0"/>
                  </a:lnTo>
                  <a:lnTo>
                    <a:pt x="288035" y="0"/>
                  </a:lnTo>
                  <a:lnTo>
                    <a:pt x="288035" y="1524"/>
                  </a:lnTo>
                  <a:lnTo>
                    <a:pt x="289559" y="1524"/>
                  </a:lnTo>
                  <a:lnTo>
                    <a:pt x="289559" y="7620"/>
                  </a:lnTo>
                  <a:lnTo>
                    <a:pt x="288035" y="9143"/>
                  </a:lnTo>
                  <a:lnTo>
                    <a:pt x="284988" y="9143"/>
                  </a:lnTo>
                  <a:lnTo>
                    <a:pt x="283464" y="7620"/>
                  </a:lnTo>
                  <a:close/>
                </a:path>
                <a:path w="3712845" h="9525">
                  <a:moveTo>
                    <a:pt x="281940" y="6096"/>
                  </a:moveTo>
                  <a:lnTo>
                    <a:pt x="281940" y="3048"/>
                  </a:lnTo>
                  <a:lnTo>
                    <a:pt x="283464" y="3048"/>
                  </a:lnTo>
                  <a:lnTo>
                    <a:pt x="283464" y="6096"/>
                  </a:lnTo>
                  <a:lnTo>
                    <a:pt x="281940" y="6096"/>
                  </a:lnTo>
                  <a:close/>
                </a:path>
                <a:path w="3712845" h="9525">
                  <a:moveTo>
                    <a:pt x="323088" y="6096"/>
                  </a:moveTo>
                  <a:lnTo>
                    <a:pt x="323088" y="3048"/>
                  </a:lnTo>
                  <a:lnTo>
                    <a:pt x="326135" y="0"/>
                  </a:lnTo>
                  <a:lnTo>
                    <a:pt x="327659" y="0"/>
                  </a:lnTo>
                  <a:lnTo>
                    <a:pt x="330708" y="3048"/>
                  </a:lnTo>
                  <a:lnTo>
                    <a:pt x="330708" y="6096"/>
                  </a:lnTo>
                  <a:lnTo>
                    <a:pt x="329183" y="7620"/>
                  </a:lnTo>
                  <a:lnTo>
                    <a:pt x="329183" y="9143"/>
                  </a:lnTo>
                  <a:lnTo>
                    <a:pt x="324611" y="9143"/>
                  </a:lnTo>
                  <a:lnTo>
                    <a:pt x="324611" y="7620"/>
                  </a:lnTo>
                  <a:lnTo>
                    <a:pt x="323088" y="6096"/>
                  </a:lnTo>
                  <a:close/>
                </a:path>
                <a:path w="3712845" h="9525">
                  <a:moveTo>
                    <a:pt x="362711" y="6096"/>
                  </a:moveTo>
                  <a:lnTo>
                    <a:pt x="362711" y="3048"/>
                  </a:lnTo>
                  <a:lnTo>
                    <a:pt x="365759" y="0"/>
                  </a:lnTo>
                  <a:lnTo>
                    <a:pt x="368808" y="0"/>
                  </a:lnTo>
                  <a:lnTo>
                    <a:pt x="368808" y="1524"/>
                  </a:lnTo>
                  <a:lnTo>
                    <a:pt x="370332" y="1524"/>
                  </a:lnTo>
                  <a:lnTo>
                    <a:pt x="370332" y="7620"/>
                  </a:lnTo>
                  <a:lnTo>
                    <a:pt x="368808" y="9143"/>
                  </a:lnTo>
                  <a:lnTo>
                    <a:pt x="364235" y="9143"/>
                  </a:lnTo>
                  <a:lnTo>
                    <a:pt x="364235" y="7620"/>
                  </a:lnTo>
                  <a:lnTo>
                    <a:pt x="362711" y="6096"/>
                  </a:lnTo>
                  <a:close/>
                </a:path>
                <a:path w="3712845" h="9525">
                  <a:moveTo>
                    <a:pt x="403859" y="7620"/>
                  </a:moveTo>
                  <a:lnTo>
                    <a:pt x="403859" y="1524"/>
                  </a:lnTo>
                  <a:lnTo>
                    <a:pt x="405383" y="1524"/>
                  </a:lnTo>
                  <a:lnTo>
                    <a:pt x="405383" y="0"/>
                  </a:lnTo>
                  <a:lnTo>
                    <a:pt x="408432" y="0"/>
                  </a:lnTo>
                  <a:lnTo>
                    <a:pt x="411480" y="3048"/>
                  </a:lnTo>
                  <a:lnTo>
                    <a:pt x="411480" y="6096"/>
                  </a:lnTo>
                  <a:lnTo>
                    <a:pt x="409956" y="7620"/>
                  </a:lnTo>
                  <a:lnTo>
                    <a:pt x="409956" y="9143"/>
                  </a:lnTo>
                  <a:lnTo>
                    <a:pt x="405383" y="9143"/>
                  </a:lnTo>
                  <a:lnTo>
                    <a:pt x="403859" y="7620"/>
                  </a:lnTo>
                  <a:close/>
                </a:path>
                <a:path w="3712845" h="9525">
                  <a:moveTo>
                    <a:pt x="443483" y="6096"/>
                  </a:moveTo>
                  <a:lnTo>
                    <a:pt x="443483" y="3048"/>
                  </a:lnTo>
                  <a:lnTo>
                    <a:pt x="446532" y="0"/>
                  </a:lnTo>
                  <a:lnTo>
                    <a:pt x="448056" y="0"/>
                  </a:lnTo>
                  <a:lnTo>
                    <a:pt x="451103" y="3048"/>
                  </a:lnTo>
                  <a:lnTo>
                    <a:pt x="451103" y="6096"/>
                  </a:lnTo>
                  <a:lnTo>
                    <a:pt x="449580" y="7620"/>
                  </a:lnTo>
                  <a:lnTo>
                    <a:pt x="449580" y="9143"/>
                  </a:lnTo>
                  <a:lnTo>
                    <a:pt x="445008" y="9143"/>
                  </a:lnTo>
                  <a:lnTo>
                    <a:pt x="445008" y="7620"/>
                  </a:lnTo>
                  <a:lnTo>
                    <a:pt x="443483" y="6096"/>
                  </a:lnTo>
                  <a:close/>
                </a:path>
                <a:path w="3712845" h="9525">
                  <a:moveTo>
                    <a:pt x="490727" y="6096"/>
                  </a:moveTo>
                  <a:lnTo>
                    <a:pt x="490727" y="3048"/>
                  </a:lnTo>
                  <a:lnTo>
                    <a:pt x="492251" y="3048"/>
                  </a:lnTo>
                  <a:lnTo>
                    <a:pt x="492251" y="6096"/>
                  </a:lnTo>
                  <a:lnTo>
                    <a:pt x="490727" y="6096"/>
                  </a:lnTo>
                  <a:close/>
                </a:path>
                <a:path w="3712845" h="9525">
                  <a:moveTo>
                    <a:pt x="484632" y="7620"/>
                  </a:moveTo>
                  <a:lnTo>
                    <a:pt x="484632" y="1524"/>
                  </a:lnTo>
                  <a:lnTo>
                    <a:pt x="486156" y="1524"/>
                  </a:lnTo>
                  <a:lnTo>
                    <a:pt x="486156" y="0"/>
                  </a:lnTo>
                  <a:lnTo>
                    <a:pt x="489203" y="0"/>
                  </a:lnTo>
                  <a:lnTo>
                    <a:pt x="489203" y="1524"/>
                  </a:lnTo>
                  <a:lnTo>
                    <a:pt x="490727" y="1524"/>
                  </a:lnTo>
                  <a:lnTo>
                    <a:pt x="490727" y="7620"/>
                  </a:lnTo>
                  <a:lnTo>
                    <a:pt x="489203" y="9143"/>
                  </a:lnTo>
                  <a:lnTo>
                    <a:pt x="486156" y="9143"/>
                  </a:lnTo>
                  <a:lnTo>
                    <a:pt x="484632" y="7620"/>
                  </a:lnTo>
                  <a:close/>
                </a:path>
                <a:path w="3712845" h="9525">
                  <a:moveTo>
                    <a:pt x="483108" y="6096"/>
                  </a:moveTo>
                  <a:lnTo>
                    <a:pt x="483108" y="3048"/>
                  </a:lnTo>
                  <a:lnTo>
                    <a:pt x="484632" y="3048"/>
                  </a:lnTo>
                  <a:lnTo>
                    <a:pt x="484632" y="6096"/>
                  </a:lnTo>
                  <a:lnTo>
                    <a:pt x="483108" y="6096"/>
                  </a:lnTo>
                  <a:close/>
                </a:path>
                <a:path w="3712845" h="9525">
                  <a:moveTo>
                    <a:pt x="524256" y="6096"/>
                  </a:moveTo>
                  <a:lnTo>
                    <a:pt x="524256" y="3048"/>
                  </a:lnTo>
                  <a:lnTo>
                    <a:pt x="527303" y="0"/>
                  </a:lnTo>
                  <a:lnTo>
                    <a:pt x="528827" y="0"/>
                  </a:lnTo>
                  <a:lnTo>
                    <a:pt x="531875" y="3048"/>
                  </a:lnTo>
                  <a:lnTo>
                    <a:pt x="531875" y="6096"/>
                  </a:lnTo>
                  <a:lnTo>
                    <a:pt x="530351" y="7620"/>
                  </a:lnTo>
                  <a:lnTo>
                    <a:pt x="530351" y="9143"/>
                  </a:lnTo>
                  <a:lnTo>
                    <a:pt x="525780" y="9143"/>
                  </a:lnTo>
                  <a:lnTo>
                    <a:pt x="525780" y="7620"/>
                  </a:lnTo>
                  <a:lnTo>
                    <a:pt x="524256" y="6096"/>
                  </a:lnTo>
                  <a:close/>
                </a:path>
                <a:path w="3712845" h="9525">
                  <a:moveTo>
                    <a:pt x="571500" y="6096"/>
                  </a:moveTo>
                  <a:lnTo>
                    <a:pt x="571500" y="3048"/>
                  </a:lnTo>
                  <a:lnTo>
                    <a:pt x="573024" y="3048"/>
                  </a:lnTo>
                  <a:lnTo>
                    <a:pt x="573024" y="6096"/>
                  </a:lnTo>
                  <a:lnTo>
                    <a:pt x="571500" y="6096"/>
                  </a:lnTo>
                  <a:close/>
                </a:path>
                <a:path w="3712845" h="9525">
                  <a:moveTo>
                    <a:pt x="563880" y="6096"/>
                  </a:moveTo>
                  <a:lnTo>
                    <a:pt x="563880" y="3048"/>
                  </a:lnTo>
                  <a:lnTo>
                    <a:pt x="565403" y="1524"/>
                  </a:lnTo>
                  <a:lnTo>
                    <a:pt x="566927" y="1524"/>
                  </a:lnTo>
                  <a:lnTo>
                    <a:pt x="566927" y="0"/>
                  </a:lnTo>
                  <a:lnTo>
                    <a:pt x="569975" y="0"/>
                  </a:lnTo>
                  <a:lnTo>
                    <a:pt x="569975" y="1524"/>
                  </a:lnTo>
                  <a:lnTo>
                    <a:pt x="571500" y="1524"/>
                  </a:lnTo>
                  <a:lnTo>
                    <a:pt x="571500" y="7620"/>
                  </a:lnTo>
                  <a:lnTo>
                    <a:pt x="569975" y="9143"/>
                  </a:lnTo>
                  <a:lnTo>
                    <a:pt x="566927" y="9143"/>
                  </a:lnTo>
                  <a:lnTo>
                    <a:pt x="563880" y="6096"/>
                  </a:lnTo>
                  <a:close/>
                </a:path>
                <a:path w="3712845" h="9525">
                  <a:moveTo>
                    <a:pt x="605027" y="7620"/>
                  </a:moveTo>
                  <a:lnTo>
                    <a:pt x="605027" y="1524"/>
                  </a:lnTo>
                  <a:lnTo>
                    <a:pt x="606551" y="1524"/>
                  </a:lnTo>
                  <a:lnTo>
                    <a:pt x="608075" y="0"/>
                  </a:lnTo>
                  <a:lnTo>
                    <a:pt x="609600" y="0"/>
                  </a:lnTo>
                  <a:lnTo>
                    <a:pt x="612648" y="3048"/>
                  </a:lnTo>
                  <a:lnTo>
                    <a:pt x="612648" y="6096"/>
                  </a:lnTo>
                  <a:lnTo>
                    <a:pt x="611124" y="7620"/>
                  </a:lnTo>
                  <a:lnTo>
                    <a:pt x="611124" y="9143"/>
                  </a:lnTo>
                  <a:lnTo>
                    <a:pt x="606551" y="9143"/>
                  </a:lnTo>
                  <a:lnTo>
                    <a:pt x="605027" y="7620"/>
                  </a:lnTo>
                  <a:close/>
                </a:path>
                <a:path w="3712845" h="9525">
                  <a:moveTo>
                    <a:pt x="644651" y="6096"/>
                  </a:moveTo>
                  <a:lnTo>
                    <a:pt x="644651" y="3048"/>
                  </a:lnTo>
                  <a:lnTo>
                    <a:pt x="647700" y="0"/>
                  </a:lnTo>
                  <a:lnTo>
                    <a:pt x="649224" y="0"/>
                  </a:lnTo>
                  <a:lnTo>
                    <a:pt x="650748" y="1524"/>
                  </a:lnTo>
                  <a:lnTo>
                    <a:pt x="652272" y="1524"/>
                  </a:lnTo>
                  <a:lnTo>
                    <a:pt x="652272" y="7620"/>
                  </a:lnTo>
                  <a:lnTo>
                    <a:pt x="650748" y="9143"/>
                  </a:lnTo>
                  <a:lnTo>
                    <a:pt x="646175" y="9143"/>
                  </a:lnTo>
                  <a:lnTo>
                    <a:pt x="646175" y="7620"/>
                  </a:lnTo>
                  <a:lnTo>
                    <a:pt x="644651" y="6096"/>
                  </a:lnTo>
                  <a:close/>
                </a:path>
                <a:path w="3712845" h="9525">
                  <a:moveTo>
                    <a:pt x="691896" y="6096"/>
                  </a:moveTo>
                  <a:lnTo>
                    <a:pt x="691896" y="3048"/>
                  </a:lnTo>
                  <a:lnTo>
                    <a:pt x="693419" y="3048"/>
                  </a:lnTo>
                  <a:lnTo>
                    <a:pt x="693419" y="6096"/>
                  </a:lnTo>
                  <a:lnTo>
                    <a:pt x="691896" y="6096"/>
                  </a:lnTo>
                  <a:close/>
                </a:path>
                <a:path w="3712845" h="9525">
                  <a:moveTo>
                    <a:pt x="685800" y="7620"/>
                  </a:moveTo>
                  <a:lnTo>
                    <a:pt x="685800" y="1524"/>
                  </a:lnTo>
                  <a:lnTo>
                    <a:pt x="687324" y="1524"/>
                  </a:lnTo>
                  <a:lnTo>
                    <a:pt x="687324" y="0"/>
                  </a:lnTo>
                  <a:lnTo>
                    <a:pt x="690372" y="0"/>
                  </a:lnTo>
                  <a:lnTo>
                    <a:pt x="690372" y="1524"/>
                  </a:lnTo>
                  <a:lnTo>
                    <a:pt x="691896" y="1524"/>
                  </a:lnTo>
                  <a:lnTo>
                    <a:pt x="691896" y="7620"/>
                  </a:lnTo>
                  <a:lnTo>
                    <a:pt x="690372" y="9143"/>
                  </a:lnTo>
                  <a:lnTo>
                    <a:pt x="687324" y="9143"/>
                  </a:lnTo>
                  <a:lnTo>
                    <a:pt x="685800" y="7620"/>
                  </a:lnTo>
                  <a:close/>
                </a:path>
                <a:path w="3712845" h="9525">
                  <a:moveTo>
                    <a:pt x="684275" y="6096"/>
                  </a:moveTo>
                  <a:lnTo>
                    <a:pt x="684275" y="3048"/>
                  </a:lnTo>
                  <a:lnTo>
                    <a:pt x="685800" y="3048"/>
                  </a:lnTo>
                  <a:lnTo>
                    <a:pt x="685800" y="6096"/>
                  </a:lnTo>
                  <a:lnTo>
                    <a:pt x="684275" y="6096"/>
                  </a:lnTo>
                  <a:close/>
                </a:path>
                <a:path w="3712845" h="9525">
                  <a:moveTo>
                    <a:pt x="725424" y="6096"/>
                  </a:moveTo>
                  <a:lnTo>
                    <a:pt x="725424" y="3048"/>
                  </a:lnTo>
                  <a:lnTo>
                    <a:pt x="728472" y="0"/>
                  </a:lnTo>
                  <a:lnTo>
                    <a:pt x="729996" y="0"/>
                  </a:lnTo>
                  <a:lnTo>
                    <a:pt x="733043" y="3048"/>
                  </a:lnTo>
                  <a:lnTo>
                    <a:pt x="733043" y="6096"/>
                  </a:lnTo>
                  <a:lnTo>
                    <a:pt x="731519" y="7620"/>
                  </a:lnTo>
                  <a:lnTo>
                    <a:pt x="731519" y="9143"/>
                  </a:lnTo>
                  <a:lnTo>
                    <a:pt x="726948" y="9143"/>
                  </a:lnTo>
                  <a:lnTo>
                    <a:pt x="726948" y="7620"/>
                  </a:lnTo>
                  <a:lnTo>
                    <a:pt x="725424" y="6096"/>
                  </a:lnTo>
                  <a:close/>
                </a:path>
                <a:path w="3712845" h="9525">
                  <a:moveTo>
                    <a:pt x="772667" y="6096"/>
                  </a:moveTo>
                  <a:lnTo>
                    <a:pt x="772667" y="3048"/>
                  </a:lnTo>
                  <a:lnTo>
                    <a:pt x="774192" y="3048"/>
                  </a:lnTo>
                  <a:lnTo>
                    <a:pt x="774192" y="6096"/>
                  </a:lnTo>
                  <a:lnTo>
                    <a:pt x="772667" y="6096"/>
                  </a:lnTo>
                  <a:close/>
                </a:path>
                <a:path w="3712845" h="9525">
                  <a:moveTo>
                    <a:pt x="766572" y="7620"/>
                  </a:moveTo>
                  <a:lnTo>
                    <a:pt x="766572" y="1524"/>
                  </a:lnTo>
                  <a:lnTo>
                    <a:pt x="768096" y="1524"/>
                  </a:lnTo>
                  <a:lnTo>
                    <a:pt x="768096" y="0"/>
                  </a:lnTo>
                  <a:lnTo>
                    <a:pt x="771143" y="0"/>
                  </a:lnTo>
                  <a:lnTo>
                    <a:pt x="771143" y="1524"/>
                  </a:lnTo>
                  <a:lnTo>
                    <a:pt x="772667" y="1524"/>
                  </a:lnTo>
                  <a:lnTo>
                    <a:pt x="772667" y="7620"/>
                  </a:lnTo>
                  <a:lnTo>
                    <a:pt x="771143" y="9143"/>
                  </a:lnTo>
                  <a:lnTo>
                    <a:pt x="768096" y="9143"/>
                  </a:lnTo>
                  <a:lnTo>
                    <a:pt x="766572" y="7620"/>
                  </a:lnTo>
                  <a:close/>
                </a:path>
                <a:path w="3712845" h="9525">
                  <a:moveTo>
                    <a:pt x="765048" y="6096"/>
                  </a:moveTo>
                  <a:lnTo>
                    <a:pt x="765048" y="3048"/>
                  </a:lnTo>
                  <a:lnTo>
                    <a:pt x="766572" y="3048"/>
                  </a:lnTo>
                  <a:lnTo>
                    <a:pt x="766572" y="6096"/>
                  </a:lnTo>
                  <a:lnTo>
                    <a:pt x="765048" y="6096"/>
                  </a:lnTo>
                  <a:close/>
                </a:path>
                <a:path w="3712845" h="9525">
                  <a:moveTo>
                    <a:pt x="806196" y="7620"/>
                  </a:moveTo>
                  <a:lnTo>
                    <a:pt x="806196" y="1524"/>
                  </a:lnTo>
                  <a:lnTo>
                    <a:pt x="807719" y="1524"/>
                  </a:lnTo>
                  <a:lnTo>
                    <a:pt x="809243" y="0"/>
                  </a:lnTo>
                  <a:lnTo>
                    <a:pt x="810767" y="0"/>
                  </a:lnTo>
                  <a:lnTo>
                    <a:pt x="813816" y="3048"/>
                  </a:lnTo>
                  <a:lnTo>
                    <a:pt x="813816" y="6096"/>
                  </a:lnTo>
                  <a:lnTo>
                    <a:pt x="812292" y="7620"/>
                  </a:lnTo>
                  <a:lnTo>
                    <a:pt x="812292" y="9143"/>
                  </a:lnTo>
                  <a:lnTo>
                    <a:pt x="807719" y="9143"/>
                  </a:lnTo>
                  <a:lnTo>
                    <a:pt x="806196" y="7620"/>
                  </a:lnTo>
                  <a:close/>
                </a:path>
                <a:path w="3712845" h="9525">
                  <a:moveTo>
                    <a:pt x="845819" y="6096"/>
                  </a:moveTo>
                  <a:lnTo>
                    <a:pt x="845819" y="3048"/>
                  </a:lnTo>
                  <a:lnTo>
                    <a:pt x="848867" y="0"/>
                  </a:lnTo>
                  <a:lnTo>
                    <a:pt x="851916" y="0"/>
                  </a:lnTo>
                  <a:lnTo>
                    <a:pt x="851916" y="1524"/>
                  </a:lnTo>
                  <a:lnTo>
                    <a:pt x="853440" y="1524"/>
                  </a:lnTo>
                  <a:lnTo>
                    <a:pt x="853440" y="7620"/>
                  </a:lnTo>
                  <a:lnTo>
                    <a:pt x="851916" y="9143"/>
                  </a:lnTo>
                  <a:lnTo>
                    <a:pt x="847343" y="9143"/>
                  </a:lnTo>
                  <a:lnTo>
                    <a:pt x="847343" y="7620"/>
                  </a:lnTo>
                  <a:lnTo>
                    <a:pt x="845819" y="6096"/>
                  </a:lnTo>
                  <a:close/>
                </a:path>
                <a:path w="3712845" h="9525">
                  <a:moveTo>
                    <a:pt x="886967" y="7620"/>
                  </a:moveTo>
                  <a:lnTo>
                    <a:pt x="886967" y="1524"/>
                  </a:lnTo>
                  <a:lnTo>
                    <a:pt x="888492" y="1524"/>
                  </a:lnTo>
                  <a:lnTo>
                    <a:pt x="888492" y="0"/>
                  </a:lnTo>
                  <a:lnTo>
                    <a:pt x="891540" y="0"/>
                  </a:lnTo>
                  <a:lnTo>
                    <a:pt x="894588" y="3048"/>
                  </a:lnTo>
                  <a:lnTo>
                    <a:pt x="894588" y="6096"/>
                  </a:lnTo>
                  <a:lnTo>
                    <a:pt x="893064" y="7620"/>
                  </a:lnTo>
                  <a:lnTo>
                    <a:pt x="893064" y="9143"/>
                  </a:lnTo>
                  <a:lnTo>
                    <a:pt x="888492" y="9143"/>
                  </a:lnTo>
                  <a:lnTo>
                    <a:pt x="886967" y="7620"/>
                  </a:lnTo>
                  <a:close/>
                </a:path>
                <a:path w="3712845" h="9525">
                  <a:moveTo>
                    <a:pt x="926592" y="6096"/>
                  </a:moveTo>
                  <a:lnTo>
                    <a:pt x="926592" y="3048"/>
                  </a:lnTo>
                  <a:lnTo>
                    <a:pt x="929640" y="0"/>
                  </a:lnTo>
                  <a:lnTo>
                    <a:pt x="931164" y="0"/>
                  </a:lnTo>
                  <a:lnTo>
                    <a:pt x="934211" y="3048"/>
                  </a:lnTo>
                  <a:lnTo>
                    <a:pt x="934211" y="6096"/>
                  </a:lnTo>
                  <a:lnTo>
                    <a:pt x="932688" y="7620"/>
                  </a:lnTo>
                  <a:lnTo>
                    <a:pt x="932688" y="9143"/>
                  </a:lnTo>
                  <a:lnTo>
                    <a:pt x="928116" y="9143"/>
                  </a:lnTo>
                  <a:lnTo>
                    <a:pt x="928116" y="7620"/>
                  </a:lnTo>
                  <a:lnTo>
                    <a:pt x="926592" y="6096"/>
                  </a:lnTo>
                  <a:close/>
                </a:path>
                <a:path w="3712845" h="9525">
                  <a:moveTo>
                    <a:pt x="973835" y="6096"/>
                  </a:moveTo>
                  <a:lnTo>
                    <a:pt x="973835" y="3048"/>
                  </a:lnTo>
                  <a:lnTo>
                    <a:pt x="975359" y="3048"/>
                  </a:lnTo>
                  <a:lnTo>
                    <a:pt x="975359" y="6096"/>
                  </a:lnTo>
                  <a:lnTo>
                    <a:pt x="973835" y="6096"/>
                  </a:lnTo>
                  <a:close/>
                </a:path>
                <a:path w="3712845" h="9525">
                  <a:moveTo>
                    <a:pt x="967740" y="7620"/>
                  </a:moveTo>
                  <a:lnTo>
                    <a:pt x="967740" y="1524"/>
                  </a:lnTo>
                  <a:lnTo>
                    <a:pt x="969264" y="1524"/>
                  </a:lnTo>
                  <a:lnTo>
                    <a:pt x="969264" y="0"/>
                  </a:lnTo>
                  <a:lnTo>
                    <a:pt x="972311" y="0"/>
                  </a:lnTo>
                  <a:lnTo>
                    <a:pt x="972311" y="1524"/>
                  </a:lnTo>
                  <a:lnTo>
                    <a:pt x="973835" y="1524"/>
                  </a:lnTo>
                  <a:lnTo>
                    <a:pt x="973835" y="7620"/>
                  </a:lnTo>
                  <a:lnTo>
                    <a:pt x="972311" y="9143"/>
                  </a:lnTo>
                  <a:lnTo>
                    <a:pt x="969264" y="9143"/>
                  </a:lnTo>
                  <a:lnTo>
                    <a:pt x="967740" y="7620"/>
                  </a:lnTo>
                  <a:close/>
                </a:path>
                <a:path w="3712845" h="9525">
                  <a:moveTo>
                    <a:pt x="966216" y="6096"/>
                  </a:moveTo>
                  <a:lnTo>
                    <a:pt x="966216" y="3048"/>
                  </a:lnTo>
                  <a:lnTo>
                    <a:pt x="967740" y="3048"/>
                  </a:lnTo>
                  <a:lnTo>
                    <a:pt x="967740" y="6096"/>
                  </a:lnTo>
                  <a:lnTo>
                    <a:pt x="966216" y="6096"/>
                  </a:lnTo>
                  <a:close/>
                </a:path>
                <a:path w="3712845" h="9525">
                  <a:moveTo>
                    <a:pt x="1007364" y="6096"/>
                  </a:moveTo>
                  <a:lnTo>
                    <a:pt x="1007364" y="3048"/>
                  </a:lnTo>
                  <a:lnTo>
                    <a:pt x="1010411" y="0"/>
                  </a:lnTo>
                  <a:lnTo>
                    <a:pt x="1011935" y="0"/>
                  </a:lnTo>
                  <a:lnTo>
                    <a:pt x="1014984" y="3048"/>
                  </a:lnTo>
                  <a:lnTo>
                    <a:pt x="1014984" y="6096"/>
                  </a:lnTo>
                  <a:lnTo>
                    <a:pt x="1013459" y="7620"/>
                  </a:lnTo>
                  <a:lnTo>
                    <a:pt x="1013459" y="9143"/>
                  </a:lnTo>
                  <a:lnTo>
                    <a:pt x="1008888" y="9143"/>
                  </a:lnTo>
                  <a:lnTo>
                    <a:pt x="1008888" y="7620"/>
                  </a:lnTo>
                  <a:lnTo>
                    <a:pt x="1007364" y="6096"/>
                  </a:lnTo>
                  <a:close/>
                </a:path>
                <a:path w="3712845" h="9525">
                  <a:moveTo>
                    <a:pt x="1046988" y="6096"/>
                  </a:moveTo>
                  <a:lnTo>
                    <a:pt x="1046988" y="3048"/>
                  </a:lnTo>
                  <a:lnTo>
                    <a:pt x="1048511" y="1524"/>
                  </a:lnTo>
                  <a:lnTo>
                    <a:pt x="1050035" y="1524"/>
                  </a:lnTo>
                  <a:lnTo>
                    <a:pt x="1050035" y="0"/>
                  </a:lnTo>
                  <a:lnTo>
                    <a:pt x="1053084" y="0"/>
                  </a:lnTo>
                  <a:lnTo>
                    <a:pt x="1053084" y="1524"/>
                  </a:lnTo>
                  <a:lnTo>
                    <a:pt x="1054608" y="1524"/>
                  </a:lnTo>
                  <a:lnTo>
                    <a:pt x="1054608" y="7620"/>
                  </a:lnTo>
                  <a:lnTo>
                    <a:pt x="1053084" y="9143"/>
                  </a:lnTo>
                  <a:lnTo>
                    <a:pt x="1050035" y="9143"/>
                  </a:lnTo>
                  <a:lnTo>
                    <a:pt x="1046988" y="6096"/>
                  </a:lnTo>
                  <a:close/>
                </a:path>
                <a:path w="3712845" h="9525">
                  <a:moveTo>
                    <a:pt x="1088135" y="7620"/>
                  </a:moveTo>
                  <a:lnTo>
                    <a:pt x="1088135" y="1524"/>
                  </a:lnTo>
                  <a:lnTo>
                    <a:pt x="1089659" y="1524"/>
                  </a:lnTo>
                  <a:lnTo>
                    <a:pt x="1091184" y="0"/>
                  </a:lnTo>
                  <a:lnTo>
                    <a:pt x="1092708" y="0"/>
                  </a:lnTo>
                  <a:lnTo>
                    <a:pt x="1095756" y="3048"/>
                  </a:lnTo>
                  <a:lnTo>
                    <a:pt x="1095756" y="6096"/>
                  </a:lnTo>
                  <a:lnTo>
                    <a:pt x="1094232" y="7620"/>
                  </a:lnTo>
                  <a:lnTo>
                    <a:pt x="1094232" y="9143"/>
                  </a:lnTo>
                  <a:lnTo>
                    <a:pt x="1089659" y="9143"/>
                  </a:lnTo>
                  <a:lnTo>
                    <a:pt x="1088135" y="7620"/>
                  </a:lnTo>
                  <a:close/>
                </a:path>
                <a:path w="3712845" h="9525">
                  <a:moveTo>
                    <a:pt x="1127759" y="6096"/>
                  </a:moveTo>
                  <a:lnTo>
                    <a:pt x="1127759" y="3048"/>
                  </a:lnTo>
                  <a:lnTo>
                    <a:pt x="1130808" y="0"/>
                  </a:lnTo>
                  <a:lnTo>
                    <a:pt x="1132332" y="0"/>
                  </a:lnTo>
                  <a:lnTo>
                    <a:pt x="1133856" y="1524"/>
                  </a:lnTo>
                  <a:lnTo>
                    <a:pt x="1135380" y="1524"/>
                  </a:lnTo>
                  <a:lnTo>
                    <a:pt x="1135380" y="7620"/>
                  </a:lnTo>
                  <a:lnTo>
                    <a:pt x="1133856" y="9143"/>
                  </a:lnTo>
                  <a:lnTo>
                    <a:pt x="1129284" y="9143"/>
                  </a:lnTo>
                  <a:lnTo>
                    <a:pt x="1129284" y="7620"/>
                  </a:lnTo>
                  <a:lnTo>
                    <a:pt x="1127759" y="6096"/>
                  </a:lnTo>
                  <a:close/>
                </a:path>
                <a:path w="3712845" h="9525">
                  <a:moveTo>
                    <a:pt x="1175003" y="6096"/>
                  </a:moveTo>
                  <a:lnTo>
                    <a:pt x="1175003" y="3048"/>
                  </a:lnTo>
                  <a:lnTo>
                    <a:pt x="1176527" y="3048"/>
                  </a:lnTo>
                  <a:lnTo>
                    <a:pt x="1176527" y="6096"/>
                  </a:lnTo>
                  <a:lnTo>
                    <a:pt x="1175003" y="6096"/>
                  </a:lnTo>
                  <a:close/>
                </a:path>
                <a:path w="3712845" h="9525">
                  <a:moveTo>
                    <a:pt x="1168908" y="7620"/>
                  </a:moveTo>
                  <a:lnTo>
                    <a:pt x="1168908" y="1524"/>
                  </a:lnTo>
                  <a:lnTo>
                    <a:pt x="1170432" y="1524"/>
                  </a:lnTo>
                  <a:lnTo>
                    <a:pt x="1170432" y="0"/>
                  </a:lnTo>
                  <a:lnTo>
                    <a:pt x="1173480" y="0"/>
                  </a:lnTo>
                  <a:lnTo>
                    <a:pt x="1173480" y="1524"/>
                  </a:lnTo>
                  <a:lnTo>
                    <a:pt x="1175003" y="1524"/>
                  </a:lnTo>
                  <a:lnTo>
                    <a:pt x="1175003" y="7620"/>
                  </a:lnTo>
                  <a:lnTo>
                    <a:pt x="1173480" y="9143"/>
                  </a:lnTo>
                  <a:lnTo>
                    <a:pt x="1170432" y="9143"/>
                  </a:lnTo>
                  <a:lnTo>
                    <a:pt x="1168908" y="7620"/>
                  </a:lnTo>
                  <a:close/>
                </a:path>
                <a:path w="3712845" h="9525">
                  <a:moveTo>
                    <a:pt x="1167384" y="6096"/>
                  </a:moveTo>
                  <a:lnTo>
                    <a:pt x="1167384" y="3048"/>
                  </a:lnTo>
                  <a:lnTo>
                    <a:pt x="1168908" y="3048"/>
                  </a:lnTo>
                  <a:lnTo>
                    <a:pt x="1168908" y="6096"/>
                  </a:lnTo>
                  <a:lnTo>
                    <a:pt x="1167384" y="6096"/>
                  </a:lnTo>
                  <a:close/>
                </a:path>
                <a:path w="3712845" h="9525">
                  <a:moveTo>
                    <a:pt x="1208532" y="6096"/>
                  </a:moveTo>
                  <a:lnTo>
                    <a:pt x="1208532" y="3048"/>
                  </a:lnTo>
                  <a:lnTo>
                    <a:pt x="1211580" y="0"/>
                  </a:lnTo>
                  <a:lnTo>
                    <a:pt x="1213103" y="0"/>
                  </a:lnTo>
                  <a:lnTo>
                    <a:pt x="1216151" y="3048"/>
                  </a:lnTo>
                  <a:lnTo>
                    <a:pt x="1216151" y="6096"/>
                  </a:lnTo>
                  <a:lnTo>
                    <a:pt x="1214627" y="7620"/>
                  </a:lnTo>
                  <a:lnTo>
                    <a:pt x="1214627" y="9143"/>
                  </a:lnTo>
                  <a:lnTo>
                    <a:pt x="1210056" y="9143"/>
                  </a:lnTo>
                  <a:lnTo>
                    <a:pt x="1210056" y="7620"/>
                  </a:lnTo>
                  <a:lnTo>
                    <a:pt x="1208532" y="6096"/>
                  </a:lnTo>
                  <a:close/>
                </a:path>
                <a:path w="3712845" h="9525">
                  <a:moveTo>
                    <a:pt x="1255775" y="6096"/>
                  </a:moveTo>
                  <a:lnTo>
                    <a:pt x="1255775" y="3048"/>
                  </a:lnTo>
                  <a:lnTo>
                    <a:pt x="1257300" y="3048"/>
                  </a:lnTo>
                  <a:lnTo>
                    <a:pt x="1257300" y="6096"/>
                  </a:lnTo>
                  <a:lnTo>
                    <a:pt x="1255775" y="6096"/>
                  </a:lnTo>
                  <a:close/>
                </a:path>
                <a:path w="3712845" h="9525">
                  <a:moveTo>
                    <a:pt x="1249680" y="7620"/>
                  </a:moveTo>
                  <a:lnTo>
                    <a:pt x="1249680" y="1524"/>
                  </a:lnTo>
                  <a:lnTo>
                    <a:pt x="1251203" y="1524"/>
                  </a:lnTo>
                  <a:lnTo>
                    <a:pt x="1251203" y="0"/>
                  </a:lnTo>
                  <a:lnTo>
                    <a:pt x="1254251" y="0"/>
                  </a:lnTo>
                  <a:lnTo>
                    <a:pt x="1254251" y="1524"/>
                  </a:lnTo>
                  <a:lnTo>
                    <a:pt x="1255775" y="1524"/>
                  </a:lnTo>
                  <a:lnTo>
                    <a:pt x="1255775" y="7620"/>
                  </a:lnTo>
                  <a:lnTo>
                    <a:pt x="1254251" y="9143"/>
                  </a:lnTo>
                  <a:lnTo>
                    <a:pt x="1251203" y="9143"/>
                  </a:lnTo>
                  <a:lnTo>
                    <a:pt x="1249680" y="7620"/>
                  </a:lnTo>
                  <a:close/>
                </a:path>
                <a:path w="3712845" h="9525">
                  <a:moveTo>
                    <a:pt x="1248156" y="6096"/>
                  </a:moveTo>
                  <a:lnTo>
                    <a:pt x="1248156" y="3048"/>
                  </a:lnTo>
                  <a:lnTo>
                    <a:pt x="1249680" y="3048"/>
                  </a:lnTo>
                  <a:lnTo>
                    <a:pt x="1249680" y="6096"/>
                  </a:lnTo>
                  <a:lnTo>
                    <a:pt x="1248156" y="6096"/>
                  </a:lnTo>
                  <a:close/>
                </a:path>
                <a:path w="3712845" h="9525">
                  <a:moveTo>
                    <a:pt x="1289303" y="7620"/>
                  </a:moveTo>
                  <a:lnTo>
                    <a:pt x="1289303" y="1524"/>
                  </a:lnTo>
                  <a:lnTo>
                    <a:pt x="1290827" y="1524"/>
                  </a:lnTo>
                  <a:lnTo>
                    <a:pt x="1292351" y="0"/>
                  </a:lnTo>
                  <a:lnTo>
                    <a:pt x="1293876" y="0"/>
                  </a:lnTo>
                  <a:lnTo>
                    <a:pt x="1296924" y="3048"/>
                  </a:lnTo>
                  <a:lnTo>
                    <a:pt x="1296924" y="6096"/>
                  </a:lnTo>
                  <a:lnTo>
                    <a:pt x="1295400" y="7620"/>
                  </a:lnTo>
                  <a:lnTo>
                    <a:pt x="1295400" y="9143"/>
                  </a:lnTo>
                  <a:lnTo>
                    <a:pt x="1290827" y="9143"/>
                  </a:lnTo>
                  <a:lnTo>
                    <a:pt x="1289303" y="7620"/>
                  </a:lnTo>
                  <a:close/>
                </a:path>
                <a:path w="3712845" h="9525">
                  <a:moveTo>
                    <a:pt x="1328927" y="6096"/>
                  </a:moveTo>
                  <a:lnTo>
                    <a:pt x="1328927" y="3048"/>
                  </a:lnTo>
                  <a:lnTo>
                    <a:pt x="1331976" y="0"/>
                  </a:lnTo>
                  <a:lnTo>
                    <a:pt x="1333500" y="0"/>
                  </a:lnTo>
                  <a:lnTo>
                    <a:pt x="1335024" y="1524"/>
                  </a:lnTo>
                  <a:lnTo>
                    <a:pt x="1336548" y="1524"/>
                  </a:lnTo>
                  <a:lnTo>
                    <a:pt x="1336548" y="7620"/>
                  </a:lnTo>
                  <a:lnTo>
                    <a:pt x="1335024" y="9143"/>
                  </a:lnTo>
                  <a:lnTo>
                    <a:pt x="1330451" y="9143"/>
                  </a:lnTo>
                  <a:lnTo>
                    <a:pt x="1330451" y="7620"/>
                  </a:lnTo>
                  <a:lnTo>
                    <a:pt x="1328927" y="6096"/>
                  </a:lnTo>
                  <a:close/>
                </a:path>
                <a:path w="3712845" h="9525">
                  <a:moveTo>
                    <a:pt x="1370076" y="7620"/>
                  </a:moveTo>
                  <a:lnTo>
                    <a:pt x="1370076" y="1524"/>
                  </a:lnTo>
                  <a:lnTo>
                    <a:pt x="1371600" y="1524"/>
                  </a:lnTo>
                  <a:lnTo>
                    <a:pt x="1371600" y="0"/>
                  </a:lnTo>
                  <a:lnTo>
                    <a:pt x="1374648" y="0"/>
                  </a:lnTo>
                  <a:lnTo>
                    <a:pt x="1377696" y="3048"/>
                  </a:lnTo>
                  <a:lnTo>
                    <a:pt x="1377696" y="6096"/>
                  </a:lnTo>
                  <a:lnTo>
                    <a:pt x="1376172" y="7620"/>
                  </a:lnTo>
                  <a:lnTo>
                    <a:pt x="1376172" y="9143"/>
                  </a:lnTo>
                  <a:lnTo>
                    <a:pt x="1371600" y="9143"/>
                  </a:lnTo>
                  <a:lnTo>
                    <a:pt x="1370076" y="7620"/>
                  </a:lnTo>
                  <a:close/>
                </a:path>
                <a:path w="3712845" h="9525">
                  <a:moveTo>
                    <a:pt x="1409700" y="6096"/>
                  </a:moveTo>
                  <a:lnTo>
                    <a:pt x="1409700" y="3048"/>
                  </a:lnTo>
                  <a:lnTo>
                    <a:pt x="1412748" y="0"/>
                  </a:lnTo>
                  <a:lnTo>
                    <a:pt x="1414272" y="0"/>
                  </a:lnTo>
                  <a:lnTo>
                    <a:pt x="1417319" y="3048"/>
                  </a:lnTo>
                  <a:lnTo>
                    <a:pt x="1417319" y="6096"/>
                  </a:lnTo>
                  <a:lnTo>
                    <a:pt x="1415796" y="7620"/>
                  </a:lnTo>
                  <a:lnTo>
                    <a:pt x="1415796" y="9143"/>
                  </a:lnTo>
                  <a:lnTo>
                    <a:pt x="1411224" y="9143"/>
                  </a:lnTo>
                  <a:lnTo>
                    <a:pt x="1411224" y="7620"/>
                  </a:lnTo>
                  <a:lnTo>
                    <a:pt x="1409700" y="6096"/>
                  </a:lnTo>
                  <a:close/>
                </a:path>
                <a:path w="3712845" h="9525">
                  <a:moveTo>
                    <a:pt x="1456943" y="6096"/>
                  </a:moveTo>
                  <a:lnTo>
                    <a:pt x="1456943" y="3048"/>
                  </a:lnTo>
                  <a:lnTo>
                    <a:pt x="1458467" y="3048"/>
                  </a:lnTo>
                  <a:lnTo>
                    <a:pt x="1458467" y="6096"/>
                  </a:lnTo>
                  <a:lnTo>
                    <a:pt x="1456943" y="6096"/>
                  </a:lnTo>
                  <a:close/>
                </a:path>
                <a:path w="3712845" h="9525">
                  <a:moveTo>
                    <a:pt x="1450848" y="7620"/>
                  </a:moveTo>
                  <a:lnTo>
                    <a:pt x="1450848" y="1524"/>
                  </a:lnTo>
                  <a:lnTo>
                    <a:pt x="1452372" y="1524"/>
                  </a:lnTo>
                  <a:lnTo>
                    <a:pt x="1452372" y="0"/>
                  </a:lnTo>
                  <a:lnTo>
                    <a:pt x="1455419" y="0"/>
                  </a:lnTo>
                  <a:lnTo>
                    <a:pt x="1455419" y="1524"/>
                  </a:lnTo>
                  <a:lnTo>
                    <a:pt x="1456943" y="1524"/>
                  </a:lnTo>
                  <a:lnTo>
                    <a:pt x="1456943" y="7620"/>
                  </a:lnTo>
                  <a:lnTo>
                    <a:pt x="1455419" y="9143"/>
                  </a:lnTo>
                  <a:lnTo>
                    <a:pt x="1452372" y="9143"/>
                  </a:lnTo>
                  <a:lnTo>
                    <a:pt x="1450848" y="7620"/>
                  </a:lnTo>
                  <a:close/>
                </a:path>
                <a:path w="3712845" h="9525">
                  <a:moveTo>
                    <a:pt x="1449324" y="6096"/>
                  </a:moveTo>
                  <a:lnTo>
                    <a:pt x="1449324" y="3048"/>
                  </a:lnTo>
                  <a:lnTo>
                    <a:pt x="1450848" y="3048"/>
                  </a:lnTo>
                  <a:lnTo>
                    <a:pt x="1450848" y="6096"/>
                  </a:lnTo>
                  <a:lnTo>
                    <a:pt x="1449324" y="6096"/>
                  </a:lnTo>
                  <a:close/>
                </a:path>
                <a:path w="3712845" h="9525">
                  <a:moveTo>
                    <a:pt x="1490472" y="6096"/>
                  </a:moveTo>
                  <a:lnTo>
                    <a:pt x="1490472" y="3048"/>
                  </a:lnTo>
                  <a:lnTo>
                    <a:pt x="1493519" y="0"/>
                  </a:lnTo>
                  <a:lnTo>
                    <a:pt x="1495043" y="0"/>
                  </a:lnTo>
                  <a:lnTo>
                    <a:pt x="1498092" y="3048"/>
                  </a:lnTo>
                  <a:lnTo>
                    <a:pt x="1498092" y="6096"/>
                  </a:lnTo>
                  <a:lnTo>
                    <a:pt x="1496567" y="7620"/>
                  </a:lnTo>
                  <a:lnTo>
                    <a:pt x="1496567" y="9143"/>
                  </a:lnTo>
                  <a:lnTo>
                    <a:pt x="1491996" y="9143"/>
                  </a:lnTo>
                  <a:lnTo>
                    <a:pt x="1491996" y="7620"/>
                  </a:lnTo>
                  <a:lnTo>
                    <a:pt x="1490472" y="6096"/>
                  </a:lnTo>
                  <a:close/>
                </a:path>
                <a:path w="3712845" h="9525">
                  <a:moveTo>
                    <a:pt x="1530096" y="6096"/>
                  </a:moveTo>
                  <a:lnTo>
                    <a:pt x="1530096" y="3048"/>
                  </a:lnTo>
                  <a:lnTo>
                    <a:pt x="1533143" y="0"/>
                  </a:lnTo>
                  <a:lnTo>
                    <a:pt x="1536192" y="0"/>
                  </a:lnTo>
                  <a:lnTo>
                    <a:pt x="1536192" y="1524"/>
                  </a:lnTo>
                  <a:lnTo>
                    <a:pt x="1537716" y="1524"/>
                  </a:lnTo>
                  <a:lnTo>
                    <a:pt x="1537716" y="7620"/>
                  </a:lnTo>
                  <a:lnTo>
                    <a:pt x="1536192" y="9143"/>
                  </a:lnTo>
                  <a:lnTo>
                    <a:pt x="1531619" y="9143"/>
                  </a:lnTo>
                  <a:lnTo>
                    <a:pt x="1531619" y="7620"/>
                  </a:lnTo>
                  <a:lnTo>
                    <a:pt x="1530096" y="6096"/>
                  </a:lnTo>
                  <a:close/>
                </a:path>
                <a:path w="3712845" h="9525">
                  <a:moveTo>
                    <a:pt x="1571243" y="7620"/>
                  </a:moveTo>
                  <a:lnTo>
                    <a:pt x="1571243" y="1524"/>
                  </a:lnTo>
                  <a:lnTo>
                    <a:pt x="1572767" y="1524"/>
                  </a:lnTo>
                  <a:lnTo>
                    <a:pt x="1574292" y="0"/>
                  </a:lnTo>
                  <a:lnTo>
                    <a:pt x="1575816" y="0"/>
                  </a:lnTo>
                  <a:lnTo>
                    <a:pt x="1578864" y="3048"/>
                  </a:lnTo>
                  <a:lnTo>
                    <a:pt x="1578864" y="6096"/>
                  </a:lnTo>
                  <a:lnTo>
                    <a:pt x="1577340" y="7620"/>
                  </a:lnTo>
                  <a:lnTo>
                    <a:pt x="1577340" y="9143"/>
                  </a:lnTo>
                  <a:lnTo>
                    <a:pt x="1572767" y="9143"/>
                  </a:lnTo>
                  <a:lnTo>
                    <a:pt x="1571243" y="7620"/>
                  </a:lnTo>
                  <a:close/>
                </a:path>
                <a:path w="3712845" h="9525">
                  <a:moveTo>
                    <a:pt x="1610868" y="6096"/>
                  </a:moveTo>
                  <a:lnTo>
                    <a:pt x="1610868" y="3048"/>
                  </a:lnTo>
                  <a:lnTo>
                    <a:pt x="1613916" y="0"/>
                  </a:lnTo>
                  <a:lnTo>
                    <a:pt x="1615440" y="0"/>
                  </a:lnTo>
                  <a:lnTo>
                    <a:pt x="1616964" y="1524"/>
                  </a:lnTo>
                  <a:lnTo>
                    <a:pt x="1618488" y="1524"/>
                  </a:lnTo>
                  <a:lnTo>
                    <a:pt x="1618488" y="7620"/>
                  </a:lnTo>
                  <a:lnTo>
                    <a:pt x="1616964" y="9143"/>
                  </a:lnTo>
                  <a:lnTo>
                    <a:pt x="1612392" y="9143"/>
                  </a:lnTo>
                  <a:lnTo>
                    <a:pt x="1612392" y="7620"/>
                  </a:lnTo>
                  <a:lnTo>
                    <a:pt x="1610868" y="6096"/>
                  </a:lnTo>
                  <a:close/>
                </a:path>
                <a:path w="3712845" h="9525">
                  <a:moveTo>
                    <a:pt x="1658111" y="6096"/>
                  </a:moveTo>
                  <a:lnTo>
                    <a:pt x="1658111" y="3048"/>
                  </a:lnTo>
                  <a:lnTo>
                    <a:pt x="1659635" y="3048"/>
                  </a:lnTo>
                  <a:lnTo>
                    <a:pt x="1659635" y="6096"/>
                  </a:lnTo>
                  <a:lnTo>
                    <a:pt x="1658111" y="6096"/>
                  </a:lnTo>
                  <a:close/>
                </a:path>
                <a:path w="3712845" h="9525">
                  <a:moveTo>
                    <a:pt x="1652016" y="7620"/>
                  </a:moveTo>
                  <a:lnTo>
                    <a:pt x="1652016" y="1524"/>
                  </a:lnTo>
                  <a:lnTo>
                    <a:pt x="1653540" y="1524"/>
                  </a:lnTo>
                  <a:lnTo>
                    <a:pt x="1653540" y="0"/>
                  </a:lnTo>
                  <a:lnTo>
                    <a:pt x="1656588" y="0"/>
                  </a:lnTo>
                  <a:lnTo>
                    <a:pt x="1656588" y="1524"/>
                  </a:lnTo>
                  <a:lnTo>
                    <a:pt x="1658111" y="1524"/>
                  </a:lnTo>
                  <a:lnTo>
                    <a:pt x="1658111" y="7620"/>
                  </a:lnTo>
                  <a:lnTo>
                    <a:pt x="1656588" y="9143"/>
                  </a:lnTo>
                  <a:lnTo>
                    <a:pt x="1653540" y="9143"/>
                  </a:lnTo>
                  <a:lnTo>
                    <a:pt x="1652016" y="7620"/>
                  </a:lnTo>
                  <a:close/>
                </a:path>
                <a:path w="3712845" h="9525">
                  <a:moveTo>
                    <a:pt x="1650492" y="6096"/>
                  </a:moveTo>
                  <a:lnTo>
                    <a:pt x="1650492" y="3048"/>
                  </a:lnTo>
                  <a:lnTo>
                    <a:pt x="1652016" y="3048"/>
                  </a:lnTo>
                  <a:lnTo>
                    <a:pt x="1652016" y="6096"/>
                  </a:lnTo>
                  <a:lnTo>
                    <a:pt x="1650492" y="6096"/>
                  </a:lnTo>
                  <a:close/>
                </a:path>
                <a:path w="3712845" h="9525">
                  <a:moveTo>
                    <a:pt x="1691640" y="6096"/>
                  </a:moveTo>
                  <a:lnTo>
                    <a:pt x="1691640" y="3048"/>
                  </a:lnTo>
                  <a:lnTo>
                    <a:pt x="1694688" y="0"/>
                  </a:lnTo>
                  <a:lnTo>
                    <a:pt x="1696211" y="0"/>
                  </a:lnTo>
                  <a:lnTo>
                    <a:pt x="1699259" y="3048"/>
                  </a:lnTo>
                  <a:lnTo>
                    <a:pt x="1699259" y="6096"/>
                  </a:lnTo>
                  <a:lnTo>
                    <a:pt x="1697735" y="7620"/>
                  </a:lnTo>
                  <a:lnTo>
                    <a:pt x="1697735" y="9143"/>
                  </a:lnTo>
                  <a:lnTo>
                    <a:pt x="1693164" y="9143"/>
                  </a:lnTo>
                  <a:lnTo>
                    <a:pt x="1693164" y="7620"/>
                  </a:lnTo>
                  <a:lnTo>
                    <a:pt x="1691640" y="6096"/>
                  </a:lnTo>
                  <a:close/>
                </a:path>
                <a:path w="3712845" h="9525">
                  <a:moveTo>
                    <a:pt x="1738884" y="6096"/>
                  </a:moveTo>
                  <a:lnTo>
                    <a:pt x="1738884" y="3048"/>
                  </a:lnTo>
                  <a:lnTo>
                    <a:pt x="1740408" y="3048"/>
                  </a:lnTo>
                  <a:lnTo>
                    <a:pt x="1740408" y="6096"/>
                  </a:lnTo>
                  <a:lnTo>
                    <a:pt x="1738884" y="6096"/>
                  </a:lnTo>
                  <a:close/>
                </a:path>
                <a:path w="3712845" h="9525">
                  <a:moveTo>
                    <a:pt x="1732788" y="7620"/>
                  </a:moveTo>
                  <a:lnTo>
                    <a:pt x="1732788" y="1524"/>
                  </a:lnTo>
                  <a:lnTo>
                    <a:pt x="1734311" y="1524"/>
                  </a:lnTo>
                  <a:lnTo>
                    <a:pt x="1734311" y="0"/>
                  </a:lnTo>
                  <a:lnTo>
                    <a:pt x="1737359" y="0"/>
                  </a:lnTo>
                  <a:lnTo>
                    <a:pt x="1737359" y="1524"/>
                  </a:lnTo>
                  <a:lnTo>
                    <a:pt x="1738884" y="1524"/>
                  </a:lnTo>
                  <a:lnTo>
                    <a:pt x="1738884" y="7620"/>
                  </a:lnTo>
                  <a:lnTo>
                    <a:pt x="1737359" y="9143"/>
                  </a:lnTo>
                  <a:lnTo>
                    <a:pt x="1734311" y="9143"/>
                  </a:lnTo>
                  <a:lnTo>
                    <a:pt x="1732788" y="7620"/>
                  </a:lnTo>
                  <a:close/>
                </a:path>
                <a:path w="3712845" h="9525">
                  <a:moveTo>
                    <a:pt x="1731264" y="6096"/>
                  </a:moveTo>
                  <a:lnTo>
                    <a:pt x="1731264" y="3048"/>
                  </a:lnTo>
                  <a:lnTo>
                    <a:pt x="1732788" y="3048"/>
                  </a:lnTo>
                  <a:lnTo>
                    <a:pt x="1732788" y="6096"/>
                  </a:lnTo>
                  <a:lnTo>
                    <a:pt x="1731264" y="6096"/>
                  </a:lnTo>
                  <a:close/>
                </a:path>
                <a:path w="3712845" h="9525">
                  <a:moveTo>
                    <a:pt x="1772411" y="7620"/>
                  </a:moveTo>
                  <a:lnTo>
                    <a:pt x="1772411" y="1524"/>
                  </a:lnTo>
                  <a:lnTo>
                    <a:pt x="1773935" y="1524"/>
                  </a:lnTo>
                  <a:lnTo>
                    <a:pt x="1775459" y="0"/>
                  </a:lnTo>
                  <a:lnTo>
                    <a:pt x="1776984" y="0"/>
                  </a:lnTo>
                  <a:lnTo>
                    <a:pt x="1780032" y="3048"/>
                  </a:lnTo>
                  <a:lnTo>
                    <a:pt x="1780032" y="6096"/>
                  </a:lnTo>
                  <a:lnTo>
                    <a:pt x="1778508" y="7620"/>
                  </a:lnTo>
                  <a:lnTo>
                    <a:pt x="1778508" y="9143"/>
                  </a:lnTo>
                  <a:lnTo>
                    <a:pt x="1773935" y="9143"/>
                  </a:lnTo>
                  <a:lnTo>
                    <a:pt x="1772411" y="7620"/>
                  </a:lnTo>
                  <a:close/>
                </a:path>
                <a:path w="3712845" h="9525">
                  <a:moveTo>
                    <a:pt x="1812035" y="6096"/>
                  </a:moveTo>
                  <a:lnTo>
                    <a:pt x="1812035" y="3048"/>
                  </a:lnTo>
                  <a:lnTo>
                    <a:pt x="1815084" y="0"/>
                  </a:lnTo>
                  <a:lnTo>
                    <a:pt x="1816608" y="0"/>
                  </a:lnTo>
                  <a:lnTo>
                    <a:pt x="1818132" y="1524"/>
                  </a:lnTo>
                  <a:lnTo>
                    <a:pt x="1819656" y="1524"/>
                  </a:lnTo>
                  <a:lnTo>
                    <a:pt x="1819656" y="7620"/>
                  </a:lnTo>
                  <a:lnTo>
                    <a:pt x="1818132" y="9143"/>
                  </a:lnTo>
                  <a:lnTo>
                    <a:pt x="1813559" y="9143"/>
                  </a:lnTo>
                  <a:lnTo>
                    <a:pt x="1813559" y="7620"/>
                  </a:lnTo>
                  <a:lnTo>
                    <a:pt x="1812035" y="6096"/>
                  </a:lnTo>
                  <a:close/>
                </a:path>
                <a:path w="3712845" h="9525">
                  <a:moveTo>
                    <a:pt x="1853184" y="7620"/>
                  </a:moveTo>
                  <a:lnTo>
                    <a:pt x="1853184" y="1524"/>
                  </a:lnTo>
                  <a:lnTo>
                    <a:pt x="1854708" y="1524"/>
                  </a:lnTo>
                  <a:lnTo>
                    <a:pt x="1854708" y="0"/>
                  </a:lnTo>
                  <a:lnTo>
                    <a:pt x="1857756" y="0"/>
                  </a:lnTo>
                  <a:lnTo>
                    <a:pt x="1860803" y="3048"/>
                  </a:lnTo>
                  <a:lnTo>
                    <a:pt x="1860803" y="6096"/>
                  </a:lnTo>
                  <a:lnTo>
                    <a:pt x="1859280" y="7620"/>
                  </a:lnTo>
                  <a:lnTo>
                    <a:pt x="1859280" y="9143"/>
                  </a:lnTo>
                  <a:lnTo>
                    <a:pt x="1854708" y="9143"/>
                  </a:lnTo>
                  <a:lnTo>
                    <a:pt x="1853184" y="7620"/>
                  </a:lnTo>
                  <a:close/>
                </a:path>
                <a:path w="3712845" h="9525">
                  <a:moveTo>
                    <a:pt x="1892808" y="6096"/>
                  </a:moveTo>
                  <a:lnTo>
                    <a:pt x="1892808" y="3048"/>
                  </a:lnTo>
                  <a:lnTo>
                    <a:pt x="1895856" y="0"/>
                  </a:lnTo>
                  <a:lnTo>
                    <a:pt x="1897380" y="0"/>
                  </a:lnTo>
                  <a:lnTo>
                    <a:pt x="1900427" y="3048"/>
                  </a:lnTo>
                  <a:lnTo>
                    <a:pt x="1900427" y="6096"/>
                  </a:lnTo>
                  <a:lnTo>
                    <a:pt x="1898903" y="7620"/>
                  </a:lnTo>
                  <a:lnTo>
                    <a:pt x="1898903" y="9143"/>
                  </a:lnTo>
                  <a:lnTo>
                    <a:pt x="1894332" y="9143"/>
                  </a:lnTo>
                  <a:lnTo>
                    <a:pt x="1894332" y="7620"/>
                  </a:lnTo>
                  <a:lnTo>
                    <a:pt x="1892808" y="6096"/>
                  </a:lnTo>
                  <a:close/>
                </a:path>
                <a:path w="3712845" h="9525">
                  <a:moveTo>
                    <a:pt x="1940051" y="6096"/>
                  </a:moveTo>
                  <a:lnTo>
                    <a:pt x="1940051" y="3048"/>
                  </a:lnTo>
                  <a:lnTo>
                    <a:pt x="1941576" y="3048"/>
                  </a:lnTo>
                  <a:lnTo>
                    <a:pt x="1941576" y="6096"/>
                  </a:lnTo>
                  <a:lnTo>
                    <a:pt x="1940051" y="6096"/>
                  </a:lnTo>
                  <a:close/>
                </a:path>
                <a:path w="3712845" h="9525">
                  <a:moveTo>
                    <a:pt x="1933956" y="7620"/>
                  </a:moveTo>
                  <a:lnTo>
                    <a:pt x="1933956" y="1524"/>
                  </a:lnTo>
                  <a:lnTo>
                    <a:pt x="1935480" y="1524"/>
                  </a:lnTo>
                  <a:lnTo>
                    <a:pt x="1935480" y="0"/>
                  </a:lnTo>
                  <a:lnTo>
                    <a:pt x="1938527" y="0"/>
                  </a:lnTo>
                  <a:lnTo>
                    <a:pt x="1938527" y="1524"/>
                  </a:lnTo>
                  <a:lnTo>
                    <a:pt x="1940051" y="1524"/>
                  </a:lnTo>
                  <a:lnTo>
                    <a:pt x="1940051" y="7620"/>
                  </a:lnTo>
                  <a:lnTo>
                    <a:pt x="1938527" y="9143"/>
                  </a:lnTo>
                  <a:lnTo>
                    <a:pt x="1935480" y="9143"/>
                  </a:lnTo>
                  <a:lnTo>
                    <a:pt x="1933956" y="7620"/>
                  </a:lnTo>
                  <a:close/>
                </a:path>
                <a:path w="3712845" h="9525">
                  <a:moveTo>
                    <a:pt x="1932432" y="6096"/>
                  </a:moveTo>
                  <a:lnTo>
                    <a:pt x="1932432" y="3048"/>
                  </a:lnTo>
                  <a:lnTo>
                    <a:pt x="1933956" y="3048"/>
                  </a:lnTo>
                  <a:lnTo>
                    <a:pt x="1933956" y="6096"/>
                  </a:lnTo>
                  <a:lnTo>
                    <a:pt x="1932432" y="6096"/>
                  </a:lnTo>
                  <a:close/>
                </a:path>
                <a:path w="3712845" h="9525">
                  <a:moveTo>
                    <a:pt x="1973580" y="6096"/>
                  </a:moveTo>
                  <a:lnTo>
                    <a:pt x="1973580" y="3048"/>
                  </a:lnTo>
                  <a:lnTo>
                    <a:pt x="1976627" y="0"/>
                  </a:lnTo>
                  <a:lnTo>
                    <a:pt x="1978151" y="0"/>
                  </a:lnTo>
                  <a:lnTo>
                    <a:pt x="1981200" y="3048"/>
                  </a:lnTo>
                  <a:lnTo>
                    <a:pt x="1981200" y="6096"/>
                  </a:lnTo>
                  <a:lnTo>
                    <a:pt x="1979676" y="7620"/>
                  </a:lnTo>
                  <a:lnTo>
                    <a:pt x="1979676" y="9143"/>
                  </a:lnTo>
                  <a:lnTo>
                    <a:pt x="1975103" y="9143"/>
                  </a:lnTo>
                  <a:lnTo>
                    <a:pt x="1975103" y="7620"/>
                  </a:lnTo>
                  <a:lnTo>
                    <a:pt x="1973580" y="6096"/>
                  </a:lnTo>
                  <a:close/>
                </a:path>
                <a:path w="3712845" h="9525">
                  <a:moveTo>
                    <a:pt x="2013203" y="6096"/>
                  </a:moveTo>
                  <a:lnTo>
                    <a:pt x="2013203" y="3048"/>
                  </a:lnTo>
                  <a:lnTo>
                    <a:pt x="2016251" y="0"/>
                  </a:lnTo>
                  <a:lnTo>
                    <a:pt x="2019300" y="0"/>
                  </a:lnTo>
                  <a:lnTo>
                    <a:pt x="2019300" y="1524"/>
                  </a:lnTo>
                  <a:lnTo>
                    <a:pt x="2020824" y="1524"/>
                  </a:lnTo>
                  <a:lnTo>
                    <a:pt x="2020824" y="7620"/>
                  </a:lnTo>
                  <a:lnTo>
                    <a:pt x="2019300" y="9143"/>
                  </a:lnTo>
                  <a:lnTo>
                    <a:pt x="2014727" y="9143"/>
                  </a:lnTo>
                  <a:lnTo>
                    <a:pt x="2014727" y="7620"/>
                  </a:lnTo>
                  <a:lnTo>
                    <a:pt x="2013203" y="6096"/>
                  </a:lnTo>
                  <a:close/>
                </a:path>
                <a:path w="3712845" h="9525">
                  <a:moveTo>
                    <a:pt x="2054351" y="7620"/>
                  </a:moveTo>
                  <a:lnTo>
                    <a:pt x="2054351" y="1524"/>
                  </a:lnTo>
                  <a:lnTo>
                    <a:pt x="2055876" y="1524"/>
                  </a:lnTo>
                  <a:lnTo>
                    <a:pt x="2057400" y="0"/>
                  </a:lnTo>
                  <a:lnTo>
                    <a:pt x="2058924" y="0"/>
                  </a:lnTo>
                  <a:lnTo>
                    <a:pt x="2061972" y="3048"/>
                  </a:lnTo>
                  <a:lnTo>
                    <a:pt x="2061972" y="6096"/>
                  </a:lnTo>
                  <a:lnTo>
                    <a:pt x="2060448" y="7620"/>
                  </a:lnTo>
                  <a:lnTo>
                    <a:pt x="2060448" y="9143"/>
                  </a:lnTo>
                  <a:lnTo>
                    <a:pt x="2055876" y="9143"/>
                  </a:lnTo>
                  <a:lnTo>
                    <a:pt x="2054351" y="7620"/>
                  </a:lnTo>
                  <a:close/>
                </a:path>
                <a:path w="3712845" h="9525">
                  <a:moveTo>
                    <a:pt x="2093976" y="6096"/>
                  </a:moveTo>
                  <a:lnTo>
                    <a:pt x="2093976" y="3048"/>
                  </a:lnTo>
                  <a:lnTo>
                    <a:pt x="2097024" y="0"/>
                  </a:lnTo>
                  <a:lnTo>
                    <a:pt x="2098548" y="0"/>
                  </a:lnTo>
                  <a:lnTo>
                    <a:pt x="2100072" y="1524"/>
                  </a:lnTo>
                  <a:lnTo>
                    <a:pt x="2101596" y="1524"/>
                  </a:lnTo>
                  <a:lnTo>
                    <a:pt x="2101596" y="7620"/>
                  </a:lnTo>
                  <a:lnTo>
                    <a:pt x="2100072" y="9143"/>
                  </a:lnTo>
                  <a:lnTo>
                    <a:pt x="2095500" y="9143"/>
                  </a:lnTo>
                  <a:lnTo>
                    <a:pt x="2095500" y="7620"/>
                  </a:lnTo>
                  <a:lnTo>
                    <a:pt x="2093976" y="6096"/>
                  </a:lnTo>
                  <a:close/>
                </a:path>
                <a:path w="3712845" h="9525">
                  <a:moveTo>
                    <a:pt x="2141219" y="6096"/>
                  </a:moveTo>
                  <a:lnTo>
                    <a:pt x="2141219" y="3048"/>
                  </a:lnTo>
                  <a:lnTo>
                    <a:pt x="2142743" y="3048"/>
                  </a:lnTo>
                  <a:lnTo>
                    <a:pt x="2142743" y="6096"/>
                  </a:lnTo>
                  <a:lnTo>
                    <a:pt x="2141219" y="6096"/>
                  </a:lnTo>
                  <a:close/>
                </a:path>
                <a:path w="3712845" h="9525">
                  <a:moveTo>
                    <a:pt x="2135124" y="7620"/>
                  </a:moveTo>
                  <a:lnTo>
                    <a:pt x="2135124" y="1524"/>
                  </a:lnTo>
                  <a:lnTo>
                    <a:pt x="2136648" y="1524"/>
                  </a:lnTo>
                  <a:lnTo>
                    <a:pt x="2136648" y="0"/>
                  </a:lnTo>
                  <a:lnTo>
                    <a:pt x="2139696" y="0"/>
                  </a:lnTo>
                  <a:lnTo>
                    <a:pt x="2139696" y="1524"/>
                  </a:lnTo>
                  <a:lnTo>
                    <a:pt x="2141219" y="1524"/>
                  </a:lnTo>
                  <a:lnTo>
                    <a:pt x="2141219" y="7620"/>
                  </a:lnTo>
                  <a:lnTo>
                    <a:pt x="2139696" y="9143"/>
                  </a:lnTo>
                  <a:lnTo>
                    <a:pt x="2136648" y="9143"/>
                  </a:lnTo>
                  <a:lnTo>
                    <a:pt x="2135124" y="7620"/>
                  </a:lnTo>
                  <a:close/>
                </a:path>
                <a:path w="3712845" h="9525">
                  <a:moveTo>
                    <a:pt x="2133600" y="6096"/>
                  </a:moveTo>
                  <a:lnTo>
                    <a:pt x="2133600" y="3048"/>
                  </a:lnTo>
                  <a:lnTo>
                    <a:pt x="2135124" y="3048"/>
                  </a:lnTo>
                  <a:lnTo>
                    <a:pt x="2135124" y="6096"/>
                  </a:lnTo>
                  <a:lnTo>
                    <a:pt x="2133600" y="6096"/>
                  </a:lnTo>
                  <a:close/>
                </a:path>
                <a:path w="3712845" h="9525">
                  <a:moveTo>
                    <a:pt x="2174748" y="6096"/>
                  </a:moveTo>
                  <a:lnTo>
                    <a:pt x="2174748" y="3048"/>
                  </a:lnTo>
                  <a:lnTo>
                    <a:pt x="2177796" y="0"/>
                  </a:lnTo>
                  <a:lnTo>
                    <a:pt x="2179320" y="0"/>
                  </a:lnTo>
                  <a:lnTo>
                    <a:pt x="2182368" y="3048"/>
                  </a:lnTo>
                  <a:lnTo>
                    <a:pt x="2182368" y="6096"/>
                  </a:lnTo>
                  <a:lnTo>
                    <a:pt x="2180844" y="7620"/>
                  </a:lnTo>
                  <a:lnTo>
                    <a:pt x="2180844" y="9143"/>
                  </a:lnTo>
                  <a:lnTo>
                    <a:pt x="2176272" y="9143"/>
                  </a:lnTo>
                  <a:lnTo>
                    <a:pt x="2176272" y="7620"/>
                  </a:lnTo>
                  <a:lnTo>
                    <a:pt x="2174748" y="6096"/>
                  </a:lnTo>
                  <a:close/>
                </a:path>
                <a:path w="3712845" h="9525">
                  <a:moveTo>
                    <a:pt x="2221992" y="6096"/>
                  </a:moveTo>
                  <a:lnTo>
                    <a:pt x="2221992" y="3048"/>
                  </a:lnTo>
                  <a:lnTo>
                    <a:pt x="2223516" y="3048"/>
                  </a:lnTo>
                  <a:lnTo>
                    <a:pt x="2223516" y="6096"/>
                  </a:lnTo>
                  <a:lnTo>
                    <a:pt x="2221992" y="6096"/>
                  </a:lnTo>
                  <a:close/>
                </a:path>
                <a:path w="3712845" h="9525">
                  <a:moveTo>
                    <a:pt x="2215896" y="7620"/>
                  </a:moveTo>
                  <a:lnTo>
                    <a:pt x="2215896" y="1524"/>
                  </a:lnTo>
                  <a:lnTo>
                    <a:pt x="2217420" y="1524"/>
                  </a:lnTo>
                  <a:lnTo>
                    <a:pt x="2217420" y="0"/>
                  </a:lnTo>
                  <a:lnTo>
                    <a:pt x="2220468" y="0"/>
                  </a:lnTo>
                  <a:lnTo>
                    <a:pt x="2220468" y="1524"/>
                  </a:lnTo>
                  <a:lnTo>
                    <a:pt x="2221992" y="1524"/>
                  </a:lnTo>
                  <a:lnTo>
                    <a:pt x="2221992" y="7620"/>
                  </a:lnTo>
                  <a:lnTo>
                    <a:pt x="2220468" y="9143"/>
                  </a:lnTo>
                  <a:lnTo>
                    <a:pt x="2217420" y="9143"/>
                  </a:lnTo>
                  <a:lnTo>
                    <a:pt x="2215896" y="7620"/>
                  </a:lnTo>
                  <a:close/>
                </a:path>
                <a:path w="3712845" h="9525">
                  <a:moveTo>
                    <a:pt x="2214372" y="6096"/>
                  </a:moveTo>
                  <a:lnTo>
                    <a:pt x="2214372" y="3048"/>
                  </a:lnTo>
                  <a:lnTo>
                    <a:pt x="2215896" y="3048"/>
                  </a:lnTo>
                  <a:lnTo>
                    <a:pt x="2215896" y="6096"/>
                  </a:lnTo>
                  <a:lnTo>
                    <a:pt x="2214372" y="6096"/>
                  </a:lnTo>
                  <a:close/>
                </a:path>
                <a:path w="3712845" h="9525">
                  <a:moveTo>
                    <a:pt x="2255520" y="7620"/>
                  </a:moveTo>
                  <a:lnTo>
                    <a:pt x="2255520" y="1524"/>
                  </a:lnTo>
                  <a:lnTo>
                    <a:pt x="2257044" y="1524"/>
                  </a:lnTo>
                  <a:lnTo>
                    <a:pt x="2258568" y="0"/>
                  </a:lnTo>
                  <a:lnTo>
                    <a:pt x="2260092" y="0"/>
                  </a:lnTo>
                  <a:lnTo>
                    <a:pt x="2263140" y="3048"/>
                  </a:lnTo>
                  <a:lnTo>
                    <a:pt x="2263140" y="6096"/>
                  </a:lnTo>
                  <a:lnTo>
                    <a:pt x="2261616" y="7620"/>
                  </a:lnTo>
                  <a:lnTo>
                    <a:pt x="2261616" y="9143"/>
                  </a:lnTo>
                  <a:lnTo>
                    <a:pt x="2257044" y="9143"/>
                  </a:lnTo>
                  <a:lnTo>
                    <a:pt x="2255520" y="7620"/>
                  </a:lnTo>
                  <a:close/>
                </a:path>
                <a:path w="3712845" h="9525">
                  <a:moveTo>
                    <a:pt x="2295144" y="6096"/>
                  </a:moveTo>
                  <a:lnTo>
                    <a:pt x="2295144" y="3048"/>
                  </a:lnTo>
                  <a:lnTo>
                    <a:pt x="2298192" y="0"/>
                  </a:lnTo>
                  <a:lnTo>
                    <a:pt x="2299716" y="0"/>
                  </a:lnTo>
                  <a:lnTo>
                    <a:pt x="2301240" y="1524"/>
                  </a:lnTo>
                  <a:lnTo>
                    <a:pt x="2302764" y="1524"/>
                  </a:lnTo>
                  <a:lnTo>
                    <a:pt x="2302764" y="7620"/>
                  </a:lnTo>
                  <a:lnTo>
                    <a:pt x="2301240" y="9143"/>
                  </a:lnTo>
                  <a:lnTo>
                    <a:pt x="2296668" y="9143"/>
                  </a:lnTo>
                  <a:lnTo>
                    <a:pt x="2296668" y="7620"/>
                  </a:lnTo>
                  <a:lnTo>
                    <a:pt x="2295144" y="6096"/>
                  </a:lnTo>
                  <a:close/>
                </a:path>
                <a:path w="3712845" h="9525">
                  <a:moveTo>
                    <a:pt x="2336292" y="7620"/>
                  </a:moveTo>
                  <a:lnTo>
                    <a:pt x="2336292" y="1524"/>
                  </a:lnTo>
                  <a:lnTo>
                    <a:pt x="2337816" y="1524"/>
                  </a:lnTo>
                  <a:lnTo>
                    <a:pt x="2337816" y="0"/>
                  </a:lnTo>
                  <a:lnTo>
                    <a:pt x="2340864" y="0"/>
                  </a:lnTo>
                  <a:lnTo>
                    <a:pt x="2343912" y="3048"/>
                  </a:lnTo>
                  <a:lnTo>
                    <a:pt x="2343912" y="6096"/>
                  </a:lnTo>
                  <a:lnTo>
                    <a:pt x="2342388" y="7620"/>
                  </a:lnTo>
                  <a:lnTo>
                    <a:pt x="2342388" y="9143"/>
                  </a:lnTo>
                  <a:lnTo>
                    <a:pt x="2337816" y="9143"/>
                  </a:lnTo>
                  <a:lnTo>
                    <a:pt x="2336292" y="7620"/>
                  </a:lnTo>
                  <a:close/>
                </a:path>
                <a:path w="3712845" h="9525">
                  <a:moveTo>
                    <a:pt x="2375916" y="6096"/>
                  </a:moveTo>
                  <a:lnTo>
                    <a:pt x="2375916" y="3048"/>
                  </a:lnTo>
                  <a:lnTo>
                    <a:pt x="2378964" y="0"/>
                  </a:lnTo>
                  <a:lnTo>
                    <a:pt x="2380488" y="0"/>
                  </a:lnTo>
                  <a:lnTo>
                    <a:pt x="2383536" y="3048"/>
                  </a:lnTo>
                  <a:lnTo>
                    <a:pt x="2383536" y="6096"/>
                  </a:lnTo>
                  <a:lnTo>
                    <a:pt x="2382012" y="7620"/>
                  </a:lnTo>
                  <a:lnTo>
                    <a:pt x="2382012" y="9143"/>
                  </a:lnTo>
                  <a:lnTo>
                    <a:pt x="2377440" y="9143"/>
                  </a:lnTo>
                  <a:lnTo>
                    <a:pt x="2377440" y="7620"/>
                  </a:lnTo>
                  <a:lnTo>
                    <a:pt x="2375916" y="6096"/>
                  </a:lnTo>
                  <a:close/>
                </a:path>
                <a:path w="3712845" h="9525">
                  <a:moveTo>
                    <a:pt x="2423160" y="6096"/>
                  </a:moveTo>
                  <a:lnTo>
                    <a:pt x="2423160" y="3048"/>
                  </a:lnTo>
                  <a:lnTo>
                    <a:pt x="2424684" y="3048"/>
                  </a:lnTo>
                  <a:lnTo>
                    <a:pt x="2424684" y="6096"/>
                  </a:lnTo>
                  <a:lnTo>
                    <a:pt x="2423160" y="6096"/>
                  </a:lnTo>
                  <a:close/>
                </a:path>
                <a:path w="3712845" h="9525">
                  <a:moveTo>
                    <a:pt x="2417064" y="7620"/>
                  </a:moveTo>
                  <a:lnTo>
                    <a:pt x="2417064" y="1524"/>
                  </a:lnTo>
                  <a:lnTo>
                    <a:pt x="2418588" y="1524"/>
                  </a:lnTo>
                  <a:lnTo>
                    <a:pt x="2418588" y="0"/>
                  </a:lnTo>
                  <a:lnTo>
                    <a:pt x="2421636" y="0"/>
                  </a:lnTo>
                  <a:lnTo>
                    <a:pt x="2421636" y="1524"/>
                  </a:lnTo>
                  <a:lnTo>
                    <a:pt x="2423160" y="1524"/>
                  </a:lnTo>
                  <a:lnTo>
                    <a:pt x="2423160" y="7620"/>
                  </a:lnTo>
                  <a:lnTo>
                    <a:pt x="2421636" y="9143"/>
                  </a:lnTo>
                  <a:lnTo>
                    <a:pt x="2418588" y="9143"/>
                  </a:lnTo>
                  <a:lnTo>
                    <a:pt x="2417064" y="7620"/>
                  </a:lnTo>
                  <a:close/>
                </a:path>
                <a:path w="3712845" h="9525">
                  <a:moveTo>
                    <a:pt x="2415540" y="6096"/>
                  </a:moveTo>
                  <a:lnTo>
                    <a:pt x="2415540" y="3048"/>
                  </a:lnTo>
                  <a:lnTo>
                    <a:pt x="2417064" y="3048"/>
                  </a:lnTo>
                  <a:lnTo>
                    <a:pt x="2417064" y="6096"/>
                  </a:lnTo>
                  <a:lnTo>
                    <a:pt x="2415540" y="6096"/>
                  </a:lnTo>
                  <a:close/>
                </a:path>
                <a:path w="3712845" h="9525">
                  <a:moveTo>
                    <a:pt x="2456688" y="6096"/>
                  </a:moveTo>
                  <a:lnTo>
                    <a:pt x="2456688" y="3048"/>
                  </a:lnTo>
                  <a:lnTo>
                    <a:pt x="2459736" y="0"/>
                  </a:lnTo>
                  <a:lnTo>
                    <a:pt x="2461260" y="0"/>
                  </a:lnTo>
                  <a:lnTo>
                    <a:pt x="2464308" y="3048"/>
                  </a:lnTo>
                  <a:lnTo>
                    <a:pt x="2464308" y="6096"/>
                  </a:lnTo>
                  <a:lnTo>
                    <a:pt x="2462784" y="7620"/>
                  </a:lnTo>
                  <a:lnTo>
                    <a:pt x="2462784" y="9143"/>
                  </a:lnTo>
                  <a:lnTo>
                    <a:pt x="2458212" y="9143"/>
                  </a:lnTo>
                  <a:lnTo>
                    <a:pt x="2458212" y="7620"/>
                  </a:lnTo>
                  <a:lnTo>
                    <a:pt x="2456688" y="6096"/>
                  </a:lnTo>
                  <a:close/>
                </a:path>
                <a:path w="3712845" h="9525">
                  <a:moveTo>
                    <a:pt x="2496312" y="6096"/>
                  </a:moveTo>
                  <a:lnTo>
                    <a:pt x="2496312" y="3048"/>
                  </a:lnTo>
                  <a:lnTo>
                    <a:pt x="2499360" y="0"/>
                  </a:lnTo>
                  <a:lnTo>
                    <a:pt x="2502408" y="0"/>
                  </a:lnTo>
                  <a:lnTo>
                    <a:pt x="2502408" y="1524"/>
                  </a:lnTo>
                  <a:lnTo>
                    <a:pt x="2503932" y="1524"/>
                  </a:lnTo>
                  <a:lnTo>
                    <a:pt x="2503932" y="7620"/>
                  </a:lnTo>
                  <a:lnTo>
                    <a:pt x="2502408" y="9143"/>
                  </a:lnTo>
                  <a:lnTo>
                    <a:pt x="2497836" y="9143"/>
                  </a:lnTo>
                  <a:lnTo>
                    <a:pt x="2497836" y="7620"/>
                  </a:lnTo>
                  <a:lnTo>
                    <a:pt x="2496312" y="6096"/>
                  </a:lnTo>
                  <a:close/>
                </a:path>
                <a:path w="3712845" h="9525">
                  <a:moveTo>
                    <a:pt x="2537460" y="7620"/>
                  </a:moveTo>
                  <a:lnTo>
                    <a:pt x="2537460" y="1524"/>
                  </a:lnTo>
                  <a:lnTo>
                    <a:pt x="2538984" y="1524"/>
                  </a:lnTo>
                  <a:lnTo>
                    <a:pt x="2540508" y="0"/>
                  </a:lnTo>
                  <a:lnTo>
                    <a:pt x="2542032" y="0"/>
                  </a:lnTo>
                  <a:lnTo>
                    <a:pt x="2545080" y="3048"/>
                  </a:lnTo>
                  <a:lnTo>
                    <a:pt x="2545080" y="6096"/>
                  </a:lnTo>
                  <a:lnTo>
                    <a:pt x="2543556" y="7620"/>
                  </a:lnTo>
                  <a:lnTo>
                    <a:pt x="2543556" y="9143"/>
                  </a:lnTo>
                  <a:lnTo>
                    <a:pt x="2538984" y="9143"/>
                  </a:lnTo>
                  <a:lnTo>
                    <a:pt x="2537460" y="7620"/>
                  </a:lnTo>
                  <a:close/>
                </a:path>
                <a:path w="3712845" h="9525">
                  <a:moveTo>
                    <a:pt x="2577084" y="6096"/>
                  </a:moveTo>
                  <a:lnTo>
                    <a:pt x="2577084" y="3048"/>
                  </a:lnTo>
                  <a:lnTo>
                    <a:pt x="2580132" y="0"/>
                  </a:lnTo>
                  <a:lnTo>
                    <a:pt x="2581656" y="0"/>
                  </a:lnTo>
                  <a:lnTo>
                    <a:pt x="2583180" y="1524"/>
                  </a:lnTo>
                  <a:lnTo>
                    <a:pt x="2584704" y="1524"/>
                  </a:lnTo>
                  <a:lnTo>
                    <a:pt x="2584704" y="7620"/>
                  </a:lnTo>
                  <a:lnTo>
                    <a:pt x="2583180" y="9143"/>
                  </a:lnTo>
                  <a:lnTo>
                    <a:pt x="2578608" y="9143"/>
                  </a:lnTo>
                  <a:lnTo>
                    <a:pt x="2578608" y="7620"/>
                  </a:lnTo>
                  <a:lnTo>
                    <a:pt x="2577084" y="6096"/>
                  </a:lnTo>
                  <a:close/>
                </a:path>
                <a:path w="3712845" h="9525">
                  <a:moveTo>
                    <a:pt x="2624328" y="6096"/>
                  </a:moveTo>
                  <a:lnTo>
                    <a:pt x="2624328" y="3048"/>
                  </a:lnTo>
                  <a:lnTo>
                    <a:pt x="2625852" y="3048"/>
                  </a:lnTo>
                  <a:lnTo>
                    <a:pt x="2625852" y="6096"/>
                  </a:lnTo>
                  <a:lnTo>
                    <a:pt x="2624328" y="6096"/>
                  </a:lnTo>
                  <a:close/>
                </a:path>
                <a:path w="3712845" h="9525">
                  <a:moveTo>
                    <a:pt x="2618232" y="7620"/>
                  </a:moveTo>
                  <a:lnTo>
                    <a:pt x="2618232" y="1524"/>
                  </a:lnTo>
                  <a:lnTo>
                    <a:pt x="2619756" y="1524"/>
                  </a:lnTo>
                  <a:lnTo>
                    <a:pt x="2619756" y="0"/>
                  </a:lnTo>
                  <a:lnTo>
                    <a:pt x="2622804" y="0"/>
                  </a:lnTo>
                  <a:lnTo>
                    <a:pt x="2622804" y="1524"/>
                  </a:lnTo>
                  <a:lnTo>
                    <a:pt x="2624328" y="1524"/>
                  </a:lnTo>
                  <a:lnTo>
                    <a:pt x="2624328" y="7620"/>
                  </a:lnTo>
                  <a:lnTo>
                    <a:pt x="2622804" y="9143"/>
                  </a:lnTo>
                  <a:lnTo>
                    <a:pt x="2619756" y="9143"/>
                  </a:lnTo>
                  <a:lnTo>
                    <a:pt x="2618232" y="7620"/>
                  </a:lnTo>
                  <a:close/>
                </a:path>
                <a:path w="3712845" h="9525">
                  <a:moveTo>
                    <a:pt x="2616708" y="6096"/>
                  </a:moveTo>
                  <a:lnTo>
                    <a:pt x="2616708" y="3048"/>
                  </a:lnTo>
                  <a:lnTo>
                    <a:pt x="2618232" y="3048"/>
                  </a:lnTo>
                  <a:lnTo>
                    <a:pt x="2618232" y="6096"/>
                  </a:lnTo>
                  <a:lnTo>
                    <a:pt x="2616708" y="6096"/>
                  </a:lnTo>
                  <a:close/>
                </a:path>
                <a:path w="3712845" h="9525">
                  <a:moveTo>
                    <a:pt x="2657856" y="6096"/>
                  </a:moveTo>
                  <a:lnTo>
                    <a:pt x="2657856" y="3048"/>
                  </a:lnTo>
                  <a:lnTo>
                    <a:pt x="2660904" y="0"/>
                  </a:lnTo>
                  <a:lnTo>
                    <a:pt x="2662428" y="0"/>
                  </a:lnTo>
                  <a:lnTo>
                    <a:pt x="2665476" y="3048"/>
                  </a:lnTo>
                  <a:lnTo>
                    <a:pt x="2665476" y="6096"/>
                  </a:lnTo>
                  <a:lnTo>
                    <a:pt x="2663952" y="7620"/>
                  </a:lnTo>
                  <a:lnTo>
                    <a:pt x="2663952" y="9143"/>
                  </a:lnTo>
                  <a:lnTo>
                    <a:pt x="2659380" y="9143"/>
                  </a:lnTo>
                  <a:lnTo>
                    <a:pt x="2659380" y="7620"/>
                  </a:lnTo>
                  <a:lnTo>
                    <a:pt x="2657856" y="6096"/>
                  </a:lnTo>
                  <a:close/>
                </a:path>
                <a:path w="3712845" h="9525">
                  <a:moveTo>
                    <a:pt x="2705100" y="6096"/>
                  </a:moveTo>
                  <a:lnTo>
                    <a:pt x="2705100" y="3048"/>
                  </a:lnTo>
                  <a:lnTo>
                    <a:pt x="2706624" y="3048"/>
                  </a:lnTo>
                  <a:lnTo>
                    <a:pt x="2706624" y="6096"/>
                  </a:lnTo>
                  <a:lnTo>
                    <a:pt x="2705100" y="6096"/>
                  </a:lnTo>
                  <a:close/>
                </a:path>
                <a:path w="3712845" h="9525">
                  <a:moveTo>
                    <a:pt x="2699004" y="7620"/>
                  </a:moveTo>
                  <a:lnTo>
                    <a:pt x="2699004" y="1524"/>
                  </a:lnTo>
                  <a:lnTo>
                    <a:pt x="2700528" y="1524"/>
                  </a:lnTo>
                  <a:lnTo>
                    <a:pt x="2700528" y="0"/>
                  </a:lnTo>
                  <a:lnTo>
                    <a:pt x="2703576" y="0"/>
                  </a:lnTo>
                  <a:lnTo>
                    <a:pt x="2703576" y="1524"/>
                  </a:lnTo>
                  <a:lnTo>
                    <a:pt x="2705100" y="1524"/>
                  </a:lnTo>
                  <a:lnTo>
                    <a:pt x="2705100" y="7620"/>
                  </a:lnTo>
                  <a:lnTo>
                    <a:pt x="2703576" y="9143"/>
                  </a:lnTo>
                  <a:lnTo>
                    <a:pt x="2700528" y="9143"/>
                  </a:lnTo>
                  <a:lnTo>
                    <a:pt x="2699004" y="7620"/>
                  </a:lnTo>
                  <a:close/>
                </a:path>
                <a:path w="3712845" h="9525">
                  <a:moveTo>
                    <a:pt x="2697480" y="6096"/>
                  </a:moveTo>
                  <a:lnTo>
                    <a:pt x="2697480" y="3048"/>
                  </a:lnTo>
                  <a:lnTo>
                    <a:pt x="2699004" y="3048"/>
                  </a:lnTo>
                  <a:lnTo>
                    <a:pt x="2699004" y="6096"/>
                  </a:lnTo>
                  <a:lnTo>
                    <a:pt x="2697480" y="6096"/>
                  </a:lnTo>
                  <a:close/>
                </a:path>
                <a:path w="3712845" h="9525">
                  <a:moveTo>
                    <a:pt x="2738628" y="7620"/>
                  </a:moveTo>
                  <a:lnTo>
                    <a:pt x="2738628" y="1524"/>
                  </a:lnTo>
                  <a:lnTo>
                    <a:pt x="2740152" y="1524"/>
                  </a:lnTo>
                  <a:lnTo>
                    <a:pt x="2741676" y="0"/>
                  </a:lnTo>
                  <a:lnTo>
                    <a:pt x="2743200" y="0"/>
                  </a:lnTo>
                  <a:lnTo>
                    <a:pt x="2746248" y="3048"/>
                  </a:lnTo>
                  <a:lnTo>
                    <a:pt x="2746248" y="6096"/>
                  </a:lnTo>
                  <a:lnTo>
                    <a:pt x="2744724" y="7620"/>
                  </a:lnTo>
                  <a:lnTo>
                    <a:pt x="2744724" y="9143"/>
                  </a:lnTo>
                  <a:lnTo>
                    <a:pt x="2740152" y="9143"/>
                  </a:lnTo>
                  <a:lnTo>
                    <a:pt x="2738628" y="7620"/>
                  </a:lnTo>
                  <a:close/>
                </a:path>
                <a:path w="3712845" h="9525">
                  <a:moveTo>
                    <a:pt x="2778252" y="6096"/>
                  </a:moveTo>
                  <a:lnTo>
                    <a:pt x="2778252" y="3048"/>
                  </a:lnTo>
                  <a:lnTo>
                    <a:pt x="2781300" y="0"/>
                  </a:lnTo>
                  <a:lnTo>
                    <a:pt x="2782824" y="0"/>
                  </a:lnTo>
                  <a:lnTo>
                    <a:pt x="2784348" y="1524"/>
                  </a:lnTo>
                  <a:lnTo>
                    <a:pt x="2785872" y="1524"/>
                  </a:lnTo>
                  <a:lnTo>
                    <a:pt x="2785872" y="7620"/>
                  </a:lnTo>
                  <a:lnTo>
                    <a:pt x="2784348" y="9143"/>
                  </a:lnTo>
                  <a:lnTo>
                    <a:pt x="2779776" y="9143"/>
                  </a:lnTo>
                  <a:lnTo>
                    <a:pt x="2779776" y="7620"/>
                  </a:lnTo>
                  <a:lnTo>
                    <a:pt x="2778252" y="6096"/>
                  </a:lnTo>
                  <a:close/>
                </a:path>
                <a:path w="3712845" h="9525">
                  <a:moveTo>
                    <a:pt x="2819400" y="7620"/>
                  </a:moveTo>
                  <a:lnTo>
                    <a:pt x="2819400" y="1524"/>
                  </a:lnTo>
                  <a:lnTo>
                    <a:pt x="2820924" y="1524"/>
                  </a:lnTo>
                  <a:lnTo>
                    <a:pt x="2820924" y="0"/>
                  </a:lnTo>
                  <a:lnTo>
                    <a:pt x="2823972" y="0"/>
                  </a:lnTo>
                  <a:lnTo>
                    <a:pt x="2823972" y="1524"/>
                  </a:lnTo>
                  <a:lnTo>
                    <a:pt x="2825496" y="1524"/>
                  </a:lnTo>
                  <a:lnTo>
                    <a:pt x="2827020" y="3048"/>
                  </a:lnTo>
                  <a:lnTo>
                    <a:pt x="2827020" y="6096"/>
                  </a:lnTo>
                  <a:lnTo>
                    <a:pt x="2823972" y="9143"/>
                  </a:lnTo>
                  <a:lnTo>
                    <a:pt x="2820924" y="9143"/>
                  </a:lnTo>
                  <a:lnTo>
                    <a:pt x="2819400" y="7620"/>
                  </a:lnTo>
                  <a:close/>
                </a:path>
                <a:path w="3712845" h="9525">
                  <a:moveTo>
                    <a:pt x="2859024" y="6096"/>
                  </a:moveTo>
                  <a:lnTo>
                    <a:pt x="2859024" y="3048"/>
                  </a:lnTo>
                  <a:lnTo>
                    <a:pt x="2862072" y="0"/>
                  </a:lnTo>
                  <a:lnTo>
                    <a:pt x="2863596" y="0"/>
                  </a:lnTo>
                  <a:lnTo>
                    <a:pt x="2866644" y="3048"/>
                  </a:lnTo>
                  <a:lnTo>
                    <a:pt x="2866644" y="6096"/>
                  </a:lnTo>
                  <a:lnTo>
                    <a:pt x="2865120" y="7620"/>
                  </a:lnTo>
                  <a:lnTo>
                    <a:pt x="2865120" y="9143"/>
                  </a:lnTo>
                  <a:lnTo>
                    <a:pt x="2860548" y="9143"/>
                  </a:lnTo>
                  <a:lnTo>
                    <a:pt x="2860548" y="7620"/>
                  </a:lnTo>
                  <a:lnTo>
                    <a:pt x="2859024" y="6096"/>
                  </a:lnTo>
                  <a:close/>
                </a:path>
                <a:path w="3712845" h="9525">
                  <a:moveTo>
                    <a:pt x="2906268" y="6096"/>
                  </a:moveTo>
                  <a:lnTo>
                    <a:pt x="2906268" y="3048"/>
                  </a:lnTo>
                  <a:lnTo>
                    <a:pt x="2907792" y="3048"/>
                  </a:lnTo>
                  <a:lnTo>
                    <a:pt x="2907792" y="6096"/>
                  </a:lnTo>
                  <a:lnTo>
                    <a:pt x="2906268" y="6096"/>
                  </a:lnTo>
                  <a:close/>
                </a:path>
                <a:path w="3712845" h="9525">
                  <a:moveTo>
                    <a:pt x="2900172" y="7620"/>
                  </a:moveTo>
                  <a:lnTo>
                    <a:pt x="2900172" y="1524"/>
                  </a:lnTo>
                  <a:lnTo>
                    <a:pt x="2901696" y="1524"/>
                  </a:lnTo>
                  <a:lnTo>
                    <a:pt x="2901696" y="0"/>
                  </a:lnTo>
                  <a:lnTo>
                    <a:pt x="2904744" y="0"/>
                  </a:lnTo>
                  <a:lnTo>
                    <a:pt x="2904744" y="1524"/>
                  </a:lnTo>
                  <a:lnTo>
                    <a:pt x="2906268" y="1524"/>
                  </a:lnTo>
                  <a:lnTo>
                    <a:pt x="2906268" y="7620"/>
                  </a:lnTo>
                  <a:lnTo>
                    <a:pt x="2904744" y="9143"/>
                  </a:lnTo>
                  <a:lnTo>
                    <a:pt x="2901696" y="9143"/>
                  </a:lnTo>
                  <a:lnTo>
                    <a:pt x="2900172" y="7620"/>
                  </a:lnTo>
                  <a:close/>
                </a:path>
                <a:path w="3712845" h="9525">
                  <a:moveTo>
                    <a:pt x="2898648" y="6096"/>
                  </a:moveTo>
                  <a:lnTo>
                    <a:pt x="2898648" y="3048"/>
                  </a:lnTo>
                  <a:lnTo>
                    <a:pt x="2900172" y="3048"/>
                  </a:lnTo>
                  <a:lnTo>
                    <a:pt x="2900172" y="6096"/>
                  </a:lnTo>
                  <a:lnTo>
                    <a:pt x="2898648" y="6096"/>
                  </a:lnTo>
                  <a:close/>
                </a:path>
                <a:path w="3712845" h="9525">
                  <a:moveTo>
                    <a:pt x="2939796" y="6096"/>
                  </a:moveTo>
                  <a:lnTo>
                    <a:pt x="2939796" y="3048"/>
                  </a:lnTo>
                  <a:lnTo>
                    <a:pt x="2942844" y="0"/>
                  </a:lnTo>
                  <a:lnTo>
                    <a:pt x="2944368" y="0"/>
                  </a:lnTo>
                  <a:lnTo>
                    <a:pt x="2947416" y="3048"/>
                  </a:lnTo>
                  <a:lnTo>
                    <a:pt x="2947416" y="6096"/>
                  </a:lnTo>
                  <a:lnTo>
                    <a:pt x="2945892" y="7620"/>
                  </a:lnTo>
                  <a:lnTo>
                    <a:pt x="2945892" y="9143"/>
                  </a:lnTo>
                  <a:lnTo>
                    <a:pt x="2941320" y="9143"/>
                  </a:lnTo>
                  <a:lnTo>
                    <a:pt x="2941320" y="7620"/>
                  </a:lnTo>
                  <a:lnTo>
                    <a:pt x="2939796" y="6096"/>
                  </a:lnTo>
                  <a:close/>
                </a:path>
                <a:path w="3712845" h="9525">
                  <a:moveTo>
                    <a:pt x="2979420" y="6096"/>
                  </a:moveTo>
                  <a:lnTo>
                    <a:pt x="2979420" y="3048"/>
                  </a:lnTo>
                  <a:lnTo>
                    <a:pt x="2982468" y="0"/>
                  </a:lnTo>
                  <a:lnTo>
                    <a:pt x="2985516" y="0"/>
                  </a:lnTo>
                  <a:lnTo>
                    <a:pt x="2985516" y="1524"/>
                  </a:lnTo>
                  <a:lnTo>
                    <a:pt x="2987040" y="1524"/>
                  </a:lnTo>
                  <a:lnTo>
                    <a:pt x="2987040" y="7620"/>
                  </a:lnTo>
                  <a:lnTo>
                    <a:pt x="2985516" y="9143"/>
                  </a:lnTo>
                  <a:lnTo>
                    <a:pt x="2980944" y="9143"/>
                  </a:lnTo>
                  <a:lnTo>
                    <a:pt x="2980944" y="7620"/>
                  </a:lnTo>
                  <a:lnTo>
                    <a:pt x="2979420" y="6096"/>
                  </a:lnTo>
                  <a:close/>
                </a:path>
                <a:path w="3712845" h="9525">
                  <a:moveTo>
                    <a:pt x="3020568" y="7620"/>
                  </a:moveTo>
                  <a:lnTo>
                    <a:pt x="3020568" y="1524"/>
                  </a:lnTo>
                  <a:lnTo>
                    <a:pt x="3022092" y="1524"/>
                  </a:lnTo>
                  <a:lnTo>
                    <a:pt x="3022092" y="0"/>
                  </a:lnTo>
                  <a:lnTo>
                    <a:pt x="3025140" y="0"/>
                  </a:lnTo>
                  <a:lnTo>
                    <a:pt x="3028188" y="3048"/>
                  </a:lnTo>
                  <a:lnTo>
                    <a:pt x="3028188" y="6096"/>
                  </a:lnTo>
                  <a:lnTo>
                    <a:pt x="3026664" y="7620"/>
                  </a:lnTo>
                  <a:lnTo>
                    <a:pt x="3026664" y="9143"/>
                  </a:lnTo>
                  <a:lnTo>
                    <a:pt x="3022092" y="9143"/>
                  </a:lnTo>
                  <a:lnTo>
                    <a:pt x="3020568" y="7620"/>
                  </a:lnTo>
                  <a:close/>
                </a:path>
                <a:path w="3712845" h="9525">
                  <a:moveTo>
                    <a:pt x="3060192" y="6096"/>
                  </a:moveTo>
                  <a:lnTo>
                    <a:pt x="3060192" y="3048"/>
                  </a:lnTo>
                  <a:lnTo>
                    <a:pt x="3063240" y="0"/>
                  </a:lnTo>
                  <a:lnTo>
                    <a:pt x="3064764" y="0"/>
                  </a:lnTo>
                  <a:lnTo>
                    <a:pt x="3066288" y="1524"/>
                  </a:lnTo>
                  <a:lnTo>
                    <a:pt x="3067812" y="1524"/>
                  </a:lnTo>
                  <a:lnTo>
                    <a:pt x="3067812" y="7620"/>
                  </a:lnTo>
                  <a:lnTo>
                    <a:pt x="3066288" y="9143"/>
                  </a:lnTo>
                  <a:lnTo>
                    <a:pt x="3061716" y="9143"/>
                  </a:lnTo>
                  <a:lnTo>
                    <a:pt x="3061716" y="7620"/>
                  </a:lnTo>
                  <a:lnTo>
                    <a:pt x="3060192" y="6096"/>
                  </a:lnTo>
                  <a:close/>
                </a:path>
                <a:path w="3712845" h="9525">
                  <a:moveTo>
                    <a:pt x="3107436" y="6096"/>
                  </a:moveTo>
                  <a:lnTo>
                    <a:pt x="3107436" y="3048"/>
                  </a:lnTo>
                  <a:lnTo>
                    <a:pt x="3108960" y="3048"/>
                  </a:lnTo>
                  <a:lnTo>
                    <a:pt x="3108960" y="6096"/>
                  </a:lnTo>
                  <a:lnTo>
                    <a:pt x="3107436" y="6096"/>
                  </a:lnTo>
                  <a:close/>
                </a:path>
                <a:path w="3712845" h="9525">
                  <a:moveTo>
                    <a:pt x="3101340" y="7620"/>
                  </a:moveTo>
                  <a:lnTo>
                    <a:pt x="3101340" y="1524"/>
                  </a:lnTo>
                  <a:lnTo>
                    <a:pt x="3102864" y="1524"/>
                  </a:lnTo>
                  <a:lnTo>
                    <a:pt x="3102864" y="0"/>
                  </a:lnTo>
                  <a:lnTo>
                    <a:pt x="3105912" y="0"/>
                  </a:lnTo>
                  <a:lnTo>
                    <a:pt x="3105912" y="1524"/>
                  </a:lnTo>
                  <a:lnTo>
                    <a:pt x="3107436" y="1524"/>
                  </a:lnTo>
                  <a:lnTo>
                    <a:pt x="3107436" y="7620"/>
                  </a:lnTo>
                  <a:lnTo>
                    <a:pt x="3105912" y="9143"/>
                  </a:lnTo>
                  <a:lnTo>
                    <a:pt x="3102864" y="9143"/>
                  </a:lnTo>
                  <a:lnTo>
                    <a:pt x="3101340" y="7620"/>
                  </a:lnTo>
                  <a:close/>
                </a:path>
                <a:path w="3712845" h="9525">
                  <a:moveTo>
                    <a:pt x="3099816" y="6096"/>
                  </a:moveTo>
                  <a:lnTo>
                    <a:pt x="3099816" y="3048"/>
                  </a:lnTo>
                  <a:lnTo>
                    <a:pt x="3101340" y="3048"/>
                  </a:lnTo>
                  <a:lnTo>
                    <a:pt x="3101340" y="6096"/>
                  </a:lnTo>
                  <a:lnTo>
                    <a:pt x="3099816" y="6096"/>
                  </a:lnTo>
                  <a:close/>
                </a:path>
                <a:path w="3712845" h="9525">
                  <a:moveTo>
                    <a:pt x="3140964" y="6096"/>
                  </a:moveTo>
                  <a:lnTo>
                    <a:pt x="3140964" y="3048"/>
                  </a:lnTo>
                  <a:lnTo>
                    <a:pt x="3144012" y="0"/>
                  </a:lnTo>
                  <a:lnTo>
                    <a:pt x="3145536" y="0"/>
                  </a:lnTo>
                  <a:lnTo>
                    <a:pt x="3148584" y="3048"/>
                  </a:lnTo>
                  <a:lnTo>
                    <a:pt x="3148584" y="6096"/>
                  </a:lnTo>
                  <a:lnTo>
                    <a:pt x="3147060" y="7620"/>
                  </a:lnTo>
                  <a:lnTo>
                    <a:pt x="3147060" y="9143"/>
                  </a:lnTo>
                  <a:lnTo>
                    <a:pt x="3142488" y="9143"/>
                  </a:lnTo>
                  <a:lnTo>
                    <a:pt x="3142488" y="7620"/>
                  </a:lnTo>
                  <a:lnTo>
                    <a:pt x="3140964" y="6096"/>
                  </a:lnTo>
                  <a:close/>
                </a:path>
                <a:path w="3712845" h="9525">
                  <a:moveTo>
                    <a:pt x="3188208" y="6096"/>
                  </a:moveTo>
                  <a:lnTo>
                    <a:pt x="3188208" y="3048"/>
                  </a:lnTo>
                  <a:lnTo>
                    <a:pt x="3189732" y="3048"/>
                  </a:lnTo>
                  <a:lnTo>
                    <a:pt x="3189732" y="6096"/>
                  </a:lnTo>
                  <a:lnTo>
                    <a:pt x="3188208" y="6096"/>
                  </a:lnTo>
                  <a:close/>
                </a:path>
                <a:path w="3712845" h="9525">
                  <a:moveTo>
                    <a:pt x="3182112" y="7620"/>
                  </a:moveTo>
                  <a:lnTo>
                    <a:pt x="3182112" y="1524"/>
                  </a:lnTo>
                  <a:lnTo>
                    <a:pt x="3183636" y="1524"/>
                  </a:lnTo>
                  <a:lnTo>
                    <a:pt x="3183636" y="0"/>
                  </a:lnTo>
                  <a:lnTo>
                    <a:pt x="3186684" y="0"/>
                  </a:lnTo>
                  <a:lnTo>
                    <a:pt x="3186684" y="1524"/>
                  </a:lnTo>
                  <a:lnTo>
                    <a:pt x="3188208" y="1524"/>
                  </a:lnTo>
                  <a:lnTo>
                    <a:pt x="3188208" y="7620"/>
                  </a:lnTo>
                  <a:lnTo>
                    <a:pt x="3186684" y="9143"/>
                  </a:lnTo>
                  <a:lnTo>
                    <a:pt x="3183636" y="9143"/>
                  </a:lnTo>
                  <a:lnTo>
                    <a:pt x="3182112" y="7620"/>
                  </a:lnTo>
                  <a:close/>
                </a:path>
                <a:path w="3712845" h="9525">
                  <a:moveTo>
                    <a:pt x="3180588" y="6096"/>
                  </a:moveTo>
                  <a:lnTo>
                    <a:pt x="3180588" y="3048"/>
                  </a:lnTo>
                  <a:lnTo>
                    <a:pt x="3182112" y="3048"/>
                  </a:lnTo>
                  <a:lnTo>
                    <a:pt x="3182112" y="6096"/>
                  </a:lnTo>
                  <a:lnTo>
                    <a:pt x="3180588" y="6096"/>
                  </a:lnTo>
                  <a:close/>
                </a:path>
                <a:path w="3712845" h="9525">
                  <a:moveTo>
                    <a:pt x="3221736" y="7620"/>
                  </a:moveTo>
                  <a:lnTo>
                    <a:pt x="3221736" y="1524"/>
                  </a:lnTo>
                  <a:lnTo>
                    <a:pt x="3223260" y="1524"/>
                  </a:lnTo>
                  <a:lnTo>
                    <a:pt x="3224784" y="0"/>
                  </a:lnTo>
                  <a:lnTo>
                    <a:pt x="3226308" y="0"/>
                  </a:lnTo>
                  <a:lnTo>
                    <a:pt x="3229356" y="3048"/>
                  </a:lnTo>
                  <a:lnTo>
                    <a:pt x="3229356" y="6096"/>
                  </a:lnTo>
                  <a:lnTo>
                    <a:pt x="3227832" y="7620"/>
                  </a:lnTo>
                  <a:lnTo>
                    <a:pt x="3227832" y="9143"/>
                  </a:lnTo>
                  <a:lnTo>
                    <a:pt x="3223260" y="9143"/>
                  </a:lnTo>
                  <a:lnTo>
                    <a:pt x="3221736" y="7620"/>
                  </a:lnTo>
                  <a:close/>
                </a:path>
                <a:path w="3712845" h="9525">
                  <a:moveTo>
                    <a:pt x="3261360" y="6096"/>
                  </a:moveTo>
                  <a:lnTo>
                    <a:pt x="3261360" y="3048"/>
                  </a:lnTo>
                  <a:lnTo>
                    <a:pt x="3264408" y="0"/>
                  </a:lnTo>
                  <a:lnTo>
                    <a:pt x="3265932" y="0"/>
                  </a:lnTo>
                  <a:lnTo>
                    <a:pt x="3267456" y="1524"/>
                  </a:lnTo>
                  <a:lnTo>
                    <a:pt x="3268980" y="1524"/>
                  </a:lnTo>
                  <a:lnTo>
                    <a:pt x="3268980" y="7620"/>
                  </a:lnTo>
                  <a:lnTo>
                    <a:pt x="3267456" y="9143"/>
                  </a:lnTo>
                  <a:lnTo>
                    <a:pt x="3262884" y="9143"/>
                  </a:lnTo>
                  <a:lnTo>
                    <a:pt x="3262884" y="7620"/>
                  </a:lnTo>
                  <a:lnTo>
                    <a:pt x="3261360" y="6096"/>
                  </a:lnTo>
                  <a:close/>
                </a:path>
                <a:path w="3712845" h="9525">
                  <a:moveTo>
                    <a:pt x="3302508" y="7620"/>
                  </a:moveTo>
                  <a:lnTo>
                    <a:pt x="3302508" y="1524"/>
                  </a:lnTo>
                  <a:lnTo>
                    <a:pt x="3304032" y="1524"/>
                  </a:lnTo>
                  <a:lnTo>
                    <a:pt x="3304032" y="0"/>
                  </a:lnTo>
                  <a:lnTo>
                    <a:pt x="3307080" y="0"/>
                  </a:lnTo>
                  <a:lnTo>
                    <a:pt x="3307080" y="1524"/>
                  </a:lnTo>
                  <a:lnTo>
                    <a:pt x="3308604" y="1524"/>
                  </a:lnTo>
                  <a:lnTo>
                    <a:pt x="3310128" y="3048"/>
                  </a:lnTo>
                  <a:lnTo>
                    <a:pt x="3310128" y="6096"/>
                  </a:lnTo>
                  <a:lnTo>
                    <a:pt x="3307080" y="9143"/>
                  </a:lnTo>
                  <a:lnTo>
                    <a:pt x="3304032" y="9143"/>
                  </a:lnTo>
                  <a:lnTo>
                    <a:pt x="3302508" y="7620"/>
                  </a:lnTo>
                  <a:close/>
                </a:path>
                <a:path w="3712845" h="9525">
                  <a:moveTo>
                    <a:pt x="3300984" y="6096"/>
                  </a:moveTo>
                  <a:lnTo>
                    <a:pt x="3300984" y="3048"/>
                  </a:lnTo>
                  <a:lnTo>
                    <a:pt x="3302508" y="3048"/>
                  </a:lnTo>
                  <a:lnTo>
                    <a:pt x="3302508" y="6096"/>
                  </a:lnTo>
                  <a:lnTo>
                    <a:pt x="3300984" y="6096"/>
                  </a:lnTo>
                  <a:close/>
                </a:path>
                <a:path w="3712845" h="9525">
                  <a:moveTo>
                    <a:pt x="3342132" y="6096"/>
                  </a:moveTo>
                  <a:lnTo>
                    <a:pt x="3342132" y="3048"/>
                  </a:lnTo>
                  <a:lnTo>
                    <a:pt x="3345180" y="0"/>
                  </a:lnTo>
                  <a:lnTo>
                    <a:pt x="3346704" y="0"/>
                  </a:lnTo>
                  <a:lnTo>
                    <a:pt x="3349752" y="3048"/>
                  </a:lnTo>
                  <a:lnTo>
                    <a:pt x="3349752" y="6096"/>
                  </a:lnTo>
                  <a:lnTo>
                    <a:pt x="3348228" y="7620"/>
                  </a:lnTo>
                  <a:lnTo>
                    <a:pt x="3348228" y="9143"/>
                  </a:lnTo>
                  <a:lnTo>
                    <a:pt x="3343656" y="9143"/>
                  </a:lnTo>
                  <a:lnTo>
                    <a:pt x="3343656" y="7620"/>
                  </a:lnTo>
                  <a:lnTo>
                    <a:pt x="3342132" y="6096"/>
                  </a:lnTo>
                  <a:close/>
                </a:path>
                <a:path w="3712845" h="9525">
                  <a:moveTo>
                    <a:pt x="3389376" y="6096"/>
                  </a:moveTo>
                  <a:lnTo>
                    <a:pt x="3389376" y="3048"/>
                  </a:lnTo>
                  <a:lnTo>
                    <a:pt x="3390900" y="3048"/>
                  </a:lnTo>
                  <a:lnTo>
                    <a:pt x="3390900" y="6096"/>
                  </a:lnTo>
                  <a:lnTo>
                    <a:pt x="3389376" y="6096"/>
                  </a:lnTo>
                  <a:close/>
                </a:path>
                <a:path w="3712845" h="9525">
                  <a:moveTo>
                    <a:pt x="3383280" y="7620"/>
                  </a:moveTo>
                  <a:lnTo>
                    <a:pt x="3383280" y="1524"/>
                  </a:lnTo>
                  <a:lnTo>
                    <a:pt x="3384804" y="1524"/>
                  </a:lnTo>
                  <a:lnTo>
                    <a:pt x="3384804" y="0"/>
                  </a:lnTo>
                  <a:lnTo>
                    <a:pt x="3387852" y="0"/>
                  </a:lnTo>
                  <a:lnTo>
                    <a:pt x="3387852" y="1524"/>
                  </a:lnTo>
                  <a:lnTo>
                    <a:pt x="3389376" y="1524"/>
                  </a:lnTo>
                  <a:lnTo>
                    <a:pt x="3389376" y="7620"/>
                  </a:lnTo>
                  <a:lnTo>
                    <a:pt x="3387852" y="9143"/>
                  </a:lnTo>
                  <a:lnTo>
                    <a:pt x="3384804" y="9143"/>
                  </a:lnTo>
                  <a:lnTo>
                    <a:pt x="3383280" y="7620"/>
                  </a:lnTo>
                  <a:close/>
                </a:path>
                <a:path w="3712845" h="9525">
                  <a:moveTo>
                    <a:pt x="3381756" y="6096"/>
                  </a:moveTo>
                  <a:lnTo>
                    <a:pt x="3381756" y="3048"/>
                  </a:lnTo>
                  <a:lnTo>
                    <a:pt x="3383280" y="3048"/>
                  </a:lnTo>
                  <a:lnTo>
                    <a:pt x="3383280" y="6096"/>
                  </a:lnTo>
                  <a:lnTo>
                    <a:pt x="3381756" y="6096"/>
                  </a:lnTo>
                  <a:close/>
                </a:path>
                <a:path w="3712845" h="9525">
                  <a:moveTo>
                    <a:pt x="3422904" y="6096"/>
                  </a:moveTo>
                  <a:lnTo>
                    <a:pt x="3422904" y="3048"/>
                  </a:lnTo>
                  <a:lnTo>
                    <a:pt x="3425952" y="0"/>
                  </a:lnTo>
                  <a:lnTo>
                    <a:pt x="3427476" y="0"/>
                  </a:lnTo>
                  <a:lnTo>
                    <a:pt x="3430524" y="3048"/>
                  </a:lnTo>
                  <a:lnTo>
                    <a:pt x="3430524" y="6096"/>
                  </a:lnTo>
                  <a:lnTo>
                    <a:pt x="3429000" y="7620"/>
                  </a:lnTo>
                  <a:lnTo>
                    <a:pt x="3429000" y="9143"/>
                  </a:lnTo>
                  <a:lnTo>
                    <a:pt x="3424428" y="9143"/>
                  </a:lnTo>
                  <a:lnTo>
                    <a:pt x="3424428" y="7620"/>
                  </a:lnTo>
                  <a:lnTo>
                    <a:pt x="3422904" y="6096"/>
                  </a:lnTo>
                  <a:close/>
                </a:path>
                <a:path w="3712845" h="9525">
                  <a:moveTo>
                    <a:pt x="3462528" y="6096"/>
                  </a:moveTo>
                  <a:lnTo>
                    <a:pt x="3462528" y="3048"/>
                  </a:lnTo>
                  <a:lnTo>
                    <a:pt x="3465576" y="0"/>
                  </a:lnTo>
                  <a:lnTo>
                    <a:pt x="3468624" y="0"/>
                  </a:lnTo>
                  <a:lnTo>
                    <a:pt x="3468624" y="1524"/>
                  </a:lnTo>
                  <a:lnTo>
                    <a:pt x="3470148" y="1524"/>
                  </a:lnTo>
                  <a:lnTo>
                    <a:pt x="3470148" y="7620"/>
                  </a:lnTo>
                  <a:lnTo>
                    <a:pt x="3468624" y="9143"/>
                  </a:lnTo>
                  <a:lnTo>
                    <a:pt x="3464052" y="9143"/>
                  </a:lnTo>
                  <a:lnTo>
                    <a:pt x="3464052" y="7620"/>
                  </a:lnTo>
                  <a:lnTo>
                    <a:pt x="3462528" y="6096"/>
                  </a:lnTo>
                  <a:close/>
                </a:path>
                <a:path w="3712845" h="9525">
                  <a:moveTo>
                    <a:pt x="3503676" y="7620"/>
                  </a:moveTo>
                  <a:lnTo>
                    <a:pt x="3503676" y="1524"/>
                  </a:lnTo>
                  <a:lnTo>
                    <a:pt x="3505200" y="1524"/>
                  </a:lnTo>
                  <a:lnTo>
                    <a:pt x="3505200" y="0"/>
                  </a:lnTo>
                  <a:lnTo>
                    <a:pt x="3508248" y="0"/>
                  </a:lnTo>
                  <a:lnTo>
                    <a:pt x="3511296" y="3048"/>
                  </a:lnTo>
                  <a:lnTo>
                    <a:pt x="3511296" y="6096"/>
                  </a:lnTo>
                  <a:lnTo>
                    <a:pt x="3509772" y="7620"/>
                  </a:lnTo>
                  <a:lnTo>
                    <a:pt x="3509772" y="9143"/>
                  </a:lnTo>
                  <a:lnTo>
                    <a:pt x="3505200" y="9143"/>
                  </a:lnTo>
                  <a:lnTo>
                    <a:pt x="3503676" y="7620"/>
                  </a:lnTo>
                  <a:close/>
                </a:path>
                <a:path w="3712845" h="9525">
                  <a:moveTo>
                    <a:pt x="3543300" y="6096"/>
                  </a:moveTo>
                  <a:lnTo>
                    <a:pt x="3543300" y="3048"/>
                  </a:lnTo>
                  <a:lnTo>
                    <a:pt x="3546348" y="0"/>
                  </a:lnTo>
                  <a:lnTo>
                    <a:pt x="3547872" y="0"/>
                  </a:lnTo>
                  <a:lnTo>
                    <a:pt x="3550920" y="3048"/>
                  </a:lnTo>
                  <a:lnTo>
                    <a:pt x="3550920" y="6096"/>
                  </a:lnTo>
                  <a:lnTo>
                    <a:pt x="3549396" y="7620"/>
                  </a:lnTo>
                  <a:lnTo>
                    <a:pt x="3549396" y="9143"/>
                  </a:lnTo>
                  <a:lnTo>
                    <a:pt x="3544824" y="9143"/>
                  </a:lnTo>
                  <a:lnTo>
                    <a:pt x="3544824" y="7620"/>
                  </a:lnTo>
                  <a:lnTo>
                    <a:pt x="3543300" y="6096"/>
                  </a:lnTo>
                  <a:close/>
                </a:path>
                <a:path w="3712845" h="9525">
                  <a:moveTo>
                    <a:pt x="3590544" y="6096"/>
                  </a:moveTo>
                  <a:lnTo>
                    <a:pt x="3590544" y="3048"/>
                  </a:lnTo>
                  <a:lnTo>
                    <a:pt x="3592068" y="3048"/>
                  </a:lnTo>
                  <a:lnTo>
                    <a:pt x="3592068" y="6096"/>
                  </a:lnTo>
                  <a:lnTo>
                    <a:pt x="3590544" y="6096"/>
                  </a:lnTo>
                  <a:close/>
                </a:path>
                <a:path w="3712845" h="9525">
                  <a:moveTo>
                    <a:pt x="3584448" y="7620"/>
                  </a:moveTo>
                  <a:lnTo>
                    <a:pt x="3584448" y="1524"/>
                  </a:lnTo>
                  <a:lnTo>
                    <a:pt x="3585972" y="1524"/>
                  </a:lnTo>
                  <a:lnTo>
                    <a:pt x="3585972" y="0"/>
                  </a:lnTo>
                  <a:lnTo>
                    <a:pt x="3589020" y="0"/>
                  </a:lnTo>
                  <a:lnTo>
                    <a:pt x="3589020" y="1524"/>
                  </a:lnTo>
                  <a:lnTo>
                    <a:pt x="3590544" y="1524"/>
                  </a:lnTo>
                  <a:lnTo>
                    <a:pt x="3590544" y="7620"/>
                  </a:lnTo>
                  <a:lnTo>
                    <a:pt x="3589020" y="9143"/>
                  </a:lnTo>
                  <a:lnTo>
                    <a:pt x="3585972" y="9143"/>
                  </a:lnTo>
                  <a:lnTo>
                    <a:pt x="3584448" y="7620"/>
                  </a:lnTo>
                  <a:close/>
                </a:path>
                <a:path w="3712845" h="9525">
                  <a:moveTo>
                    <a:pt x="3582924" y="6096"/>
                  </a:moveTo>
                  <a:lnTo>
                    <a:pt x="3582924" y="3048"/>
                  </a:lnTo>
                  <a:lnTo>
                    <a:pt x="3584448" y="3048"/>
                  </a:lnTo>
                  <a:lnTo>
                    <a:pt x="3584448" y="6096"/>
                  </a:lnTo>
                  <a:lnTo>
                    <a:pt x="3582924" y="6096"/>
                  </a:lnTo>
                  <a:close/>
                </a:path>
                <a:path w="3712845" h="9525">
                  <a:moveTo>
                    <a:pt x="3624072" y="6096"/>
                  </a:moveTo>
                  <a:lnTo>
                    <a:pt x="3624072" y="3048"/>
                  </a:lnTo>
                  <a:lnTo>
                    <a:pt x="3627120" y="0"/>
                  </a:lnTo>
                  <a:lnTo>
                    <a:pt x="3628644" y="0"/>
                  </a:lnTo>
                  <a:lnTo>
                    <a:pt x="3631692" y="3048"/>
                  </a:lnTo>
                  <a:lnTo>
                    <a:pt x="3631692" y="6096"/>
                  </a:lnTo>
                  <a:lnTo>
                    <a:pt x="3630168" y="7620"/>
                  </a:lnTo>
                  <a:lnTo>
                    <a:pt x="3630168" y="9143"/>
                  </a:lnTo>
                  <a:lnTo>
                    <a:pt x="3625596" y="9143"/>
                  </a:lnTo>
                  <a:lnTo>
                    <a:pt x="3625596" y="7620"/>
                  </a:lnTo>
                  <a:lnTo>
                    <a:pt x="3624072" y="6096"/>
                  </a:lnTo>
                  <a:close/>
                </a:path>
                <a:path w="3712845" h="9525">
                  <a:moveTo>
                    <a:pt x="3671316" y="6096"/>
                  </a:moveTo>
                  <a:lnTo>
                    <a:pt x="3671316" y="3048"/>
                  </a:lnTo>
                  <a:lnTo>
                    <a:pt x="3672840" y="3048"/>
                  </a:lnTo>
                  <a:lnTo>
                    <a:pt x="3672840" y="6096"/>
                  </a:lnTo>
                  <a:lnTo>
                    <a:pt x="3671316" y="6096"/>
                  </a:lnTo>
                  <a:close/>
                </a:path>
                <a:path w="3712845" h="9525">
                  <a:moveTo>
                    <a:pt x="3663696" y="6096"/>
                  </a:moveTo>
                  <a:lnTo>
                    <a:pt x="3663696" y="3048"/>
                  </a:lnTo>
                  <a:lnTo>
                    <a:pt x="3665220" y="1524"/>
                  </a:lnTo>
                  <a:lnTo>
                    <a:pt x="3666744" y="1524"/>
                  </a:lnTo>
                  <a:lnTo>
                    <a:pt x="3666744" y="0"/>
                  </a:lnTo>
                  <a:lnTo>
                    <a:pt x="3669792" y="0"/>
                  </a:lnTo>
                  <a:lnTo>
                    <a:pt x="3669792" y="1524"/>
                  </a:lnTo>
                  <a:lnTo>
                    <a:pt x="3671316" y="1524"/>
                  </a:lnTo>
                  <a:lnTo>
                    <a:pt x="3671316" y="7620"/>
                  </a:lnTo>
                  <a:lnTo>
                    <a:pt x="3669792" y="9143"/>
                  </a:lnTo>
                  <a:lnTo>
                    <a:pt x="3666744" y="9143"/>
                  </a:lnTo>
                  <a:lnTo>
                    <a:pt x="3663696" y="6096"/>
                  </a:lnTo>
                  <a:close/>
                </a:path>
                <a:path w="3712845" h="9525">
                  <a:moveTo>
                    <a:pt x="3704844" y="7620"/>
                  </a:moveTo>
                  <a:lnTo>
                    <a:pt x="3704844" y="1524"/>
                  </a:lnTo>
                  <a:lnTo>
                    <a:pt x="3706368" y="1524"/>
                  </a:lnTo>
                  <a:lnTo>
                    <a:pt x="3707892" y="0"/>
                  </a:lnTo>
                  <a:lnTo>
                    <a:pt x="3709416" y="0"/>
                  </a:lnTo>
                  <a:lnTo>
                    <a:pt x="3712464" y="3048"/>
                  </a:lnTo>
                  <a:lnTo>
                    <a:pt x="3712464" y="6096"/>
                  </a:lnTo>
                  <a:lnTo>
                    <a:pt x="3710940" y="7620"/>
                  </a:lnTo>
                  <a:lnTo>
                    <a:pt x="3710940" y="9143"/>
                  </a:lnTo>
                  <a:lnTo>
                    <a:pt x="3706368" y="9143"/>
                  </a:lnTo>
                  <a:lnTo>
                    <a:pt x="3704844" y="7620"/>
                  </a:lnTo>
                  <a:close/>
                </a:path>
              </a:pathLst>
            </a:custGeom>
            <a:solidFill>
              <a:srgbClr val="C8C6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5750052" y="3529583"/>
              <a:ext cx="99060" cy="78105"/>
            </a:xfrm>
            <a:custGeom>
              <a:avLst/>
              <a:gdLst/>
              <a:ahLst/>
              <a:cxnLst/>
              <a:rect l="l" t="t" r="r" b="b"/>
              <a:pathLst>
                <a:path w="99060" h="78104">
                  <a:moveTo>
                    <a:pt x="25908" y="0"/>
                  </a:moveTo>
                  <a:lnTo>
                    <a:pt x="21336" y="0"/>
                  </a:lnTo>
                  <a:lnTo>
                    <a:pt x="16764" y="4572"/>
                  </a:lnTo>
                  <a:lnTo>
                    <a:pt x="15240" y="4572"/>
                  </a:lnTo>
                  <a:lnTo>
                    <a:pt x="12192" y="6096"/>
                  </a:lnTo>
                  <a:lnTo>
                    <a:pt x="9144" y="9144"/>
                  </a:lnTo>
                  <a:lnTo>
                    <a:pt x="6096" y="9144"/>
                  </a:lnTo>
                  <a:lnTo>
                    <a:pt x="4572" y="10668"/>
                  </a:lnTo>
                  <a:lnTo>
                    <a:pt x="3048" y="10668"/>
                  </a:lnTo>
                  <a:lnTo>
                    <a:pt x="0" y="12192"/>
                  </a:lnTo>
                  <a:lnTo>
                    <a:pt x="0" y="19812"/>
                  </a:lnTo>
                  <a:lnTo>
                    <a:pt x="4572" y="19812"/>
                  </a:lnTo>
                  <a:lnTo>
                    <a:pt x="6096" y="18288"/>
                  </a:lnTo>
                  <a:lnTo>
                    <a:pt x="7620" y="18288"/>
                  </a:lnTo>
                  <a:lnTo>
                    <a:pt x="9144" y="16764"/>
                  </a:lnTo>
                  <a:lnTo>
                    <a:pt x="10668" y="16764"/>
                  </a:lnTo>
                  <a:lnTo>
                    <a:pt x="13716" y="13716"/>
                  </a:lnTo>
                  <a:lnTo>
                    <a:pt x="15240" y="13716"/>
                  </a:lnTo>
                  <a:lnTo>
                    <a:pt x="18288" y="10668"/>
                  </a:lnTo>
                  <a:lnTo>
                    <a:pt x="18288" y="76200"/>
                  </a:lnTo>
                  <a:lnTo>
                    <a:pt x="25908" y="76200"/>
                  </a:lnTo>
                  <a:lnTo>
                    <a:pt x="25908" y="0"/>
                  </a:lnTo>
                  <a:close/>
                </a:path>
                <a:path w="99060" h="78104">
                  <a:moveTo>
                    <a:pt x="99060" y="38100"/>
                  </a:moveTo>
                  <a:lnTo>
                    <a:pt x="97624" y="21221"/>
                  </a:lnTo>
                  <a:lnTo>
                    <a:pt x="93345" y="9334"/>
                  </a:lnTo>
                  <a:lnTo>
                    <a:pt x="91440" y="7467"/>
                  </a:lnTo>
                  <a:lnTo>
                    <a:pt x="91440" y="39624"/>
                  </a:lnTo>
                  <a:lnTo>
                    <a:pt x="90335" y="52755"/>
                  </a:lnTo>
                  <a:lnTo>
                    <a:pt x="87249" y="62293"/>
                  </a:lnTo>
                  <a:lnTo>
                    <a:pt x="82435" y="68135"/>
                  </a:lnTo>
                  <a:lnTo>
                    <a:pt x="76200" y="70104"/>
                  </a:lnTo>
                  <a:lnTo>
                    <a:pt x="69075" y="68135"/>
                  </a:lnTo>
                  <a:lnTo>
                    <a:pt x="63817" y="62293"/>
                  </a:lnTo>
                  <a:lnTo>
                    <a:pt x="60553" y="52755"/>
                  </a:lnTo>
                  <a:lnTo>
                    <a:pt x="59436" y="39624"/>
                  </a:lnTo>
                  <a:lnTo>
                    <a:pt x="60553" y="25628"/>
                  </a:lnTo>
                  <a:lnTo>
                    <a:pt x="63817" y="15621"/>
                  </a:lnTo>
                  <a:lnTo>
                    <a:pt x="69075" y="9626"/>
                  </a:lnTo>
                  <a:lnTo>
                    <a:pt x="76200" y="7620"/>
                  </a:lnTo>
                  <a:lnTo>
                    <a:pt x="82435" y="9626"/>
                  </a:lnTo>
                  <a:lnTo>
                    <a:pt x="87249" y="15621"/>
                  </a:lnTo>
                  <a:lnTo>
                    <a:pt x="90335" y="25628"/>
                  </a:lnTo>
                  <a:lnTo>
                    <a:pt x="91440" y="39624"/>
                  </a:lnTo>
                  <a:lnTo>
                    <a:pt x="91440" y="7467"/>
                  </a:lnTo>
                  <a:lnTo>
                    <a:pt x="86194" y="2311"/>
                  </a:lnTo>
                  <a:lnTo>
                    <a:pt x="76200" y="0"/>
                  </a:lnTo>
                  <a:lnTo>
                    <a:pt x="68580" y="0"/>
                  </a:lnTo>
                  <a:lnTo>
                    <a:pt x="65532" y="3048"/>
                  </a:lnTo>
                  <a:lnTo>
                    <a:pt x="59436" y="6096"/>
                  </a:lnTo>
                  <a:lnTo>
                    <a:pt x="57912" y="10668"/>
                  </a:lnTo>
                  <a:lnTo>
                    <a:pt x="54864" y="13716"/>
                  </a:lnTo>
                  <a:lnTo>
                    <a:pt x="53340" y="18288"/>
                  </a:lnTo>
                  <a:lnTo>
                    <a:pt x="53340" y="22860"/>
                  </a:lnTo>
                  <a:lnTo>
                    <a:pt x="51816" y="27432"/>
                  </a:lnTo>
                  <a:lnTo>
                    <a:pt x="51816" y="51816"/>
                  </a:lnTo>
                  <a:lnTo>
                    <a:pt x="53340" y="56388"/>
                  </a:lnTo>
                  <a:lnTo>
                    <a:pt x="53340" y="60960"/>
                  </a:lnTo>
                  <a:lnTo>
                    <a:pt x="54864" y="64008"/>
                  </a:lnTo>
                  <a:lnTo>
                    <a:pt x="57912" y="67056"/>
                  </a:lnTo>
                  <a:lnTo>
                    <a:pt x="59436" y="70104"/>
                  </a:lnTo>
                  <a:lnTo>
                    <a:pt x="64008" y="74676"/>
                  </a:lnTo>
                  <a:lnTo>
                    <a:pt x="67056" y="76200"/>
                  </a:lnTo>
                  <a:lnTo>
                    <a:pt x="71628" y="77724"/>
                  </a:lnTo>
                  <a:lnTo>
                    <a:pt x="79248" y="77724"/>
                  </a:lnTo>
                  <a:lnTo>
                    <a:pt x="88392" y="73152"/>
                  </a:lnTo>
                  <a:lnTo>
                    <a:pt x="91440" y="70104"/>
                  </a:lnTo>
                  <a:lnTo>
                    <a:pt x="92964" y="67056"/>
                  </a:lnTo>
                  <a:lnTo>
                    <a:pt x="96012" y="64008"/>
                  </a:lnTo>
                  <a:lnTo>
                    <a:pt x="97624" y="59156"/>
                  </a:lnTo>
                  <a:lnTo>
                    <a:pt x="97624" y="54584"/>
                  </a:lnTo>
                  <a:lnTo>
                    <a:pt x="99060" y="50292"/>
                  </a:lnTo>
                  <a:lnTo>
                    <a:pt x="99060" y="38100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4" name="object 84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5893308" y="3528059"/>
              <a:ext cx="105156" cy="77724"/>
            </a:xfrm>
            <a:prstGeom prst="rect">
              <a:avLst/>
            </a:prstGeom>
          </p:spPr>
        </p:pic>
        <p:sp>
          <p:nvSpPr>
            <p:cNvPr id="85" name="object 85" descr=""/>
            <p:cNvSpPr/>
            <p:nvPr/>
          </p:nvSpPr>
          <p:spPr>
            <a:xfrm>
              <a:off x="6082284" y="3200400"/>
              <a:ext cx="3712845" cy="7620"/>
            </a:xfrm>
            <a:custGeom>
              <a:avLst/>
              <a:gdLst/>
              <a:ahLst/>
              <a:cxnLst/>
              <a:rect l="l" t="t" r="r" b="b"/>
              <a:pathLst>
                <a:path w="3712845" h="7619">
                  <a:moveTo>
                    <a:pt x="0" y="4572"/>
                  </a:moveTo>
                  <a:lnTo>
                    <a:pt x="0" y="3048"/>
                  </a:lnTo>
                  <a:lnTo>
                    <a:pt x="3048" y="0"/>
                  </a:lnTo>
                  <a:lnTo>
                    <a:pt x="6096" y="0"/>
                  </a:lnTo>
                  <a:lnTo>
                    <a:pt x="9143" y="3048"/>
                  </a:lnTo>
                  <a:lnTo>
                    <a:pt x="9143" y="4572"/>
                  </a:lnTo>
                  <a:lnTo>
                    <a:pt x="7619" y="6096"/>
                  </a:lnTo>
                  <a:lnTo>
                    <a:pt x="7619" y="7619"/>
                  </a:lnTo>
                  <a:lnTo>
                    <a:pt x="1524" y="7619"/>
                  </a:lnTo>
                  <a:lnTo>
                    <a:pt x="1524" y="6096"/>
                  </a:lnTo>
                  <a:lnTo>
                    <a:pt x="0" y="4572"/>
                  </a:lnTo>
                  <a:close/>
                </a:path>
                <a:path w="3712845" h="7619">
                  <a:moveTo>
                    <a:pt x="41148" y="6096"/>
                  </a:moveTo>
                  <a:lnTo>
                    <a:pt x="41148" y="1524"/>
                  </a:lnTo>
                  <a:lnTo>
                    <a:pt x="42672" y="1524"/>
                  </a:lnTo>
                  <a:lnTo>
                    <a:pt x="42672" y="0"/>
                  </a:lnTo>
                  <a:lnTo>
                    <a:pt x="47243" y="0"/>
                  </a:lnTo>
                  <a:lnTo>
                    <a:pt x="47243" y="1524"/>
                  </a:lnTo>
                  <a:lnTo>
                    <a:pt x="48767" y="1524"/>
                  </a:lnTo>
                  <a:lnTo>
                    <a:pt x="48767" y="6096"/>
                  </a:lnTo>
                  <a:lnTo>
                    <a:pt x="47243" y="7619"/>
                  </a:lnTo>
                  <a:lnTo>
                    <a:pt x="42672" y="7619"/>
                  </a:lnTo>
                  <a:lnTo>
                    <a:pt x="41148" y="6096"/>
                  </a:lnTo>
                  <a:close/>
                </a:path>
                <a:path w="3712845" h="7619">
                  <a:moveTo>
                    <a:pt x="80772" y="6096"/>
                  </a:moveTo>
                  <a:lnTo>
                    <a:pt x="80772" y="1524"/>
                  </a:lnTo>
                  <a:lnTo>
                    <a:pt x="82296" y="1524"/>
                  </a:lnTo>
                  <a:lnTo>
                    <a:pt x="83819" y="0"/>
                  </a:lnTo>
                  <a:lnTo>
                    <a:pt x="86867" y="0"/>
                  </a:lnTo>
                  <a:lnTo>
                    <a:pt x="89916" y="3048"/>
                  </a:lnTo>
                  <a:lnTo>
                    <a:pt x="89916" y="4572"/>
                  </a:lnTo>
                  <a:lnTo>
                    <a:pt x="88391" y="6096"/>
                  </a:lnTo>
                  <a:lnTo>
                    <a:pt x="88391" y="7619"/>
                  </a:lnTo>
                  <a:lnTo>
                    <a:pt x="82296" y="7619"/>
                  </a:lnTo>
                  <a:lnTo>
                    <a:pt x="80772" y="6096"/>
                  </a:lnTo>
                  <a:close/>
                </a:path>
                <a:path w="3712845" h="7619">
                  <a:moveTo>
                    <a:pt x="121919" y="7619"/>
                  </a:moveTo>
                  <a:lnTo>
                    <a:pt x="121919" y="1524"/>
                  </a:lnTo>
                  <a:lnTo>
                    <a:pt x="123443" y="0"/>
                  </a:lnTo>
                  <a:lnTo>
                    <a:pt x="128016" y="0"/>
                  </a:lnTo>
                  <a:lnTo>
                    <a:pt x="128016" y="1524"/>
                  </a:lnTo>
                  <a:lnTo>
                    <a:pt x="129540" y="1524"/>
                  </a:lnTo>
                  <a:lnTo>
                    <a:pt x="129540" y="6096"/>
                  </a:lnTo>
                  <a:lnTo>
                    <a:pt x="128016" y="7619"/>
                  </a:lnTo>
                  <a:lnTo>
                    <a:pt x="121919" y="7619"/>
                  </a:lnTo>
                  <a:close/>
                </a:path>
                <a:path w="3712845" h="7619">
                  <a:moveTo>
                    <a:pt x="161543" y="6096"/>
                  </a:moveTo>
                  <a:lnTo>
                    <a:pt x="161543" y="1524"/>
                  </a:lnTo>
                  <a:lnTo>
                    <a:pt x="163067" y="1524"/>
                  </a:lnTo>
                  <a:lnTo>
                    <a:pt x="163067" y="0"/>
                  </a:lnTo>
                  <a:lnTo>
                    <a:pt x="167640" y="0"/>
                  </a:lnTo>
                  <a:lnTo>
                    <a:pt x="169164" y="1524"/>
                  </a:lnTo>
                  <a:lnTo>
                    <a:pt x="169164" y="7619"/>
                  </a:lnTo>
                  <a:lnTo>
                    <a:pt x="163067" y="7619"/>
                  </a:lnTo>
                  <a:lnTo>
                    <a:pt x="161543" y="6096"/>
                  </a:lnTo>
                  <a:close/>
                </a:path>
                <a:path w="3712845" h="7619">
                  <a:moveTo>
                    <a:pt x="201167" y="4572"/>
                  </a:moveTo>
                  <a:lnTo>
                    <a:pt x="201167" y="3048"/>
                  </a:lnTo>
                  <a:lnTo>
                    <a:pt x="204216" y="0"/>
                  </a:lnTo>
                  <a:lnTo>
                    <a:pt x="207264" y="0"/>
                  </a:lnTo>
                  <a:lnTo>
                    <a:pt x="208788" y="1524"/>
                  </a:lnTo>
                  <a:lnTo>
                    <a:pt x="210311" y="1524"/>
                  </a:lnTo>
                  <a:lnTo>
                    <a:pt x="210311" y="6096"/>
                  </a:lnTo>
                  <a:lnTo>
                    <a:pt x="208788" y="7619"/>
                  </a:lnTo>
                  <a:lnTo>
                    <a:pt x="202691" y="7619"/>
                  </a:lnTo>
                  <a:lnTo>
                    <a:pt x="202691" y="6096"/>
                  </a:lnTo>
                  <a:lnTo>
                    <a:pt x="201167" y="4572"/>
                  </a:lnTo>
                  <a:close/>
                </a:path>
                <a:path w="3712845" h="7619">
                  <a:moveTo>
                    <a:pt x="242316" y="6096"/>
                  </a:moveTo>
                  <a:lnTo>
                    <a:pt x="242316" y="1524"/>
                  </a:lnTo>
                  <a:lnTo>
                    <a:pt x="243840" y="1524"/>
                  </a:lnTo>
                  <a:lnTo>
                    <a:pt x="243840" y="0"/>
                  </a:lnTo>
                  <a:lnTo>
                    <a:pt x="248411" y="0"/>
                  </a:lnTo>
                  <a:lnTo>
                    <a:pt x="248411" y="1524"/>
                  </a:lnTo>
                  <a:lnTo>
                    <a:pt x="249935" y="1524"/>
                  </a:lnTo>
                  <a:lnTo>
                    <a:pt x="249935" y="6096"/>
                  </a:lnTo>
                  <a:lnTo>
                    <a:pt x="248411" y="7619"/>
                  </a:lnTo>
                  <a:lnTo>
                    <a:pt x="243840" y="7619"/>
                  </a:lnTo>
                  <a:lnTo>
                    <a:pt x="242316" y="6096"/>
                  </a:lnTo>
                  <a:close/>
                </a:path>
                <a:path w="3712845" h="7619">
                  <a:moveTo>
                    <a:pt x="281940" y="4572"/>
                  </a:moveTo>
                  <a:lnTo>
                    <a:pt x="281940" y="3048"/>
                  </a:lnTo>
                  <a:lnTo>
                    <a:pt x="284988" y="0"/>
                  </a:lnTo>
                  <a:lnTo>
                    <a:pt x="288035" y="0"/>
                  </a:lnTo>
                  <a:lnTo>
                    <a:pt x="291083" y="3048"/>
                  </a:lnTo>
                  <a:lnTo>
                    <a:pt x="291083" y="4572"/>
                  </a:lnTo>
                  <a:lnTo>
                    <a:pt x="289559" y="6096"/>
                  </a:lnTo>
                  <a:lnTo>
                    <a:pt x="289559" y="7619"/>
                  </a:lnTo>
                  <a:lnTo>
                    <a:pt x="283464" y="7619"/>
                  </a:lnTo>
                  <a:lnTo>
                    <a:pt x="283464" y="6096"/>
                  </a:lnTo>
                  <a:lnTo>
                    <a:pt x="281940" y="4572"/>
                  </a:lnTo>
                  <a:close/>
                </a:path>
                <a:path w="3712845" h="7619">
                  <a:moveTo>
                    <a:pt x="323088" y="6096"/>
                  </a:moveTo>
                  <a:lnTo>
                    <a:pt x="323088" y="1524"/>
                  </a:lnTo>
                  <a:lnTo>
                    <a:pt x="324611" y="1524"/>
                  </a:lnTo>
                  <a:lnTo>
                    <a:pt x="324611" y="0"/>
                  </a:lnTo>
                  <a:lnTo>
                    <a:pt x="329183" y="0"/>
                  </a:lnTo>
                  <a:lnTo>
                    <a:pt x="329183" y="1524"/>
                  </a:lnTo>
                  <a:lnTo>
                    <a:pt x="330708" y="1524"/>
                  </a:lnTo>
                  <a:lnTo>
                    <a:pt x="330708" y="6096"/>
                  </a:lnTo>
                  <a:lnTo>
                    <a:pt x="329183" y="7619"/>
                  </a:lnTo>
                  <a:lnTo>
                    <a:pt x="324611" y="7619"/>
                  </a:lnTo>
                  <a:lnTo>
                    <a:pt x="323088" y="6096"/>
                  </a:lnTo>
                  <a:close/>
                </a:path>
                <a:path w="3712845" h="7619">
                  <a:moveTo>
                    <a:pt x="362711" y="6096"/>
                  </a:moveTo>
                  <a:lnTo>
                    <a:pt x="362711" y="1524"/>
                  </a:lnTo>
                  <a:lnTo>
                    <a:pt x="364235" y="1524"/>
                  </a:lnTo>
                  <a:lnTo>
                    <a:pt x="364235" y="0"/>
                  </a:lnTo>
                  <a:lnTo>
                    <a:pt x="368808" y="0"/>
                  </a:lnTo>
                  <a:lnTo>
                    <a:pt x="370332" y="1524"/>
                  </a:lnTo>
                  <a:lnTo>
                    <a:pt x="370332" y="7619"/>
                  </a:lnTo>
                  <a:lnTo>
                    <a:pt x="364235" y="7619"/>
                  </a:lnTo>
                  <a:lnTo>
                    <a:pt x="362711" y="6096"/>
                  </a:lnTo>
                  <a:close/>
                </a:path>
                <a:path w="3712845" h="7619">
                  <a:moveTo>
                    <a:pt x="403859" y="7619"/>
                  </a:moveTo>
                  <a:lnTo>
                    <a:pt x="403859" y="1524"/>
                  </a:lnTo>
                  <a:lnTo>
                    <a:pt x="405383" y="0"/>
                  </a:lnTo>
                  <a:lnTo>
                    <a:pt x="409956" y="0"/>
                  </a:lnTo>
                  <a:lnTo>
                    <a:pt x="409956" y="1524"/>
                  </a:lnTo>
                  <a:lnTo>
                    <a:pt x="411480" y="1524"/>
                  </a:lnTo>
                  <a:lnTo>
                    <a:pt x="411480" y="6096"/>
                  </a:lnTo>
                  <a:lnTo>
                    <a:pt x="409956" y="7619"/>
                  </a:lnTo>
                  <a:lnTo>
                    <a:pt x="403859" y="7619"/>
                  </a:lnTo>
                  <a:close/>
                </a:path>
                <a:path w="3712845" h="7619">
                  <a:moveTo>
                    <a:pt x="443483" y="6096"/>
                  </a:moveTo>
                  <a:lnTo>
                    <a:pt x="443483" y="1524"/>
                  </a:lnTo>
                  <a:lnTo>
                    <a:pt x="445008" y="1524"/>
                  </a:lnTo>
                  <a:lnTo>
                    <a:pt x="445008" y="0"/>
                  </a:lnTo>
                  <a:lnTo>
                    <a:pt x="449580" y="0"/>
                  </a:lnTo>
                  <a:lnTo>
                    <a:pt x="449580" y="1524"/>
                  </a:lnTo>
                  <a:lnTo>
                    <a:pt x="451103" y="1524"/>
                  </a:lnTo>
                  <a:lnTo>
                    <a:pt x="451103" y="6096"/>
                  </a:lnTo>
                  <a:lnTo>
                    <a:pt x="449580" y="7619"/>
                  </a:lnTo>
                  <a:lnTo>
                    <a:pt x="445008" y="7619"/>
                  </a:lnTo>
                  <a:lnTo>
                    <a:pt x="443483" y="6096"/>
                  </a:lnTo>
                  <a:close/>
                </a:path>
                <a:path w="3712845" h="7619">
                  <a:moveTo>
                    <a:pt x="483108" y="4572"/>
                  </a:moveTo>
                  <a:lnTo>
                    <a:pt x="483108" y="3048"/>
                  </a:lnTo>
                  <a:lnTo>
                    <a:pt x="486156" y="0"/>
                  </a:lnTo>
                  <a:lnTo>
                    <a:pt x="489203" y="0"/>
                  </a:lnTo>
                  <a:lnTo>
                    <a:pt x="492251" y="3048"/>
                  </a:lnTo>
                  <a:lnTo>
                    <a:pt x="492251" y="4572"/>
                  </a:lnTo>
                  <a:lnTo>
                    <a:pt x="490727" y="6096"/>
                  </a:lnTo>
                  <a:lnTo>
                    <a:pt x="490727" y="7619"/>
                  </a:lnTo>
                  <a:lnTo>
                    <a:pt x="484632" y="7619"/>
                  </a:lnTo>
                  <a:lnTo>
                    <a:pt x="484632" y="6096"/>
                  </a:lnTo>
                  <a:lnTo>
                    <a:pt x="483108" y="4572"/>
                  </a:lnTo>
                  <a:close/>
                </a:path>
                <a:path w="3712845" h="7619">
                  <a:moveTo>
                    <a:pt x="524256" y="6096"/>
                  </a:moveTo>
                  <a:lnTo>
                    <a:pt x="524256" y="1524"/>
                  </a:lnTo>
                  <a:lnTo>
                    <a:pt x="525780" y="1524"/>
                  </a:lnTo>
                  <a:lnTo>
                    <a:pt x="525780" y="0"/>
                  </a:lnTo>
                  <a:lnTo>
                    <a:pt x="530351" y="0"/>
                  </a:lnTo>
                  <a:lnTo>
                    <a:pt x="530351" y="1524"/>
                  </a:lnTo>
                  <a:lnTo>
                    <a:pt x="531875" y="1524"/>
                  </a:lnTo>
                  <a:lnTo>
                    <a:pt x="531875" y="6096"/>
                  </a:lnTo>
                  <a:lnTo>
                    <a:pt x="530351" y="7619"/>
                  </a:lnTo>
                  <a:lnTo>
                    <a:pt x="525780" y="7619"/>
                  </a:lnTo>
                  <a:lnTo>
                    <a:pt x="524256" y="6096"/>
                  </a:lnTo>
                  <a:close/>
                </a:path>
                <a:path w="3712845" h="7619">
                  <a:moveTo>
                    <a:pt x="563880" y="6096"/>
                  </a:moveTo>
                  <a:lnTo>
                    <a:pt x="563880" y="1524"/>
                  </a:lnTo>
                  <a:lnTo>
                    <a:pt x="565403" y="1524"/>
                  </a:lnTo>
                  <a:lnTo>
                    <a:pt x="566927" y="0"/>
                  </a:lnTo>
                  <a:lnTo>
                    <a:pt x="569975" y="0"/>
                  </a:lnTo>
                  <a:lnTo>
                    <a:pt x="573024" y="3048"/>
                  </a:lnTo>
                  <a:lnTo>
                    <a:pt x="573024" y="4572"/>
                  </a:lnTo>
                  <a:lnTo>
                    <a:pt x="571500" y="6096"/>
                  </a:lnTo>
                  <a:lnTo>
                    <a:pt x="571500" y="7619"/>
                  </a:lnTo>
                  <a:lnTo>
                    <a:pt x="565403" y="7619"/>
                  </a:lnTo>
                  <a:lnTo>
                    <a:pt x="563880" y="6096"/>
                  </a:lnTo>
                  <a:close/>
                </a:path>
                <a:path w="3712845" h="7619">
                  <a:moveTo>
                    <a:pt x="605027" y="7619"/>
                  </a:moveTo>
                  <a:lnTo>
                    <a:pt x="605027" y="1524"/>
                  </a:lnTo>
                  <a:lnTo>
                    <a:pt x="606551" y="0"/>
                  </a:lnTo>
                  <a:lnTo>
                    <a:pt x="611124" y="0"/>
                  </a:lnTo>
                  <a:lnTo>
                    <a:pt x="611124" y="1524"/>
                  </a:lnTo>
                  <a:lnTo>
                    <a:pt x="612648" y="1524"/>
                  </a:lnTo>
                  <a:lnTo>
                    <a:pt x="612648" y="6096"/>
                  </a:lnTo>
                  <a:lnTo>
                    <a:pt x="611124" y="7619"/>
                  </a:lnTo>
                  <a:lnTo>
                    <a:pt x="605027" y="7619"/>
                  </a:lnTo>
                  <a:close/>
                </a:path>
                <a:path w="3712845" h="7619">
                  <a:moveTo>
                    <a:pt x="644651" y="6096"/>
                  </a:moveTo>
                  <a:lnTo>
                    <a:pt x="644651" y="1524"/>
                  </a:lnTo>
                  <a:lnTo>
                    <a:pt x="646175" y="1524"/>
                  </a:lnTo>
                  <a:lnTo>
                    <a:pt x="646175" y="0"/>
                  </a:lnTo>
                  <a:lnTo>
                    <a:pt x="650748" y="0"/>
                  </a:lnTo>
                  <a:lnTo>
                    <a:pt x="652272" y="1524"/>
                  </a:lnTo>
                  <a:lnTo>
                    <a:pt x="652272" y="7619"/>
                  </a:lnTo>
                  <a:lnTo>
                    <a:pt x="646175" y="7619"/>
                  </a:lnTo>
                  <a:lnTo>
                    <a:pt x="644651" y="6096"/>
                  </a:lnTo>
                  <a:close/>
                </a:path>
                <a:path w="3712845" h="7619">
                  <a:moveTo>
                    <a:pt x="684275" y="4572"/>
                  </a:moveTo>
                  <a:lnTo>
                    <a:pt x="684275" y="3048"/>
                  </a:lnTo>
                  <a:lnTo>
                    <a:pt x="687324" y="0"/>
                  </a:lnTo>
                  <a:lnTo>
                    <a:pt x="690372" y="0"/>
                  </a:lnTo>
                  <a:lnTo>
                    <a:pt x="693419" y="3048"/>
                  </a:lnTo>
                  <a:lnTo>
                    <a:pt x="693419" y="4572"/>
                  </a:lnTo>
                  <a:lnTo>
                    <a:pt x="691896" y="6096"/>
                  </a:lnTo>
                  <a:lnTo>
                    <a:pt x="691896" y="7619"/>
                  </a:lnTo>
                  <a:lnTo>
                    <a:pt x="685800" y="7619"/>
                  </a:lnTo>
                  <a:lnTo>
                    <a:pt x="685800" y="6096"/>
                  </a:lnTo>
                  <a:lnTo>
                    <a:pt x="684275" y="4572"/>
                  </a:lnTo>
                  <a:close/>
                </a:path>
                <a:path w="3712845" h="7619">
                  <a:moveTo>
                    <a:pt x="725424" y="6096"/>
                  </a:moveTo>
                  <a:lnTo>
                    <a:pt x="725424" y="1524"/>
                  </a:lnTo>
                  <a:lnTo>
                    <a:pt x="726948" y="1524"/>
                  </a:lnTo>
                  <a:lnTo>
                    <a:pt x="726948" y="0"/>
                  </a:lnTo>
                  <a:lnTo>
                    <a:pt x="731519" y="0"/>
                  </a:lnTo>
                  <a:lnTo>
                    <a:pt x="731519" y="1524"/>
                  </a:lnTo>
                  <a:lnTo>
                    <a:pt x="733043" y="1524"/>
                  </a:lnTo>
                  <a:lnTo>
                    <a:pt x="733043" y="6096"/>
                  </a:lnTo>
                  <a:lnTo>
                    <a:pt x="731519" y="7619"/>
                  </a:lnTo>
                  <a:lnTo>
                    <a:pt x="726948" y="7619"/>
                  </a:lnTo>
                  <a:lnTo>
                    <a:pt x="725424" y="6096"/>
                  </a:lnTo>
                  <a:close/>
                </a:path>
                <a:path w="3712845" h="7619">
                  <a:moveTo>
                    <a:pt x="765048" y="4572"/>
                  </a:moveTo>
                  <a:lnTo>
                    <a:pt x="765048" y="3048"/>
                  </a:lnTo>
                  <a:lnTo>
                    <a:pt x="768096" y="0"/>
                  </a:lnTo>
                  <a:lnTo>
                    <a:pt x="771143" y="0"/>
                  </a:lnTo>
                  <a:lnTo>
                    <a:pt x="774192" y="3048"/>
                  </a:lnTo>
                  <a:lnTo>
                    <a:pt x="774192" y="4572"/>
                  </a:lnTo>
                  <a:lnTo>
                    <a:pt x="772667" y="6096"/>
                  </a:lnTo>
                  <a:lnTo>
                    <a:pt x="772667" y="7619"/>
                  </a:lnTo>
                  <a:lnTo>
                    <a:pt x="766572" y="7619"/>
                  </a:lnTo>
                  <a:lnTo>
                    <a:pt x="766572" y="6096"/>
                  </a:lnTo>
                  <a:lnTo>
                    <a:pt x="765048" y="4572"/>
                  </a:lnTo>
                  <a:close/>
                </a:path>
                <a:path w="3712845" h="7619">
                  <a:moveTo>
                    <a:pt x="806196" y="7619"/>
                  </a:moveTo>
                  <a:lnTo>
                    <a:pt x="806196" y="1524"/>
                  </a:lnTo>
                  <a:lnTo>
                    <a:pt x="807719" y="0"/>
                  </a:lnTo>
                  <a:lnTo>
                    <a:pt x="812292" y="0"/>
                  </a:lnTo>
                  <a:lnTo>
                    <a:pt x="812292" y="1524"/>
                  </a:lnTo>
                  <a:lnTo>
                    <a:pt x="813816" y="1524"/>
                  </a:lnTo>
                  <a:lnTo>
                    <a:pt x="813816" y="6096"/>
                  </a:lnTo>
                  <a:lnTo>
                    <a:pt x="812292" y="7619"/>
                  </a:lnTo>
                  <a:lnTo>
                    <a:pt x="806196" y="7619"/>
                  </a:lnTo>
                  <a:close/>
                </a:path>
                <a:path w="3712845" h="7619">
                  <a:moveTo>
                    <a:pt x="845819" y="6096"/>
                  </a:moveTo>
                  <a:lnTo>
                    <a:pt x="845819" y="1524"/>
                  </a:lnTo>
                  <a:lnTo>
                    <a:pt x="847343" y="1524"/>
                  </a:lnTo>
                  <a:lnTo>
                    <a:pt x="847343" y="0"/>
                  </a:lnTo>
                  <a:lnTo>
                    <a:pt x="851916" y="0"/>
                  </a:lnTo>
                  <a:lnTo>
                    <a:pt x="853440" y="1524"/>
                  </a:lnTo>
                  <a:lnTo>
                    <a:pt x="853440" y="7619"/>
                  </a:lnTo>
                  <a:lnTo>
                    <a:pt x="847343" y="7619"/>
                  </a:lnTo>
                  <a:lnTo>
                    <a:pt x="845819" y="6096"/>
                  </a:lnTo>
                  <a:close/>
                </a:path>
                <a:path w="3712845" h="7619">
                  <a:moveTo>
                    <a:pt x="886967" y="7619"/>
                  </a:moveTo>
                  <a:lnTo>
                    <a:pt x="886967" y="1524"/>
                  </a:lnTo>
                  <a:lnTo>
                    <a:pt x="888492" y="0"/>
                  </a:lnTo>
                  <a:lnTo>
                    <a:pt x="893064" y="0"/>
                  </a:lnTo>
                  <a:lnTo>
                    <a:pt x="893064" y="1524"/>
                  </a:lnTo>
                  <a:lnTo>
                    <a:pt x="894588" y="1524"/>
                  </a:lnTo>
                  <a:lnTo>
                    <a:pt x="894588" y="6096"/>
                  </a:lnTo>
                  <a:lnTo>
                    <a:pt x="893064" y="7619"/>
                  </a:lnTo>
                  <a:lnTo>
                    <a:pt x="886967" y="7619"/>
                  </a:lnTo>
                  <a:close/>
                </a:path>
                <a:path w="3712845" h="7619">
                  <a:moveTo>
                    <a:pt x="926592" y="6096"/>
                  </a:moveTo>
                  <a:lnTo>
                    <a:pt x="926592" y="1524"/>
                  </a:lnTo>
                  <a:lnTo>
                    <a:pt x="928116" y="1524"/>
                  </a:lnTo>
                  <a:lnTo>
                    <a:pt x="928116" y="0"/>
                  </a:lnTo>
                  <a:lnTo>
                    <a:pt x="932688" y="0"/>
                  </a:lnTo>
                  <a:lnTo>
                    <a:pt x="932688" y="1524"/>
                  </a:lnTo>
                  <a:lnTo>
                    <a:pt x="934211" y="1524"/>
                  </a:lnTo>
                  <a:lnTo>
                    <a:pt x="934211" y="6096"/>
                  </a:lnTo>
                  <a:lnTo>
                    <a:pt x="932688" y="7619"/>
                  </a:lnTo>
                  <a:lnTo>
                    <a:pt x="928116" y="7619"/>
                  </a:lnTo>
                  <a:lnTo>
                    <a:pt x="926592" y="6096"/>
                  </a:lnTo>
                  <a:close/>
                </a:path>
                <a:path w="3712845" h="7619">
                  <a:moveTo>
                    <a:pt x="966216" y="4572"/>
                  </a:moveTo>
                  <a:lnTo>
                    <a:pt x="966216" y="3048"/>
                  </a:lnTo>
                  <a:lnTo>
                    <a:pt x="969264" y="0"/>
                  </a:lnTo>
                  <a:lnTo>
                    <a:pt x="972311" y="0"/>
                  </a:lnTo>
                  <a:lnTo>
                    <a:pt x="975359" y="3048"/>
                  </a:lnTo>
                  <a:lnTo>
                    <a:pt x="975359" y="4572"/>
                  </a:lnTo>
                  <a:lnTo>
                    <a:pt x="973835" y="6096"/>
                  </a:lnTo>
                  <a:lnTo>
                    <a:pt x="973835" y="7619"/>
                  </a:lnTo>
                  <a:lnTo>
                    <a:pt x="967740" y="7619"/>
                  </a:lnTo>
                  <a:lnTo>
                    <a:pt x="967740" y="6096"/>
                  </a:lnTo>
                  <a:lnTo>
                    <a:pt x="966216" y="4572"/>
                  </a:lnTo>
                  <a:close/>
                </a:path>
                <a:path w="3712845" h="7619">
                  <a:moveTo>
                    <a:pt x="1007364" y="6096"/>
                  </a:moveTo>
                  <a:lnTo>
                    <a:pt x="1007364" y="1524"/>
                  </a:lnTo>
                  <a:lnTo>
                    <a:pt x="1008888" y="1524"/>
                  </a:lnTo>
                  <a:lnTo>
                    <a:pt x="1008888" y="0"/>
                  </a:lnTo>
                  <a:lnTo>
                    <a:pt x="1013459" y="0"/>
                  </a:lnTo>
                  <a:lnTo>
                    <a:pt x="1013459" y="1524"/>
                  </a:lnTo>
                  <a:lnTo>
                    <a:pt x="1014984" y="1524"/>
                  </a:lnTo>
                  <a:lnTo>
                    <a:pt x="1014984" y="6096"/>
                  </a:lnTo>
                  <a:lnTo>
                    <a:pt x="1013459" y="7619"/>
                  </a:lnTo>
                  <a:lnTo>
                    <a:pt x="1008888" y="7619"/>
                  </a:lnTo>
                  <a:lnTo>
                    <a:pt x="1007364" y="6096"/>
                  </a:lnTo>
                  <a:close/>
                </a:path>
                <a:path w="3712845" h="7619">
                  <a:moveTo>
                    <a:pt x="1046988" y="6096"/>
                  </a:moveTo>
                  <a:lnTo>
                    <a:pt x="1046988" y="1524"/>
                  </a:lnTo>
                  <a:lnTo>
                    <a:pt x="1048511" y="1524"/>
                  </a:lnTo>
                  <a:lnTo>
                    <a:pt x="1050035" y="0"/>
                  </a:lnTo>
                  <a:lnTo>
                    <a:pt x="1053084" y="0"/>
                  </a:lnTo>
                  <a:lnTo>
                    <a:pt x="1054608" y="1524"/>
                  </a:lnTo>
                  <a:lnTo>
                    <a:pt x="1054608" y="7619"/>
                  </a:lnTo>
                  <a:lnTo>
                    <a:pt x="1048511" y="7619"/>
                  </a:lnTo>
                  <a:lnTo>
                    <a:pt x="1046988" y="6096"/>
                  </a:lnTo>
                  <a:close/>
                </a:path>
                <a:path w="3712845" h="7619">
                  <a:moveTo>
                    <a:pt x="1088135" y="7619"/>
                  </a:moveTo>
                  <a:lnTo>
                    <a:pt x="1088135" y="1524"/>
                  </a:lnTo>
                  <a:lnTo>
                    <a:pt x="1089659" y="0"/>
                  </a:lnTo>
                  <a:lnTo>
                    <a:pt x="1094232" y="0"/>
                  </a:lnTo>
                  <a:lnTo>
                    <a:pt x="1094232" y="1524"/>
                  </a:lnTo>
                  <a:lnTo>
                    <a:pt x="1095756" y="1524"/>
                  </a:lnTo>
                  <a:lnTo>
                    <a:pt x="1095756" y="6096"/>
                  </a:lnTo>
                  <a:lnTo>
                    <a:pt x="1094232" y="7619"/>
                  </a:lnTo>
                  <a:lnTo>
                    <a:pt x="1088135" y="7619"/>
                  </a:lnTo>
                  <a:close/>
                </a:path>
                <a:path w="3712845" h="7619">
                  <a:moveTo>
                    <a:pt x="1127759" y="6096"/>
                  </a:moveTo>
                  <a:lnTo>
                    <a:pt x="1127759" y="1524"/>
                  </a:lnTo>
                  <a:lnTo>
                    <a:pt x="1129284" y="1524"/>
                  </a:lnTo>
                  <a:lnTo>
                    <a:pt x="1129284" y="0"/>
                  </a:lnTo>
                  <a:lnTo>
                    <a:pt x="1133856" y="0"/>
                  </a:lnTo>
                  <a:lnTo>
                    <a:pt x="1135380" y="1524"/>
                  </a:lnTo>
                  <a:lnTo>
                    <a:pt x="1135380" y="7619"/>
                  </a:lnTo>
                  <a:lnTo>
                    <a:pt x="1129284" y="7619"/>
                  </a:lnTo>
                  <a:lnTo>
                    <a:pt x="1127759" y="6096"/>
                  </a:lnTo>
                  <a:close/>
                </a:path>
                <a:path w="3712845" h="7619">
                  <a:moveTo>
                    <a:pt x="1167384" y="4572"/>
                  </a:moveTo>
                  <a:lnTo>
                    <a:pt x="1167384" y="3048"/>
                  </a:lnTo>
                  <a:lnTo>
                    <a:pt x="1170432" y="0"/>
                  </a:lnTo>
                  <a:lnTo>
                    <a:pt x="1173480" y="0"/>
                  </a:lnTo>
                  <a:lnTo>
                    <a:pt x="1176527" y="3048"/>
                  </a:lnTo>
                  <a:lnTo>
                    <a:pt x="1176527" y="4572"/>
                  </a:lnTo>
                  <a:lnTo>
                    <a:pt x="1175003" y="6096"/>
                  </a:lnTo>
                  <a:lnTo>
                    <a:pt x="1175003" y="7619"/>
                  </a:lnTo>
                  <a:lnTo>
                    <a:pt x="1168908" y="7619"/>
                  </a:lnTo>
                  <a:lnTo>
                    <a:pt x="1168908" y="6096"/>
                  </a:lnTo>
                  <a:lnTo>
                    <a:pt x="1167384" y="4572"/>
                  </a:lnTo>
                  <a:close/>
                </a:path>
                <a:path w="3712845" h="7619">
                  <a:moveTo>
                    <a:pt x="1208532" y="6096"/>
                  </a:moveTo>
                  <a:lnTo>
                    <a:pt x="1208532" y="1524"/>
                  </a:lnTo>
                  <a:lnTo>
                    <a:pt x="1210056" y="1524"/>
                  </a:lnTo>
                  <a:lnTo>
                    <a:pt x="1210056" y="0"/>
                  </a:lnTo>
                  <a:lnTo>
                    <a:pt x="1214627" y="0"/>
                  </a:lnTo>
                  <a:lnTo>
                    <a:pt x="1214627" y="1524"/>
                  </a:lnTo>
                  <a:lnTo>
                    <a:pt x="1216151" y="1524"/>
                  </a:lnTo>
                  <a:lnTo>
                    <a:pt x="1216151" y="6096"/>
                  </a:lnTo>
                  <a:lnTo>
                    <a:pt x="1214627" y="7619"/>
                  </a:lnTo>
                  <a:lnTo>
                    <a:pt x="1210056" y="7619"/>
                  </a:lnTo>
                  <a:lnTo>
                    <a:pt x="1208532" y="6096"/>
                  </a:lnTo>
                  <a:close/>
                </a:path>
                <a:path w="3712845" h="7619">
                  <a:moveTo>
                    <a:pt x="1248156" y="4572"/>
                  </a:moveTo>
                  <a:lnTo>
                    <a:pt x="1248156" y="3048"/>
                  </a:lnTo>
                  <a:lnTo>
                    <a:pt x="1251203" y="0"/>
                  </a:lnTo>
                  <a:lnTo>
                    <a:pt x="1254251" y="0"/>
                  </a:lnTo>
                  <a:lnTo>
                    <a:pt x="1257300" y="3048"/>
                  </a:lnTo>
                  <a:lnTo>
                    <a:pt x="1257300" y="4572"/>
                  </a:lnTo>
                  <a:lnTo>
                    <a:pt x="1255775" y="6096"/>
                  </a:lnTo>
                  <a:lnTo>
                    <a:pt x="1255775" y="7619"/>
                  </a:lnTo>
                  <a:lnTo>
                    <a:pt x="1249680" y="7619"/>
                  </a:lnTo>
                  <a:lnTo>
                    <a:pt x="1249680" y="6096"/>
                  </a:lnTo>
                  <a:lnTo>
                    <a:pt x="1248156" y="4572"/>
                  </a:lnTo>
                  <a:close/>
                </a:path>
                <a:path w="3712845" h="7619">
                  <a:moveTo>
                    <a:pt x="1289303" y="7619"/>
                  </a:moveTo>
                  <a:lnTo>
                    <a:pt x="1289303" y="1524"/>
                  </a:lnTo>
                  <a:lnTo>
                    <a:pt x="1290827" y="0"/>
                  </a:lnTo>
                  <a:lnTo>
                    <a:pt x="1295400" y="0"/>
                  </a:lnTo>
                  <a:lnTo>
                    <a:pt x="1295400" y="1524"/>
                  </a:lnTo>
                  <a:lnTo>
                    <a:pt x="1296924" y="1524"/>
                  </a:lnTo>
                  <a:lnTo>
                    <a:pt x="1296924" y="6096"/>
                  </a:lnTo>
                  <a:lnTo>
                    <a:pt x="1295400" y="7619"/>
                  </a:lnTo>
                  <a:lnTo>
                    <a:pt x="1289303" y="7619"/>
                  </a:lnTo>
                  <a:close/>
                </a:path>
                <a:path w="3712845" h="7619">
                  <a:moveTo>
                    <a:pt x="1328927" y="6096"/>
                  </a:moveTo>
                  <a:lnTo>
                    <a:pt x="1328927" y="1524"/>
                  </a:lnTo>
                  <a:lnTo>
                    <a:pt x="1330451" y="1524"/>
                  </a:lnTo>
                  <a:lnTo>
                    <a:pt x="1330451" y="0"/>
                  </a:lnTo>
                  <a:lnTo>
                    <a:pt x="1335024" y="0"/>
                  </a:lnTo>
                  <a:lnTo>
                    <a:pt x="1336548" y="1524"/>
                  </a:lnTo>
                  <a:lnTo>
                    <a:pt x="1336548" y="7619"/>
                  </a:lnTo>
                  <a:lnTo>
                    <a:pt x="1330451" y="7619"/>
                  </a:lnTo>
                  <a:lnTo>
                    <a:pt x="1328927" y="6096"/>
                  </a:lnTo>
                  <a:close/>
                </a:path>
                <a:path w="3712845" h="7619">
                  <a:moveTo>
                    <a:pt x="1370076" y="7619"/>
                  </a:moveTo>
                  <a:lnTo>
                    <a:pt x="1370076" y="1524"/>
                  </a:lnTo>
                  <a:lnTo>
                    <a:pt x="1371600" y="0"/>
                  </a:lnTo>
                  <a:lnTo>
                    <a:pt x="1376172" y="0"/>
                  </a:lnTo>
                  <a:lnTo>
                    <a:pt x="1376172" y="1524"/>
                  </a:lnTo>
                  <a:lnTo>
                    <a:pt x="1377696" y="1524"/>
                  </a:lnTo>
                  <a:lnTo>
                    <a:pt x="1377696" y="6096"/>
                  </a:lnTo>
                  <a:lnTo>
                    <a:pt x="1376172" y="7619"/>
                  </a:lnTo>
                  <a:lnTo>
                    <a:pt x="1370076" y="7619"/>
                  </a:lnTo>
                  <a:close/>
                </a:path>
                <a:path w="3712845" h="7619">
                  <a:moveTo>
                    <a:pt x="1409700" y="6096"/>
                  </a:moveTo>
                  <a:lnTo>
                    <a:pt x="1409700" y="1524"/>
                  </a:lnTo>
                  <a:lnTo>
                    <a:pt x="1411224" y="1524"/>
                  </a:lnTo>
                  <a:lnTo>
                    <a:pt x="1411224" y="0"/>
                  </a:lnTo>
                  <a:lnTo>
                    <a:pt x="1415796" y="0"/>
                  </a:lnTo>
                  <a:lnTo>
                    <a:pt x="1415796" y="1524"/>
                  </a:lnTo>
                  <a:lnTo>
                    <a:pt x="1417319" y="1524"/>
                  </a:lnTo>
                  <a:lnTo>
                    <a:pt x="1417319" y="6096"/>
                  </a:lnTo>
                  <a:lnTo>
                    <a:pt x="1415796" y="7619"/>
                  </a:lnTo>
                  <a:lnTo>
                    <a:pt x="1411224" y="7619"/>
                  </a:lnTo>
                  <a:lnTo>
                    <a:pt x="1409700" y="6096"/>
                  </a:lnTo>
                  <a:close/>
                </a:path>
                <a:path w="3712845" h="7619">
                  <a:moveTo>
                    <a:pt x="1449324" y="4572"/>
                  </a:moveTo>
                  <a:lnTo>
                    <a:pt x="1449324" y="3048"/>
                  </a:lnTo>
                  <a:lnTo>
                    <a:pt x="1452372" y="0"/>
                  </a:lnTo>
                  <a:lnTo>
                    <a:pt x="1455419" y="0"/>
                  </a:lnTo>
                  <a:lnTo>
                    <a:pt x="1458467" y="3048"/>
                  </a:lnTo>
                  <a:lnTo>
                    <a:pt x="1458467" y="4572"/>
                  </a:lnTo>
                  <a:lnTo>
                    <a:pt x="1456943" y="6096"/>
                  </a:lnTo>
                  <a:lnTo>
                    <a:pt x="1456943" y="7619"/>
                  </a:lnTo>
                  <a:lnTo>
                    <a:pt x="1450848" y="7619"/>
                  </a:lnTo>
                  <a:lnTo>
                    <a:pt x="1450848" y="6096"/>
                  </a:lnTo>
                  <a:lnTo>
                    <a:pt x="1449324" y="4572"/>
                  </a:lnTo>
                  <a:close/>
                </a:path>
                <a:path w="3712845" h="7619">
                  <a:moveTo>
                    <a:pt x="1490472" y="6096"/>
                  </a:moveTo>
                  <a:lnTo>
                    <a:pt x="1490472" y="1524"/>
                  </a:lnTo>
                  <a:lnTo>
                    <a:pt x="1491996" y="1524"/>
                  </a:lnTo>
                  <a:lnTo>
                    <a:pt x="1491996" y="0"/>
                  </a:lnTo>
                  <a:lnTo>
                    <a:pt x="1496567" y="0"/>
                  </a:lnTo>
                  <a:lnTo>
                    <a:pt x="1496567" y="1524"/>
                  </a:lnTo>
                  <a:lnTo>
                    <a:pt x="1498092" y="1524"/>
                  </a:lnTo>
                  <a:lnTo>
                    <a:pt x="1498092" y="6096"/>
                  </a:lnTo>
                  <a:lnTo>
                    <a:pt x="1496567" y="7619"/>
                  </a:lnTo>
                  <a:lnTo>
                    <a:pt x="1491996" y="7619"/>
                  </a:lnTo>
                  <a:lnTo>
                    <a:pt x="1490472" y="6096"/>
                  </a:lnTo>
                  <a:close/>
                </a:path>
                <a:path w="3712845" h="7619">
                  <a:moveTo>
                    <a:pt x="1530096" y="6096"/>
                  </a:moveTo>
                  <a:lnTo>
                    <a:pt x="1530096" y="1524"/>
                  </a:lnTo>
                  <a:lnTo>
                    <a:pt x="1531619" y="1524"/>
                  </a:lnTo>
                  <a:lnTo>
                    <a:pt x="1531619" y="0"/>
                  </a:lnTo>
                  <a:lnTo>
                    <a:pt x="1536192" y="0"/>
                  </a:lnTo>
                  <a:lnTo>
                    <a:pt x="1537716" y="1524"/>
                  </a:lnTo>
                  <a:lnTo>
                    <a:pt x="1537716" y="7619"/>
                  </a:lnTo>
                  <a:lnTo>
                    <a:pt x="1531619" y="7619"/>
                  </a:lnTo>
                  <a:lnTo>
                    <a:pt x="1530096" y="6096"/>
                  </a:lnTo>
                  <a:close/>
                </a:path>
                <a:path w="3712845" h="7619">
                  <a:moveTo>
                    <a:pt x="1571243" y="7619"/>
                  </a:moveTo>
                  <a:lnTo>
                    <a:pt x="1571243" y="1524"/>
                  </a:lnTo>
                  <a:lnTo>
                    <a:pt x="1572767" y="0"/>
                  </a:lnTo>
                  <a:lnTo>
                    <a:pt x="1577340" y="0"/>
                  </a:lnTo>
                  <a:lnTo>
                    <a:pt x="1577340" y="1524"/>
                  </a:lnTo>
                  <a:lnTo>
                    <a:pt x="1578864" y="1524"/>
                  </a:lnTo>
                  <a:lnTo>
                    <a:pt x="1578864" y="6096"/>
                  </a:lnTo>
                  <a:lnTo>
                    <a:pt x="1577340" y="7619"/>
                  </a:lnTo>
                  <a:lnTo>
                    <a:pt x="1571243" y="7619"/>
                  </a:lnTo>
                  <a:close/>
                </a:path>
                <a:path w="3712845" h="7619">
                  <a:moveTo>
                    <a:pt x="1610868" y="6096"/>
                  </a:moveTo>
                  <a:lnTo>
                    <a:pt x="1610868" y="1524"/>
                  </a:lnTo>
                  <a:lnTo>
                    <a:pt x="1612392" y="1524"/>
                  </a:lnTo>
                  <a:lnTo>
                    <a:pt x="1612392" y="0"/>
                  </a:lnTo>
                  <a:lnTo>
                    <a:pt x="1616964" y="0"/>
                  </a:lnTo>
                  <a:lnTo>
                    <a:pt x="1618488" y="1524"/>
                  </a:lnTo>
                  <a:lnTo>
                    <a:pt x="1618488" y="7619"/>
                  </a:lnTo>
                  <a:lnTo>
                    <a:pt x="1612392" y="7619"/>
                  </a:lnTo>
                  <a:lnTo>
                    <a:pt x="1610868" y="6096"/>
                  </a:lnTo>
                  <a:close/>
                </a:path>
                <a:path w="3712845" h="7619">
                  <a:moveTo>
                    <a:pt x="1650492" y="4572"/>
                  </a:moveTo>
                  <a:lnTo>
                    <a:pt x="1650492" y="3048"/>
                  </a:lnTo>
                  <a:lnTo>
                    <a:pt x="1653540" y="0"/>
                  </a:lnTo>
                  <a:lnTo>
                    <a:pt x="1656588" y="0"/>
                  </a:lnTo>
                  <a:lnTo>
                    <a:pt x="1659635" y="3048"/>
                  </a:lnTo>
                  <a:lnTo>
                    <a:pt x="1659635" y="4572"/>
                  </a:lnTo>
                  <a:lnTo>
                    <a:pt x="1658111" y="6096"/>
                  </a:lnTo>
                  <a:lnTo>
                    <a:pt x="1658111" y="7619"/>
                  </a:lnTo>
                  <a:lnTo>
                    <a:pt x="1652016" y="7619"/>
                  </a:lnTo>
                  <a:lnTo>
                    <a:pt x="1652016" y="6096"/>
                  </a:lnTo>
                  <a:lnTo>
                    <a:pt x="1650492" y="4572"/>
                  </a:lnTo>
                  <a:close/>
                </a:path>
                <a:path w="3712845" h="7619">
                  <a:moveTo>
                    <a:pt x="1691640" y="6096"/>
                  </a:moveTo>
                  <a:lnTo>
                    <a:pt x="1691640" y="1524"/>
                  </a:lnTo>
                  <a:lnTo>
                    <a:pt x="1693164" y="1524"/>
                  </a:lnTo>
                  <a:lnTo>
                    <a:pt x="1693164" y="0"/>
                  </a:lnTo>
                  <a:lnTo>
                    <a:pt x="1697735" y="0"/>
                  </a:lnTo>
                  <a:lnTo>
                    <a:pt x="1697735" y="1524"/>
                  </a:lnTo>
                  <a:lnTo>
                    <a:pt x="1699259" y="1524"/>
                  </a:lnTo>
                  <a:lnTo>
                    <a:pt x="1699259" y="6096"/>
                  </a:lnTo>
                  <a:lnTo>
                    <a:pt x="1697735" y="7619"/>
                  </a:lnTo>
                  <a:lnTo>
                    <a:pt x="1693164" y="7619"/>
                  </a:lnTo>
                  <a:lnTo>
                    <a:pt x="1691640" y="6096"/>
                  </a:lnTo>
                  <a:close/>
                </a:path>
                <a:path w="3712845" h="7619">
                  <a:moveTo>
                    <a:pt x="1731264" y="4572"/>
                  </a:moveTo>
                  <a:lnTo>
                    <a:pt x="1731264" y="3048"/>
                  </a:lnTo>
                  <a:lnTo>
                    <a:pt x="1734311" y="0"/>
                  </a:lnTo>
                  <a:lnTo>
                    <a:pt x="1737359" y="0"/>
                  </a:lnTo>
                  <a:lnTo>
                    <a:pt x="1740408" y="3048"/>
                  </a:lnTo>
                  <a:lnTo>
                    <a:pt x="1740408" y="4572"/>
                  </a:lnTo>
                  <a:lnTo>
                    <a:pt x="1738884" y="6096"/>
                  </a:lnTo>
                  <a:lnTo>
                    <a:pt x="1738884" y="7619"/>
                  </a:lnTo>
                  <a:lnTo>
                    <a:pt x="1732788" y="7619"/>
                  </a:lnTo>
                  <a:lnTo>
                    <a:pt x="1732788" y="6096"/>
                  </a:lnTo>
                  <a:lnTo>
                    <a:pt x="1731264" y="4572"/>
                  </a:lnTo>
                  <a:close/>
                </a:path>
                <a:path w="3712845" h="7619">
                  <a:moveTo>
                    <a:pt x="1772411" y="7619"/>
                  </a:moveTo>
                  <a:lnTo>
                    <a:pt x="1772411" y="1524"/>
                  </a:lnTo>
                  <a:lnTo>
                    <a:pt x="1773935" y="0"/>
                  </a:lnTo>
                  <a:lnTo>
                    <a:pt x="1778508" y="0"/>
                  </a:lnTo>
                  <a:lnTo>
                    <a:pt x="1778508" y="1524"/>
                  </a:lnTo>
                  <a:lnTo>
                    <a:pt x="1780032" y="1524"/>
                  </a:lnTo>
                  <a:lnTo>
                    <a:pt x="1780032" y="6096"/>
                  </a:lnTo>
                  <a:lnTo>
                    <a:pt x="1778508" y="7619"/>
                  </a:lnTo>
                  <a:lnTo>
                    <a:pt x="1772411" y="7619"/>
                  </a:lnTo>
                  <a:close/>
                </a:path>
                <a:path w="3712845" h="7619">
                  <a:moveTo>
                    <a:pt x="1812035" y="6096"/>
                  </a:moveTo>
                  <a:lnTo>
                    <a:pt x="1812035" y="1524"/>
                  </a:lnTo>
                  <a:lnTo>
                    <a:pt x="1813559" y="1524"/>
                  </a:lnTo>
                  <a:lnTo>
                    <a:pt x="1813559" y="0"/>
                  </a:lnTo>
                  <a:lnTo>
                    <a:pt x="1818132" y="0"/>
                  </a:lnTo>
                  <a:lnTo>
                    <a:pt x="1819656" y="1524"/>
                  </a:lnTo>
                  <a:lnTo>
                    <a:pt x="1819656" y="7619"/>
                  </a:lnTo>
                  <a:lnTo>
                    <a:pt x="1813559" y="7619"/>
                  </a:lnTo>
                  <a:lnTo>
                    <a:pt x="1812035" y="6096"/>
                  </a:lnTo>
                  <a:close/>
                </a:path>
                <a:path w="3712845" h="7619">
                  <a:moveTo>
                    <a:pt x="1853184" y="7619"/>
                  </a:moveTo>
                  <a:lnTo>
                    <a:pt x="1853184" y="1524"/>
                  </a:lnTo>
                  <a:lnTo>
                    <a:pt x="1854708" y="0"/>
                  </a:lnTo>
                  <a:lnTo>
                    <a:pt x="1859280" y="0"/>
                  </a:lnTo>
                  <a:lnTo>
                    <a:pt x="1859280" y="1524"/>
                  </a:lnTo>
                  <a:lnTo>
                    <a:pt x="1860803" y="1524"/>
                  </a:lnTo>
                  <a:lnTo>
                    <a:pt x="1860803" y="6096"/>
                  </a:lnTo>
                  <a:lnTo>
                    <a:pt x="1859280" y="7619"/>
                  </a:lnTo>
                  <a:lnTo>
                    <a:pt x="1853184" y="7619"/>
                  </a:lnTo>
                  <a:close/>
                </a:path>
                <a:path w="3712845" h="7619">
                  <a:moveTo>
                    <a:pt x="1892808" y="6096"/>
                  </a:moveTo>
                  <a:lnTo>
                    <a:pt x="1892808" y="1524"/>
                  </a:lnTo>
                  <a:lnTo>
                    <a:pt x="1894332" y="1524"/>
                  </a:lnTo>
                  <a:lnTo>
                    <a:pt x="1894332" y="0"/>
                  </a:lnTo>
                  <a:lnTo>
                    <a:pt x="1898903" y="0"/>
                  </a:lnTo>
                  <a:lnTo>
                    <a:pt x="1898903" y="1524"/>
                  </a:lnTo>
                  <a:lnTo>
                    <a:pt x="1900427" y="1524"/>
                  </a:lnTo>
                  <a:lnTo>
                    <a:pt x="1900427" y="6096"/>
                  </a:lnTo>
                  <a:lnTo>
                    <a:pt x="1898903" y="7619"/>
                  </a:lnTo>
                  <a:lnTo>
                    <a:pt x="1894332" y="7619"/>
                  </a:lnTo>
                  <a:lnTo>
                    <a:pt x="1892808" y="6096"/>
                  </a:lnTo>
                  <a:close/>
                </a:path>
                <a:path w="3712845" h="7619">
                  <a:moveTo>
                    <a:pt x="1932432" y="4572"/>
                  </a:moveTo>
                  <a:lnTo>
                    <a:pt x="1932432" y="3048"/>
                  </a:lnTo>
                  <a:lnTo>
                    <a:pt x="1935480" y="0"/>
                  </a:lnTo>
                  <a:lnTo>
                    <a:pt x="1938527" y="0"/>
                  </a:lnTo>
                  <a:lnTo>
                    <a:pt x="1941576" y="3048"/>
                  </a:lnTo>
                  <a:lnTo>
                    <a:pt x="1941576" y="4572"/>
                  </a:lnTo>
                  <a:lnTo>
                    <a:pt x="1940051" y="6096"/>
                  </a:lnTo>
                  <a:lnTo>
                    <a:pt x="1940051" y="7619"/>
                  </a:lnTo>
                  <a:lnTo>
                    <a:pt x="1933956" y="7619"/>
                  </a:lnTo>
                  <a:lnTo>
                    <a:pt x="1933956" y="6096"/>
                  </a:lnTo>
                  <a:lnTo>
                    <a:pt x="1932432" y="4572"/>
                  </a:lnTo>
                  <a:close/>
                </a:path>
                <a:path w="3712845" h="7619">
                  <a:moveTo>
                    <a:pt x="1973580" y="6096"/>
                  </a:moveTo>
                  <a:lnTo>
                    <a:pt x="1973580" y="1524"/>
                  </a:lnTo>
                  <a:lnTo>
                    <a:pt x="1975103" y="1524"/>
                  </a:lnTo>
                  <a:lnTo>
                    <a:pt x="1975103" y="0"/>
                  </a:lnTo>
                  <a:lnTo>
                    <a:pt x="1979676" y="0"/>
                  </a:lnTo>
                  <a:lnTo>
                    <a:pt x="1979676" y="1524"/>
                  </a:lnTo>
                  <a:lnTo>
                    <a:pt x="1981200" y="1524"/>
                  </a:lnTo>
                  <a:lnTo>
                    <a:pt x="1981200" y="6096"/>
                  </a:lnTo>
                  <a:lnTo>
                    <a:pt x="1979676" y="7619"/>
                  </a:lnTo>
                  <a:lnTo>
                    <a:pt x="1975103" y="7619"/>
                  </a:lnTo>
                  <a:lnTo>
                    <a:pt x="1973580" y="6096"/>
                  </a:lnTo>
                  <a:close/>
                </a:path>
                <a:path w="3712845" h="7619">
                  <a:moveTo>
                    <a:pt x="2013203" y="6096"/>
                  </a:moveTo>
                  <a:lnTo>
                    <a:pt x="2013203" y="1524"/>
                  </a:lnTo>
                  <a:lnTo>
                    <a:pt x="2014727" y="1524"/>
                  </a:lnTo>
                  <a:lnTo>
                    <a:pt x="2014727" y="0"/>
                  </a:lnTo>
                  <a:lnTo>
                    <a:pt x="2019300" y="0"/>
                  </a:lnTo>
                  <a:lnTo>
                    <a:pt x="2020824" y="1524"/>
                  </a:lnTo>
                  <a:lnTo>
                    <a:pt x="2020824" y="7619"/>
                  </a:lnTo>
                  <a:lnTo>
                    <a:pt x="2014727" y="7619"/>
                  </a:lnTo>
                  <a:lnTo>
                    <a:pt x="2013203" y="6096"/>
                  </a:lnTo>
                  <a:close/>
                </a:path>
                <a:path w="3712845" h="7619">
                  <a:moveTo>
                    <a:pt x="2054351" y="7619"/>
                  </a:moveTo>
                  <a:lnTo>
                    <a:pt x="2054351" y="1524"/>
                  </a:lnTo>
                  <a:lnTo>
                    <a:pt x="2055876" y="0"/>
                  </a:lnTo>
                  <a:lnTo>
                    <a:pt x="2060448" y="0"/>
                  </a:lnTo>
                  <a:lnTo>
                    <a:pt x="2060448" y="1524"/>
                  </a:lnTo>
                  <a:lnTo>
                    <a:pt x="2061972" y="1524"/>
                  </a:lnTo>
                  <a:lnTo>
                    <a:pt x="2061972" y="6096"/>
                  </a:lnTo>
                  <a:lnTo>
                    <a:pt x="2060448" y="7619"/>
                  </a:lnTo>
                  <a:lnTo>
                    <a:pt x="2054351" y="7619"/>
                  </a:lnTo>
                  <a:close/>
                </a:path>
                <a:path w="3712845" h="7619">
                  <a:moveTo>
                    <a:pt x="2093976" y="6096"/>
                  </a:moveTo>
                  <a:lnTo>
                    <a:pt x="2093976" y="1524"/>
                  </a:lnTo>
                  <a:lnTo>
                    <a:pt x="2095500" y="1524"/>
                  </a:lnTo>
                  <a:lnTo>
                    <a:pt x="2095500" y="0"/>
                  </a:lnTo>
                  <a:lnTo>
                    <a:pt x="2100072" y="0"/>
                  </a:lnTo>
                  <a:lnTo>
                    <a:pt x="2101596" y="1524"/>
                  </a:lnTo>
                  <a:lnTo>
                    <a:pt x="2101596" y="7619"/>
                  </a:lnTo>
                  <a:lnTo>
                    <a:pt x="2095500" y="7619"/>
                  </a:lnTo>
                  <a:lnTo>
                    <a:pt x="2093976" y="6096"/>
                  </a:lnTo>
                  <a:close/>
                </a:path>
                <a:path w="3712845" h="7619">
                  <a:moveTo>
                    <a:pt x="2133600" y="4572"/>
                  </a:moveTo>
                  <a:lnTo>
                    <a:pt x="2133600" y="3048"/>
                  </a:lnTo>
                  <a:lnTo>
                    <a:pt x="2136648" y="0"/>
                  </a:lnTo>
                  <a:lnTo>
                    <a:pt x="2139696" y="0"/>
                  </a:lnTo>
                  <a:lnTo>
                    <a:pt x="2142743" y="3048"/>
                  </a:lnTo>
                  <a:lnTo>
                    <a:pt x="2142743" y="4572"/>
                  </a:lnTo>
                  <a:lnTo>
                    <a:pt x="2141219" y="6096"/>
                  </a:lnTo>
                  <a:lnTo>
                    <a:pt x="2141219" y="7619"/>
                  </a:lnTo>
                  <a:lnTo>
                    <a:pt x="2135124" y="7619"/>
                  </a:lnTo>
                  <a:lnTo>
                    <a:pt x="2135124" y="6096"/>
                  </a:lnTo>
                  <a:lnTo>
                    <a:pt x="2133600" y="4572"/>
                  </a:lnTo>
                  <a:close/>
                </a:path>
                <a:path w="3712845" h="7619">
                  <a:moveTo>
                    <a:pt x="2174748" y="6096"/>
                  </a:moveTo>
                  <a:lnTo>
                    <a:pt x="2174748" y="1524"/>
                  </a:lnTo>
                  <a:lnTo>
                    <a:pt x="2176272" y="1524"/>
                  </a:lnTo>
                  <a:lnTo>
                    <a:pt x="2176272" y="0"/>
                  </a:lnTo>
                  <a:lnTo>
                    <a:pt x="2180844" y="0"/>
                  </a:lnTo>
                  <a:lnTo>
                    <a:pt x="2180844" y="1524"/>
                  </a:lnTo>
                  <a:lnTo>
                    <a:pt x="2182368" y="1524"/>
                  </a:lnTo>
                  <a:lnTo>
                    <a:pt x="2182368" y="6096"/>
                  </a:lnTo>
                  <a:lnTo>
                    <a:pt x="2180844" y="7619"/>
                  </a:lnTo>
                  <a:lnTo>
                    <a:pt x="2176272" y="7619"/>
                  </a:lnTo>
                  <a:lnTo>
                    <a:pt x="2174748" y="6096"/>
                  </a:lnTo>
                  <a:close/>
                </a:path>
                <a:path w="3712845" h="7619">
                  <a:moveTo>
                    <a:pt x="2214372" y="4572"/>
                  </a:moveTo>
                  <a:lnTo>
                    <a:pt x="2214372" y="3048"/>
                  </a:lnTo>
                  <a:lnTo>
                    <a:pt x="2217420" y="0"/>
                  </a:lnTo>
                  <a:lnTo>
                    <a:pt x="2220468" y="0"/>
                  </a:lnTo>
                  <a:lnTo>
                    <a:pt x="2223516" y="3048"/>
                  </a:lnTo>
                  <a:lnTo>
                    <a:pt x="2223516" y="4572"/>
                  </a:lnTo>
                  <a:lnTo>
                    <a:pt x="2221992" y="6096"/>
                  </a:lnTo>
                  <a:lnTo>
                    <a:pt x="2221992" y="7619"/>
                  </a:lnTo>
                  <a:lnTo>
                    <a:pt x="2215896" y="7619"/>
                  </a:lnTo>
                  <a:lnTo>
                    <a:pt x="2215896" y="6096"/>
                  </a:lnTo>
                  <a:lnTo>
                    <a:pt x="2214372" y="4572"/>
                  </a:lnTo>
                  <a:close/>
                </a:path>
                <a:path w="3712845" h="7619">
                  <a:moveTo>
                    <a:pt x="2255520" y="7619"/>
                  </a:moveTo>
                  <a:lnTo>
                    <a:pt x="2255520" y="1524"/>
                  </a:lnTo>
                  <a:lnTo>
                    <a:pt x="2257044" y="0"/>
                  </a:lnTo>
                  <a:lnTo>
                    <a:pt x="2261616" y="0"/>
                  </a:lnTo>
                  <a:lnTo>
                    <a:pt x="2261616" y="1524"/>
                  </a:lnTo>
                  <a:lnTo>
                    <a:pt x="2263140" y="1524"/>
                  </a:lnTo>
                  <a:lnTo>
                    <a:pt x="2263140" y="6096"/>
                  </a:lnTo>
                  <a:lnTo>
                    <a:pt x="2261616" y="7619"/>
                  </a:lnTo>
                  <a:lnTo>
                    <a:pt x="2255520" y="7619"/>
                  </a:lnTo>
                  <a:close/>
                </a:path>
                <a:path w="3712845" h="7619">
                  <a:moveTo>
                    <a:pt x="2295144" y="6096"/>
                  </a:moveTo>
                  <a:lnTo>
                    <a:pt x="2295144" y="1524"/>
                  </a:lnTo>
                  <a:lnTo>
                    <a:pt x="2296668" y="1524"/>
                  </a:lnTo>
                  <a:lnTo>
                    <a:pt x="2296668" y="0"/>
                  </a:lnTo>
                  <a:lnTo>
                    <a:pt x="2301240" y="0"/>
                  </a:lnTo>
                  <a:lnTo>
                    <a:pt x="2302764" y="1524"/>
                  </a:lnTo>
                  <a:lnTo>
                    <a:pt x="2302764" y="7619"/>
                  </a:lnTo>
                  <a:lnTo>
                    <a:pt x="2296668" y="7619"/>
                  </a:lnTo>
                  <a:lnTo>
                    <a:pt x="2295144" y="6096"/>
                  </a:lnTo>
                  <a:close/>
                </a:path>
                <a:path w="3712845" h="7619">
                  <a:moveTo>
                    <a:pt x="2336292" y="7619"/>
                  </a:moveTo>
                  <a:lnTo>
                    <a:pt x="2336292" y="1524"/>
                  </a:lnTo>
                  <a:lnTo>
                    <a:pt x="2337816" y="0"/>
                  </a:lnTo>
                  <a:lnTo>
                    <a:pt x="2342388" y="0"/>
                  </a:lnTo>
                  <a:lnTo>
                    <a:pt x="2342388" y="1524"/>
                  </a:lnTo>
                  <a:lnTo>
                    <a:pt x="2343912" y="1524"/>
                  </a:lnTo>
                  <a:lnTo>
                    <a:pt x="2343912" y="6096"/>
                  </a:lnTo>
                  <a:lnTo>
                    <a:pt x="2342388" y="7619"/>
                  </a:lnTo>
                  <a:lnTo>
                    <a:pt x="2336292" y="7619"/>
                  </a:lnTo>
                  <a:close/>
                </a:path>
                <a:path w="3712845" h="7619">
                  <a:moveTo>
                    <a:pt x="2375916" y="6096"/>
                  </a:moveTo>
                  <a:lnTo>
                    <a:pt x="2375916" y="1524"/>
                  </a:lnTo>
                  <a:lnTo>
                    <a:pt x="2377440" y="1524"/>
                  </a:lnTo>
                  <a:lnTo>
                    <a:pt x="2377440" y="0"/>
                  </a:lnTo>
                  <a:lnTo>
                    <a:pt x="2382012" y="0"/>
                  </a:lnTo>
                  <a:lnTo>
                    <a:pt x="2382012" y="1524"/>
                  </a:lnTo>
                  <a:lnTo>
                    <a:pt x="2383536" y="1524"/>
                  </a:lnTo>
                  <a:lnTo>
                    <a:pt x="2383536" y="6096"/>
                  </a:lnTo>
                  <a:lnTo>
                    <a:pt x="2382012" y="7619"/>
                  </a:lnTo>
                  <a:lnTo>
                    <a:pt x="2377440" y="7619"/>
                  </a:lnTo>
                  <a:lnTo>
                    <a:pt x="2375916" y="6096"/>
                  </a:lnTo>
                  <a:close/>
                </a:path>
                <a:path w="3712845" h="7619">
                  <a:moveTo>
                    <a:pt x="2415540" y="4572"/>
                  </a:moveTo>
                  <a:lnTo>
                    <a:pt x="2415540" y="3048"/>
                  </a:lnTo>
                  <a:lnTo>
                    <a:pt x="2418588" y="0"/>
                  </a:lnTo>
                  <a:lnTo>
                    <a:pt x="2421636" y="0"/>
                  </a:lnTo>
                  <a:lnTo>
                    <a:pt x="2424684" y="3048"/>
                  </a:lnTo>
                  <a:lnTo>
                    <a:pt x="2424684" y="4572"/>
                  </a:lnTo>
                  <a:lnTo>
                    <a:pt x="2423160" y="6096"/>
                  </a:lnTo>
                  <a:lnTo>
                    <a:pt x="2423160" y="7619"/>
                  </a:lnTo>
                  <a:lnTo>
                    <a:pt x="2417064" y="7619"/>
                  </a:lnTo>
                  <a:lnTo>
                    <a:pt x="2417064" y="6096"/>
                  </a:lnTo>
                  <a:lnTo>
                    <a:pt x="2415540" y="4572"/>
                  </a:lnTo>
                  <a:close/>
                </a:path>
                <a:path w="3712845" h="7619">
                  <a:moveTo>
                    <a:pt x="2456688" y="6096"/>
                  </a:moveTo>
                  <a:lnTo>
                    <a:pt x="2456688" y="1524"/>
                  </a:lnTo>
                  <a:lnTo>
                    <a:pt x="2458212" y="1524"/>
                  </a:lnTo>
                  <a:lnTo>
                    <a:pt x="2458212" y="0"/>
                  </a:lnTo>
                  <a:lnTo>
                    <a:pt x="2462784" y="0"/>
                  </a:lnTo>
                  <a:lnTo>
                    <a:pt x="2462784" y="1524"/>
                  </a:lnTo>
                  <a:lnTo>
                    <a:pt x="2464308" y="1524"/>
                  </a:lnTo>
                  <a:lnTo>
                    <a:pt x="2464308" y="6096"/>
                  </a:lnTo>
                  <a:lnTo>
                    <a:pt x="2462784" y="7619"/>
                  </a:lnTo>
                  <a:lnTo>
                    <a:pt x="2458212" y="7619"/>
                  </a:lnTo>
                  <a:lnTo>
                    <a:pt x="2456688" y="6096"/>
                  </a:lnTo>
                  <a:close/>
                </a:path>
                <a:path w="3712845" h="7619">
                  <a:moveTo>
                    <a:pt x="2496312" y="6096"/>
                  </a:moveTo>
                  <a:lnTo>
                    <a:pt x="2496312" y="1524"/>
                  </a:lnTo>
                  <a:lnTo>
                    <a:pt x="2497836" y="1524"/>
                  </a:lnTo>
                  <a:lnTo>
                    <a:pt x="2497836" y="0"/>
                  </a:lnTo>
                  <a:lnTo>
                    <a:pt x="2502408" y="0"/>
                  </a:lnTo>
                  <a:lnTo>
                    <a:pt x="2503932" y="1524"/>
                  </a:lnTo>
                  <a:lnTo>
                    <a:pt x="2503932" y="7619"/>
                  </a:lnTo>
                  <a:lnTo>
                    <a:pt x="2497836" y="7619"/>
                  </a:lnTo>
                  <a:lnTo>
                    <a:pt x="2496312" y="6096"/>
                  </a:lnTo>
                  <a:close/>
                </a:path>
                <a:path w="3712845" h="7619">
                  <a:moveTo>
                    <a:pt x="2537460" y="7619"/>
                  </a:moveTo>
                  <a:lnTo>
                    <a:pt x="2537460" y="1524"/>
                  </a:lnTo>
                  <a:lnTo>
                    <a:pt x="2538984" y="0"/>
                  </a:lnTo>
                  <a:lnTo>
                    <a:pt x="2543556" y="0"/>
                  </a:lnTo>
                  <a:lnTo>
                    <a:pt x="2543556" y="1524"/>
                  </a:lnTo>
                  <a:lnTo>
                    <a:pt x="2545080" y="1524"/>
                  </a:lnTo>
                  <a:lnTo>
                    <a:pt x="2545080" y="6096"/>
                  </a:lnTo>
                  <a:lnTo>
                    <a:pt x="2543556" y="7619"/>
                  </a:lnTo>
                  <a:lnTo>
                    <a:pt x="2537460" y="7619"/>
                  </a:lnTo>
                  <a:close/>
                </a:path>
                <a:path w="3712845" h="7619">
                  <a:moveTo>
                    <a:pt x="2577084" y="6096"/>
                  </a:moveTo>
                  <a:lnTo>
                    <a:pt x="2577084" y="1524"/>
                  </a:lnTo>
                  <a:lnTo>
                    <a:pt x="2578608" y="1524"/>
                  </a:lnTo>
                  <a:lnTo>
                    <a:pt x="2578608" y="0"/>
                  </a:lnTo>
                  <a:lnTo>
                    <a:pt x="2583180" y="0"/>
                  </a:lnTo>
                  <a:lnTo>
                    <a:pt x="2584704" y="1524"/>
                  </a:lnTo>
                  <a:lnTo>
                    <a:pt x="2584704" y="7619"/>
                  </a:lnTo>
                  <a:lnTo>
                    <a:pt x="2578608" y="7619"/>
                  </a:lnTo>
                  <a:lnTo>
                    <a:pt x="2577084" y="6096"/>
                  </a:lnTo>
                  <a:close/>
                </a:path>
                <a:path w="3712845" h="7619">
                  <a:moveTo>
                    <a:pt x="2616708" y="4572"/>
                  </a:moveTo>
                  <a:lnTo>
                    <a:pt x="2616708" y="3048"/>
                  </a:lnTo>
                  <a:lnTo>
                    <a:pt x="2619756" y="0"/>
                  </a:lnTo>
                  <a:lnTo>
                    <a:pt x="2622804" y="0"/>
                  </a:lnTo>
                  <a:lnTo>
                    <a:pt x="2625852" y="3048"/>
                  </a:lnTo>
                  <a:lnTo>
                    <a:pt x="2625852" y="4572"/>
                  </a:lnTo>
                  <a:lnTo>
                    <a:pt x="2624328" y="6096"/>
                  </a:lnTo>
                  <a:lnTo>
                    <a:pt x="2624328" y="7619"/>
                  </a:lnTo>
                  <a:lnTo>
                    <a:pt x="2618232" y="7619"/>
                  </a:lnTo>
                  <a:lnTo>
                    <a:pt x="2618232" y="6096"/>
                  </a:lnTo>
                  <a:lnTo>
                    <a:pt x="2616708" y="4572"/>
                  </a:lnTo>
                  <a:close/>
                </a:path>
                <a:path w="3712845" h="7619">
                  <a:moveTo>
                    <a:pt x="2657856" y="6096"/>
                  </a:moveTo>
                  <a:lnTo>
                    <a:pt x="2657856" y="1524"/>
                  </a:lnTo>
                  <a:lnTo>
                    <a:pt x="2659380" y="1524"/>
                  </a:lnTo>
                  <a:lnTo>
                    <a:pt x="2659380" y="0"/>
                  </a:lnTo>
                  <a:lnTo>
                    <a:pt x="2663952" y="0"/>
                  </a:lnTo>
                  <a:lnTo>
                    <a:pt x="2663952" y="1524"/>
                  </a:lnTo>
                  <a:lnTo>
                    <a:pt x="2665476" y="1524"/>
                  </a:lnTo>
                  <a:lnTo>
                    <a:pt x="2665476" y="6096"/>
                  </a:lnTo>
                  <a:lnTo>
                    <a:pt x="2663952" y="7619"/>
                  </a:lnTo>
                  <a:lnTo>
                    <a:pt x="2659380" y="7619"/>
                  </a:lnTo>
                  <a:lnTo>
                    <a:pt x="2657856" y="6096"/>
                  </a:lnTo>
                  <a:close/>
                </a:path>
                <a:path w="3712845" h="7619">
                  <a:moveTo>
                    <a:pt x="2697480" y="4572"/>
                  </a:moveTo>
                  <a:lnTo>
                    <a:pt x="2697480" y="3048"/>
                  </a:lnTo>
                  <a:lnTo>
                    <a:pt x="2700528" y="0"/>
                  </a:lnTo>
                  <a:lnTo>
                    <a:pt x="2703576" y="0"/>
                  </a:lnTo>
                  <a:lnTo>
                    <a:pt x="2706624" y="3048"/>
                  </a:lnTo>
                  <a:lnTo>
                    <a:pt x="2706624" y="4572"/>
                  </a:lnTo>
                  <a:lnTo>
                    <a:pt x="2705100" y="6096"/>
                  </a:lnTo>
                  <a:lnTo>
                    <a:pt x="2705100" y="7619"/>
                  </a:lnTo>
                  <a:lnTo>
                    <a:pt x="2699004" y="7619"/>
                  </a:lnTo>
                  <a:lnTo>
                    <a:pt x="2699004" y="6096"/>
                  </a:lnTo>
                  <a:lnTo>
                    <a:pt x="2697480" y="4572"/>
                  </a:lnTo>
                  <a:close/>
                </a:path>
                <a:path w="3712845" h="7619">
                  <a:moveTo>
                    <a:pt x="2738628" y="7619"/>
                  </a:moveTo>
                  <a:lnTo>
                    <a:pt x="2738628" y="1524"/>
                  </a:lnTo>
                  <a:lnTo>
                    <a:pt x="2740152" y="0"/>
                  </a:lnTo>
                  <a:lnTo>
                    <a:pt x="2744724" y="0"/>
                  </a:lnTo>
                  <a:lnTo>
                    <a:pt x="2744724" y="1524"/>
                  </a:lnTo>
                  <a:lnTo>
                    <a:pt x="2746248" y="1524"/>
                  </a:lnTo>
                  <a:lnTo>
                    <a:pt x="2746248" y="6096"/>
                  </a:lnTo>
                  <a:lnTo>
                    <a:pt x="2744724" y="7619"/>
                  </a:lnTo>
                  <a:lnTo>
                    <a:pt x="2738628" y="7619"/>
                  </a:lnTo>
                  <a:close/>
                </a:path>
                <a:path w="3712845" h="7619">
                  <a:moveTo>
                    <a:pt x="2778252" y="6096"/>
                  </a:moveTo>
                  <a:lnTo>
                    <a:pt x="2778252" y="1524"/>
                  </a:lnTo>
                  <a:lnTo>
                    <a:pt x="2779776" y="1524"/>
                  </a:lnTo>
                  <a:lnTo>
                    <a:pt x="2779776" y="0"/>
                  </a:lnTo>
                  <a:lnTo>
                    <a:pt x="2784348" y="0"/>
                  </a:lnTo>
                  <a:lnTo>
                    <a:pt x="2785872" y="1524"/>
                  </a:lnTo>
                  <a:lnTo>
                    <a:pt x="2785872" y="7619"/>
                  </a:lnTo>
                  <a:lnTo>
                    <a:pt x="2779776" y="7619"/>
                  </a:lnTo>
                  <a:lnTo>
                    <a:pt x="2778252" y="6096"/>
                  </a:lnTo>
                  <a:close/>
                </a:path>
                <a:path w="3712845" h="7619">
                  <a:moveTo>
                    <a:pt x="2819400" y="7619"/>
                  </a:moveTo>
                  <a:lnTo>
                    <a:pt x="2819400" y="1524"/>
                  </a:lnTo>
                  <a:lnTo>
                    <a:pt x="2820924" y="0"/>
                  </a:lnTo>
                  <a:lnTo>
                    <a:pt x="2823972" y="0"/>
                  </a:lnTo>
                  <a:lnTo>
                    <a:pt x="2825496" y="1524"/>
                  </a:lnTo>
                  <a:lnTo>
                    <a:pt x="2827020" y="1524"/>
                  </a:lnTo>
                  <a:lnTo>
                    <a:pt x="2827020" y="6096"/>
                  </a:lnTo>
                  <a:lnTo>
                    <a:pt x="2825496" y="7619"/>
                  </a:lnTo>
                  <a:lnTo>
                    <a:pt x="2819400" y="7619"/>
                  </a:lnTo>
                  <a:close/>
                </a:path>
                <a:path w="3712845" h="7619">
                  <a:moveTo>
                    <a:pt x="2859024" y="6096"/>
                  </a:moveTo>
                  <a:lnTo>
                    <a:pt x="2859024" y="1524"/>
                  </a:lnTo>
                  <a:lnTo>
                    <a:pt x="2860548" y="1524"/>
                  </a:lnTo>
                  <a:lnTo>
                    <a:pt x="2860548" y="0"/>
                  </a:lnTo>
                  <a:lnTo>
                    <a:pt x="2865120" y="0"/>
                  </a:lnTo>
                  <a:lnTo>
                    <a:pt x="2865120" y="1524"/>
                  </a:lnTo>
                  <a:lnTo>
                    <a:pt x="2866644" y="1524"/>
                  </a:lnTo>
                  <a:lnTo>
                    <a:pt x="2866644" y="6096"/>
                  </a:lnTo>
                  <a:lnTo>
                    <a:pt x="2865120" y="7619"/>
                  </a:lnTo>
                  <a:lnTo>
                    <a:pt x="2860548" y="7619"/>
                  </a:lnTo>
                  <a:lnTo>
                    <a:pt x="2859024" y="6096"/>
                  </a:lnTo>
                  <a:close/>
                </a:path>
                <a:path w="3712845" h="7619">
                  <a:moveTo>
                    <a:pt x="2898648" y="4572"/>
                  </a:moveTo>
                  <a:lnTo>
                    <a:pt x="2898648" y="3048"/>
                  </a:lnTo>
                  <a:lnTo>
                    <a:pt x="2901696" y="0"/>
                  </a:lnTo>
                  <a:lnTo>
                    <a:pt x="2904744" y="0"/>
                  </a:lnTo>
                  <a:lnTo>
                    <a:pt x="2907792" y="3048"/>
                  </a:lnTo>
                  <a:lnTo>
                    <a:pt x="2907792" y="4572"/>
                  </a:lnTo>
                  <a:lnTo>
                    <a:pt x="2906268" y="6096"/>
                  </a:lnTo>
                  <a:lnTo>
                    <a:pt x="2906268" y="7619"/>
                  </a:lnTo>
                  <a:lnTo>
                    <a:pt x="2900172" y="7619"/>
                  </a:lnTo>
                  <a:lnTo>
                    <a:pt x="2900172" y="6096"/>
                  </a:lnTo>
                  <a:lnTo>
                    <a:pt x="2898648" y="4572"/>
                  </a:lnTo>
                  <a:close/>
                </a:path>
                <a:path w="3712845" h="7619">
                  <a:moveTo>
                    <a:pt x="2939796" y="6096"/>
                  </a:moveTo>
                  <a:lnTo>
                    <a:pt x="2939796" y="1524"/>
                  </a:lnTo>
                  <a:lnTo>
                    <a:pt x="2941320" y="1524"/>
                  </a:lnTo>
                  <a:lnTo>
                    <a:pt x="2941320" y="0"/>
                  </a:lnTo>
                  <a:lnTo>
                    <a:pt x="2945892" y="0"/>
                  </a:lnTo>
                  <a:lnTo>
                    <a:pt x="2945892" y="1524"/>
                  </a:lnTo>
                  <a:lnTo>
                    <a:pt x="2947416" y="1524"/>
                  </a:lnTo>
                  <a:lnTo>
                    <a:pt x="2947416" y="6096"/>
                  </a:lnTo>
                  <a:lnTo>
                    <a:pt x="2945892" y="7619"/>
                  </a:lnTo>
                  <a:lnTo>
                    <a:pt x="2941320" y="7619"/>
                  </a:lnTo>
                  <a:lnTo>
                    <a:pt x="2939796" y="6096"/>
                  </a:lnTo>
                  <a:close/>
                </a:path>
                <a:path w="3712845" h="7619">
                  <a:moveTo>
                    <a:pt x="2979420" y="6096"/>
                  </a:moveTo>
                  <a:lnTo>
                    <a:pt x="2979420" y="1524"/>
                  </a:lnTo>
                  <a:lnTo>
                    <a:pt x="2980944" y="1524"/>
                  </a:lnTo>
                  <a:lnTo>
                    <a:pt x="2980944" y="0"/>
                  </a:lnTo>
                  <a:lnTo>
                    <a:pt x="2985516" y="0"/>
                  </a:lnTo>
                  <a:lnTo>
                    <a:pt x="2987040" y="1524"/>
                  </a:lnTo>
                  <a:lnTo>
                    <a:pt x="2987040" y="7619"/>
                  </a:lnTo>
                  <a:lnTo>
                    <a:pt x="2980944" y="7619"/>
                  </a:lnTo>
                  <a:lnTo>
                    <a:pt x="2979420" y="6096"/>
                  </a:lnTo>
                  <a:close/>
                </a:path>
                <a:path w="3712845" h="7619">
                  <a:moveTo>
                    <a:pt x="3020568" y="7619"/>
                  </a:moveTo>
                  <a:lnTo>
                    <a:pt x="3020568" y="1524"/>
                  </a:lnTo>
                  <a:lnTo>
                    <a:pt x="3022092" y="0"/>
                  </a:lnTo>
                  <a:lnTo>
                    <a:pt x="3026664" y="0"/>
                  </a:lnTo>
                  <a:lnTo>
                    <a:pt x="3026664" y="1524"/>
                  </a:lnTo>
                  <a:lnTo>
                    <a:pt x="3028188" y="1524"/>
                  </a:lnTo>
                  <a:lnTo>
                    <a:pt x="3028188" y="6096"/>
                  </a:lnTo>
                  <a:lnTo>
                    <a:pt x="3026664" y="7619"/>
                  </a:lnTo>
                  <a:lnTo>
                    <a:pt x="3020568" y="7619"/>
                  </a:lnTo>
                  <a:close/>
                </a:path>
                <a:path w="3712845" h="7619">
                  <a:moveTo>
                    <a:pt x="3060192" y="6096"/>
                  </a:moveTo>
                  <a:lnTo>
                    <a:pt x="3060192" y="1524"/>
                  </a:lnTo>
                  <a:lnTo>
                    <a:pt x="3061716" y="1524"/>
                  </a:lnTo>
                  <a:lnTo>
                    <a:pt x="3061716" y="0"/>
                  </a:lnTo>
                  <a:lnTo>
                    <a:pt x="3066288" y="0"/>
                  </a:lnTo>
                  <a:lnTo>
                    <a:pt x="3067812" y="1524"/>
                  </a:lnTo>
                  <a:lnTo>
                    <a:pt x="3067812" y="7619"/>
                  </a:lnTo>
                  <a:lnTo>
                    <a:pt x="3061716" y="7619"/>
                  </a:lnTo>
                  <a:lnTo>
                    <a:pt x="3060192" y="6096"/>
                  </a:lnTo>
                  <a:close/>
                </a:path>
                <a:path w="3712845" h="7619">
                  <a:moveTo>
                    <a:pt x="3099816" y="4572"/>
                  </a:moveTo>
                  <a:lnTo>
                    <a:pt x="3099816" y="3048"/>
                  </a:lnTo>
                  <a:lnTo>
                    <a:pt x="3102864" y="0"/>
                  </a:lnTo>
                  <a:lnTo>
                    <a:pt x="3105912" y="0"/>
                  </a:lnTo>
                  <a:lnTo>
                    <a:pt x="3108960" y="3048"/>
                  </a:lnTo>
                  <a:lnTo>
                    <a:pt x="3108960" y="4572"/>
                  </a:lnTo>
                  <a:lnTo>
                    <a:pt x="3107436" y="6096"/>
                  </a:lnTo>
                  <a:lnTo>
                    <a:pt x="3107436" y="7619"/>
                  </a:lnTo>
                  <a:lnTo>
                    <a:pt x="3101340" y="7619"/>
                  </a:lnTo>
                  <a:lnTo>
                    <a:pt x="3101340" y="6096"/>
                  </a:lnTo>
                  <a:lnTo>
                    <a:pt x="3099816" y="4572"/>
                  </a:lnTo>
                  <a:close/>
                </a:path>
                <a:path w="3712845" h="7619">
                  <a:moveTo>
                    <a:pt x="3140964" y="6096"/>
                  </a:moveTo>
                  <a:lnTo>
                    <a:pt x="3140964" y="1524"/>
                  </a:lnTo>
                  <a:lnTo>
                    <a:pt x="3142488" y="1524"/>
                  </a:lnTo>
                  <a:lnTo>
                    <a:pt x="3142488" y="0"/>
                  </a:lnTo>
                  <a:lnTo>
                    <a:pt x="3147060" y="0"/>
                  </a:lnTo>
                  <a:lnTo>
                    <a:pt x="3147060" y="1524"/>
                  </a:lnTo>
                  <a:lnTo>
                    <a:pt x="3148584" y="1524"/>
                  </a:lnTo>
                  <a:lnTo>
                    <a:pt x="3148584" y="6096"/>
                  </a:lnTo>
                  <a:lnTo>
                    <a:pt x="3147060" y="7619"/>
                  </a:lnTo>
                  <a:lnTo>
                    <a:pt x="3142488" y="7619"/>
                  </a:lnTo>
                  <a:lnTo>
                    <a:pt x="3140964" y="6096"/>
                  </a:lnTo>
                  <a:close/>
                </a:path>
                <a:path w="3712845" h="7619">
                  <a:moveTo>
                    <a:pt x="3180588" y="4572"/>
                  </a:moveTo>
                  <a:lnTo>
                    <a:pt x="3180588" y="3048"/>
                  </a:lnTo>
                  <a:lnTo>
                    <a:pt x="3183636" y="0"/>
                  </a:lnTo>
                  <a:lnTo>
                    <a:pt x="3186684" y="0"/>
                  </a:lnTo>
                  <a:lnTo>
                    <a:pt x="3189732" y="3048"/>
                  </a:lnTo>
                  <a:lnTo>
                    <a:pt x="3189732" y="4572"/>
                  </a:lnTo>
                  <a:lnTo>
                    <a:pt x="3188208" y="6096"/>
                  </a:lnTo>
                  <a:lnTo>
                    <a:pt x="3188208" y="7619"/>
                  </a:lnTo>
                  <a:lnTo>
                    <a:pt x="3182112" y="7619"/>
                  </a:lnTo>
                  <a:lnTo>
                    <a:pt x="3182112" y="6096"/>
                  </a:lnTo>
                  <a:lnTo>
                    <a:pt x="3180588" y="4572"/>
                  </a:lnTo>
                  <a:close/>
                </a:path>
                <a:path w="3712845" h="7619">
                  <a:moveTo>
                    <a:pt x="3221736" y="7619"/>
                  </a:moveTo>
                  <a:lnTo>
                    <a:pt x="3221736" y="1524"/>
                  </a:lnTo>
                  <a:lnTo>
                    <a:pt x="3223260" y="0"/>
                  </a:lnTo>
                  <a:lnTo>
                    <a:pt x="3227832" y="0"/>
                  </a:lnTo>
                  <a:lnTo>
                    <a:pt x="3227832" y="1524"/>
                  </a:lnTo>
                  <a:lnTo>
                    <a:pt x="3229356" y="1524"/>
                  </a:lnTo>
                  <a:lnTo>
                    <a:pt x="3229356" y="6096"/>
                  </a:lnTo>
                  <a:lnTo>
                    <a:pt x="3227832" y="7619"/>
                  </a:lnTo>
                  <a:lnTo>
                    <a:pt x="3221736" y="7619"/>
                  </a:lnTo>
                  <a:close/>
                </a:path>
                <a:path w="3712845" h="7619">
                  <a:moveTo>
                    <a:pt x="3261360" y="6096"/>
                  </a:moveTo>
                  <a:lnTo>
                    <a:pt x="3261360" y="1524"/>
                  </a:lnTo>
                  <a:lnTo>
                    <a:pt x="3262884" y="1524"/>
                  </a:lnTo>
                  <a:lnTo>
                    <a:pt x="3262884" y="0"/>
                  </a:lnTo>
                  <a:lnTo>
                    <a:pt x="3267456" y="0"/>
                  </a:lnTo>
                  <a:lnTo>
                    <a:pt x="3268980" y="1524"/>
                  </a:lnTo>
                  <a:lnTo>
                    <a:pt x="3268980" y="7619"/>
                  </a:lnTo>
                  <a:lnTo>
                    <a:pt x="3262884" y="7619"/>
                  </a:lnTo>
                  <a:lnTo>
                    <a:pt x="3261360" y="6096"/>
                  </a:lnTo>
                  <a:close/>
                </a:path>
                <a:path w="3712845" h="7619">
                  <a:moveTo>
                    <a:pt x="3300984" y="4572"/>
                  </a:moveTo>
                  <a:lnTo>
                    <a:pt x="3300984" y="3048"/>
                  </a:lnTo>
                  <a:lnTo>
                    <a:pt x="3304032" y="0"/>
                  </a:lnTo>
                  <a:lnTo>
                    <a:pt x="3307080" y="0"/>
                  </a:lnTo>
                  <a:lnTo>
                    <a:pt x="3308604" y="1524"/>
                  </a:lnTo>
                  <a:lnTo>
                    <a:pt x="3310128" y="1524"/>
                  </a:lnTo>
                  <a:lnTo>
                    <a:pt x="3310128" y="6096"/>
                  </a:lnTo>
                  <a:lnTo>
                    <a:pt x="3308604" y="7619"/>
                  </a:lnTo>
                  <a:lnTo>
                    <a:pt x="3302508" y="7619"/>
                  </a:lnTo>
                  <a:lnTo>
                    <a:pt x="3302508" y="6096"/>
                  </a:lnTo>
                  <a:lnTo>
                    <a:pt x="3300984" y="4572"/>
                  </a:lnTo>
                  <a:close/>
                </a:path>
                <a:path w="3712845" h="7619">
                  <a:moveTo>
                    <a:pt x="3342132" y="6096"/>
                  </a:moveTo>
                  <a:lnTo>
                    <a:pt x="3342132" y="1524"/>
                  </a:lnTo>
                  <a:lnTo>
                    <a:pt x="3343656" y="1524"/>
                  </a:lnTo>
                  <a:lnTo>
                    <a:pt x="3343656" y="0"/>
                  </a:lnTo>
                  <a:lnTo>
                    <a:pt x="3348228" y="0"/>
                  </a:lnTo>
                  <a:lnTo>
                    <a:pt x="3348228" y="1524"/>
                  </a:lnTo>
                  <a:lnTo>
                    <a:pt x="3349752" y="1524"/>
                  </a:lnTo>
                  <a:lnTo>
                    <a:pt x="3349752" y="6096"/>
                  </a:lnTo>
                  <a:lnTo>
                    <a:pt x="3348228" y="7619"/>
                  </a:lnTo>
                  <a:lnTo>
                    <a:pt x="3343656" y="7619"/>
                  </a:lnTo>
                  <a:lnTo>
                    <a:pt x="3342132" y="6096"/>
                  </a:lnTo>
                  <a:close/>
                </a:path>
                <a:path w="3712845" h="7619">
                  <a:moveTo>
                    <a:pt x="3381756" y="4572"/>
                  </a:moveTo>
                  <a:lnTo>
                    <a:pt x="3381756" y="3048"/>
                  </a:lnTo>
                  <a:lnTo>
                    <a:pt x="3384804" y="0"/>
                  </a:lnTo>
                  <a:lnTo>
                    <a:pt x="3387852" y="0"/>
                  </a:lnTo>
                  <a:lnTo>
                    <a:pt x="3390900" y="3048"/>
                  </a:lnTo>
                  <a:lnTo>
                    <a:pt x="3390900" y="4572"/>
                  </a:lnTo>
                  <a:lnTo>
                    <a:pt x="3389376" y="6096"/>
                  </a:lnTo>
                  <a:lnTo>
                    <a:pt x="3389376" y="7619"/>
                  </a:lnTo>
                  <a:lnTo>
                    <a:pt x="3383280" y="7619"/>
                  </a:lnTo>
                  <a:lnTo>
                    <a:pt x="3383280" y="6096"/>
                  </a:lnTo>
                  <a:lnTo>
                    <a:pt x="3381756" y="4572"/>
                  </a:lnTo>
                  <a:close/>
                </a:path>
                <a:path w="3712845" h="7619">
                  <a:moveTo>
                    <a:pt x="3422904" y="6096"/>
                  </a:moveTo>
                  <a:lnTo>
                    <a:pt x="3422904" y="1524"/>
                  </a:lnTo>
                  <a:lnTo>
                    <a:pt x="3424428" y="1524"/>
                  </a:lnTo>
                  <a:lnTo>
                    <a:pt x="3424428" y="0"/>
                  </a:lnTo>
                  <a:lnTo>
                    <a:pt x="3429000" y="0"/>
                  </a:lnTo>
                  <a:lnTo>
                    <a:pt x="3429000" y="1524"/>
                  </a:lnTo>
                  <a:lnTo>
                    <a:pt x="3430524" y="1524"/>
                  </a:lnTo>
                  <a:lnTo>
                    <a:pt x="3430524" y="6096"/>
                  </a:lnTo>
                  <a:lnTo>
                    <a:pt x="3429000" y="7619"/>
                  </a:lnTo>
                  <a:lnTo>
                    <a:pt x="3424428" y="7619"/>
                  </a:lnTo>
                  <a:lnTo>
                    <a:pt x="3422904" y="6096"/>
                  </a:lnTo>
                  <a:close/>
                </a:path>
                <a:path w="3712845" h="7619">
                  <a:moveTo>
                    <a:pt x="3462528" y="6096"/>
                  </a:moveTo>
                  <a:lnTo>
                    <a:pt x="3462528" y="1524"/>
                  </a:lnTo>
                  <a:lnTo>
                    <a:pt x="3464052" y="1524"/>
                  </a:lnTo>
                  <a:lnTo>
                    <a:pt x="3464052" y="0"/>
                  </a:lnTo>
                  <a:lnTo>
                    <a:pt x="3468624" y="0"/>
                  </a:lnTo>
                  <a:lnTo>
                    <a:pt x="3470148" y="1524"/>
                  </a:lnTo>
                  <a:lnTo>
                    <a:pt x="3470148" y="7619"/>
                  </a:lnTo>
                  <a:lnTo>
                    <a:pt x="3464052" y="7619"/>
                  </a:lnTo>
                  <a:lnTo>
                    <a:pt x="3462528" y="6096"/>
                  </a:lnTo>
                  <a:close/>
                </a:path>
                <a:path w="3712845" h="7619">
                  <a:moveTo>
                    <a:pt x="3503676" y="7619"/>
                  </a:moveTo>
                  <a:lnTo>
                    <a:pt x="3503676" y="1524"/>
                  </a:lnTo>
                  <a:lnTo>
                    <a:pt x="3505200" y="0"/>
                  </a:lnTo>
                  <a:lnTo>
                    <a:pt x="3509772" y="0"/>
                  </a:lnTo>
                  <a:lnTo>
                    <a:pt x="3509772" y="1524"/>
                  </a:lnTo>
                  <a:lnTo>
                    <a:pt x="3511296" y="1524"/>
                  </a:lnTo>
                  <a:lnTo>
                    <a:pt x="3511296" y="6096"/>
                  </a:lnTo>
                  <a:lnTo>
                    <a:pt x="3509772" y="7619"/>
                  </a:lnTo>
                  <a:lnTo>
                    <a:pt x="3503676" y="7619"/>
                  </a:lnTo>
                  <a:close/>
                </a:path>
                <a:path w="3712845" h="7619">
                  <a:moveTo>
                    <a:pt x="3543300" y="6096"/>
                  </a:moveTo>
                  <a:lnTo>
                    <a:pt x="3543300" y="1524"/>
                  </a:lnTo>
                  <a:lnTo>
                    <a:pt x="3544824" y="1524"/>
                  </a:lnTo>
                  <a:lnTo>
                    <a:pt x="3544824" y="0"/>
                  </a:lnTo>
                  <a:lnTo>
                    <a:pt x="3549396" y="0"/>
                  </a:lnTo>
                  <a:lnTo>
                    <a:pt x="3549396" y="1524"/>
                  </a:lnTo>
                  <a:lnTo>
                    <a:pt x="3550920" y="1524"/>
                  </a:lnTo>
                  <a:lnTo>
                    <a:pt x="3550920" y="6096"/>
                  </a:lnTo>
                  <a:lnTo>
                    <a:pt x="3549396" y="7619"/>
                  </a:lnTo>
                  <a:lnTo>
                    <a:pt x="3544824" y="7619"/>
                  </a:lnTo>
                  <a:lnTo>
                    <a:pt x="3543300" y="6096"/>
                  </a:lnTo>
                  <a:close/>
                </a:path>
                <a:path w="3712845" h="7619">
                  <a:moveTo>
                    <a:pt x="3582924" y="4572"/>
                  </a:moveTo>
                  <a:lnTo>
                    <a:pt x="3582924" y="3048"/>
                  </a:lnTo>
                  <a:lnTo>
                    <a:pt x="3585972" y="0"/>
                  </a:lnTo>
                  <a:lnTo>
                    <a:pt x="3589020" y="0"/>
                  </a:lnTo>
                  <a:lnTo>
                    <a:pt x="3592068" y="3048"/>
                  </a:lnTo>
                  <a:lnTo>
                    <a:pt x="3592068" y="4572"/>
                  </a:lnTo>
                  <a:lnTo>
                    <a:pt x="3590544" y="6096"/>
                  </a:lnTo>
                  <a:lnTo>
                    <a:pt x="3590544" y="7619"/>
                  </a:lnTo>
                  <a:lnTo>
                    <a:pt x="3584448" y="7619"/>
                  </a:lnTo>
                  <a:lnTo>
                    <a:pt x="3584448" y="6096"/>
                  </a:lnTo>
                  <a:lnTo>
                    <a:pt x="3582924" y="4572"/>
                  </a:lnTo>
                  <a:close/>
                </a:path>
                <a:path w="3712845" h="7619">
                  <a:moveTo>
                    <a:pt x="3624072" y="6096"/>
                  </a:moveTo>
                  <a:lnTo>
                    <a:pt x="3624072" y="1524"/>
                  </a:lnTo>
                  <a:lnTo>
                    <a:pt x="3625596" y="1524"/>
                  </a:lnTo>
                  <a:lnTo>
                    <a:pt x="3625596" y="0"/>
                  </a:lnTo>
                  <a:lnTo>
                    <a:pt x="3630168" y="0"/>
                  </a:lnTo>
                  <a:lnTo>
                    <a:pt x="3630168" y="1524"/>
                  </a:lnTo>
                  <a:lnTo>
                    <a:pt x="3631692" y="1524"/>
                  </a:lnTo>
                  <a:lnTo>
                    <a:pt x="3631692" y="6096"/>
                  </a:lnTo>
                  <a:lnTo>
                    <a:pt x="3630168" y="7619"/>
                  </a:lnTo>
                  <a:lnTo>
                    <a:pt x="3625596" y="7619"/>
                  </a:lnTo>
                  <a:lnTo>
                    <a:pt x="3624072" y="6096"/>
                  </a:lnTo>
                  <a:close/>
                </a:path>
                <a:path w="3712845" h="7619">
                  <a:moveTo>
                    <a:pt x="3663696" y="6096"/>
                  </a:moveTo>
                  <a:lnTo>
                    <a:pt x="3663696" y="1524"/>
                  </a:lnTo>
                  <a:lnTo>
                    <a:pt x="3665220" y="1524"/>
                  </a:lnTo>
                  <a:lnTo>
                    <a:pt x="3666744" y="0"/>
                  </a:lnTo>
                  <a:lnTo>
                    <a:pt x="3669792" y="0"/>
                  </a:lnTo>
                  <a:lnTo>
                    <a:pt x="3672840" y="3048"/>
                  </a:lnTo>
                  <a:lnTo>
                    <a:pt x="3672840" y="4572"/>
                  </a:lnTo>
                  <a:lnTo>
                    <a:pt x="3671316" y="6096"/>
                  </a:lnTo>
                  <a:lnTo>
                    <a:pt x="3671316" y="7619"/>
                  </a:lnTo>
                  <a:lnTo>
                    <a:pt x="3665220" y="7619"/>
                  </a:lnTo>
                  <a:lnTo>
                    <a:pt x="3663696" y="6096"/>
                  </a:lnTo>
                  <a:close/>
                </a:path>
                <a:path w="3712845" h="7619">
                  <a:moveTo>
                    <a:pt x="3704844" y="7619"/>
                  </a:moveTo>
                  <a:lnTo>
                    <a:pt x="3704844" y="1524"/>
                  </a:lnTo>
                  <a:lnTo>
                    <a:pt x="3706368" y="0"/>
                  </a:lnTo>
                  <a:lnTo>
                    <a:pt x="3710940" y="0"/>
                  </a:lnTo>
                  <a:lnTo>
                    <a:pt x="3710940" y="1524"/>
                  </a:lnTo>
                  <a:lnTo>
                    <a:pt x="3712464" y="1524"/>
                  </a:lnTo>
                  <a:lnTo>
                    <a:pt x="3712464" y="6096"/>
                  </a:lnTo>
                  <a:lnTo>
                    <a:pt x="3710940" y="7619"/>
                  </a:lnTo>
                  <a:lnTo>
                    <a:pt x="3704844" y="7619"/>
                  </a:lnTo>
                  <a:close/>
                </a:path>
              </a:pathLst>
            </a:custGeom>
            <a:solidFill>
              <a:srgbClr val="C8C6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5750052" y="3162299"/>
              <a:ext cx="97790" cy="78105"/>
            </a:xfrm>
            <a:custGeom>
              <a:avLst/>
              <a:gdLst/>
              <a:ahLst/>
              <a:cxnLst/>
              <a:rect l="l" t="t" r="r" b="b"/>
              <a:pathLst>
                <a:path w="97789" h="78105">
                  <a:moveTo>
                    <a:pt x="25908" y="0"/>
                  </a:moveTo>
                  <a:lnTo>
                    <a:pt x="22860" y="0"/>
                  </a:lnTo>
                  <a:lnTo>
                    <a:pt x="18288" y="4572"/>
                  </a:lnTo>
                  <a:lnTo>
                    <a:pt x="16764" y="4572"/>
                  </a:lnTo>
                  <a:lnTo>
                    <a:pt x="15240" y="6096"/>
                  </a:lnTo>
                  <a:lnTo>
                    <a:pt x="12192" y="7620"/>
                  </a:lnTo>
                  <a:lnTo>
                    <a:pt x="10668" y="9144"/>
                  </a:lnTo>
                  <a:lnTo>
                    <a:pt x="9144" y="9144"/>
                  </a:lnTo>
                  <a:lnTo>
                    <a:pt x="6096" y="10668"/>
                  </a:lnTo>
                  <a:lnTo>
                    <a:pt x="4572" y="10668"/>
                  </a:lnTo>
                  <a:lnTo>
                    <a:pt x="3048" y="12192"/>
                  </a:lnTo>
                  <a:lnTo>
                    <a:pt x="0" y="12192"/>
                  </a:lnTo>
                  <a:lnTo>
                    <a:pt x="0" y="21336"/>
                  </a:lnTo>
                  <a:lnTo>
                    <a:pt x="3048" y="21336"/>
                  </a:lnTo>
                  <a:lnTo>
                    <a:pt x="4572" y="19812"/>
                  </a:lnTo>
                  <a:lnTo>
                    <a:pt x="6096" y="19812"/>
                  </a:lnTo>
                  <a:lnTo>
                    <a:pt x="7620" y="18288"/>
                  </a:lnTo>
                  <a:lnTo>
                    <a:pt x="9144" y="18288"/>
                  </a:lnTo>
                  <a:lnTo>
                    <a:pt x="10668" y="16764"/>
                  </a:lnTo>
                  <a:lnTo>
                    <a:pt x="12192" y="16764"/>
                  </a:lnTo>
                  <a:lnTo>
                    <a:pt x="15240" y="13716"/>
                  </a:lnTo>
                  <a:lnTo>
                    <a:pt x="16764" y="13716"/>
                  </a:lnTo>
                  <a:lnTo>
                    <a:pt x="16764" y="12192"/>
                  </a:lnTo>
                  <a:lnTo>
                    <a:pt x="18288" y="12192"/>
                  </a:lnTo>
                  <a:lnTo>
                    <a:pt x="18288" y="76200"/>
                  </a:lnTo>
                  <a:lnTo>
                    <a:pt x="25908" y="76200"/>
                  </a:lnTo>
                  <a:lnTo>
                    <a:pt x="25908" y="0"/>
                  </a:lnTo>
                  <a:close/>
                </a:path>
                <a:path w="97789" h="78105">
                  <a:moveTo>
                    <a:pt x="97536" y="50304"/>
                  </a:moveTo>
                  <a:lnTo>
                    <a:pt x="96012" y="47256"/>
                  </a:lnTo>
                  <a:lnTo>
                    <a:pt x="96012" y="44208"/>
                  </a:lnTo>
                  <a:lnTo>
                    <a:pt x="94488" y="41160"/>
                  </a:lnTo>
                  <a:lnTo>
                    <a:pt x="92964" y="39636"/>
                  </a:lnTo>
                  <a:lnTo>
                    <a:pt x="89916" y="38112"/>
                  </a:lnTo>
                  <a:lnTo>
                    <a:pt x="88392" y="35064"/>
                  </a:lnTo>
                  <a:lnTo>
                    <a:pt x="85344" y="33540"/>
                  </a:lnTo>
                  <a:lnTo>
                    <a:pt x="82296" y="33540"/>
                  </a:lnTo>
                  <a:lnTo>
                    <a:pt x="79248" y="32016"/>
                  </a:lnTo>
                  <a:lnTo>
                    <a:pt x="65532" y="32016"/>
                  </a:lnTo>
                  <a:lnTo>
                    <a:pt x="67056" y="9156"/>
                  </a:lnTo>
                  <a:lnTo>
                    <a:pt x="92964" y="9156"/>
                  </a:lnTo>
                  <a:lnTo>
                    <a:pt x="92964" y="1536"/>
                  </a:lnTo>
                  <a:lnTo>
                    <a:pt x="59436" y="1536"/>
                  </a:lnTo>
                  <a:lnTo>
                    <a:pt x="56388" y="39636"/>
                  </a:lnTo>
                  <a:lnTo>
                    <a:pt x="65532" y="39636"/>
                  </a:lnTo>
                  <a:lnTo>
                    <a:pt x="80772" y="39636"/>
                  </a:lnTo>
                  <a:lnTo>
                    <a:pt x="86868" y="45732"/>
                  </a:lnTo>
                  <a:lnTo>
                    <a:pt x="88392" y="50304"/>
                  </a:lnTo>
                  <a:lnTo>
                    <a:pt x="88392" y="59448"/>
                  </a:lnTo>
                  <a:lnTo>
                    <a:pt x="86868" y="60972"/>
                  </a:lnTo>
                  <a:lnTo>
                    <a:pt x="86868" y="62496"/>
                  </a:lnTo>
                  <a:lnTo>
                    <a:pt x="85344" y="65544"/>
                  </a:lnTo>
                  <a:lnTo>
                    <a:pt x="83820" y="65544"/>
                  </a:lnTo>
                  <a:lnTo>
                    <a:pt x="80772" y="68592"/>
                  </a:lnTo>
                  <a:lnTo>
                    <a:pt x="77724" y="70116"/>
                  </a:lnTo>
                  <a:lnTo>
                    <a:pt x="65532" y="70116"/>
                  </a:lnTo>
                  <a:lnTo>
                    <a:pt x="60960" y="68592"/>
                  </a:lnTo>
                  <a:lnTo>
                    <a:pt x="54864" y="65544"/>
                  </a:lnTo>
                  <a:lnTo>
                    <a:pt x="54864" y="74688"/>
                  </a:lnTo>
                  <a:lnTo>
                    <a:pt x="57912" y="77736"/>
                  </a:lnTo>
                  <a:lnTo>
                    <a:pt x="77724" y="77736"/>
                  </a:lnTo>
                  <a:lnTo>
                    <a:pt x="80772" y="76212"/>
                  </a:lnTo>
                  <a:lnTo>
                    <a:pt x="85344" y="74688"/>
                  </a:lnTo>
                  <a:lnTo>
                    <a:pt x="86868" y="73164"/>
                  </a:lnTo>
                  <a:lnTo>
                    <a:pt x="88392" y="72402"/>
                  </a:lnTo>
                  <a:lnTo>
                    <a:pt x="89916" y="71640"/>
                  </a:lnTo>
                  <a:lnTo>
                    <a:pt x="91440" y="68592"/>
                  </a:lnTo>
                  <a:lnTo>
                    <a:pt x="94488" y="67068"/>
                  </a:lnTo>
                  <a:lnTo>
                    <a:pt x="94488" y="64020"/>
                  </a:lnTo>
                  <a:lnTo>
                    <a:pt x="97536" y="57924"/>
                  </a:lnTo>
                  <a:lnTo>
                    <a:pt x="97536" y="50304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7" name="object 87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5893308" y="3160775"/>
              <a:ext cx="105156" cy="77724"/>
            </a:xfrm>
            <a:prstGeom prst="rect">
              <a:avLst/>
            </a:prstGeom>
          </p:spPr>
        </p:pic>
        <p:sp>
          <p:nvSpPr>
            <p:cNvPr id="88" name="object 88" descr=""/>
            <p:cNvSpPr/>
            <p:nvPr/>
          </p:nvSpPr>
          <p:spPr>
            <a:xfrm>
              <a:off x="6082284" y="2834640"/>
              <a:ext cx="3712845" cy="7620"/>
            </a:xfrm>
            <a:custGeom>
              <a:avLst/>
              <a:gdLst/>
              <a:ahLst/>
              <a:cxnLst/>
              <a:rect l="l" t="t" r="r" b="b"/>
              <a:pathLst>
                <a:path w="3712845" h="7619">
                  <a:moveTo>
                    <a:pt x="0" y="4571"/>
                  </a:moveTo>
                  <a:lnTo>
                    <a:pt x="0" y="3048"/>
                  </a:lnTo>
                  <a:lnTo>
                    <a:pt x="3048" y="0"/>
                  </a:lnTo>
                  <a:lnTo>
                    <a:pt x="6096" y="0"/>
                  </a:lnTo>
                  <a:lnTo>
                    <a:pt x="9143" y="3048"/>
                  </a:lnTo>
                  <a:lnTo>
                    <a:pt x="9143" y="4571"/>
                  </a:lnTo>
                  <a:lnTo>
                    <a:pt x="6096" y="7619"/>
                  </a:lnTo>
                  <a:lnTo>
                    <a:pt x="3048" y="7619"/>
                  </a:lnTo>
                  <a:lnTo>
                    <a:pt x="0" y="4571"/>
                  </a:lnTo>
                  <a:close/>
                </a:path>
                <a:path w="3712845" h="7619">
                  <a:moveTo>
                    <a:pt x="47243" y="6095"/>
                  </a:moveTo>
                  <a:lnTo>
                    <a:pt x="47243" y="1524"/>
                  </a:lnTo>
                  <a:lnTo>
                    <a:pt x="48767" y="1524"/>
                  </a:lnTo>
                  <a:lnTo>
                    <a:pt x="48767" y="6095"/>
                  </a:lnTo>
                  <a:lnTo>
                    <a:pt x="47243" y="6095"/>
                  </a:lnTo>
                  <a:close/>
                </a:path>
                <a:path w="3712845" h="7619">
                  <a:moveTo>
                    <a:pt x="42672" y="7619"/>
                  </a:moveTo>
                  <a:lnTo>
                    <a:pt x="42672" y="0"/>
                  </a:lnTo>
                  <a:lnTo>
                    <a:pt x="47243" y="0"/>
                  </a:lnTo>
                  <a:lnTo>
                    <a:pt x="47243" y="7619"/>
                  </a:lnTo>
                  <a:lnTo>
                    <a:pt x="42672" y="7619"/>
                  </a:lnTo>
                  <a:close/>
                </a:path>
                <a:path w="3712845" h="7619">
                  <a:moveTo>
                    <a:pt x="41148" y="6095"/>
                  </a:moveTo>
                  <a:lnTo>
                    <a:pt x="41148" y="1524"/>
                  </a:lnTo>
                  <a:lnTo>
                    <a:pt x="42672" y="1524"/>
                  </a:lnTo>
                  <a:lnTo>
                    <a:pt x="42672" y="6095"/>
                  </a:lnTo>
                  <a:lnTo>
                    <a:pt x="41148" y="6095"/>
                  </a:lnTo>
                  <a:close/>
                </a:path>
                <a:path w="3712845" h="7619">
                  <a:moveTo>
                    <a:pt x="80772" y="6095"/>
                  </a:moveTo>
                  <a:lnTo>
                    <a:pt x="80772" y="1524"/>
                  </a:lnTo>
                  <a:lnTo>
                    <a:pt x="82296" y="1524"/>
                  </a:lnTo>
                  <a:lnTo>
                    <a:pt x="83819" y="0"/>
                  </a:lnTo>
                  <a:lnTo>
                    <a:pt x="86867" y="0"/>
                  </a:lnTo>
                  <a:lnTo>
                    <a:pt x="89916" y="3048"/>
                  </a:lnTo>
                  <a:lnTo>
                    <a:pt x="89916" y="4571"/>
                  </a:lnTo>
                  <a:lnTo>
                    <a:pt x="86867" y="7619"/>
                  </a:lnTo>
                  <a:lnTo>
                    <a:pt x="83819" y="7619"/>
                  </a:lnTo>
                  <a:lnTo>
                    <a:pt x="82296" y="6095"/>
                  </a:lnTo>
                  <a:lnTo>
                    <a:pt x="80772" y="6095"/>
                  </a:lnTo>
                  <a:close/>
                </a:path>
                <a:path w="3712845" h="7619">
                  <a:moveTo>
                    <a:pt x="128016" y="6095"/>
                  </a:moveTo>
                  <a:lnTo>
                    <a:pt x="128016" y="1524"/>
                  </a:lnTo>
                  <a:lnTo>
                    <a:pt x="129540" y="1524"/>
                  </a:lnTo>
                  <a:lnTo>
                    <a:pt x="129540" y="6095"/>
                  </a:lnTo>
                  <a:lnTo>
                    <a:pt x="128016" y="6095"/>
                  </a:lnTo>
                  <a:close/>
                </a:path>
                <a:path w="3712845" h="7619">
                  <a:moveTo>
                    <a:pt x="121919" y="6095"/>
                  </a:moveTo>
                  <a:lnTo>
                    <a:pt x="121919" y="1524"/>
                  </a:lnTo>
                  <a:lnTo>
                    <a:pt x="123443" y="0"/>
                  </a:lnTo>
                  <a:lnTo>
                    <a:pt x="128016" y="0"/>
                  </a:lnTo>
                  <a:lnTo>
                    <a:pt x="128016" y="7619"/>
                  </a:lnTo>
                  <a:lnTo>
                    <a:pt x="123443" y="7619"/>
                  </a:lnTo>
                  <a:lnTo>
                    <a:pt x="121919" y="6095"/>
                  </a:lnTo>
                  <a:close/>
                </a:path>
                <a:path w="3712845" h="7619">
                  <a:moveTo>
                    <a:pt x="163067" y="7619"/>
                  </a:moveTo>
                  <a:lnTo>
                    <a:pt x="163067" y="0"/>
                  </a:lnTo>
                  <a:lnTo>
                    <a:pt x="167640" y="0"/>
                  </a:lnTo>
                  <a:lnTo>
                    <a:pt x="169164" y="1524"/>
                  </a:lnTo>
                  <a:lnTo>
                    <a:pt x="169164" y="6095"/>
                  </a:lnTo>
                  <a:lnTo>
                    <a:pt x="167640" y="7619"/>
                  </a:lnTo>
                  <a:lnTo>
                    <a:pt x="163067" y="7619"/>
                  </a:lnTo>
                  <a:close/>
                </a:path>
                <a:path w="3712845" h="7619">
                  <a:moveTo>
                    <a:pt x="161543" y="6095"/>
                  </a:moveTo>
                  <a:lnTo>
                    <a:pt x="161543" y="1524"/>
                  </a:lnTo>
                  <a:lnTo>
                    <a:pt x="163067" y="1524"/>
                  </a:lnTo>
                  <a:lnTo>
                    <a:pt x="163067" y="6095"/>
                  </a:lnTo>
                  <a:lnTo>
                    <a:pt x="161543" y="6095"/>
                  </a:lnTo>
                  <a:close/>
                </a:path>
                <a:path w="3712845" h="7619">
                  <a:moveTo>
                    <a:pt x="201167" y="4571"/>
                  </a:moveTo>
                  <a:lnTo>
                    <a:pt x="201167" y="3048"/>
                  </a:lnTo>
                  <a:lnTo>
                    <a:pt x="204216" y="0"/>
                  </a:lnTo>
                  <a:lnTo>
                    <a:pt x="207264" y="0"/>
                  </a:lnTo>
                  <a:lnTo>
                    <a:pt x="208788" y="1524"/>
                  </a:lnTo>
                  <a:lnTo>
                    <a:pt x="210311" y="1524"/>
                  </a:lnTo>
                  <a:lnTo>
                    <a:pt x="210311" y="6095"/>
                  </a:lnTo>
                  <a:lnTo>
                    <a:pt x="208788" y="6095"/>
                  </a:lnTo>
                  <a:lnTo>
                    <a:pt x="207264" y="7619"/>
                  </a:lnTo>
                  <a:lnTo>
                    <a:pt x="204216" y="7619"/>
                  </a:lnTo>
                  <a:lnTo>
                    <a:pt x="201167" y="4571"/>
                  </a:lnTo>
                  <a:close/>
                </a:path>
                <a:path w="3712845" h="7619">
                  <a:moveTo>
                    <a:pt x="248411" y="6095"/>
                  </a:moveTo>
                  <a:lnTo>
                    <a:pt x="248411" y="1524"/>
                  </a:lnTo>
                  <a:lnTo>
                    <a:pt x="249935" y="1524"/>
                  </a:lnTo>
                  <a:lnTo>
                    <a:pt x="249935" y="6095"/>
                  </a:lnTo>
                  <a:lnTo>
                    <a:pt x="248411" y="6095"/>
                  </a:lnTo>
                  <a:close/>
                </a:path>
                <a:path w="3712845" h="7619">
                  <a:moveTo>
                    <a:pt x="243840" y="7619"/>
                  </a:moveTo>
                  <a:lnTo>
                    <a:pt x="243840" y="0"/>
                  </a:lnTo>
                  <a:lnTo>
                    <a:pt x="248411" y="0"/>
                  </a:lnTo>
                  <a:lnTo>
                    <a:pt x="248411" y="7619"/>
                  </a:lnTo>
                  <a:lnTo>
                    <a:pt x="243840" y="7619"/>
                  </a:lnTo>
                  <a:close/>
                </a:path>
                <a:path w="3712845" h="7619">
                  <a:moveTo>
                    <a:pt x="242316" y="6095"/>
                  </a:moveTo>
                  <a:lnTo>
                    <a:pt x="242316" y="1524"/>
                  </a:lnTo>
                  <a:lnTo>
                    <a:pt x="243840" y="1524"/>
                  </a:lnTo>
                  <a:lnTo>
                    <a:pt x="243840" y="6095"/>
                  </a:lnTo>
                  <a:lnTo>
                    <a:pt x="242316" y="6095"/>
                  </a:lnTo>
                  <a:close/>
                </a:path>
                <a:path w="3712845" h="7619">
                  <a:moveTo>
                    <a:pt x="281940" y="4571"/>
                  </a:moveTo>
                  <a:lnTo>
                    <a:pt x="281940" y="3048"/>
                  </a:lnTo>
                  <a:lnTo>
                    <a:pt x="284988" y="0"/>
                  </a:lnTo>
                  <a:lnTo>
                    <a:pt x="288035" y="0"/>
                  </a:lnTo>
                  <a:lnTo>
                    <a:pt x="291083" y="3048"/>
                  </a:lnTo>
                  <a:lnTo>
                    <a:pt x="291083" y="4571"/>
                  </a:lnTo>
                  <a:lnTo>
                    <a:pt x="288035" y="7619"/>
                  </a:lnTo>
                  <a:lnTo>
                    <a:pt x="284988" y="7619"/>
                  </a:lnTo>
                  <a:lnTo>
                    <a:pt x="281940" y="4571"/>
                  </a:lnTo>
                  <a:close/>
                </a:path>
                <a:path w="3712845" h="7619">
                  <a:moveTo>
                    <a:pt x="329183" y="6095"/>
                  </a:moveTo>
                  <a:lnTo>
                    <a:pt x="329183" y="1524"/>
                  </a:lnTo>
                  <a:lnTo>
                    <a:pt x="330708" y="1524"/>
                  </a:lnTo>
                  <a:lnTo>
                    <a:pt x="330708" y="6095"/>
                  </a:lnTo>
                  <a:lnTo>
                    <a:pt x="329183" y="6095"/>
                  </a:lnTo>
                  <a:close/>
                </a:path>
                <a:path w="3712845" h="7619">
                  <a:moveTo>
                    <a:pt x="324611" y="7619"/>
                  </a:moveTo>
                  <a:lnTo>
                    <a:pt x="324611" y="0"/>
                  </a:lnTo>
                  <a:lnTo>
                    <a:pt x="329183" y="0"/>
                  </a:lnTo>
                  <a:lnTo>
                    <a:pt x="329183" y="7619"/>
                  </a:lnTo>
                  <a:lnTo>
                    <a:pt x="324611" y="7619"/>
                  </a:lnTo>
                  <a:close/>
                </a:path>
                <a:path w="3712845" h="7619">
                  <a:moveTo>
                    <a:pt x="323088" y="6095"/>
                  </a:moveTo>
                  <a:lnTo>
                    <a:pt x="323088" y="1524"/>
                  </a:lnTo>
                  <a:lnTo>
                    <a:pt x="324611" y="1524"/>
                  </a:lnTo>
                  <a:lnTo>
                    <a:pt x="324611" y="6095"/>
                  </a:lnTo>
                  <a:lnTo>
                    <a:pt x="323088" y="6095"/>
                  </a:lnTo>
                  <a:close/>
                </a:path>
                <a:path w="3712845" h="7619">
                  <a:moveTo>
                    <a:pt x="364235" y="7619"/>
                  </a:moveTo>
                  <a:lnTo>
                    <a:pt x="364235" y="0"/>
                  </a:lnTo>
                  <a:lnTo>
                    <a:pt x="368808" y="0"/>
                  </a:lnTo>
                  <a:lnTo>
                    <a:pt x="370332" y="1524"/>
                  </a:lnTo>
                  <a:lnTo>
                    <a:pt x="370332" y="6095"/>
                  </a:lnTo>
                  <a:lnTo>
                    <a:pt x="368808" y="7619"/>
                  </a:lnTo>
                  <a:lnTo>
                    <a:pt x="364235" y="7619"/>
                  </a:lnTo>
                  <a:close/>
                </a:path>
                <a:path w="3712845" h="7619">
                  <a:moveTo>
                    <a:pt x="362711" y="6095"/>
                  </a:moveTo>
                  <a:lnTo>
                    <a:pt x="362711" y="1524"/>
                  </a:lnTo>
                  <a:lnTo>
                    <a:pt x="364235" y="1524"/>
                  </a:lnTo>
                  <a:lnTo>
                    <a:pt x="364235" y="6095"/>
                  </a:lnTo>
                  <a:lnTo>
                    <a:pt x="362711" y="6095"/>
                  </a:lnTo>
                  <a:close/>
                </a:path>
                <a:path w="3712845" h="7619">
                  <a:moveTo>
                    <a:pt x="409956" y="6095"/>
                  </a:moveTo>
                  <a:lnTo>
                    <a:pt x="409956" y="1524"/>
                  </a:lnTo>
                  <a:lnTo>
                    <a:pt x="411480" y="1524"/>
                  </a:lnTo>
                  <a:lnTo>
                    <a:pt x="411480" y="6095"/>
                  </a:lnTo>
                  <a:lnTo>
                    <a:pt x="409956" y="6095"/>
                  </a:lnTo>
                  <a:close/>
                </a:path>
                <a:path w="3712845" h="7619">
                  <a:moveTo>
                    <a:pt x="403859" y="6095"/>
                  </a:moveTo>
                  <a:lnTo>
                    <a:pt x="403859" y="1524"/>
                  </a:lnTo>
                  <a:lnTo>
                    <a:pt x="405383" y="0"/>
                  </a:lnTo>
                  <a:lnTo>
                    <a:pt x="409956" y="0"/>
                  </a:lnTo>
                  <a:lnTo>
                    <a:pt x="409956" y="7619"/>
                  </a:lnTo>
                  <a:lnTo>
                    <a:pt x="405383" y="7619"/>
                  </a:lnTo>
                  <a:lnTo>
                    <a:pt x="403859" y="6095"/>
                  </a:lnTo>
                  <a:close/>
                </a:path>
                <a:path w="3712845" h="7619">
                  <a:moveTo>
                    <a:pt x="449580" y="6095"/>
                  </a:moveTo>
                  <a:lnTo>
                    <a:pt x="449580" y="1524"/>
                  </a:lnTo>
                  <a:lnTo>
                    <a:pt x="451103" y="1524"/>
                  </a:lnTo>
                  <a:lnTo>
                    <a:pt x="451103" y="6095"/>
                  </a:lnTo>
                  <a:lnTo>
                    <a:pt x="449580" y="6095"/>
                  </a:lnTo>
                  <a:close/>
                </a:path>
                <a:path w="3712845" h="7619">
                  <a:moveTo>
                    <a:pt x="445008" y="7619"/>
                  </a:moveTo>
                  <a:lnTo>
                    <a:pt x="445008" y="0"/>
                  </a:lnTo>
                  <a:lnTo>
                    <a:pt x="449580" y="0"/>
                  </a:lnTo>
                  <a:lnTo>
                    <a:pt x="449580" y="7619"/>
                  </a:lnTo>
                  <a:lnTo>
                    <a:pt x="445008" y="7619"/>
                  </a:lnTo>
                  <a:close/>
                </a:path>
                <a:path w="3712845" h="7619">
                  <a:moveTo>
                    <a:pt x="443483" y="6095"/>
                  </a:moveTo>
                  <a:lnTo>
                    <a:pt x="443483" y="1524"/>
                  </a:lnTo>
                  <a:lnTo>
                    <a:pt x="445008" y="1524"/>
                  </a:lnTo>
                  <a:lnTo>
                    <a:pt x="445008" y="6095"/>
                  </a:lnTo>
                  <a:lnTo>
                    <a:pt x="443483" y="6095"/>
                  </a:lnTo>
                  <a:close/>
                </a:path>
                <a:path w="3712845" h="7619">
                  <a:moveTo>
                    <a:pt x="483108" y="4571"/>
                  </a:moveTo>
                  <a:lnTo>
                    <a:pt x="483108" y="3048"/>
                  </a:lnTo>
                  <a:lnTo>
                    <a:pt x="486156" y="0"/>
                  </a:lnTo>
                  <a:lnTo>
                    <a:pt x="489203" y="0"/>
                  </a:lnTo>
                  <a:lnTo>
                    <a:pt x="492251" y="3048"/>
                  </a:lnTo>
                  <a:lnTo>
                    <a:pt x="492251" y="4571"/>
                  </a:lnTo>
                  <a:lnTo>
                    <a:pt x="489203" y="7619"/>
                  </a:lnTo>
                  <a:lnTo>
                    <a:pt x="486156" y="7619"/>
                  </a:lnTo>
                  <a:lnTo>
                    <a:pt x="483108" y="4571"/>
                  </a:lnTo>
                  <a:close/>
                </a:path>
                <a:path w="3712845" h="7619">
                  <a:moveTo>
                    <a:pt x="530351" y="6095"/>
                  </a:moveTo>
                  <a:lnTo>
                    <a:pt x="530351" y="1524"/>
                  </a:lnTo>
                  <a:lnTo>
                    <a:pt x="531875" y="1524"/>
                  </a:lnTo>
                  <a:lnTo>
                    <a:pt x="531875" y="6095"/>
                  </a:lnTo>
                  <a:lnTo>
                    <a:pt x="530351" y="6095"/>
                  </a:lnTo>
                  <a:close/>
                </a:path>
                <a:path w="3712845" h="7619">
                  <a:moveTo>
                    <a:pt x="525780" y="7619"/>
                  </a:moveTo>
                  <a:lnTo>
                    <a:pt x="525780" y="0"/>
                  </a:lnTo>
                  <a:lnTo>
                    <a:pt x="530351" y="0"/>
                  </a:lnTo>
                  <a:lnTo>
                    <a:pt x="530351" y="7619"/>
                  </a:lnTo>
                  <a:lnTo>
                    <a:pt x="525780" y="7619"/>
                  </a:lnTo>
                  <a:close/>
                </a:path>
                <a:path w="3712845" h="7619">
                  <a:moveTo>
                    <a:pt x="524256" y="6095"/>
                  </a:moveTo>
                  <a:lnTo>
                    <a:pt x="524256" y="1524"/>
                  </a:lnTo>
                  <a:lnTo>
                    <a:pt x="525780" y="1524"/>
                  </a:lnTo>
                  <a:lnTo>
                    <a:pt x="525780" y="6095"/>
                  </a:lnTo>
                  <a:lnTo>
                    <a:pt x="524256" y="6095"/>
                  </a:lnTo>
                  <a:close/>
                </a:path>
                <a:path w="3712845" h="7619">
                  <a:moveTo>
                    <a:pt x="563880" y="6095"/>
                  </a:moveTo>
                  <a:lnTo>
                    <a:pt x="563880" y="1524"/>
                  </a:lnTo>
                  <a:lnTo>
                    <a:pt x="565403" y="1524"/>
                  </a:lnTo>
                  <a:lnTo>
                    <a:pt x="566927" y="0"/>
                  </a:lnTo>
                  <a:lnTo>
                    <a:pt x="569975" y="0"/>
                  </a:lnTo>
                  <a:lnTo>
                    <a:pt x="573024" y="3048"/>
                  </a:lnTo>
                  <a:lnTo>
                    <a:pt x="573024" y="4571"/>
                  </a:lnTo>
                  <a:lnTo>
                    <a:pt x="569975" y="7619"/>
                  </a:lnTo>
                  <a:lnTo>
                    <a:pt x="566927" y="7619"/>
                  </a:lnTo>
                  <a:lnTo>
                    <a:pt x="565403" y="6095"/>
                  </a:lnTo>
                  <a:lnTo>
                    <a:pt x="563880" y="6095"/>
                  </a:lnTo>
                  <a:close/>
                </a:path>
                <a:path w="3712845" h="7619">
                  <a:moveTo>
                    <a:pt x="611124" y="6095"/>
                  </a:moveTo>
                  <a:lnTo>
                    <a:pt x="611124" y="1524"/>
                  </a:lnTo>
                  <a:lnTo>
                    <a:pt x="612648" y="1524"/>
                  </a:lnTo>
                  <a:lnTo>
                    <a:pt x="612648" y="6095"/>
                  </a:lnTo>
                  <a:lnTo>
                    <a:pt x="611124" y="6095"/>
                  </a:lnTo>
                  <a:close/>
                </a:path>
                <a:path w="3712845" h="7619">
                  <a:moveTo>
                    <a:pt x="605027" y="6095"/>
                  </a:moveTo>
                  <a:lnTo>
                    <a:pt x="605027" y="1524"/>
                  </a:lnTo>
                  <a:lnTo>
                    <a:pt x="606551" y="0"/>
                  </a:lnTo>
                  <a:lnTo>
                    <a:pt x="611124" y="0"/>
                  </a:lnTo>
                  <a:lnTo>
                    <a:pt x="611124" y="7619"/>
                  </a:lnTo>
                  <a:lnTo>
                    <a:pt x="606551" y="7619"/>
                  </a:lnTo>
                  <a:lnTo>
                    <a:pt x="605027" y="6095"/>
                  </a:lnTo>
                  <a:close/>
                </a:path>
                <a:path w="3712845" h="7619">
                  <a:moveTo>
                    <a:pt x="646175" y="7619"/>
                  </a:moveTo>
                  <a:lnTo>
                    <a:pt x="646175" y="0"/>
                  </a:lnTo>
                  <a:lnTo>
                    <a:pt x="650748" y="0"/>
                  </a:lnTo>
                  <a:lnTo>
                    <a:pt x="652272" y="1524"/>
                  </a:lnTo>
                  <a:lnTo>
                    <a:pt x="652272" y="6095"/>
                  </a:lnTo>
                  <a:lnTo>
                    <a:pt x="650748" y="7619"/>
                  </a:lnTo>
                  <a:lnTo>
                    <a:pt x="646175" y="7619"/>
                  </a:lnTo>
                  <a:close/>
                </a:path>
                <a:path w="3712845" h="7619">
                  <a:moveTo>
                    <a:pt x="644651" y="6095"/>
                  </a:moveTo>
                  <a:lnTo>
                    <a:pt x="644651" y="1524"/>
                  </a:lnTo>
                  <a:lnTo>
                    <a:pt x="646175" y="1524"/>
                  </a:lnTo>
                  <a:lnTo>
                    <a:pt x="646175" y="6095"/>
                  </a:lnTo>
                  <a:lnTo>
                    <a:pt x="644651" y="6095"/>
                  </a:lnTo>
                  <a:close/>
                </a:path>
                <a:path w="3712845" h="7619">
                  <a:moveTo>
                    <a:pt x="684275" y="4571"/>
                  </a:moveTo>
                  <a:lnTo>
                    <a:pt x="684275" y="3048"/>
                  </a:lnTo>
                  <a:lnTo>
                    <a:pt x="687324" y="0"/>
                  </a:lnTo>
                  <a:lnTo>
                    <a:pt x="690372" y="0"/>
                  </a:lnTo>
                  <a:lnTo>
                    <a:pt x="693419" y="3048"/>
                  </a:lnTo>
                  <a:lnTo>
                    <a:pt x="693419" y="4571"/>
                  </a:lnTo>
                  <a:lnTo>
                    <a:pt x="690372" y="7619"/>
                  </a:lnTo>
                  <a:lnTo>
                    <a:pt x="687324" y="7619"/>
                  </a:lnTo>
                  <a:lnTo>
                    <a:pt x="684275" y="4571"/>
                  </a:lnTo>
                  <a:close/>
                </a:path>
                <a:path w="3712845" h="7619">
                  <a:moveTo>
                    <a:pt x="731519" y="6095"/>
                  </a:moveTo>
                  <a:lnTo>
                    <a:pt x="731519" y="1524"/>
                  </a:lnTo>
                  <a:lnTo>
                    <a:pt x="733043" y="1524"/>
                  </a:lnTo>
                  <a:lnTo>
                    <a:pt x="733043" y="6095"/>
                  </a:lnTo>
                  <a:lnTo>
                    <a:pt x="731519" y="6095"/>
                  </a:lnTo>
                  <a:close/>
                </a:path>
                <a:path w="3712845" h="7619">
                  <a:moveTo>
                    <a:pt x="726948" y="7619"/>
                  </a:moveTo>
                  <a:lnTo>
                    <a:pt x="726948" y="0"/>
                  </a:lnTo>
                  <a:lnTo>
                    <a:pt x="731519" y="0"/>
                  </a:lnTo>
                  <a:lnTo>
                    <a:pt x="731519" y="7619"/>
                  </a:lnTo>
                  <a:lnTo>
                    <a:pt x="726948" y="7619"/>
                  </a:lnTo>
                  <a:close/>
                </a:path>
                <a:path w="3712845" h="7619">
                  <a:moveTo>
                    <a:pt x="725424" y="6095"/>
                  </a:moveTo>
                  <a:lnTo>
                    <a:pt x="725424" y="1524"/>
                  </a:lnTo>
                  <a:lnTo>
                    <a:pt x="726948" y="1524"/>
                  </a:lnTo>
                  <a:lnTo>
                    <a:pt x="726948" y="6095"/>
                  </a:lnTo>
                  <a:lnTo>
                    <a:pt x="725424" y="6095"/>
                  </a:lnTo>
                  <a:close/>
                </a:path>
                <a:path w="3712845" h="7619">
                  <a:moveTo>
                    <a:pt x="765048" y="4571"/>
                  </a:moveTo>
                  <a:lnTo>
                    <a:pt x="765048" y="3048"/>
                  </a:lnTo>
                  <a:lnTo>
                    <a:pt x="768096" y="0"/>
                  </a:lnTo>
                  <a:lnTo>
                    <a:pt x="771143" y="0"/>
                  </a:lnTo>
                  <a:lnTo>
                    <a:pt x="774192" y="3048"/>
                  </a:lnTo>
                  <a:lnTo>
                    <a:pt x="774192" y="4571"/>
                  </a:lnTo>
                  <a:lnTo>
                    <a:pt x="771143" y="7619"/>
                  </a:lnTo>
                  <a:lnTo>
                    <a:pt x="768096" y="7619"/>
                  </a:lnTo>
                  <a:lnTo>
                    <a:pt x="765048" y="4571"/>
                  </a:lnTo>
                  <a:close/>
                </a:path>
                <a:path w="3712845" h="7619">
                  <a:moveTo>
                    <a:pt x="812292" y="6095"/>
                  </a:moveTo>
                  <a:lnTo>
                    <a:pt x="812292" y="1524"/>
                  </a:lnTo>
                  <a:lnTo>
                    <a:pt x="813816" y="1524"/>
                  </a:lnTo>
                  <a:lnTo>
                    <a:pt x="813816" y="6095"/>
                  </a:lnTo>
                  <a:lnTo>
                    <a:pt x="812292" y="6095"/>
                  </a:lnTo>
                  <a:close/>
                </a:path>
                <a:path w="3712845" h="7619">
                  <a:moveTo>
                    <a:pt x="806196" y="6095"/>
                  </a:moveTo>
                  <a:lnTo>
                    <a:pt x="806196" y="1524"/>
                  </a:lnTo>
                  <a:lnTo>
                    <a:pt x="807719" y="0"/>
                  </a:lnTo>
                  <a:lnTo>
                    <a:pt x="812292" y="0"/>
                  </a:lnTo>
                  <a:lnTo>
                    <a:pt x="812292" y="7619"/>
                  </a:lnTo>
                  <a:lnTo>
                    <a:pt x="807719" y="7619"/>
                  </a:lnTo>
                  <a:lnTo>
                    <a:pt x="806196" y="6095"/>
                  </a:lnTo>
                  <a:close/>
                </a:path>
                <a:path w="3712845" h="7619">
                  <a:moveTo>
                    <a:pt x="847343" y="7619"/>
                  </a:moveTo>
                  <a:lnTo>
                    <a:pt x="847343" y="0"/>
                  </a:lnTo>
                  <a:lnTo>
                    <a:pt x="851916" y="0"/>
                  </a:lnTo>
                  <a:lnTo>
                    <a:pt x="853440" y="1524"/>
                  </a:lnTo>
                  <a:lnTo>
                    <a:pt x="853440" y="6095"/>
                  </a:lnTo>
                  <a:lnTo>
                    <a:pt x="851916" y="7619"/>
                  </a:lnTo>
                  <a:lnTo>
                    <a:pt x="847343" y="7619"/>
                  </a:lnTo>
                  <a:close/>
                </a:path>
                <a:path w="3712845" h="7619">
                  <a:moveTo>
                    <a:pt x="845819" y="6095"/>
                  </a:moveTo>
                  <a:lnTo>
                    <a:pt x="845819" y="1524"/>
                  </a:lnTo>
                  <a:lnTo>
                    <a:pt x="847343" y="1524"/>
                  </a:lnTo>
                  <a:lnTo>
                    <a:pt x="847343" y="6095"/>
                  </a:lnTo>
                  <a:lnTo>
                    <a:pt x="845819" y="6095"/>
                  </a:lnTo>
                  <a:close/>
                </a:path>
                <a:path w="3712845" h="7619">
                  <a:moveTo>
                    <a:pt x="893064" y="6095"/>
                  </a:moveTo>
                  <a:lnTo>
                    <a:pt x="893064" y="1524"/>
                  </a:lnTo>
                  <a:lnTo>
                    <a:pt x="894588" y="1524"/>
                  </a:lnTo>
                  <a:lnTo>
                    <a:pt x="894588" y="6095"/>
                  </a:lnTo>
                  <a:lnTo>
                    <a:pt x="893064" y="6095"/>
                  </a:lnTo>
                  <a:close/>
                </a:path>
                <a:path w="3712845" h="7619">
                  <a:moveTo>
                    <a:pt x="886967" y="6095"/>
                  </a:moveTo>
                  <a:lnTo>
                    <a:pt x="886967" y="1524"/>
                  </a:lnTo>
                  <a:lnTo>
                    <a:pt x="888492" y="0"/>
                  </a:lnTo>
                  <a:lnTo>
                    <a:pt x="893064" y="0"/>
                  </a:lnTo>
                  <a:lnTo>
                    <a:pt x="893064" y="7619"/>
                  </a:lnTo>
                  <a:lnTo>
                    <a:pt x="888492" y="7619"/>
                  </a:lnTo>
                  <a:lnTo>
                    <a:pt x="886967" y="6095"/>
                  </a:lnTo>
                  <a:close/>
                </a:path>
                <a:path w="3712845" h="7619">
                  <a:moveTo>
                    <a:pt x="932688" y="6095"/>
                  </a:moveTo>
                  <a:lnTo>
                    <a:pt x="932688" y="1524"/>
                  </a:lnTo>
                  <a:lnTo>
                    <a:pt x="934211" y="1524"/>
                  </a:lnTo>
                  <a:lnTo>
                    <a:pt x="934211" y="6095"/>
                  </a:lnTo>
                  <a:lnTo>
                    <a:pt x="932688" y="6095"/>
                  </a:lnTo>
                  <a:close/>
                </a:path>
                <a:path w="3712845" h="7619">
                  <a:moveTo>
                    <a:pt x="928116" y="7619"/>
                  </a:moveTo>
                  <a:lnTo>
                    <a:pt x="928116" y="0"/>
                  </a:lnTo>
                  <a:lnTo>
                    <a:pt x="932688" y="0"/>
                  </a:lnTo>
                  <a:lnTo>
                    <a:pt x="932688" y="7619"/>
                  </a:lnTo>
                  <a:lnTo>
                    <a:pt x="928116" y="7619"/>
                  </a:lnTo>
                  <a:close/>
                </a:path>
                <a:path w="3712845" h="7619">
                  <a:moveTo>
                    <a:pt x="926592" y="6095"/>
                  </a:moveTo>
                  <a:lnTo>
                    <a:pt x="926592" y="1524"/>
                  </a:lnTo>
                  <a:lnTo>
                    <a:pt x="928116" y="1524"/>
                  </a:lnTo>
                  <a:lnTo>
                    <a:pt x="928116" y="6095"/>
                  </a:lnTo>
                  <a:lnTo>
                    <a:pt x="926592" y="6095"/>
                  </a:lnTo>
                  <a:close/>
                </a:path>
                <a:path w="3712845" h="7619">
                  <a:moveTo>
                    <a:pt x="966216" y="4571"/>
                  </a:moveTo>
                  <a:lnTo>
                    <a:pt x="966216" y="3048"/>
                  </a:lnTo>
                  <a:lnTo>
                    <a:pt x="969264" y="0"/>
                  </a:lnTo>
                  <a:lnTo>
                    <a:pt x="972311" y="0"/>
                  </a:lnTo>
                  <a:lnTo>
                    <a:pt x="975359" y="3048"/>
                  </a:lnTo>
                  <a:lnTo>
                    <a:pt x="975359" y="4571"/>
                  </a:lnTo>
                  <a:lnTo>
                    <a:pt x="972311" y="7619"/>
                  </a:lnTo>
                  <a:lnTo>
                    <a:pt x="969264" y="7619"/>
                  </a:lnTo>
                  <a:lnTo>
                    <a:pt x="966216" y="4571"/>
                  </a:lnTo>
                  <a:close/>
                </a:path>
                <a:path w="3712845" h="7619">
                  <a:moveTo>
                    <a:pt x="1013459" y="6095"/>
                  </a:moveTo>
                  <a:lnTo>
                    <a:pt x="1013459" y="1524"/>
                  </a:lnTo>
                  <a:lnTo>
                    <a:pt x="1014984" y="1524"/>
                  </a:lnTo>
                  <a:lnTo>
                    <a:pt x="1014984" y="6095"/>
                  </a:lnTo>
                  <a:lnTo>
                    <a:pt x="1013459" y="6095"/>
                  </a:lnTo>
                  <a:close/>
                </a:path>
                <a:path w="3712845" h="7619">
                  <a:moveTo>
                    <a:pt x="1008888" y="7619"/>
                  </a:moveTo>
                  <a:lnTo>
                    <a:pt x="1008888" y="0"/>
                  </a:lnTo>
                  <a:lnTo>
                    <a:pt x="1013459" y="0"/>
                  </a:lnTo>
                  <a:lnTo>
                    <a:pt x="1013459" y="7619"/>
                  </a:lnTo>
                  <a:lnTo>
                    <a:pt x="1008888" y="7619"/>
                  </a:lnTo>
                  <a:close/>
                </a:path>
                <a:path w="3712845" h="7619">
                  <a:moveTo>
                    <a:pt x="1007364" y="6095"/>
                  </a:moveTo>
                  <a:lnTo>
                    <a:pt x="1007364" y="1524"/>
                  </a:lnTo>
                  <a:lnTo>
                    <a:pt x="1008888" y="1524"/>
                  </a:lnTo>
                  <a:lnTo>
                    <a:pt x="1008888" y="6095"/>
                  </a:lnTo>
                  <a:lnTo>
                    <a:pt x="1007364" y="6095"/>
                  </a:lnTo>
                  <a:close/>
                </a:path>
                <a:path w="3712845" h="7619">
                  <a:moveTo>
                    <a:pt x="1046988" y="6095"/>
                  </a:moveTo>
                  <a:lnTo>
                    <a:pt x="1046988" y="1524"/>
                  </a:lnTo>
                  <a:lnTo>
                    <a:pt x="1048511" y="1524"/>
                  </a:lnTo>
                  <a:lnTo>
                    <a:pt x="1050035" y="0"/>
                  </a:lnTo>
                  <a:lnTo>
                    <a:pt x="1053084" y="0"/>
                  </a:lnTo>
                  <a:lnTo>
                    <a:pt x="1054608" y="1524"/>
                  </a:lnTo>
                  <a:lnTo>
                    <a:pt x="1054608" y="6095"/>
                  </a:lnTo>
                  <a:lnTo>
                    <a:pt x="1053084" y="7619"/>
                  </a:lnTo>
                  <a:lnTo>
                    <a:pt x="1050035" y="7619"/>
                  </a:lnTo>
                  <a:lnTo>
                    <a:pt x="1048511" y="6095"/>
                  </a:lnTo>
                  <a:lnTo>
                    <a:pt x="1046988" y="6095"/>
                  </a:lnTo>
                  <a:close/>
                </a:path>
                <a:path w="3712845" h="7619">
                  <a:moveTo>
                    <a:pt x="1094232" y="6095"/>
                  </a:moveTo>
                  <a:lnTo>
                    <a:pt x="1094232" y="1524"/>
                  </a:lnTo>
                  <a:lnTo>
                    <a:pt x="1095756" y="1524"/>
                  </a:lnTo>
                  <a:lnTo>
                    <a:pt x="1095756" y="6095"/>
                  </a:lnTo>
                  <a:lnTo>
                    <a:pt x="1094232" y="6095"/>
                  </a:lnTo>
                  <a:close/>
                </a:path>
                <a:path w="3712845" h="7619">
                  <a:moveTo>
                    <a:pt x="1088135" y="6095"/>
                  </a:moveTo>
                  <a:lnTo>
                    <a:pt x="1088135" y="1524"/>
                  </a:lnTo>
                  <a:lnTo>
                    <a:pt x="1089659" y="0"/>
                  </a:lnTo>
                  <a:lnTo>
                    <a:pt x="1094232" y="0"/>
                  </a:lnTo>
                  <a:lnTo>
                    <a:pt x="1094232" y="7619"/>
                  </a:lnTo>
                  <a:lnTo>
                    <a:pt x="1089659" y="7619"/>
                  </a:lnTo>
                  <a:lnTo>
                    <a:pt x="1088135" y="6095"/>
                  </a:lnTo>
                  <a:close/>
                </a:path>
                <a:path w="3712845" h="7619">
                  <a:moveTo>
                    <a:pt x="1129284" y="7619"/>
                  </a:moveTo>
                  <a:lnTo>
                    <a:pt x="1129284" y="0"/>
                  </a:lnTo>
                  <a:lnTo>
                    <a:pt x="1133856" y="0"/>
                  </a:lnTo>
                  <a:lnTo>
                    <a:pt x="1135380" y="1524"/>
                  </a:lnTo>
                  <a:lnTo>
                    <a:pt x="1135380" y="6095"/>
                  </a:lnTo>
                  <a:lnTo>
                    <a:pt x="1133856" y="7619"/>
                  </a:lnTo>
                  <a:lnTo>
                    <a:pt x="1129284" y="7619"/>
                  </a:lnTo>
                  <a:close/>
                </a:path>
                <a:path w="3712845" h="7619">
                  <a:moveTo>
                    <a:pt x="1127759" y="6095"/>
                  </a:moveTo>
                  <a:lnTo>
                    <a:pt x="1127759" y="1524"/>
                  </a:lnTo>
                  <a:lnTo>
                    <a:pt x="1129284" y="1524"/>
                  </a:lnTo>
                  <a:lnTo>
                    <a:pt x="1129284" y="6095"/>
                  </a:lnTo>
                  <a:lnTo>
                    <a:pt x="1127759" y="6095"/>
                  </a:lnTo>
                  <a:close/>
                </a:path>
                <a:path w="3712845" h="7619">
                  <a:moveTo>
                    <a:pt x="1167384" y="4571"/>
                  </a:moveTo>
                  <a:lnTo>
                    <a:pt x="1167384" y="3048"/>
                  </a:lnTo>
                  <a:lnTo>
                    <a:pt x="1170432" y="0"/>
                  </a:lnTo>
                  <a:lnTo>
                    <a:pt x="1173480" y="0"/>
                  </a:lnTo>
                  <a:lnTo>
                    <a:pt x="1176527" y="3048"/>
                  </a:lnTo>
                  <a:lnTo>
                    <a:pt x="1176527" y="4571"/>
                  </a:lnTo>
                  <a:lnTo>
                    <a:pt x="1173480" y="7619"/>
                  </a:lnTo>
                  <a:lnTo>
                    <a:pt x="1170432" y="7619"/>
                  </a:lnTo>
                  <a:lnTo>
                    <a:pt x="1167384" y="4571"/>
                  </a:lnTo>
                  <a:close/>
                </a:path>
                <a:path w="3712845" h="7619">
                  <a:moveTo>
                    <a:pt x="1214627" y="6095"/>
                  </a:moveTo>
                  <a:lnTo>
                    <a:pt x="1214627" y="1524"/>
                  </a:lnTo>
                  <a:lnTo>
                    <a:pt x="1216151" y="1524"/>
                  </a:lnTo>
                  <a:lnTo>
                    <a:pt x="1216151" y="6095"/>
                  </a:lnTo>
                  <a:lnTo>
                    <a:pt x="1214627" y="6095"/>
                  </a:lnTo>
                  <a:close/>
                </a:path>
                <a:path w="3712845" h="7619">
                  <a:moveTo>
                    <a:pt x="1210056" y="7619"/>
                  </a:moveTo>
                  <a:lnTo>
                    <a:pt x="1210056" y="0"/>
                  </a:lnTo>
                  <a:lnTo>
                    <a:pt x="1214627" y="0"/>
                  </a:lnTo>
                  <a:lnTo>
                    <a:pt x="1214627" y="7619"/>
                  </a:lnTo>
                  <a:lnTo>
                    <a:pt x="1210056" y="7619"/>
                  </a:lnTo>
                  <a:close/>
                </a:path>
                <a:path w="3712845" h="7619">
                  <a:moveTo>
                    <a:pt x="1208532" y="6095"/>
                  </a:moveTo>
                  <a:lnTo>
                    <a:pt x="1208532" y="1524"/>
                  </a:lnTo>
                  <a:lnTo>
                    <a:pt x="1210056" y="1524"/>
                  </a:lnTo>
                  <a:lnTo>
                    <a:pt x="1210056" y="6095"/>
                  </a:lnTo>
                  <a:lnTo>
                    <a:pt x="1208532" y="6095"/>
                  </a:lnTo>
                  <a:close/>
                </a:path>
                <a:path w="3712845" h="7619">
                  <a:moveTo>
                    <a:pt x="1248156" y="4571"/>
                  </a:moveTo>
                  <a:lnTo>
                    <a:pt x="1248156" y="3048"/>
                  </a:lnTo>
                  <a:lnTo>
                    <a:pt x="1251203" y="0"/>
                  </a:lnTo>
                  <a:lnTo>
                    <a:pt x="1254251" y="0"/>
                  </a:lnTo>
                  <a:lnTo>
                    <a:pt x="1257300" y="3048"/>
                  </a:lnTo>
                  <a:lnTo>
                    <a:pt x="1257300" y="4571"/>
                  </a:lnTo>
                  <a:lnTo>
                    <a:pt x="1254251" y="7619"/>
                  </a:lnTo>
                  <a:lnTo>
                    <a:pt x="1251203" y="7619"/>
                  </a:lnTo>
                  <a:lnTo>
                    <a:pt x="1248156" y="4571"/>
                  </a:lnTo>
                  <a:close/>
                </a:path>
                <a:path w="3712845" h="7619">
                  <a:moveTo>
                    <a:pt x="1295400" y="6095"/>
                  </a:moveTo>
                  <a:lnTo>
                    <a:pt x="1295400" y="1524"/>
                  </a:lnTo>
                  <a:lnTo>
                    <a:pt x="1296924" y="1524"/>
                  </a:lnTo>
                  <a:lnTo>
                    <a:pt x="1296924" y="6095"/>
                  </a:lnTo>
                  <a:lnTo>
                    <a:pt x="1295400" y="6095"/>
                  </a:lnTo>
                  <a:close/>
                </a:path>
                <a:path w="3712845" h="7619">
                  <a:moveTo>
                    <a:pt x="1289303" y="6095"/>
                  </a:moveTo>
                  <a:lnTo>
                    <a:pt x="1289303" y="1524"/>
                  </a:lnTo>
                  <a:lnTo>
                    <a:pt x="1290827" y="0"/>
                  </a:lnTo>
                  <a:lnTo>
                    <a:pt x="1295400" y="0"/>
                  </a:lnTo>
                  <a:lnTo>
                    <a:pt x="1295400" y="7619"/>
                  </a:lnTo>
                  <a:lnTo>
                    <a:pt x="1290827" y="7619"/>
                  </a:lnTo>
                  <a:lnTo>
                    <a:pt x="1289303" y="6095"/>
                  </a:lnTo>
                  <a:close/>
                </a:path>
                <a:path w="3712845" h="7619">
                  <a:moveTo>
                    <a:pt x="1330451" y="7619"/>
                  </a:moveTo>
                  <a:lnTo>
                    <a:pt x="1330451" y="0"/>
                  </a:lnTo>
                  <a:lnTo>
                    <a:pt x="1335024" y="0"/>
                  </a:lnTo>
                  <a:lnTo>
                    <a:pt x="1336548" y="1524"/>
                  </a:lnTo>
                  <a:lnTo>
                    <a:pt x="1336548" y="6095"/>
                  </a:lnTo>
                  <a:lnTo>
                    <a:pt x="1335024" y="7619"/>
                  </a:lnTo>
                  <a:lnTo>
                    <a:pt x="1330451" y="7619"/>
                  </a:lnTo>
                  <a:close/>
                </a:path>
                <a:path w="3712845" h="7619">
                  <a:moveTo>
                    <a:pt x="1328927" y="6095"/>
                  </a:moveTo>
                  <a:lnTo>
                    <a:pt x="1328927" y="1524"/>
                  </a:lnTo>
                  <a:lnTo>
                    <a:pt x="1330451" y="1524"/>
                  </a:lnTo>
                  <a:lnTo>
                    <a:pt x="1330451" y="6095"/>
                  </a:lnTo>
                  <a:lnTo>
                    <a:pt x="1328927" y="6095"/>
                  </a:lnTo>
                  <a:close/>
                </a:path>
                <a:path w="3712845" h="7619">
                  <a:moveTo>
                    <a:pt x="1376172" y="6095"/>
                  </a:moveTo>
                  <a:lnTo>
                    <a:pt x="1376172" y="1524"/>
                  </a:lnTo>
                  <a:lnTo>
                    <a:pt x="1377696" y="1524"/>
                  </a:lnTo>
                  <a:lnTo>
                    <a:pt x="1377696" y="6095"/>
                  </a:lnTo>
                  <a:lnTo>
                    <a:pt x="1376172" y="6095"/>
                  </a:lnTo>
                  <a:close/>
                </a:path>
                <a:path w="3712845" h="7619">
                  <a:moveTo>
                    <a:pt x="1370076" y="6095"/>
                  </a:moveTo>
                  <a:lnTo>
                    <a:pt x="1370076" y="1524"/>
                  </a:lnTo>
                  <a:lnTo>
                    <a:pt x="1371600" y="0"/>
                  </a:lnTo>
                  <a:lnTo>
                    <a:pt x="1376172" y="0"/>
                  </a:lnTo>
                  <a:lnTo>
                    <a:pt x="1376172" y="7619"/>
                  </a:lnTo>
                  <a:lnTo>
                    <a:pt x="1371600" y="7619"/>
                  </a:lnTo>
                  <a:lnTo>
                    <a:pt x="1370076" y="6095"/>
                  </a:lnTo>
                  <a:close/>
                </a:path>
                <a:path w="3712845" h="7619">
                  <a:moveTo>
                    <a:pt x="1415796" y="6095"/>
                  </a:moveTo>
                  <a:lnTo>
                    <a:pt x="1415796" y="1524"/>
                  </a:lnTo>
                  <a:lnTo>
                    <a:pt x="1417319" y="1524"/>
                  </a:lnTo>
                  <a:lnTo>
                    <a:pt x="1417319" y="6095"/>
                  </a:lnTo>
                  <a:lnTo>
                    <a:pt x="1415796" y="6095"/>
                  </a:lnTo>
                  <a:close/>
                </a:path>
                <a:path w="3712845" h="7619">
                  <a:moveTo>
                    <a:pt x="1411224" y="7619"/>
                  </a:moveTo>
                  <a:lnTo>
                    <a:pt x="1411224" y="0"/>
                  </a:lnTo>
                  <a:lnTo>
                    <a:pt x="1415796" y="0"/>
                  </a:lnTo>
                  <a:lnTo>
                    <a:pt x="1415796" y="7619"/>
                  </a:lnTo>
                  <a:lnTo>
                    <a:pt x="1411224" y="7619"/>
                  </a:lnTo>
                  <a:close/>
                </a:path>
                <a:path w="3712845" h="7619">
                  <a:moveTo>
                    <a:pt x="1409700" y="6095"/>
                  </a:moveTo>
                  <a:lnTo>
                    <a:pt x="1409700" y="1524"/>
                  </a:lnTo>
                  <a:lnTo>
                    <a:pt x="1411224" y="1524"/>
                  </a:lnTo>
                  <a:lnTo>
                    <a:pt x="1411224" y="6095"/>
                  </a:lnTo>
                  <a:lnTo>
                    <a:pt x="1409700" y="6095"/>
                  </a:lnTo>
                  <a:close/>
                </a:path>
                <a:path w="3712845" h="7619">
                  <a:moveTo>
                    <a:pt x="1449324" y="4571"/>
                  </a:moveTo>
                  <a:lnTo>
                    <a:pt x="1449324" y="3048"/>
                  </a:lnTo>
                  <a:lnTo>
                    <a:pt x="1452372" y="0"/>
                  </a:lnTo>
                  <a:lnTo>
                    <a:pt x="1455419" y="0"/>
                  </a:lnTo>
                  <a:lnTo>
                    <a:pt x="1458467" y="3048"/>
                  </a:lnTo>
                  <a:lnTo>
                    <a:pt x="1458467" y="4571"/>
                  </a:lnTo>
                  <a:lnTo>
                    <a:pt x="1455419" y="7619"/>
                  </a:lnTo>
                  <a:lnTo>
                    <a:pt x="1452372" y="7619"/>
                  </a:lnTo>
                  <a:lnTo>
                    <a:pt x="1449324" y="4571"/>
                  </a:lnTo>
                  <a:close/>
                </a:path>
                <a:path w="3712845" h="7619">
                  <a:moveTo>
                    <a:pt x="1496567" y="6095"/>
                  </a:moveTo>
                  <a:lnTo>
                    <a:pt x="1496567" y="1524"/>
                  </a:lnTo>
                  <a:lnTo>
                    <a:pt x="1498092" y="1524"/>
                  </a:lnTo>
                  <a:lnTo>
                    <a:pt x="1498092" y="6095"/>
                  </a:lnTo>
                  <a:lnTo>
                    <a:pt x="1496567" y="6095"/>
                  </a:lnTo>
                  <a:close/>
                </a:path>
                <a:path w="3712845" h="7619">
                  <a:moveTo>
                    <a:pt x="1491996" y="7619"/>
                  </a:moveTo>
                  <a:lnTo>
                    <a:pt x="1491996" y="0"/>
                  </a:lnTo>
                  <a:lnTo>
                    <a:pt x="1496567" y="0"/>
                  </a:lnTo>
                  <a:lnTo>
                    <a:pt x="1496567" y="7619"/>
                  </a:lnTo>
                  <a:lnTo>
                    <a:pt x="1491996" y="7619"/>
                  </a:lnTo>
                  <a:close/>
                </a:path>
                <a:path w="3712845" h="7619">
                  <a:moveTo>
                    <a:pt x="1490472" y="6095"/>
                  </a:moveTo>
                  <a:lnTo>
                    <a:pt x="1490472" y="1524"/>
                  </a:lnTo>
                  <a:lnTo>
                    <a:pt x="1491996" y="1524"/>
                  </a:lnTo>
                  <a:lnTo>
                    <a:pt x="1491996" y="6095"/>
                  </a:lnTo>
                  <a:lnTo>
                    <a:pt x="1490472" y="6095"/>
                  </a:lnTo>
                  <a:close/>
                </a:path>
                <a:path w="3712845" h="7619">
                  <a:moveTo>
                    <a:pt x="1531619" y="7619"/>
                  </a:moveTo>
                  <a:lnTo>
                    <a:pt x="1531619" y="0"/>
                  </a:lnTo>
                  <a:lnTo>
                    <a:pt x="1536192" y="0"/>
                  </a:lnTo>
                  <a:lnTo>
                    <a:pt x="1537716" y="1524"/>
                  </a:lnTo>
                  <a:lnTo>
                    <a:pt x="1537716" y="6095"/>
                  </a:lnTo>
                  <a:lnTo>
                    <a:pt x="1536192" y="7619"/>
                  </a:lnTo>
                  <a:lnTo>
                    <a:pt x="1531619" y="7619"/>
                  </a:lnTo>
                  <a:close/>
                </a:path>
                <a:path w="3712845" h="7619">
                  <a:moveTo>
                    <a:pt x="1530096" y="6095"/>
                  </a:moveTo>
                  <a:lnTo>
                    <a:pt x="1530096" y="1524"/>
                  </a:lnTo>
                  <a:lnTo>
                    <a:pt x="1531619" y="1524"/>
                  </a:lnTo>
                  <a:lnTo>
                    <a:pt x="1531619" y="6095"/>
                  </a:lnTo>
                  <a:lnTo>
                    <a:pt x="1530096" y="6095"/>
                  </a:lnTo>
                  <a:close/>
                </a:path>
                <a:path w="3712845" h="7619">
                  <a:moveTo>
                    <a:pt x="1577340" y="6095"/>
                  </a:moveTo>
                  <a:lnTo>
                    <a:pt x="1577340" y="1524"/>
                  </a:lnTo>
                  <a:lnTo>
                    <a:pt x="1578864" y="1524"/>
                  </a:lnTo>
                  <a:lnTo>
                    <a:pt x="1578864" y="6095"/>
                  </a:lnTo>
                  <a:lnTo>
                    <a:pt x="1577340" y="6095"/>
                  </a:lnTo>
                  <a:close/>
                </a:path>
                <a:path w="3712845" h="7619">
                  <a:moveTo>
                    <a:pt x="1571243" y="6095"/>
                  </a:moveTo>
                  <a:lnTo>
                    <a:pt x="1571243" y="1524"/>
                  </a:lnTo>
                  <a:lnTo>
                    <a:pt x="1572767" y="0"/>
                  </a:lnTo>
                  <a:lnTo>
                    <a:pt x="1577340" y="0"/>
                  </a:lnTo>
                  <a:lnTo>
                    <a:pt x="1577340" y="7619"/>
                  </a:lnTo>
                  <a:lnTo>
                    <a:pt x="1572767" y="7619"/>
                  </a:lnTo>
                  <a:lnTo>
                    <a:pt x="1571243" y="6095"/>
                  </a:lnTo>
                  <a:close/>
                </a:path>
                <a:path w="3712845" h="7619">
                  <a:moveTo>
                    <a:pt x="1612392" y="7619"/>
                  </a:moveTo>
                  <a:lnTo>
                    <a:pt x="1612392" y="0"/>
                  </a:lnTo>
                  <a:lnTo>
                    <a:pt x="1616964" y="0"/>
                  </a:lnTo>
                  <a:lnTo>
                    <a:pt x="1618488" y="1524"/>
                  </a:lnTo>
                  <a:lnTo>
                    <a:pt x="1618488" y="6095"/>
                  </a:lnTo>
                  <a:lnTo>
                    <a:pt x="1616964" y="7619"/>
                  </a:lnTo>
                  <a:lnTo>
                    <a:pt x="1612392" y="7619"/>
                  </a:lnTo>
                  <a:close/>
                </a:path>
                <a:path w="3712845" h="7619">
                  <a:moveTo>
                    <a:pt x="1610868" y="6095"/>
                  </a:moveTo>
                  <a:lnTo>
                    <a:pt x="1610868" y="1524"/>
                  </a:lnTo>
                  <a:lnTo>
                    <a:pt x="1612392" y="1524"/>
                  </a:lnTo>
                  <a:lnTo>
                    <a:pt x="1612392" y="6095"/>
                  </a:lnTo>
                  <a:lnTo>
                    <a:pt x="1610868" y="6095"/>
                  </a:lnTo>
                  <a:close/>
                </a:path>
                <a:path w="3712845" h="7619">
                  <a:moveTo>
                    <a:pt x="1650492" y="4571"/>
                  </a:moveTo>
                  <a:lnTo>
                    <a:pt x="1650492" y="3048"/>
                  </a:lnTo>
                  <a:lnTo>
                    <a:pt x="1653540" y="0"/>
                  </a:lnTo>
                  <a:lnTo>
                    <a:pt x="1656588" y="0"/>
                  </a:lnTo>
                  <a:lnTo>
                    <a:pt x="1659635" y="3048"/>
                  </a:lnTo>
                  <a:lnTo>
                    <a:pt x="1659635" y="4571"/>
                  </a:lnTo>
                  <a:lnTo>
                    <a:pt x="1656588" y="7619"/>
                  </a:lnTo>
                  <a:lnTo>
                    <a:pt x="1653540" y="7619"/>
                  </a:lnTo>
                  <a:lnTo>
                    <a:pt x="1650492" y="4571"/>
                  </a:lnTo>
                  <a:close/>
                </a:path>
                <a:path w="3712845" h="7619">
                  <a:moveTo>
                    <a:pt x="1697735" y="6095"/>
                  </a:moveTo>
                  <a:lnTo>
                    <a:pt x="1697735" y="1524"/>
                  </a:lnTo>
                  <a:lnTo>
                    <a:pt x="1699259" y="1524"/>
                  </a:lnTo>
                  <a:lnTo>
                    <a:pt x="1699259" y="6095"/>
                  </a:lnTo>
                  <a:lnTo>
                    <a:pt x="1697735" y="6095"/>
                  </a:lnTo>
                  <a:close/>
                </a:path>
                <a:path w="3712845" h="7619">
                  <a:moveTo>
                    <a:pt x="1693164" y="7619"/>
                  </a:moveTo>
                  <a:lnTo>
                    <a:pt x="1693164" y="0"/>
                  </a:lnTo>
                  <a:lnTo>
                    <a:pt x="1697735" y="0"/>
                  </a:lnTo>
                  <a:lnTo>
                    <a:pt x="1697735" y="7619"/>
                  </a:lnTo>
                  <a:lnTo>
                    <a:pt x="1693164" y="7619"/>
                  </a:lnTo>
                  <a:close/>
                </a:path>
                <a:path w="3712845" h="7619">
                  <a:moveTo>
                    <a:pt x="1691640" y="6095"/>
                  </a:moveTo>
                  <a:lnTo>
                    <a:pt x="1691640" y="1524"/>
                  </a:lnTo>
                  <a:lnTo>
                    <a:pt x="1693164" y="1524"/>
                  </a:lnTo>
                  <a:lnTo>
                    <a:pt x="1693164" y="6095"/>
                  </a:lnTo>
                  <a:lnTo>
                    <a:pt x="1691640" y="6095"/>
                  </a:lnTo>
                  <a:close/>
                </a:path>
                <a:path w="3712845" h="7619">
                  <a:moveTo>
                    <a:pt x="1731264" y="4571"/>
                  </a:moveTo>
                  <a:lnTo>
                    <a:pt x="1731264" y="3048"/>
                  </a:lnTo>
                  <a:lnTo>
                    <a:pt x="1734311" y="0"/>
                  </a:lnTo>
                  <a:lnTo>
                    <a:pt x="1737359" y="0"/>
                  </a:lnTo>
                  <a:lnTo>
                    <a:pt x="1740408" y="3048"/>
                  </a:lnTo>
                  <a:lnTo>
                    <a:pt x="1740408" y="4571"/>
                  </a:lnTo>
                  <a:lnTo>
                    <a:pt x="1737359" y="7619"/>
                  </a:lnTo>
                  <a:lnTo>
                    <a:pt x="1734311" y="7619"/>
                  </a:lnTo>
                  <a:lnTo>
                    <a:pt x="1731264" y="4571"/>
                  </a:lnTo>
                  <a:close/>
                </a:path>
                <a:path w="3712845" h="7619">
                  <a:moveTo>
                    <a:pt x="1778508" y="6095"/>
                  </a:moveTo>
                  <a:lnTo>
                    <a:pt x="1778508" y="1524"/>
                  </a:lnTo>
                  <a:lnTo>
                    <a:pt x="1780032" y="1524"/>
                  </a:lnTo>
                  <a:lnTo>
                    <a:pt x="1780032" y="6095"/>
                  </a:lnTo>
                  <a:lnTo>
                    <a:pt x="1778508" y="6095"/>
                  </a:lnTo>
                  <a:close/>
                </a:path>
                <a:path w="3712845" h="7619">
                  <a:moveTo>
                    <a:pt x="1772411" y="6095"/>
                  </a:moveTo>
                  <a:lnTo>
                    <a:pt x="1772411" y="1524"/>
                  </a:lnTo>
                  <a:lnTo>
                    <a:pt x="1773935" y="0"/>
                  </a:lnTo>
                  <a:lnTo>
                    <a:pt x="1778508" y="0"/>
                  </a:lnTo>
                  <a:lnTo>
                    <a:pt x="1778508" y="7619"/>
                  </a:lnTo>
                  <a:lnTo>
                    <a:pt x="1773935" y="7619"/>
                  </a:lnTo>
                  <a:lnTo>
                    <a:pt x="1772411" y="6095"/>
                  </a:lnTo>
                  <a:close/>
                </a:path>
                <a:path w="3712845" h="7619">
                  <a:moveTo>
                    <a:pt x="1813559" y="7619"/>
                  </a:moveTo>
                  <a:lnTo>
                    <a:pt x="1813559" y="0"/>
                  </a:lnTo>
                  <a:lnTo>
                    <a:pt x="1818132" y="0"/>
                  </a:lnTo>
                  <a:lnTo>
                    <a:pt x="1819656" y="1524"/>
                  </a:lnTo>
                  <a:lnTo>
                    <a:pt x="1819656" y="6095"/>
                  </a:lnTo>
                  <a:lnTo>
                    <a:pt x="1818132" y="7619"/>
                  </a:lnTo>
                  <a:lnTo>
                    <a:pt x="1813559" y="7619"/>
                  </a:lnTo>
                  <a:close/>
                </a:path>
                <a:path w="3712845" h="7619">
                  <a:moveTo>
                    <a:pt x="1812035" y="6095"/>
                  </a:moveTo>
                  <a:lnTo>
                    <a:pt x="1812035" y="1524"/>
                  </a:lnTo>
                  <a:lnTo>
                    <a:pt x="1813559" y="1524"/>
                  </a:lnTo>
                  <a:lnTo>
                    <a:pt x="1813559" y="6095"/>
                  </a:lnTo>
                  <a:lnTo>
                    <a:pt x="1812035" y="6095"/>
                  </a:lnTo>
                  <a:close/>
                </a:path>
                <a:path w="3712845" h="7619">
                  <a:moveTo>
                    <a:pt x="1859280" y="6095"/>
                  </a:moveTo>
                  <a:lnTo>
                    <a:pt x="1859280" y="1524"/>
                  </a:lnTo>
                  <a:lnTo>
                    <a:pt x="1860803" y="1524"/>
                  </a:lnTo>
                  <a:lnTo>
                    <a:pt x="1860803" y="6095"/>
                  </a:lnTo>
                  <a:lnTo>
                    <a:pt x="1859280" y="6095"/>
                  </a:lnTo>
                  <a:close/>
                </a:path>
                <a:path w="3712845" h="7619">
                  <a:moveTo>
                    <a:pt x="1853184" y="6095"/>
                  </a:moveTo>
                  <a:lnTo>
                    <a:pt x="1853184" y="1524"/>
                  </a:lnTo>
                  <a:lnTo>
                    <a:pt x="1854708" y="0"/>
                  </a:lnTo>
                  <a:lnTo>
                    <a:pt x="1859280" y="0"/>
                  </a:lnTo>
                  <a:lnTo>
                    <a:pt x="1859280" y="7619"/>
                  </a:lnTo>
                  <a:lnTo>
                    <a:pt x="1854708" y="7619"/>
                  </a:lnTo>
                  <a:lnTo>
                    <a:pt x="1853184" y="6095"/>
                  </a:lnTo>
                  <a:close/>
                </a:path>
                <a:path w="3712845" h="7619">
                  <a:moveTo>
                    <a:pt x="1898903" y="6095"/>
                  </a:moveTo>
                  <a:lnTo>
                    <a:pt x="1898903" y="1524"/>
                  </a:lnTo>
                  <a:lnTo>
                    <a:pt x="1900427" y="1524"/>
                  </a:lnTo>
                  <a:lnTo>
                    <a:pt x="1900427" y="6095"/>
                  </a:lnTo>
                  <a:lnTo>
                    <a:pt x="1898903" y="6095"/>
                  </a:lnTo>
                  <a:close/>
                </a:path>
                <a:path w="3712845" h="7619">
                  <a:moveTo>
                    <a:pt x="1894332" y="7619"/>
                  </a:moveTo>
                  <a:lnTo>
                    <a:pt x="1894332" y="0"/>
                  </a:lnTo>
                  <a:lnTo>
                    <a:pt x="1898903" y="0"/>
                  </a:lnTo>
                  <a:lnTo>
                    <a:pt x="1898903" y="7619"/>
                  </a:lnTo>
                  <a:lnTo>
                    <a:pt x="1894332" y="7619"/>
                  </a:lnTo>
                  <a:close/>
                </a:path>
                <a:path w="3712845" h="7619">
                  <a:moveTo>
                    <a:pt x="1892808" y="6095"/>
                  </a:moveTo>
                  <a:lnTo>
                    <a:pt x="1892808" y="1524"/>
                  </a:lnTo>
                  <a:lnTo>
                    <a:pt x="1894332" y="1524"/>
                  </a:lnTo>
                  <a:lnTo>
                    <a:pt x="1894332" y="6095"/>
                  </a:lnTo>
                  <a:lnTo>
                    <a:pt x="1892808" y="6095"/>
                  </a:lnTo>
                  <a:close/>
                </a:path>
                <a:path w="3712845" h="7619">
                  <a:moveTo>
                    <a:pt x="1932432" y="4571"/>
                  </a:moveTo>
                  <a:lnTo>
                    <a:pt x="1932432" y="3048"/>
                  </a:lnTo>
                  <a:lnTo>
                    <a:pt x="1935480" y="0"/>
                  </a:lnTo>
                  <a:lnTo>
                    <a:pt x="1938527" y="0"/>
                  </a:lnTo>
                  <a:lnTo>
                    <a:pt x="1941576" y="3048"/>
                  </a:lnTo>
                  <a:lnTo>
                    <a:pt x="1941576" y="4571"/>
                  </a:lnTo>
                  <a:lnTo>
                    <a:pt x="1938527" y="7619"/>
                  </a:lnTo>
                  <a:lnTo>
                    <a:pt x="1935480" y="7619"/>
                  </a:lnTo>
                  <a:lnTo>
                    <a:pt x="1932432" y="4571"/>
                  </a:lnTo>
                  <a:close/>
                </a:path>
                <a:path w="3712845" h="7619">
                  <a:moveTo>
                    <a:pt x="1979676" y="6095"/>
                  </a:moveTo>
                  <a:lnTo>
                    <a:pt x="1979676" y="1524"/>
                  </a:lnTo>
                  <a:lnTo>
                    <a:pt x="1981200" y="1524"/>
                  </a:lnTo>
                  <a:lnTo>
                    <a:pt x="1981200" y="6095"/>
                  </a:lnTo>
                  <a:lnTo>
                    <a:pt x="1979676" y="6095"/>
                  </a:lnTo>
                  <a:close/>
                </a:path>
                <a:path w="3712845" h="7619">
                  <a:moveTo>
                    <a:pt x="1975103" y="7619"/>
                  </a:moveTo>
                  <a:lnTo>
                    <a:pt x="1975103" y="0"/>
                  </a:lnTo>
                  <a:lnTo>
                    <a:pt x="1979676" y="0"/>
                  </a:lnTo>
                  <a:lnTo>
                    <a:pt x="1979676" y="7619"/>
                  </a:lnTo>
                  <a:lnTo>
                    <a:pt x="1975103" y="7619"/>
                  </a:lnTo>
                  <a:close/>
                </a:path>
                <a:path w="3712845" h="7619">
                  <a:moveTo>
                    <a:pt x="1973580" y="6095"/>
                  </a:moveTo>
                  <a:lnTo>
                    <a:pt x="1973580" y="1524"/>
                  </a:lnTo>
                  <a:lnTo>
                    <a:pt x="1975103" y="1524"/>
                  </a:lnTo>
                  <a:lnTo>
                    <a:pt x="1975103" y="6095"/>
                  </a:lnTo>
                  <a:lnTo>
                    <a:pt x="1973580" y="6095"/>
                  </a:lnTo>
                  <a:close/>
                </a:path>
                <a:path w="3712845" h="7619">
                  <a:moveTo>
                    <a:pt x="2014727" y="7619"/>
                  </a:moveTo>
                  <a:lnTo>
                    <a:pt x="2014727" y="0"/>
                  </a:lnTo>
                  <a:lnTo>
                    <a:pt x="2019300" y="0"/>
                  </a:lnTo>
                  <a:lnTo>
                    <a:pt x="2020824" y="1524"/>
                  </a:lnTo>
                  <a:lnTo>
                    <a:pt x="2020824" y="6095"/>
                  </a:lnTo>
                  <a:lnTo>
                    <a:pt x="2019300" y="7619"/>
                  </a:lnTo>
                  <a:lnTo>
                    <a:pt x="2014727" y="7619"/>
                  </a:lnTo>
                  <a:close/>
                </a:path>
                <a:path w="3712845" h="7619">
                  <a:moveTo>
                    <a:pt x="2013203" y="6095"/>
                  </a:moveTo>
                  <a:lnTo>
                    <a:pt x="2013203" y="1524"/>
                  </a:lnTo>
                  <a:lnTo>
                    <a:pt x="2014727" y="1524"/>
                  </a:lnTo>
                  <a:lnTo>
                    <a:pt x="2014727" y="6095"/>
                  </a:lnTo>
                  <a:lnTo>
                    <a:pt x="2013203" y="6095"/>
                  </a:lnTo>
                  <a:close/>
                </a:path>
                <a:path w="3712845" h="7619">
                  <a:moveTo>
                    <a:pt x="2060448" y="6095"/>
                  </a:moveTo>
                  <a:lnTo>
                    <a:pt x="2060448" y="1524"/>
                  </a:lnTo>
                  <a:lnTo>
                    <a:pt x="2061972" y="1524"/>
                  </a:lnTo>
                  <a:lnTo>
                    <a:pt x="2061972" y="6095"/>
                  </a:lnTo>
                  <a:lnTo>
                    <a:pt x="2060448" y="6095"/>
                  </a:lnTo>
                  <a:close/>
                </a:path>
                <a:path w="3712845" h="7619">
                  <a:moveTo>
                    <a:pt x="2054351" y="6095"/>
                  </a:moveTo>
                  <a:lnTo>
                    <a:pt x="2054351" y="1524"/>
                  </a:lnTo>
                  <a:lnTo>
                    <a:pt x="2055876" y="0"/>
                  </a:lnTo>
                  <a:lnTo>
                    <a:pt x="2060448" y="0"/>
                  </a:lnTo>
                  <a:lnTo>
                    <a:pt x="2060448" y="7619"/>
                  </a:lnTo>
                  <a:lnTo>
                    <a:pt x="2055876" y="7619"/>
                  </a:lnTo>
                  <a:lnTo>
                    <a:pt x="2054351" y="6095"/>
                  </a:lnTo>
                  <a:close/>
                </a:path>
                <a:path w="3712845" h="7619">
                  <a:moveTo>
                    <a:pt x="2095500" y="7619"/>
                  </a:moveTo>
                  <a:lnTo>
                    <a:pt x="2095500" y="0"/>
                  </a:lnTo>
                  <a:lnTo>
                    <a:pt x="2100072" y="0"/>
                  </a:lnTo>
                  <a:lnTo>
                    <a:pt x="2101596" y="1524"/>
                  </a:lnTo>
                  <a:lnTo>
                    <a:pt x="2101596" y="6095"/>
                  </a:lnTo>
                  <a:lnTo>
                    <a:pt x="2100072" y="7619"/>
                  </a:lnTo>
                  <a:lnTo>
                    <a:pt x="2095500" y="7619"/>
                  </a:lnTo>
                  <a:close/>
                </a:path>
                <a:path w="3712845" h="7619">
                  <a:moveTo>
                    <a:pt x="2093976" y="6095"/>
                  </a:moveTo>
                  <a:lnTo>
                    <a:pt x="2093976" y="1524"/>
                  </a:lnTo>
                  <a:lnTo>
                    <a:pt x="2095500" y="1524"/>
                  </a:lnTo>
                  <a:lnTo>
                    <a:pt x="2095500" y="6095"/>
                  </a:lnTo>
                  <a:lnTo>
                    <a:pt x="2093976" y="6095"/>
                  </a:lnTo>
                  <a:close/>
                </a:path>
                <a:path w="3712845" h="7619">
                  <a:moveTo>
                    <a:pt x="2133600" y="4571"/>
                  </a:moveTo>
                  <a:lnTo>
                    <a:pt x="2133600" y="3048"/>
                  </a:lnTo>
                  <a:lnTo>
                    <a:pt x="2136648" y="0"/>
                  </a:lnTo>
                  <a:lnTo>
                    <a:pt x="2139696" y="0"/>
                  </a:lnTo>
                  <a:lnTo>
                    <a:pt x="2142743" y="3048"/>
                  </a:lnTo>
                  <a:lnTo>
                    <a:pt x="2142743" y="4571"/>
                  </a:lnTo>
                  <a:lnTo>
                    <a:pt x="2139696" y="7619"/>
                  </a:lnTo>
                  <a:lnTo>
                    <a:pt x="2136648" y="7619"/>
                  </a:lnTo>
                  <a:lnTo>
                    <a:pt x="2133600" y="4571"/>
                  </a:lnTo>
                  <a:close/>
                </a:path>
                <a:path w="3712845" h="7619">
                  <a:moveTo>
                    <a:pt x="2180844" y="6095"/>
                  </a:moveTo>
                  <a:lnTo>
                    <a:pt x="2180844" y="1524"/>
                  </a:lnTo>
                  <a:lnTo>
                    <a:pt x="2182368" y="1524"/>
                  </a:lnTo>
                  <a:lnTo>
                    <a:pt x="2182368" y="6095"/>
                  </a:lnTo>
                  <a:lnTo>
                    <a:pt x="2180844" y="6095"/>
                  </a:lnTo>
                  <a:close/>
                </a:path>
                <a:path w="3712845" h="7619">
                  <a:moveTo>
                    <a:pt x="2176272" y="7619"/>
                  </a:moveTo>
                  <a:lnTo>
                    <a:pt x="2176272" y="0"/>
                  </a:lnTo>
                  <a:lnTo>
                    <a:pt x="2180844" y="0"/>
                  </a:lnTo>
                  <a:lnTo>
                    <a:pt x="2180844" y="7619"/>
                  </a:lnTo>
                  <a:lnTo>
                    <a:pt x="2176272" y="7619"/>
                  </a:lnTo>
                  <a:close/>
                </a:path>
                <a:path w="3712845" h="7619">
                  <a:moveTo>
                    <a:pt x="2174748" y="6095"/>
                  </a:moveTo>
                  <a:lnTo>
                    <a:pt x="2174748" y="1524"/>
                  </a:lnTo>
                  <a:lnTo>
                    <a:pt x="2176272" y="1524"/>
                  </a:lnTo>
                  <a:lnTo>
                    <a:pt x="2176272" y="6095"/>
                  </a:lnTo>
                  <a:lnTo>
                    <a:pt x="2174748" y="6095"/>
                  </a:lnTo>
                  <a:close/>
                </a:path>
                <a:path w="3712845" h="7619">
                  <a:moveTo>
                    <a:pt x="2214372" y="4571"/>
                  </a:moveTo>
                  <a:lnTo>
                    <a:pt x="2214372" y="3048"/>
                  </a:lnTo>
                  <a:lnTo>
                    <a:pt x="2217420" y="0"/>
                  </a:lnTo>
                  <a:lnTo>
                    <a:pt x="2220468" y="0"/>
                  </a:lnTo>
                  <a:lnTo>
                    <a:pt x="2223516" y="3048"/>
                  </a:lnTo>
                  <a:lnTo>
                    <a:pt x="2223516" y="4571"/>
                  </a:lnTo>
                  <a:lnTo>
                    <a:pt x="2220468" y="7619"/>
                  </a:lnTo>
                  <a:lnTo>
                    <a:pt x="2217420" y="7619"/>
                  </a:lnTo>
                  <a:lnTo>
                    <a:pt x="2214372" y="4571"/>
                  </a:lnTo>
                  <a:close/>
                </a:path>
                <a:path w="3712845" h="7619">
                  <a:moveTo>
                    <a:pt x="2261616" y="6095"/>
                  </a:moveTo>
                  <a:lnTo>
                    <a:pt x="2261616" y="1524"/>
                  </a:lnTo>
                  <a:lnTo>
                    <a:pt x="2263140" y="1524"/>
                  </a:lnTo>
                  <a:lnTo>
                    <a:pt x="2263140" y="6095"/>
                  </a:lnTo>
                  <a:lnTo>
                    <a:pt x="2261616" y="6095"/>
                  </a:lnTo>
                  <a:close/>
                </a:path>
                <a:path w="3712845" h="7619">
                  <a:moveTo>
                    <a:pt x="2255520" y="6095"/>
                  </a:moveTo>
                  <a:lnTo>
                    <a:pt x="2255520" y="1524"/>
                  </a:lnTo>
                  <a:lnTo>
                    <a:pt x="2257044" y="0"/>
                  </a:lnTo>
                  <a:lnTo>
                    <a:pt x="2261616" y="0"/>
                  </a:lnTo>
                  <a:lnTo>
                    <a:pt x="2261616" y="7619"/>
                  </a:lnTo>
                  <a:lnTo>
                    <a:pt x="2257044" y="7619"/>
                  </a:lnTo>
                  <a:lnTo>
                    <a:pt x="2255520" y="6095"/>
                  </a:lnTo>
                  <a:close/>
                </a:path>
                <a:path w="3712845" h="7619">
                  <a:moveTo>
                    <a:pt x="2296668" y="7619"/>
                  </a:moveTo>
                  <a:lnTo>
                    <a:pt x="2296668" y="0"/>
                  </a:lnTo>
                  <a:lnTo>
                    <a:pt x="2301240" y="0"/>
                  </a:lnTo>
                  <a:lnTo>
                    <a:pt x="2302764" y="1524"/>
                  </a:lnTo>
                  <a:lnTo>
                    <a:pt x="2302764" y="6095"/>
                  </a:lnTo>
                  <a:lnTo>
                    <a:pt x="2301240" y="7619"/>
                  </a:lnTo>
                  <a:lnTo>
                    <a:pt x="2296668" y="7619"/>
                  </a:lnTo>
                  <a:close/>
                </a:path>
                <a:path w="3712845" h="7619">
                  <a:moveTo>
                    <a:pt x="2295144" y="6095"/>
                  </a:moveTo>
                  <a:lnTo>
                    <a:pt x="2295144" y="1524"/>
                  </a:lnTo>
                  <a:lnTo>
                    <a:pt x="2296668" y="1524"/>
                  </a:lnTo>
                  <a:lnTo>
                    <a:pt x="2296668" y="6095"/>
                  </a:lnTo>
                  <a:lnTo>
                    <a:pt x="2295144" y="6095"/>
                  </a:lnTo>
                  <a:close/>
                </a:path>
                <a:path w="3712845" h="7619">
                  <a:moveTo>
                    <a:pt x="2342388" y="6095"/>
                  </a:moveTo>
                  <a:lnTo>
                    <a:pt x="2342388" y="1524"/>
                  </a:lnTo>
                  <a:lnTo>
                    <a:pt x="2343912" y="1524"/>
                  </a:lnTo>
                  <a:lnTo>
                    <a:pt x="2343912" y="6095"/>
                  </a:lnTo>
                  <a:lnTo>
                    <a:pt x="2342388" y="6095"/>
                  </a:lnTo>
                  <a:close/>
                </a:path>
                <a:path w="3712845" h="7619">
                  <a:moveTo>
                    <a:pt x="2336292" y="6095"/>
                  </a:moveTo>
                  <a:lnTo>
                    <a:pt x="2336292" y="1524"/>
                  </a:lnTo>
                  <a:lnTo>
                    <a:pt x="2337816" y="0"/>
                  </a:lnTo>
                  <a:lnTo>
                    <a:pt x="2342388" y="0"/>
                  </a:lnTo>
                  <a:lnTo>
                    <a:pt x="2342388" y="7619"/>
                  </a:lnTo>
                  <a:lnTo>
                    <a:pt x="2337816" y="7619"/>
                  </a:lnTo>
                  <a:lnTo>
                    <a:pt x="2336292" y="6095"/>
                  </a:lnTo>
                  <a:close/>
                </a:path>
                <a:path w="3712845" h="7619">
                  <a:moveTo>
                    <a:pt x="2382012" y="6095"/>
                  </a:moveTo>
                  <a:lnTo>
                    <a:pt x="2382012" y="1524"/>
                  </a:lnTo>
                  <a:lnTo>
                    <a:pt x="2383536" y="1524"/>
                  </a:lnTo>
                  <a:lnTo>
                    <a:pt x="2383536" y="6095"/>
                  </a:lnTo>
                  <a:lnTo>
                    <a:pt x="2382012" y="6095"/>
                  </a:lnTo>
                  <a:close/>
                </a:path>
                <a:path w="3712845" h="7619">
                  <a:moveTo>
                    <a:pt x="2377440" y="7619"/>
                  </a:moveTo>
                  <a:lnTo>
                    <a:pt x="2377440" y="0"/>
                  </a:lnTo>
                  <a:lnTo>
                    <a:pt x="2382012" y="0"/>
                  </a:lnTo>
                  <a:lnTo>
                    <a:pt x="2382012" y="7619"/>
                  </a:lnTo>
                  <a:lnTo>
                    <a:pt x="2377440" y="7619"/>
                  </a:lnTo>
                  <a:close/>
                </a:path>
                <a:path w="3712845" h="7619">
                  <a:moveTo>
                    <a:pt x="2375916" y="6095"/>
                  </a:moveTo>
                  <a:lnTo>
                    <a:pt x="2375916" y="1524"/>
                  </a:lnTo>
                  <a:lnTo>
                    <a:pt x="2377440" y="1524"/>
                  </a:lnTo>
                  <a:lnTo>
                    <a:pt x="2377440" y="6095"/>
                  </a:lnTo>
                  <a:lnTo>
                    <a:pt x="2375916" y="6095"/>
                  </a:lnTo>
                  <a:close/>
                </a:path>
                <a:path w="3712845" h="7619">
                  <a:moveTo>
                    <a:pt x="2415540" y="4571"/>
                  </a:moveTo>
                  <a:lnTo>
                    <a:pt x="2415540" y="3048"/>
                  </a:lnTo>
                  <a:lnTo>
                    <a:pt x="2418588" y="0"/>
                  </a:lnTo>
                  <a:lnTo>
                    <a:pt x="2421636" y="0"/>
                  </a:lnTo>
                  <a:lnTo>
                    <a:pt x="2424684" y="3048"/>
                  </a:lnTo>
                  <a:lnTo>
                    <a:pt x="2424684" y="4571"/>
                  </a:lnTo>
                  <a:lnTo>
                    <a:pt x="2421636" y="7619"/>
                  </a:lnTo>
                  <a:lnTo>
                    <a:pt x="2418588" y="7619"/>
                  </a:lnTo>
                  <a:lnTo>
                    <a:pt x="2415540" y="4571"/>
                  </a:lnTo>
                  <a:close/>
                </a:path>
                <a:path w="3712845" h="7619">
                  <a:moveTo>
                    <a:pt x="2462784" y="6095"/>
                  </a:moveTo>
                  <a:lnTo>
                    <a:pt x="2462784" y="1524"/>
                  </a:lnTo>
                  <a:lnTo>
                    <a:pt x="2464308" y="1524"/>
                  </a:lnTo>
                  <a:lnTo>
                    <a:pt x="2464308" y="6095"/>
                  </a:lnTo>
                  <a:lnTo>
                    <a:pt x="2462784" y="6095"/>
                  </a:lnTo>
                  <a:close/>
                </a:path>
                <a:path w="3712845" h="7619">
                  <a:moveTo>
                    <a:pt x="2458212" y="7619"/>
                  </a:moveTo>
                  <a:lnTo>
                    <a:pt x="2458212" y="0"/>
                  </a:lnTo>
                  <a:lnTo>
                    <a:pt x="2462784" y="0"/>
                  </a:lnTo>
                  <a:lnTo>
                    <a:pt x="2462784" y="7619"/>
                  </a:lnTo>
                  <a:lnTo>
                    <a:pt x="2458212" y="7619"/>
                  </a:lnTo>
                  <a:close/>
                </a:path>
                <a:path w="3712845" h="7619">
                  <a:moveTo>
                    <a:pt x="2456688" y="6095"/>
                  </a:moveTo>
                  <a:lnTo>
                    <a:pt x="2456688" y="1524"/>
                  </a:lnTo>
                  <a:lnTo>
                    <a:pt x="2458212" y="1524"/>
                  </a:lnTo>
                  <a:lnTo>
                    <a:pt x="2458212" y="6095"/>
                  </a:lnTo>
                  <a:lnTo>
                    <a:pt x="2456688" y="6095"/>
                  </a:lnTo>
                  <a:close/>
                </a:path>
                <a:path w="3712845" h="7619">
                  <a:moveTo>
                    <a:pt x="2497836" y="7619"/>
                  </a:moveTo>
                  <a:lnTo>
                    <a:pt x="2497836" y="0"/>
                  </a:lnTo>
                  <a:lnTo>
                    <a:pt x="2502408" y="0"/>
                  </a:lnTo>
                  <a:lnTo>
                    <a:pt x="2503932" y="1524"/>
                  </a:lnTo>
                  <a:lnTo>
                    <a:pt x="2503932" y="6095"/>
                  </a:lnTo>
                  <a:lnTo>
                    <a:pt x="2502408" y="7619"/>
                  </a:lnTo>
                  <a:lnTo>
                    <a:pt x="2497836" y="7619"/>
                  </a:lnTo>
                  <a:close/>
                </a:path>
                <a:path w="3712845" h="7619">
                  <a:moveTo>
                    <a:pt x="2496312" y="6095"/>
                  </a:moveTo>
                  <a:lnTo>
                    <a:pt x="2496312" y="1524"/>
                  </a:lnTo>
                  <a:lnTo>
                    <a:pt x="2497836" y="1524"/>
                  </a:lnTo>
                  <a:lnTo>
                    <a:pt x="2497836" y="6095"/>
                  </a:lnTo>
                  <a:lnTo>
                    <a:pt x="2496312" y="6095"/>
                  </a:lnTo>
                  <a:close/>
                </a:path>
                <a:path w="3712845" h="7619">
                  <a:moveTo>
                    <a:pt x="2543556" y="6095"/>
                  </a:moveTo>
                  <a:lnTo>
                    <a:pt x="2543556" y="1524"/>
                  </a:lnTo>
                  <a:lnTo>
                    <a:pt x="2545080" y="1524"/>
                  </a:lnTo>
                  <a:lnTo>
                    <a:pt x="2545080" y="6095"/>
                  </a:lnTo>
                  <a:lnTo>
                    <a:pt x="2543556" y="6095"/>
                  </a:lnTo>
                  <a:close/>
                </a:path>
                <a:path w="3712845" h="7619">
                  <a:moveTo>
                    <a:pt x="2537460" y="6095"/>
                  </a:moveTo>
                  <a:lnTo>
                    <a:pt x="2537460" y="1524"/>
                  </a:lnTo>
                  <a:lnTo>
                    <a:pt x="2538984" y="0"/>
                  </a:lnTo>
                  <a:lnTo>
                    <a:pt x="2543556" y="0"/>
                  </a:lnTo>
                  <a:lnTo>
                    <a:pt x="2543556" y="7619"/>
                  </a:lnTo>
                  <a:lnTo>
                    <a:pt x="2538984" y="7619"/>
                  </a:lnTo>
                  <a:lnTo>
                    <a:pt x="2537460" y="6095"/>
                  </a:lnTo>
                  <a:close/>
                </a:path>
                <a:path w="3712845" h="7619">
                  <a:moveTo>
                    <a:pt x="2578608" y="7619"/>
                  </a:moveTo>
                  <a:lnTo>
                    <a:pt x="2578608" y="0"/>
                  </a:lnTo>
                  <a:lnTo>
                    <a:pt x="2583180" y="0"/>
                  </a:lnTo>
                  <a:lnTo>
                    <a:pt x="2584704" y="1524"/>
                  </a:lnTo>
                  <a:lnTo>
                    <a:pt x="2584704" y="6095"/>
                  </a:lnTo>
                  <a:lnTo>
                    <a:pt x="2583180" y="7619"/>
                  </a:lnTo>
                  <a:lnTo>
                    <a:pt x="2578608" y="7619"/>
                  </a:lnTo>
                  <a:close/>
                </a:path>
                <a:path w="3712845" h="7619">
                  <a:moveTo>
                    <a:pt x="2577084" y="6095"/>
                  </a:moveTo>
                  <a:lnTo>
                    <a:pt x="2577084" y="1524"/>
                  </a:lnTo>
                  <a:lnTo>
                    <a:pt x="2578608" y="1524"/>
                  </a:lnTo>
                  <a:lnTo>
                    <a:pt x="2578608" y="6095"/>
                  </a:lnTo>
                  <a:lnTo>
                    <a:pt x="2577084" y="6095"/>
                  </a:lnTo>
                  <a:close/>
                </a:path>
                <a:path w="3712845" h="7619">
                  <a:moveTo>
                    <a:pt x="2616708" y="4571"/>
                  </a:moveTo>
                  <a:lnTo>
                    <a:pt x="2616708" y="3048"/>
                  </a:lnTo>
                  <a:lnTo>
                    <a:pt x="2619756" y="0"/>
                  </a:lnTo>
                  <a:lnTo>
                    <a:pt x="2622804" y="0"/>
                  </a:lnTo>
                  <a:lnTo>
                    <a:pt x="2625852" y="3048"/>
                  </a:lnTo>
                  <a:lnTo>
                    <a:pt x="2625852" y="4571"/>
                  </a:lnTo>
                  <a:lnTo>
                    <a:pt x="2622804" y="7619"/>
                  </a:lnTo>
                  <a:lnTo>
                    <a:pt x="2619756" y="7619"/>
                  </a:lnTo>
                  <a:lnTo>
                    <a:pt x="2616708" y="4571"/>
                  </a:lnTo>
                  <a:close/>
                </a:path>
                <a:path w="3712845" h="7619">
                  <a:moveTo>
                    <a:pt x="2663952" y="6095"/>
                  </a:moveTo>
                  <a:lnTo>
                    <a:pt x="2663952" y="1524"/>
                  </a:lnTo>
                  <a:lnTo>
                    <a:pt x="2665476" y="1524"/>
                  </a:lnTo>
                  <a:lnTo>
                    <a:pt x="2665476" y="6095"/>
                  </a:lnTo>
                  <a:lnTo>
                    <a:pt x="2663952" y="6095"/>
                  </a:lnTo>
                  <a:close/>
                </a:path>
                <a:path w="3712845" h="7619">
                  <a:moveTo>
                    <a:pt x="2659380" y="7619"/>
                  </a:moveTo>
                  <a:lnTo>
                    <a:pt x="2659380" y="0"/>
                  </a:lnTo>
                  <a:lnTo>
                    <a:pt x="2663952" y="0"/>
                  </a:lnTo>
                  <a:lnTo>
                    <a:pt x="2663952" y="7619"/>
                  </a:lnTo>
                  <a:lnTo>
                    <a:pt x="2659380" y="7619"/>
                  </a:lnTo>
                  <a:close/>
                </a:path>
                <a:path w="3712845" h="7619">
                  <a:moveTo>
                    <a:pt x="2657856" y="6095"/>
                  </a:moveTo>
                  <a:lnTo>
                    <a:pt x="2657856" y="1524"/>
                  </a:lnTo>
                  <a:lnTo>
                    <a:pt x="2659380" y="1524"/>
                  </a:lnTo>
                  <a:lnTo>
                    <a:pt x="2659380" y="6095"/>
                  </a:lnTo>
                  <a:lnTo>
                    <a:pt x="2657856" y="6095"/>
                  </a:lnTo>
                  <a:close/>
                </a:path>
                <a:path w="3712845" h="7619">
                  <a:moveTo>
                    <a:pt x="2697480" y="4571"/>
                  </a:moveTo>
                  <a:lnTo>
                    <a:pt x="2697480" y="3048"/>
                  </a:lnTo>
                  <a:lnTo>
                    <a:pt x="2700528" y="0"/>
                  </a:lnTo>
                  <a:lnTo>
                    <a:pt x="2703576" y="0"/>
                  </a:lnTo>
                  <a:lnTo>
                    <a:pt x="2706624" y="3048"/>
                  </a:lnTo>
                  <a:lnTo>
                    <a:pt x="2706624" y="4571"/>
                  </a:lnTo>
                  <a:lnTo>
                    <a:pt x="2703576" y="7619"/>
                  </a:lnTo>
                  <a:lnTo>
                    <a:pt x="2700528" y="7619"/>
                  </a:lnTo>
                  <a:lnTo>
                    <a:pt x="2697480" y="4571"/>
                  </a:lnTo>
                  <a:close/>
                </a:path>
                <a:path w="3712845" h="7619">
                  <a:moveTo>
                    <a:pt x="2744724" y="6095"/>
                  </a:moveTo>
                  <a:lnTo>
                    <a:pt x="2744724" y="1524"/>
                  </a:lnTo>
                  <a:lnTo>
                    <a:pt x="2746248" y="1524"/>
                  </a:lnTo>
                  <a:lnTo>
                    <a:pt x="2746248" y="6095"/>
                  </a:lnTo>
                  <a:lnTo>
                    <a:pt x="2744724" y="6095"/>
                  </a:lnTo>
                  <a:close/>
                </a:path>
                <a:path w="3712845" h="7619">
                  <a:moveTo>
                    <a:pt x="2738628" y="6095"/>
                  </a:moveTo>
                  <a:lnTo>
                    <a:pt x="2738628" y="1524"/>
                  </a:lnTo>
                  <a:lnTo>
                    <a:pt x="2740152" y="0"/>
                  </a:lnTo>
                  <a:lnTo>
                    <a:pt x="2744724" y="0"/>
                  </a:lnTo>
                  <a:lnTo>
                    <a:pt x="2744724" y="7619"/>
                  </a:lnTo>
                  <a:lnTo>
                    <a:pt x="2740152" y="7619"/>
                  </a:lnTo>
                  <a:lnTo>
                    <a:pt x="2738628" y="6095"/>
                  </a:lnTo>
                  <a:close/>
                </a:path>
                <a:path w="3712845" h="7619">
                  <a:moveTo>
                    <a:pt x="2779776" y="7619"/>
                  </a:moveTo>
                  <a:lnTo>
                    <a:pt x="2779776" y="0"/>
                  </a:lnTo>
                  <a:lnTo>
                    <a:pt x="2784348" y="0"/>
                  </a:lnTo>
                  <a:lnTo>
                    <a:pt x="2785872" y="1524"/>
                  </a:lnTo>
                  <a:lnTo>
                    <a:pt x="2785872" y="6095"/>
                  </a:lnTo>
                  <a:lnTo>
                    <a:pt x="2784348" y="7619"/>
                  </a:lnTo>
                  <a:lnTo>
                    <a:pt x="2779776" y="7619"/>
                  </a:lnTo>
                  <a:close/>
                </a:path>
                <a:path w="3712845" h="7619">
                  <a:moveTo>
                    <a:pt x="2778252" y="6095"/>
                  </a:moveTo>
                  <a:lnTo>
                    <a:pt x="2778252" y="1524"/>
                  </a:lnTo>
                  <a:lnTo>
                    <a:pt x="2779776" y="1524"/>
                  </a:lnTo>
                  <a:lnTo>
                    <a:pt x="2779776" y="6095"/>
                  </a:lnTo>
                  <a:lnTo>
                    <a:pt x="2778252" y="6095"/>
                  </a:lnTo>
                  <a:close/>
                </a:path>
                <a:path w="3712845" h="7619">
                  <a:moveTo>
                    <a:pt x="2819400" y="6095"/>
                  </a:moveTo>
                  <a:lnTo>
                    <a:pt x="2819400" y="1524"/>
                  </a:lnTo>
                  <a:lnTo>
                    <a:pt x="2820924" y="0"/>
                  </a:lnTo>
                  <a:lnTo>
                    <a:pt x="2823972" y="0"/>
                  </a:lnTo>
                  <a:lnTo>
                    <a:pt x="2825496" y="1524"/>
                  </a:lnTo>
                  <a:lnTo>
                    <a:pt x="2827020" y="1524"/>
                  </a:lnTo>
                  <a:lnTo>
                    <a:pt x="2827020" y="6095"/>
                  </a:lnTo>
                  <a:lnTo>
                    <a:pt x="2825496" y="6095"/>
                  </a:lnTo>
                  <a:lnTo>
                    <a:pt x="2823972" y="7619"/>
                  </a:lnTo>
                  <a:lnTo>
                    <a:pt x="2820924" y="7619"/>
                  </a:lnTo>
                  <a:lnTo>
                    <a:pt x="2819400" y="6095"/>
                  </a:lnTo>
                  <a:close/>
                </a:path>
                <a:path w="3712845" h="7619">
                  <a:moveTo>
                    <a:pt x="2865120" y="6095"/>
                  </a:moveTo>
                  <a:lnTo>
                    <a:pt x="2865120" y="1524"/>
                  </a:lnTo>
                  <a:lnTo>
                    <a:pt x="2866644" y="1524"/>
                  </a:lnTo>
                  <a:lnTo>
                    <a:pt x="2866644" y="6095"/>
                  </a:lnTo>
                  <a:lnTo>
                    <a:pt x="2865120" y="6095"/>
                  </a:lnTo>
                  <a:close/>
                </a:path>
                <a:path w="3712845" h="7619">
                  <a:moveTo>
                    <a:pt x="2860548" y="7619"/>
                  </a:moveTo>
                  <a:lnTo>
                    <a:pt x="2860548" y="0"/>
                  </a:lnTo>
                  <a:lnTo>
                    <a:pt x="2865120" y="0"/>
                  </a:lnTo>
                  <a:lnTo>
                    <a:pt x="2865120" y="7619"/>
                  </a:lnTo>
                  <a:lnTo>
                    <a:pt x="2860548" y="7619"/>
                  </a:lnTo>
                  <a:close/>
                </a:path>
                <a:path w="3712845" h="7619">
                  <a:moveTo>
                    <a:pt x="2859024" y="6095"/>
                  </a:moveTo>
                  <a:lnTo>
                    <a:pt x="2859024" y="1524"/>
                  </a:lnTo>
                  <a:lnTo>
                    <a:pt x="2860548" y="1524"/>
                  </a:lnTo>
                  <a:lnTo>
                    <a:pt x="2860548" y="6095"/>
                  </a:lnTo>
                  <a:lnTo>
                    <a:pt x="2859024" y="6095"/>
                  </a:lnTo>
                  <a:close/>
                </a:path>
                <a:path w="3712845" h="7619">
                  <a:moveTo>
                    <a:pt x="2898648" y="4571"/>
                  </a:moveTo>
                  <a:lnTo>
                    <a:pt x="2898648" y="3048"/>
                  </a:lnTo>
                  <a:lnTo>
                    <a:pt x="2901696" y="0"/>
                  </a:lnTo>
                  <a:lnTo>
                    <a:pt x="2904744" y="0"/>
                  </a:lnTo>
                  <a:lnTo>
                    <a:pt x="2907792" y="3048"/>
                  </a:lnTo>
                  <a:lnTo>
                    <a:pt x="2907792" y="4571"/>
                  </a:lnTo>
                  <a:lnTo>
                    <a:pt x="2904744" y="7619"/>
                  </a:lnTo>
                  <a:lnTo>
                    <a:pt x="2901696" y="7619"/>
                  </a:lnTo>
                  <a:lnTo>
                    <a:pt x="2898648" y="4571"/>
                  </a:lnTo>
                  <a:close/>
                </a:path>
                <a:path w="3712845" h="7619">
                  <a:moveTo>
                    <a:pt x="2945892" y="6095"/>
                  </a:moveTo>
                  <a:lnTo>
                    <a:pt x="2945892" y="1524"/>
                  </a:lnTo>
                  <a:lnTo>
                    <a:pt x="2947416" y="1524"/>
                  </a:lnTo>
                  <a:lnTo>
                    <a:pt x="2947416" y="6095"/>
                  </a:lnTo>
                  <a:lnTo>
                    <a:pt x="2945892" y="6095"/>
                  </a:lnTo>
                  <a:close/>
                </a:path>
                <a:path w="3712845" h="7619">
                  <a:moveTo>
                    <a:pt x="2941320" y="7619"/>
                  </a:moveTo>
                  <a:lnTo>
                    <a:pt x="2941320" y="0"/>
                  </a:lnTo>
                  <a:lnTo>
                    <a:pt x="2945892" y="0"/>
                  </a:lnTo>
                  <a:lnTo>
                    <a:pt x="2945892" y="7619"/>
                  </a:lnTo>
                  <a:lnTo>
                    <a:pt x="2941320" y="7619"/>
                  </a:lnTo>
                  <a:close/>
                </a:path>
                <a:path w="3712845" h="7619">
                  <a:moveTo>
                    <a:pt x="2939796" y="6095"/>
                  </a:moveTo>
                  <a:lnTo>
                    <a:pt x="2939796" y="1524"/>
                  </a:lnTo>
                  <a:lnTo>
                    <a:pt x="2941320" y="1524"/>
                  </a:lnTo>
                  <a:lnTo>
                    <a:pt x="2941320" y="6095"/>
                  </a:lnTo>
                  <a:lnTo>
                    <a:pt x="2939796" y="6095"/>
                  </a:lnTo>
                  <a:close/>
                </a:path>
                <a:path w="3712845" h="7619">
                  <a:moveTo>
                    <a:pt x="2980944" y="7619"/>
                  </a:moveTo>
                  <a:lnTo>
                    <a:pt x="2980944" y="0"/>
                  </a:lnTo>
                  <a:lnTo>
                    <a:pt x="2985516" y="0"/>
                  </a:lnTo>
                  <a:lnTo>
                    <a:pt x="2987040" y="1524"/>
                  </a:lnTo>
                  <a:lnTo>
                    <a:pt x="2987040" y="6095"/>
                  </a:lnTo>
                  <a:lnTo>
                    <a:pt x="2985516" y="7619"/>
                  </a:lnTo>
                  <a:lnTo>
                    <a:pt x="2980944" y="7619"/>
                  </a:lnTo>
                  <a:close/>
                </a:path>
                <a:path w="3712845" h="7619">
                  <a:moveTo>
                    <a:pt x="2979420" y="6095"/>
                  </a:moveTo>
                  <a:lnTo>
                    <a:pt x="2979420" y="1524"/>
                  </a:lnTo>
                  <a:lnTo>
                    <a:pt x="2980944" y="1524"/>
                  </a:lnTo>
                  <a:lnTo>
                    <a:pt x="2980944" y="6095"/>
                  </a:lnTo>
                  <a:lnTo>
                    <a:pt x="2979420" y="6095"/>
                  </a:lnTo>
                  <a:close/>
                </a:path>
                <a:path w="3712845" h="7619">
                  <a:moveTo>
                    <a:pt x="3026664" y="6095"/>
                  </a:moveTo>
                  <a:lnTo>
                    <a:pt x="3026664" y="1524"/>
                  </a:lnTo>
                  <a:lnTo>
                    <a:pt x="3028188" y="1524"/>
                  </a:lnTo>
                  <a:lnTo>
                    <a:pt x="3028188" y="6095"/>
                  </a:lnTo>
                  <a:lnTo>
                    <a:pt x="3026664" y="6095"/>
                  </a:lnTo>
                  <a:close/>
                </a:path>
                <a:path w="3712845" h="7619">
                  <a:moveTo>
                    <a:pt x="3020568" y="6095"/>
                  </a:moveTo>
                  <a:lnTo>
                    <a:pt x="3020568" y="1524"/>
                  </a:lnTo>
                  <a:lnTo>
                    <a:pt x="3022092" y="0"/>
                  </a:lnTo>
                  <a:lnTo>
                    <a:pt x="3026664" y="0"/>
                  </a:lnTo>
                  <a:lnTo>
                    <a:pt x="3026664" y="7619"/>
                  </a:lnTo>
                  <a:lnTo>
                    <a:pt x="3022092" y="7619"/>
                  </a:lnTo>
                  <a:lnTo>
                    <a:pt x="3020568" y="6095"/>
                  </a:lnTo>
                  <a:close/>
                </a:path>
                <a:path w="3712845" h="7619">
                  <a:moveTo>
                    <a:pt x="3061716" y="7619"/>
                  </a:moveTo>
                  <a:lnTo>
                    <a:pt x="3061716" y="0"/>
                  </a:lnTo>
                  <a:lnTo>
                    <a:pt x="3066288" y="0"/>
                  </a:lnTo>
                  <a:lnTo>
                    <a:pt x="3067812" y="1524"/>
                  </a:lnTo>
                  <a:lnTo>
                    <a:pt x="3067812" y="6095"/>
                  </a:lnTo>
                  <a:lnTo>
                    <a:pt x="3066288" y="7619"/>
                  </a:lnTo>
                  <a:lnTo>
                    <a:pt x="3061716" y="7619"/>
                  </a:lnTo>
                  <a:close/>
                </a:path>
                <a:path w="3712845" h="7619">
                  <a:moveTo>
                    <a:pt x="3060192" y="6095"/>
                  </a:moveTo>
                  <a:lnTo>
                    <a:pt x="3060192" y="1524"/>
                  </a:lnTo>
                  <a:lnTo>
                    <a:pt x="3061716" y="1524"/>
                  </a:lnTo>
                  <a:lnTo>
                    <a:pt x="3061716" y="6095"/>
                  </a:lnTo>
                  <a:lnTo>
                    <a:pt x="3060192" y="6095"/>
                  </a:lnTo>
                  <a:close/>
                </a:path>
                <a:path w="3712845" h="7619">
                  <a:moveTo>
                    <a:pt x="3099816" y="4571"/>
                  </a:moveTo>
                  <a:lnTo>
                    <a:pt x="3099816" y="3048"/>
                  </a:lnTo>
                  <a:lnTo>
                    <a:pt x="3102864" y="0"/>
                  </a:lnTo>
                  <a:lnTo>
                    <a:pt x="3105912" y="0"/>
                  </a:lnTo>
                  <a:lnTo>
                    <a:pt x="3108960" y="3048"/>
                  </a:lnTo>
                  <a:lnTo>
                    <a:pt x="3108960" y="4571"/>
                  </a:lnTo>
                  <a:lnTo>
                    <a:pt x="3105912" y="7619"/>
                  </a:lnTo>
                  <a:lnTo>
                    <a:pt x="3102864" y="7619"/>
                  </a:lnTo>
                  <a:lnTo>
                    <a:pt x="3099816" y="4571"/>
                  </a:lnTo>
                  <a:close/>
                </a:path>
                <a:path w="3712845" h="7619">
                  <a:moveTo>
                    <a:pt x="3147060" y="6095"/>
                  </a:moveTo>
                  <a:lnTo>
                    <a:pt x="3147060" y="1524"/>
                  </a:lnTo>
                  <a:lnTo>
                    <a:pt x="3148584" y="1524"/>
                  </a:lnTo>
                  <a:lnTo>
                    <a:pt x="3148584" y="6095"/>
                  </a:lnTo>
                  <a:lnTo>
                    <a:pt x="3147060" y="6095"/>
                  </a:lnTo>
                  <a:close/>
                </a:path>
                <a:path w="3712845" h="7619">
                  <a:moveTo>
                    <a:pt x="3142488" y="7619"/>
                  </a:moveTo>
                  <a:lnTo>
                    <a:pt x="3142488" y="0"/>
                  </a:lnTo>
                  <a:lnTo>
                    <a:pt x="3147060" y="0"/>
                  </a:lnTo>
                  <a:lnTo>
                    <a:pt x="3147060" y="7619"/>
                  </a:lnTo>
                  <a:lnTo>
                    <a:pt x="3142488" y="7619"/>
                  </a:lnTo>
                  <a:close/>
                </a:path>
                <a:path w="3712845" h="7619">
                  <a:moveTo>
                    <a:pt x="3140964" y="6095"/>
                  </a:moveTo>
                  <a:lnTo>
                    <a:pt x="3140964" y="1524"/>
                  </a:lnTo>
                  <a:lnTo>
                    <a:pt x="3142488" y="1524"/>
                  </a:lnTo>
                  <a:lnTo>
                    <a:pt x="3142488" y="6095"/>
                  </a:lnTo>
                  <a:lnTo>
                    <a:pt x="3140964" y="6095"/>
                  </a:lnTo>
                  <a:close/>
                </a:path>
                <a:path w="3712845" h="7619">
                  <a:moveTo>
                    <a:pt x="3180588" y="4571"/>
                  </a:moveTo>
                  <a:lnTo>
                    <a:pt x="3180588" y="3048"/>
                  </a:lnTo>
                  <a:lnTo>
                    <a:pt x="3183636" y="0"/>
                  </a:lnTo>
                  <a:lnTo>
                    <a:pt x="3186684" y="0"/>
                  </a:lnTo>
                  <a:lnTo>
                    <a:pt x="3189732" y="3048"/>
                  </a:lnTo>
                  <a:lnTo>
                    <a:pt x="3189732" y="4571"/>
                  </a:lnTo>
                  <a:lnTo>
                    <a:pt x="3186684" y="7619"/>
                  </a:lnTo>
                  <a:lnTo>
                    <a:pt x="3183636" y="7619"/>
                  </a:lnTo>
                  <a:lnTo>
                    <a:pt x="3180588" y="4571"/>
                  </a:lnTo>
                  <a:close/>
                </a:path>
                <a:path w="3712845" h="7619">
                  <a:moveTo>
                    <a:pt x="3227832" y="6095"/>
                  </a:moveTo>
                  <a:lnTo>
                    <a:pt x="3227832" y="1524"/>
                  </a:lnTo>
                  <a:lnTo>
                    <a:pt x="3229356" y="1524"/>
                  </a:lnTo>
                  <a:lnTo>
                    <a:pt x="3229356" y="6095"/>
                  </a:lnTo>
                  <a:lnTo>
                    <a:pt x="3227832" y="6095"/>
                  </a:lnTo>
                  <a:close/>
                </a:path>
                <a:path w="3712845" h="7619">
                  <a:moveTo>
                    <a:pt x="3221736" y="6095"/>
                  </a:moveTo>
                  <a:lnTo>
                    <a:pt x="3221736" y="1524"/>
                  </a:lnTo>
                  <a:lnTo>
                    <a:pt x="3223260" y="0"/>
                  </a:lnTo>
                  <a:lnTo>
                    <a:pt x="3227832" y="0"/>
                  </a:lnTo>
                  <a:lnTo>
                    <a:pt x="3227832" y="7619"/>
                  </a:lnTo>
                  <a:lnTo>
                    <a:pt x="3223260" y="7619"/>
                  </a:lnTo>
                  <a:lnTo>
                    <a:pt x="3221736" y="6095"/>
                  </a:lnTo>
                  <a:close/>
                </a:path>
                <a:path w="3712845" h="7619">
                  <a:moveTo>
                    <a:pt x="3262884" y="7619"/>
                  </a:moveTo>
                  <a:lnTo>
                    <a:pt x="3262884" y="0"/>
                  </a:lnTo>
                  <a:lnTo>
                    <a:pt x="3267456" y="0"/>
                  </a:lnTo>
                  <a:lnTo>
                    <a:pt x="3268980" y="1524"/>
                  </a:lnTo>
                  <a:lnTo>
                    <a:pt x="3268980" y="6095"/>
                  </a:lnTo>
                  <a:lnTo>
                    <a:pt x="3267456" y="7619"/>
                  </a:lnTo>
                  <a:lnTo>
                    <a:pt x="3262884" y="7619"/>
                  </a:lnTo>
                  <a:close/>
                </a:path>
                <a:path w="3712845" h="7619">
                  <a:moveTo>
                    <a:pt x="3261360" y="6095"/>
                  </a:moveTo>
                  <a:lnTo>
                    <a:pt x="3261360" y="1524"/>
                  </a:lnTo>
                  <a:lnTo>
                    <a:pt x="3262884" y="1524"/>
                  </a:lnTo>
                  <a:lnTo>
                    <a:pt x="3262884" y="6095"/>
                  </a:lnTo>
                  <a:lnTo>
                    <a:pt x="3261360" y="6095"/>
                  </a:lnTo>
                  <a:close/>
                </a:path>
                <a:path w="3712845" h="7619">
                  <a:moveTo>
                    <a:pt x="3300984" y="4571"/>
                  </a:moveTo>
                  <a:lnTo>
                    <a:pt x="3300984" y="3048"/>
                  </a:lnTo>
                  <a:lnTo>
                    <a:pt x="3304032" y="0"/>
                  </a:lnTo>
                  <a:lnTo>
                    <a:pt x="3307080" y="0"/>
                  </a:lnTo>
                  <a:lnTo>
                    <a:pt x="3308604" y="1524"/>
                  </a:lnTo>
                  <a:lnTo>
                    <a:pt x="3310128" y="1524"/>
                  </a:lnTo>
                  <a:lnTo>
                    <a:pt x="3310128" y="6095"/>
                  </a:lnTo>
                  <a:lnTo>
                    <a:pt x="3308604" y="6095"/>
                  </a:lnTo>
                  <a:lnTo>
                    <a:pt x="3307080" y="7619"/>
                  </a:lnTo>
                  <a:lnTo>
                    <a:pt x="3304032" y="7619"/>
                  </a:lnTo>
                  <a:lnTo>
                    <a:pt x="3300984" y="4571"/>
                  </a:lnTo>
                  <a:close/>
                </a:path>
                <a:path w="3712845" h="7619">
                  <a:moveTo>
                    <a:pt x="3348228" y="6095"/>
                  </a:moveTo>
                  <a:lnTo>
                    <a:pt x="3348228" y="1524"/>
                  </a:lnTo>
                  <a:lnTo>
                    <a:pt x="3349752" y="1524"/>
                  </a:lnTo>
                  <a:lnTo>
                    <a:pt x="3349752" y="6095"/>
                  </a:lnTo>
                  <a:lnTo>
                    <a:pt x="3348228" y="6095"/>
                  </a:lnTo>
                  <a:close/>
                </a:path>
                <a:path w="3712845" h="7619">
                  <a:moveTo>
                    <a:pt x="3343656" y="7619"/>
                  </a:moveTo>
                  <a:lnTo>
                    <a:pt x="3343656" y="0"/>
                  </a:lnTo>
                  <a:lnTo>
                    <a:pt x="3348228" y="0"/>
                  </a:lnTo>
                  <a:lnTo>
                    <a:pt x="3348228" y="7619"/>
                  </a:lnTo>
                  <a:lnTo>
                    <a:pt x="3343656" y="7619"/>
                  </a:lnTo>
                  <a:close/>
                </a:path>
                <a:path w="3712845" h="7619">
                  <a:moveTo>
                    <a:pt x="3342132" y="6095"/>
                  </a:moveTo>
                  <a:lnTo>
                    <a:pt x="3342132" y="1524"/>
                  </a:lnTo>
                  <a:lnTo>
                    <a:pt x="3343656" y="1524"/>
                  </a:lnTo>
                  <a:lnTo>
                    <a:pt x="3343656" y="6095"/>
                  </a:lnTo>
                  <a:lnTo>
                    <a:pt x="3342132" y="6095"/>
                  </a:lnTo>
                  <a:close/>
                </a:path>
                <a:path w="3712845" h="7619">
                  <a:moveTo>
                    <a:pt x="3381756" y="4571"/>
                  </a:moveTo>
                  <a:lnTo>
                    <a:pt x="3381756" y="3048"/>
                  </a:lnTo>
                  <a:lnTo>
                    <a:pt x="3384804" y="0"/>
                  </a:lnTo>
                  <a:lnTo>
                    <a:pt x="3387852" y="0"/>
                  </a:lnTo>
                  <a:lnTo>
                    <a:pt x="3390900" y="3048"/>
                  </a:lnTo>
                  <a:lnTo>
                    <a:pt x="3390900" y="4571"/>
                  </a:lnTo>
                  <a:lnTo>
                    <a:pt x="3387852" y="7619"/>
                  </a:lnTo>
                  <a:lnTo>
                    <a:pt x="3384804" y="7619"/>
                  </a:lnTo>
                  <a:lnTo>
                    <a:pt x="3381756" y="4571"/>
                  </a:lnTo>
                  <a:close/>
                </a:path>
                <a:path w="3712845" h="7619">
                  <a:moveTo>
                    <a:pt x="3429000" y="6095"/>
                  </a:moveTo>
                  <a:lnTo>
                    <a:pt x="3429000" y="1524"/>
                  </a:lnTo>
                  <a:lnTo>
                    <a:pt x="3430524" y="1524"/>
                  </a:lnTo>
                  <a:lnTo>
                    <a:pt x="3430524" y="6095"/>
                  </a:lnTo>
                  <a:lnTo>
                    <a:pt x="3429000" y="6095"/>
                  </a:lnTo>
                  <a:close/>
                </a:path>
                <a:path w="3712845" h="7619">
                  <a:moveTo>
                    <a:pt x="3424428" y="7619"/>
                  </a:moveTo>
                  <a:lnTo>
                    <a:pt x="3424428" y="0"/>
                  </a:lnTo>
                  <a:lnTo>
                    <a:pt x="3429000" y="0"/>
                  </a:lnTo>
                  <a:lnTo>
                    <a:pt x="3429000" y="7619"/>
                  </a:lnTo>
                  <a:lnTo>
                    <a:pt x="3424428" y="7619"/>
                  </a:lnTo>
                  <a:close/>
                </a:path>
                <a:path w="3712845" h="7619">
                  <a:moveTo>
                    <a:pt x="3422904" y="6095"/>
                  </a:moveTo>
                  <a:lnTo>
                    <a:pt x="3422904" y="1524"/>
                  </a:lnTo>
                  <a:lnTo>
                    <a:pt x="3424428" y="1524"/>
                  </a:lnTo>
                  <a:lnTo>
                    <a:pt x="3424428" y="6095"/>
                  </a:lnTo>
                  <a:lnTo>
                    <a:pt x="3422904" y="6095"/>
                  </a:lnTo>
                  <a:close/>
                </a:path>
                <a:path w="3712845" h="7619">
                  <a:moveTo>
                    <a:pt x="3464052" y="7619"/>
                  </a:moveTo>
                  <a:lnTo>
                    <a:pt x="3464052" y="0"/>
                  </a:lnTo>
                  <a:lnTo>
                    <a:pt x="3468624" y="0"/>
                  </a:lnTo>
                  <a:lnTo>
                    <a:pt x="3470148" y="1524"/>
                  </a:lnTo>
                  <a:lnTo>
                    <a:pt x="3470148" y="6095"/>
                  </a:lnTo>
                  <a:lnTo>
                    <a:pt x="3468624" y="7619"/>
                  </a:lnTo>
                  <a:lnTo>
                    <a:pt x="3464052" y="7619"/>
                  </a:lnTo>
                  <a:close/>
                </a:path>
                <a:path w="3712845" h="7619">
                  <a:moveTo>
                    <a:pt x="3462528" y="6095"/>
                  </a:moveTo>
                  <a:lnTo>
                    <a:pt x="3462528" y="1524"/>
                  </a:lnTo>
                  <a:lnTo>
                    <a:pt x="3464052" y="1524"/>
                  </a:lnTo>
                  <a:lnTo>
                    <a:pt x="3464052" y="6095"/>
                  </a:lnTo>
                  <a:lnTo>
                    <a:pt x="3462528" y="6095"/>
                  </a:lnTo>
                  <a:close/>
                </a:path>
                <a:path w="3712845" h="7619">
                  <a:moveTo>
                    <a:pt x="3509772" y="6095"/>
                  </a:moveTo>
                  <a:lnTo>
                    <a:pt x="3509772" y="1524"/>
                  </a:lnTo>
                  <a:lnTo>
                    <a:pt x="3511296" y="1524"/>
                  </a:lnTo>
                  <a:lnTo>
                    <a:pt x="3511296" y="6095"/>
                  </a:lnTo>
                  <a:lnTo>
                    <a:pt x="3509772" y="6095"/>
                  </a:lnTo>
                  <a:close/>
                </a:path>
                <a:path w="3712845" h="7619">
                  <a:moveTo>
                    <a:pt x="3503676" y="6095"/>
                  </a:moveTo>
                  <a:lnTo>
                    <a:pt x="3503676" y="1524"/>
                  </a:lnTo>
                  <a:lnTo>
                    <a:pt x="3505200" y="0"/>
                  </a:lnTo>
                  <a:lnTo>
                    <a:pt x="3509772" y="0"/>
                  </a:lnTo>
                  <a:lnTo>
                    <a:pt x="3509772" y="7619"/>
                  </a:lnTo>
                  <a:lnTo>
                    <a:pt x="3505200" y="7619"/>
                  </a:lnTo>
                  <a:lnTo>
                    <a:pt x="3503676" y="6095"/>
                  </a:lnTo>
                  <a:close/>
                </a:path>
                <a:path w="3712845" h="7619">
                  <a:moveTo>
                    <a:pt x="3549396" y="6095"/>
                  </a:moveTo>
                  <a:lnTo>
                    <a:pt x="3549396" y="1524"/>
                  </a:lnTo>
                  <a:lnTo>
                    <a:pt x="3550920" y="1524"/>
                  </a:lnTo>
                  <a:lnTo>
                    <a:pt x="3550920" y="6095"/>
                  </a:lnTo>
                  <a:lnTo>
                    <a:pt x="3549396" y="6095"/>
                  </a:lnTo>
                  <a:close/>
                </a:path>
                <a:path w="3712845" h="7619">
                  <a:moveTo>
                    <a:pt x="3544824" y="7619"/>
                  </a:moveTo>
                  <a:lnTo>
                    <a:pt x="3544824" y="0"/>
                  </a:lnTo>
                  <a:lnTo>
                    <a:pt x="3549396" y="0"/>
                  </a:lnTo>
                  <a:lnTo>
                    <a:pt x="3549396" y="7619"/>
                  </a:lnTo>
                  <a:lnTo>
                    <a:pt x="3544824" y="7619"/>
                  </a:lnTo>
                  <a:close/>
                </a:path>
                <a:path w="3712845" h="7619">
                  <a:moveTo>
                    <a:pt x="3543300" y="6095"/>
                  </a:moveTo>
                  <a:lnTo>
                    <a:pt x="3543300" y="1524"/>
                  </a:lnTo>
                  <a:lnTo>
                    <a:pt x="3544824" y="1524"/>
                  </a:lnTo>
                  <a:lnTo>
                    <a:pt x="3544824" y="6095"/>
                  </a:lnTo>
                  <a:lnTo>
                    <a:pt x="3543300" y="6095"/>
                  </a:lnTo>
                  <a:close/>
                </a:path>
                <a:path w="3712845" h="7619">
                  <a:moveTo>
                    <a:pt x="3582924" y="4571"/>
                  </a:moveTo>
                  <a:lnTo>
                    <a:pt x="3582924" y="3048"/>
                  </a:lnTo>
                  <a:lnTo>
                    <a:pt x="3585972" y="0"/>
                  </a:lnTo>
                  <a:lnTo>
                    <a:pt x="3589020" y="0"/>
                  </a:lnTo>
                  <a:lnTo>
                    <a:pt x="3592068" y="3048"/>
                  </a:lnTo>
                  <a:lnTo>
                    <a:pt x="3592068" y="4571"/>
                  </a:lnTo>
                  <a:lnTo>
                    <a:pt x="3589020" y="7619"/>
                  </a:lnTo>
                  <a:lnTo>
                    <a:pt x="3585972" y="7619"/>
                  </a:lnTo>
                  <a:lnTo>
                    <a:pt x="3582924" y="4571"/>
                  </a:lnTo>
                  <a:close/>
                </a:path>
                <a:path w="3712845" h="7619">
                  <a:moveTo>
                    <a:pt x="3630168" y="6095"/>
                  </a:moveTo>
                  <a:lnTo>
                    <a:pt x="3630168" y="1524"/>
                  </a:lnTo>
                  <a:lnTo>
                    <a:pt x="3631692" y="1524"/>
                  </a:lnTo>
                  <a:lnTo>
                    <a:pt x="3631692" y="6095"/>
                  </a:lnTo>
                  <a:lnTo>
                    <a:pt x="3630168" y="6095"/>
                  </a:lnTo>
                  <a:close/>
                </a:path>
                <a:path w="3712845" h="7619">
                  <a:moveTo>
                    <a:pt x="3625596" y="7619"/>
                  </a:moveTo>
                  <a:lnTo>
                    <a:pt x="3625596" y="0"/>
                  </a:lnTo>
                  <a:lnTo>
                    <a:pt x="3630168" y="0"/>
                  </a:lnTo>
                  <a:lnTo>
                    <a:pt x="3630168" y="7619"/>
                  </a:lnTo>
                  <a:lnTo>
                    <a:pt x="3625596" y="7619"/>
                  </a:lnTo>
                  <a:close/>
                </a:path>
                <a:path w="3712845" h="7619">
                  <a:moveTo>
                    <a:pt x="3624072" y="6095"/>
                  </a:moveTo>
                  <a:lnTo>
                    <a:pt x="3624072" y="1524"/>
                  </a:lnTo>
                  <a:lnTo>
                    <a:pt x="3625596" y="1524"/>
                  </a:lnTo>
                  <a:lnTo>
                    <a:pt x="3625596" y="6095"/>
                  </a:lnTo>
                  <a:lnTo>
                    <a:pt x="3624072" y="6095"/>
                  </a:lnTo>
                  <a:close/>
                </a:path>
                <a:path w="3712845" h="7619">
                  <a:moveTo>
                    <a:pt x="3663696" y="6095"/>
                  </a:moveTo>
                  <a:lnTo>
                    <a:pt x="3663696" y="1524"/>
                  </a:lnTo>
                  <a:lnTo>
                    <a:pt x="3665220" y="1524"/>
                  </a:lnTo>
                  <a:lnTo>
                    <a:pt x="3666744" y="0"/>
                  </a:lnTo>
                  <a:lnTo>
                    <a:pt x="3669792" y="0"/>
                  </a:lnTo>
                  <a:lnTo>
                    <a:pt x="3672840" y="3048"/>
                  </a:lnTo>
                  <a:lnTo>
                    <a:pt x="3672840" y="4571"/>
                  </a:lnTo>
                  <a:lnTo>
                    <a:pt x="3669792" y="7619"/>
                  </a:lnTo>
                  <a:lnTo>
                    <a:pt x="3666744" y="7619"/>
                  </a:lnTo>
                  <a:lnTo>
                    <a:pt x="3665220" y="6095"/>
                  </a:lnTo>
                  <a:lnTo>
                    <a:pt x="3663696" y="6095"/>
                  </a:lnTo>
                  <a:close/>
                </a:path>
                <a:path w="3712845" h="7619">
                  <a:moveTo>
                    <a:pt x="3710940" y="6095"/>
                  </a:moveTo>
                  <a:lnTo>
                    <a:pt x="3710940" y="1524"/>
                  </a:lnTo>
                  <a:lnTo>
                    <a:pt x="3712464" y="1524"/>
                  </a:lnTo>
                  <a:lnTo>
                    <a:pt x="3712464" y="6095"/>
                  </a:lnTo>
                  <a:lnTo>
                    <a:pt x="3710940" y="6095"/>
                  </a:lnTo>
                  <a:close/>
                </a:path>
                <a:path w="3712845" h="7619">
                  <a:moveTo>
                    <a:pt x="3704844" y="6095"/>
                  </a:moveTo>
                  <a:lnTo>
                    <a:pt x="3704844" y="1524"/>
                  </a:lnTo>
                  <a:lnTo>
                    <a:pt x="3706368" y="0"/>
                  </a:lnTo>
                  <a:lnTo>
                    <a:pt x="3710940" y="0"/>
                  </a:lnTo>
                  <a:lnTo>
                    <a:pt x="3710940" y="7619"/>
                  </a:lnTo>
                  <a:lnTo>
                    <a:pt x="3706368" y="7619"/>
                  </a:lnTo>
                  <a:lnTo>
                    <a:pt x="3704844" y="6095"/>
                  </a:lnTo>
                  <a:close/>
                </a:path>
              </a:pathLst>
            </a:custGeom>
            <a:solidFill>
              <a:srgbClr val="C8C6C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9" name="object 89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5743956" y="2796540"/>
              <a:ext cx="105156" cy="77724"/>
            </a:xfrm>
            <a:prstGeom prst="rect">
              <a:avLst/>
            </a:prstGeom>
          </p:spPr>
        </p:pic>
        <p:pic>
          <p:nvPicPr>
            <p:cNvPr id="90" name="object 90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5893308" y="2795015"/>
              <a:ext cx="105156" cy="77724"/>
            </a:xfrm>
            <a:prstGeom prst="rect">
              <a:avLst/>
            </a:prstGeom>
          </p:spPr>
        </p:pic>
        <p:sp>
          <p:nvSpPr>
            <p:cNvPr id="91" name="object 91" descr=""/>
            <p:cNvSpPr/>
            <p:nvPr/>
          </p:nvSpPr>
          <p:spPr>
            <a:xfrm>
              <a:off x="6082284" y="2467356"/>
              <a:ext cx="3712845" cy="9525"/>
            </a:xfrm>
            <a:custGeom>
              <a:avLst/>
              <a:gdLst/>
              <a:ahLst/>
              <a:cxnLst/>
              <a:rect l="l" t="t" r="r" b="b"/>
              <a:pathLst>
                <a:path w="3712845" h="9525">
                  <a:moveTo>
                    <a:pt x="7619" y="6095"/>
                  </a:moveTo>
                  <a:lnTo>
                    <a:pt x="7619" y="3047"/>
                  </a:lnTo>
                  <a:lnTo>
                    <a:pt x="9143" y="3047"/>
                  </a:lnTo>
                  <a:lnTo>
                    <a:pt x="9143" y="6095"/>
                  </a:lnTo>
                  <a:lnTo>
                    <a:pt x="7619" y="6095"/>
                  </a:lnTo>
                  <a:close/>
                </a:path>
                <a:path w="3712845" h="9525">
                  <a:moveTo>
                    <a:pt x="6096" y="7619"/>
                  </a:moveTo>
                  <a:lnTo>
                    <a:pt x="6096" y="1524"/>
                  </a:lnTo>
                  <a:lnTo>
                    <a:pt x="7619" y="1524"/>
                  </a:lnTo>
                  <a:lnTo>
                    <a:pt x="7619" y="7619"/>
                  </a:lnTo>
                  <a:lnTo>
                    <a:pt x="6096" y="7619"/>
                  </a:lnTo>
                  <a:close/>
                </a:path>
                <a:path w="3712845" h="9525">
                  <a:moveTo>
                    <a:pt x="3048" y="9143"/>
                  </a:moveTo>
                  <a:lnTo>
                    <a:pt x="3048" y="0"/>
                  </a:lnTo>
                  <a:lnTo>
                    <a:pt x="6096" y="0"/>
                  </a:lnTo>
                  <a:lnTo>
                    <a:pt x="6096" y="9143"/>
                  </a:lnTo>
                  <a:lnTo>
                    <a:pt x="3048" y="9143"/>
                  </a:lnTo>
                  <a:close/>
                </a:path>
                <a:path w="3712845" h="9525">
                  <a:moveTo>
                    <a:pt x="1524" y="7619"/>
                  </a:moveTo>
                  <a:lnTo>
                    <a:pt x="1524" y="1524"/>
                  </a:lnTo>
                  <a:lnTo>
                    <a:pt x="3048" y="1524"/>
                  </a:lnTo>
                  <a:lnTo>
                    <a:pt x="3048" y="7619"/>
                  </a:lnTo>
                  <a:lnTo>
                    <a:pt x="1524" y="7619"/>
                  </a:lnTo>
                  <a:close/>
                </a:path>
                <a:path w="3712845" h="9525">
                  <a:moveTo>
                    <a:pt x="0" y="6095"/>
                  </a:moveTo>
                  <a:lnTo>
                    <a:pt x="0" y="3047"/>
                  </a:lnTo>
                  <a:lnTo>
                    <a:pt x="1524" y="3047"/>
                  </a:lnTo>
                  <a:lnTo>
                    <a:pt x="1524" y="6095"/>
                  </a:lnTo>
                  <a:lnTo>
                    <a:pt x="0" y="6095"/>
                  </a:lnTo>
                  <a:close/>
                </a:path>
                <a:path w="3712845" h="9525">
                  <a:moveTo>
                    <a:pt x="41148" y="6095"/>
                  </a:moveTo>
                  <a:lnTo>
                    <a:pt x="41148" y="3047"/>
                  </a:lnTo>
                  <a:lnTo>
                    <a:pt x="44196" y="0"/>
                  </a:lnTo>
                  <a:lnTo>
                    <a:pt x="45719" y="0"/>
                  </a:lnTo>
                  <a:lnTo>
                    <a:pt x="48767" y="3047"/>
                  </a:lnTo>
                  <a:lnTo>
                    <a:pt x="48767" y="6095"/>
                  </a:lnTo>
                  <a:lnTo>
                    <a:pt x="45719" y="9143"/>
                  </a:lnTo>
                  <a:lnTo>
                    <a:pt x="44196" y="9143"/>
                  </a:lnTo>
                  <a:lnTo>
                    <a:pt x="41148" y="6095"/>
                  </a:lnTo>
                  <a:close/>
                </a:path>
                <a:path w="3712845" h="9525">
                  <a:moveTo>
                    <a:pt x="88391" y="6095"/>
                  </a:moveTo>
                  <a:lnTo>
                    <a:pt x="88391" y="3047"/>
                  </a:lnTo>
                  <a:lnTo>
                    <a:pt x="89916" y="3047"/>
                  </a:lnTo>
                  <a:lnTo>
                    <a:pt x="89916" y="6095"/>
                  </a:lnTo>
                  <a:lnTo>
                    <a:pt x="88391" y="6095"/>
                  </a:lnTo>
                  <a:close/>
                </a:path>
                <a:path w="3712845" h="9525">
                  <a:moveTo>
                    <a:pt x="86867" y="7619"/>
                  </a:moveTo>
                  <a:lnTo>
                    <a:pt x="86867" y="1524"/>
                  </a:lnTo>
                  <a:lnTo>
                    <a:pt x="88391" y="1524"/>
                  </a:lnTo>
                  <a:lnTo>
                    <a:pt x="88391" y="7619"/>
                  </a:lnTo>
                  <a:lnTo>
                    <a:pt x="86867" y="7619"/>
                  </a:lnTo>
                  <a:close/>
                </a:path>
                <a:path w="3712845" h="9525">
                  <a:moveTo>
                    <a:pt x="83819" y="9143"/>
                  </a:moveTo>
                  <a:lnTo>
                    <a:pt x="83819" y="0"/>
                  </a:lnTo>
                  <a:lnTo>
                    <a:pt x="86867" y="0"/>
                  </a:lnTo>
                  <a:lnTo>
                    <a:pt x="86867" y="9143"/>
                  </a:lnTo>
                  <a:lnTo>
                    <a:pt x="83819" y="9143"/>
                  </a:lnTo>
                  <a:close/>
                </a:path>
                <a:path w="3712845" h="9525">
                  <a:moveTo>
                    <a:pt x="80772" y="6095"/>
                  </a:moveTo>
                  <a:lnTo>
                    <a:pt x="80772" y="3047"/>
                  </a:lnTo>
                  <a:lnTo>
                    <a:pt x="82296" y="1524"/>
                  </a:lnTo>
                  <a:lnTo>
                    <a:pt x="83819" y="1524"/>
                  </a:lnTo>
                  <a:lnTo>
                    <a:pt x="83819" y="7619"/>
                  </a:lnTo>
                  <a:lnTo>
                    <a:pt x="82296" y="7619"/>
                  </a:lnTo>
                  <a:lnTo>
                    <a:pt x="80772" y="6095"/>
                  </a:lnTo>
                  <a:close/>
                </a:path>
                <a:path w="3712845" h="9525">
                  <a:moveTo>
                    <a:pt x="121919" y="7619"/>
                  </a:moveTo>
                  <a:lnTo>
                    <a:pt x="121919" y="1524"/>
                  </a:lnTo>
                  <a:lnTo>
                    <a:pt x="123443" y="1524"/>
                  </a:lnTo>
                  <a:lnTo>
                    <a:pt x="124967" y="0"/>
                  </a:lnTo>
                  <a:lnTo>
                    <a:pt x="126491" y="0"/>
                  </a:lnTo>
                  <a:lnTo>
                    <a:pt x="129540" y="3047"/>
                  </a:lnTo>
                  <a:lnTo>
                    <a:pt x="129540" y="6095"/>
                  </a:lnTo>
                  <a:lnTo>
                    <a:pt x="126491" y="9143"/>
                  </a:lnTo>
                  <a:lnTo>
                    <a:pt x="124967" y="9143"/>
                  </a:lnTo>
                  <a:lnTo>
                    <a:pt x="123443" y="7619"/>
                  </a:lnTo>
                  <a:lnTo>
                    <a:pt x="121919" y="7619"/>
                  </a:lnTo>
                  <a:close/>
                </a:path>
                <a:path w="3712845" h="9525">
                  <a:moveTo>
                    <a:pt x="161543" y="6095"/>
                  </a:moveTo>
                  <a:lnTo>
                    <a:pt x="161543" y="3047"/>
                  </a:lnTo>
                  <a:lnTo>
                    <a:pt x="164591" y="0"/>
                  </a:lnTo>
                  <a:lnTo>
                    <a:pt x="166116" y="0"/>
                  </a:lnTo>
                  <a:lnTo>
                    <a:pt x="167640" y="1524"/>
                  </a:lnTo>
                  <a:lnTo>
                    <a:pt x="169164" y="1524"/>
                  </a:lnTo>
                  <a:lnTo>
                    <a:pt x="169164" y="7619"/>
                  </a:lnTo>
                  <a:lnTo>
                    <a:pt x="167640" y="7619"/>
                  </a:lnTo>
                  <a:lnTo>
                    <a:pt x="166116" y="9143"/>
                  </a:lnTo>
                  <a:lnTo>
                    <a:pt x="164591" y="9143"/>
                  </a:lnTo>
                  <a:lnTo>
                    <a:pt x="161543" y="6095"/>
                  </a:lnTo>
                  <a:close/>
                </a:path>
                <a:path w="3712845" h="9525">
                  <a:moveTo>
                    <a:pt x="207264" y="7619"/>
                  </a:moveTo>
                  <a:lnTo>
                    <a:pt x="207264" y="1524"/>
                  </a:lnTo>
                  <a:lnTo>
                    <a:pt x="208788" y="1524"/>
                  </a:lnTo>
                  <a:lnTo>
                    <a:pt x="210311" y="3047"/>
                  </a:lnTo>
                  <a:lnTo>
                    <a:pt x="210311" y="6095"/>
                  </a:lnTo>
                  <a:lnTo>
                    <a:pt x="208788" y="7619"/>
                  </a:lnTo>
                  <a:lnTo>
                    <a:pt x="207264" y="7619"/>
                  </a:lnTo>
                  <a:close/>
                </a:path>
                <a:path w="3712845" h="9525">
                  <a:moveTo>
                    <a:pt x="204216" y="9143"/>
                  </a:moveTo>
                  <a:lnTo>
                    <a:pt x="204216" y="0"/>
                  </a:lnTo>
                  <a:lnTo>
                    <a:pt x="207264" y="0"/>
                  </a:lnTo>
                  <a:lnTo>
                    <a:pt x="207264" y="9143"/>
                  </a:lnTo>
                  <a:lnTo>
                    <a:pt x="204216" y="9143"/>
                  </a:lnTo>
                  <a:close/>
                </a:path>
                <a:path w="3712845" h="9525">
                  <a:moveTo>
                    <a:pt x="202691" y="7619"/>
                  </a:moveTo>
                  <a:lnTo>
                    <a:pt x="202691" y="1524"/>
                  </a:lnTo>
                  <a:lnTo>
                    <a:pt x="204216" y="1524"/>
                  </a:lnTo>
                  <a:lnTo>
                    <a:pt x="204216" y="7619"/>
                  </a:lnTo>
                  <a:lnTo>
                    <a:pt x="202691" y="7619"/>
                  </a:lnTo>
                  <a:close/>
                </a:path>
                <a:path w="3712845" h="9525">
                  <a:moveTo>
                    <a:pt x="201167" y="6095"/>
                  </a:moveTo>
                  <a:lnTo>
                    <a:pt x="201167" y="3047"/>
                  </a:lnTo>
                  <a:lnTo>
                    <a:pt x="202691" y="3047"/>
                  </a:lnTo>
                  <a:lnTo>
                    <a:pt x="202691" y="6095"/>
                  </a:lnTo>
                  <a:lnTo>
                    <a:pt x="201167" y="6095"/>
                  </a:lnTo>
                  <a:close/>
                </a:path>
                <a:path w="3712845" h="9525">
                  <a:moveTo>
                    <a:pt x="242316" y="6095"/>
                  </a:moveTo>
                  <a:lnTo>
                    <a:pt x="242316" y="3047"/>
                  </a:lnTo>
                  <a:lnTo>
                    <a:pt x="245364" y="0"/>
                  </a:lnTo>
                  <a:lnTo>
                    <a:pt x="246888" y="0"/>
                  </a:lnTo>
                  <a:lnTo>
                    <a:pt x="249935" y="3047"/>
                  </a:lnTo>
                  <a:lnTo>
                    <a:pt x="249935" y="6095"/>
                  </a:lnTo>
                  <a:lnTo>
                    <a:pt x="246888" y="9143"/>
                  </a:lnTo>
                  <a:lnTo>
                    <a:pt x="245364" y="9143"/>
                  </a:lnTo>
                  <a:lnTo>
                    <a:pt x="242316" y="6095"/>
                  </a:lnTo>
                  <a:close/>
                </a:path>
                <a:path w="3712845" h="9525">
                  <a:moveTo>
                    <a:pt x="289559" y="6095"/>
                  </a:moveTo>
                  <a:lnTo>
                    <a:pt x="289559" y="3047"/>
                  </a:lnTo>
                  <a:lnTo>
                    <a:pt x="291083" y="3047"/>
                  </a:lnTo>
                  <a:lnTo>
                    <a:pt x="291083" y="6095"/>
                  </a:lnTo>
                  <a:lnTo>
                    <a:pt x="289559" y="6095"/>
                  </a:lnTo>
                  <a:close/>
                </a:path>
                <a:path w="3712845" h="9525">
                  <a:moveTo>
                    <a:pt x="288035" y="7619"/>
                  </a:moveTo>
                  <a:lnTo>
                    <a:pt x="288035" y="1524"/>
                  </a:lnTo>
                  <a:lnTo>
                    <a:pt x="289559" y="1524"/>
                  </a:lnTo>
                  <a:lnTo>
                    <a:pt x="289559" y="7619"/>
                  </a:lnTo>
                  <a:lnTo>
                    <a:pt x="288035" y="7619"/>
                  </a:lnTo>
                  <a:close/>
                </a:path>
                <a:path w="3712845" h="9525">
                  <a:moveTo>
                    <a:pt x="284988" y="9143"/>
                  </a:moveTo>
                  <a:lnTo>
                    <a:pt x="284988" y="0"/>
                  </a:lnTo>
                  <a:lnTo>
                    <a:pt x="288035" y="0"/>
                  </a:lnTo>
                  <a:lnTo>
                    <a:pt x="288035" y="9143"/>
                  </a:lnTo>
                  <a:lnTo>
                    <a:pt x="284988" y="9143"/>
                  </a:lnTo>
                  <a:close/>
                </a:path>
                <a:path w="3712845" h="9525">
                  <a:moveTo>
                    <a:pt x="283464" y="7619"/>
                  </a:moveTo>
                  <a:lnTo>
                    <a:pt x="283464" y="1524"/>
                  </a:lnTo>
                  <a:lnTo>
                    <a:pt x="284988" y="1524"/>
                  </a:lnTo>
                  <a:lnTo>
                    <a:pt x="284988" y="7619"/>
                  </a:lnTo>
                  <a:lnTo>
                    <a:pt x="283464" y="7619"/>
                  </a:lnTo>
                  <a:close/>
                </a:path>
                <a:path w="3712845" h="9525">
                  <a:moveTo>
                    <a:pt x="281940" y="6095"/>
                  </a:moveTo>
                  <a:lnTo>
                    <a:pt x="281940" y="3047"/>
                  </a:lnTo>
                  <a:lnTo>
                    <a:pt x="283464" y="3047"/>
                  </a:lnTo>
                  <a:lnTo>
                    <a:pt x="283464" y="6095"/>
                  </a:lnTo>
                  <a:lnTo>
                    <a:pt x="281940" y="6095"/>
                  </a:lnTo>
                  <a:close/>
                </a:path>
                <a:path w="3712845" h="9525">
                  <a:moveTo>
                    <a:pt x="323088" y="6095"/>
                  </a:moveTo>
                  <a:lnTo>
                    <a:pt x="323088" y="3047"/>
                  </a:lnTo>
                  <a:lnTo>
                    <a:pt x="326135" y="0"/>
                  </a:lnTo>
                  <a:lnTo>
                    <a:pt x="327659" y="0"/>
                  </a:lnTo>
                  <a:lnTo>
                    <a:pt x="330708" y="3047"/>
                  </a:lnTo>
                  <a:lnTo>
                    <a:pt x="330708" y="6095"/>
                  </a:lnTo>
                  <a:lnTo>
                    <a:pt x="327659" y="9143"/>
                  </a:lnTo>
                  <a:lnTo>
                    <a:pt x="326135" y="9143"/>
                  </a:lnTo>
                  <a:lnTo>
                    <a:pt x="323088" y="6095"/>
                  </a:lnTo>
                  <a:close/>
                </a:path>
                <a:path w="3712845" h="9525">
                  <a:moveTo>
                    <a:pt x="368808" y="7619"/>
                  </a:moveTo>
                  <a:lnTo>
                    <a:pt x="368808" y="1524"/>
                  </a:lnTo>
                  <a:lnTo>
                    <a:pt x="370332" y="1524"/>
                  </a:lnTo>
                  <a:lnTo>
                    <a:pt x="370332" y="7619"/>
                  </a:lnTo>
                  <a:lnTo>
                    <a:pt x="368808" y="7619"/>
                  </a:lnTo>
                  <a:close/>
                </a:path>
                <a:path w="3712845" h="9525">
                  <a:moveTo>
                    <a:pt x="362711" y="6095"/>
                  </a:moveTo>
                  <a:lnTo>
                    <a:pt x="362711" y="3047"/>
                  </a:lnTo>
                  <a:lnTo>
                    <a:pt x="365759" y="0"/>
                  </a:lnTo>
                  <a:lnTo>
                    <a:pt x="368808" y="0"/>
                  </a:lnTo>
                  <a:lnTo>
                    <a:pt x="368808" y="9143"/>
                  </a:lnTo>
                  <a:lnTo>
                    <a:pt x="365759" y="9143"/>
                  </a:lnTo>
                  <a:lnTo>
                    <a:pt x="362711" y="6095"/>
                  </a:lnTo>
                  <a:close/>
                </a:path>
                <a:path w="3712845" h="9525">
                  <a:moveTo>
                    <a:pt x="405383" y="9143"/>
                  </a:moveTo>
                  <a:lnTo>
                    <a:pt x="405383" y="0"/>
                  </a:lnTo>
                  <a:lnTo>
                    <a:pt x="408432" y="0"/>
                  </a:lnTo>
                  <a:lnTo>
                    <a:pt x="411480" y="3047"/>
                  </a:lnTo>
                  <a:lnTo>
                    <a:pt x="411480" y="6095"/>
                  </a:lnTo>
                  <a:lnTo>
                    <a:pt x="408432" y="9143"/>
                  </a:lnTo>
                  <a:lnTo>
                    <a:pt x="405383" y="9143"/>
                  </a:lnTo>
                  <a:close/>
                </a:path>
                <a:path w="3712845" h="9525">
                  <a:moveTo>
                    <a:pt x="403859" y="7619"/>
                  </a:moveTo>
                  <a:lnTo>
                    <a:pt x="403859" y="1524"/>
                  </a:lnTo>
                  <a:lnTo>
                    <a:pt x="405383" y="1524"/>
                  </a:lnTo>
                  <a:lnTo>
                    <a:pt x="405383" y="7619"/>
                  </a:lnTo>
                  <a:lnTo>
                    <a:pt x="403859" y="7619"/>
                  </a:lnTo>
                  <a:close/>
                </a:path>
                <a:path w="3712845" h="9525">
                  <a:moveTo>
                    <a:pt x="443483" y="6095"/>
                  </a:moveTo>
                  <a:lnTo>
                    <a:pt x="443483" y="3047"/>
                  </a:lnTo>
                  <a:lnTo>
                    <a:pt x="446532" y="0"/>
                  </a:lnTo>
                  <a:lnTo>
                    <a:pt x="448056" y="0"/>
                  </a:lnTo>
                  <a:lnTo>
                    <a:pt x="451103" y="3047"/>
                  </a:lnTo>
                  <a:lnTo>
                    <a:pt x="451103" y="6095"/>
                  </a:lnTo>
                  <a:lnTo>
                    <a:pt x="448056" y="9143"/>
                  </a:lnTo>
                  <a:lnTo>
                    <a:pt x="446532" y="9143"/>
                  </a:lnTo>
                  <a:lnTo>
                    <a:pt x="443483" y="6095"/>
                  </a:lnTo>
                  <a:close/>
                </a:path>
                <a:path w="3712845" h="9525">
                  <a:moveTo>
                    <a:pt x="490727" y="6095"/>
                  </a:moveTo>
                  <a:lnTo>
                    <a:pt x="490727" y="3047"/>
                  </a:lnTo>
                  <a:lnTo>
                    <a:pt x="492251" y="3047"/>
                  </a:lnTo>
                  <a:lnTo>
                    <a:pt x="492251" y="6095"/>
                  </a:lnTo>
                  <a:lnTo>
                    <a:pt x="490727" y="6095"/>
                  </a:lnTo>
                  <a:close/>
                </a:path>
                <a:path w="3712845" h="9525">
                  <a:moveTo>
                    <a:pt x="489203" y="7619"/>
                  </a:moveTo>
                  <a:lnTo>
                    <a:pt x="489203" y="1524"/>
                  </a:lnTo>
                  <a:lnTo>
                    <a:pt x="490727" y="1524"/>
                  </a:lnTo>
                  <a:lnTo>
                    <a:pt x="490727" y="7619"/>
                  </a:lnTo>
                  <a:lnTo>
                    <a:pt x="489203" y="7619"/>
                  </a:lnTo>
                  <a:close/>
                </a:path>
                <a:path w="3712845" h="9525">
                  <a:moveTo>
                    <a:pt x="486156" y="9143"/>
                  </a:moveTo>
                  <a:lnTo>
                    <a:pt x="486156" y="0"/>
                  </a:lnTo>
                  <a:lnTo>
                    <a:pt x="489203" y="0"/>
                  </a:lnTo>
                  <a:lnTo>
                    <a:pt x="489203" y="9143"/>
                  </a:lnTo>
                  <a:lnTo>
                    <a:pt x="486156" y="9143"/>
                  </a:lnTo>
                  <a:close/>
                </a:path>
                <a:path w="3712845" h="9525">
                  <a:moveTo>
                    <a:pt x="484632" y="7619"/>
                  </a:moveTo>
                  <a:lnTo>
                    <a:pt x="484632" y="1524"/>
                  </a:lnTo>
                  <a:lnTo>
                    <a:pt x="486156" y="1524"/>
                  </a:lnTo>
                  <a:lnTo>
                    <a:pt x="486156" y="7619"/>
                  </a:lnTo>
                  <a:lnTo>
                    <a:pt x="484632" y="7619"/>
                  </a:lnTo>
                  <a:close/>
                </a:path>
                <a:path w="3712845" h="9525">
                  <a:moveTo>
                    <a:pt x="483108" y="6095"/>
                  </a:moveTo>
                  <a:lnTo>
                    <a:pt x="483108" y="3047"/>
                  </a:lnTo>
                  <a:lnTo>
                    <a:pt x="484632" y="3047"/>
                  </a:lnTo>
                  <a:lnTo>
                    <a:pt x="484632" y="6095"/>
                  </a:lnTo>
                  <a:lnTo>
                    <a:pt x="483108" y="6095"/>
                  </a:lnTo>
                  <a:close/>
                </a:path>
                <a:path w="3712845" h="9525">
                  <a:moveTo>
                    <a:pt x="524256" y="6095"/>
                  </a:moveTo>
                  <a:lnTo>
                    <a:pt x="524256" y="3047"/>
                  </a:lnTo>
                  <a:lnTo>
                    <a:pt x="527303" y="0"/>
                  </a:lnTo>
                  <a:lnTo>
                    <a:pt x="528827" y="0"/>
                  </a:lnTo>
                  <a:lnTo>
                    <a:pt x="531875" y="3047"/>
                  </a:lnTo>
                  <a:lnTo>
                    <a:pt x="531875" y="6095"/>
                  </a:lnTo>
                  <a:lnTo>
                    <a:pt x="528827" y="9143"/>
                  </a:lnTo>
                  <a:lnTo>
                    <a:pt x="527303" y="9143"/>
                  </a:lnTo>
                  <a:lnTo>
                    <a:pt x="524256" y="6095"/>
                  </a:lnTo>
                  <a:close/>
                </a:path>
                <a:path w="3712845" h="9525">
                  <a:moveTo>
                    <a:pt x="571500" y="6095"/>
                  </a:moveTo>
                  <a:lnTo>
                    <a:pt x="571500" y="3047"/>
                  </a:lnTo>
                  <a:lnTo>
                    <a:pt x="573024" y="3047"/>
                  </a:lnTo>
                  <a:lnTo>
                    <a:pt x="573024" y="6095"/>
                  </a:lnTo>
                  <a:lnTo>
                    <a:pt x="571500" y="6095"/>
                  </a:lnTo>
                  <a:close/>
                </a:path>
                <a:path w="3712845" h="9525">
                  <a:moveTo>
                    <a:pt x="569975" y="7619"/>
                  </a:moveTo>
                  <a:lnTo>
                    <a:pt x="569975" y="1524"/>
                  </a:lnTo>
                  <a:lnTo>
                    <a:pt x="571500" y="1524"/>
                  </a:lnTo>
                  <a:lnTo>
                    <a:pt x="571500" y="7619"/>
                  </a:lnTo>
                  <a:lnTo>
                    <a:pt x="569975" y="7619"/>
                  </a:lnTo>
                  <a:close/>
                </a:path>
                <a:path w="3712845" h="9525">
                  <a:moveTo>
                    <a:pt x="566927" y="9143"/>
                  </a:moveTo>
                  <a:lnTo>
                    <a:pt x="566927" y="0"/>
                  </a:lnTo>
                  <a:lnTo>
                    <a:pt x="569975" y="0"/>
                  </a:lnTo>
                  <a:lnTo>
                    <a:pt x="569975" y="9143"/>
                  </a:lnTo>
                  <a:lnTo>
                    <a:pt x="566927" y="9143"/>
                  </a:lnTo>
                  <a:close/>
                </a:path>
                <a:path w="3712845" h="9525">
                  <a:moveTo>
                    <a:pt x="563880" y="6095"/>
                  </a:moveTo>
                  <a:lnTo>
                    <a:pt x="563880" y="3047"/>
                  </a:lnTo>
                  <a:lnTo>
                    <a:pt x="565403" y="1524"/>
                  </a:lnTo>
                  <a:lnTo>
                    <a:pt x="566927" y="1524"/>
                  </a:lnTo>
                  <a:lnTo>
                    <a:pt x="566927" y="7619"/>
                  </a:lnTo>
                  <a:lnTo>
                    <a:pt x="565403" y="7619"/>
                  </a:lnTo>
                  <a:lnTo>
                    <a:pt x="563880" y="6095"/>
                  </a:lnTo>
                  <a:close/>
                </a:path>
                <a:path w="3712845" h="9525">
                  <a:moveTo>
                    <a:pt x="605027" y="7619"/>
                  </a:moveTo>
                  <a:lnTo>
                    <a:pt x="605027" y="1524"/>
                  </a:lnTo>
                  <a:lnTo>
                    <a:pt x="606551" y="1524"/>
                  </a:lnTo>
                  <a:lnTo>
                    <a:pt x="608075" y="0"/>
                  </a:lnTo>
                  <a:lnTo>
                    <a:pt x="609600" y="0"/>
                  </a:lnTo>
                  <a:lnTo>
                    <a:pt x="612648" y="3047"/>
                  </a:lnTo>
                  <a:lnTo>
                    <a:pt x="612648" y="6095"/>
                  </a:lnTo>
                  <a:lnTo>
                    <a:pt x="609600" y="9143"/>
                  </a:lnTo>
                  <a:lnTo>
                    <a:pt x="608075" y="9143"/>
                  </a:lnTo>
                  <a:lnTo>
                    <a:pt x="606551" y="7619"/>
                  </a:lnTo>
                  <a:lnTo>
                    <a:pt x="605027" y="7619"/>
                  </a:lnTo>
                  <a:close/>
                </a:path>
                <a:path w="3712845" h="9525">
                  <a:moveTo>
                    <a:pt x="644651" y="6095"/>
                  </a:moveTo>
                  <a:lnTo>
                    <a:pt x="644651" y="3047"/>
                  </a:lnTo>
                  <a:lnTo>
                    <a:pt x="647700" y="0"/>
                  </a:lnTo>
                  <a:lnTo>
                    <a:pt x="649224" y="0"/>
                  </a:lnTo>
                  <a:lnTo>
                    <a:pt x="650748" y="1524"/>
                  </a:lnTo>
                  <a:lnTo>
                    <a:pt x="652272" y="1524"/>
                  </a:lnTo>
                  <a:lnTo>
                    <a:pt x="652272" y="7619"/>
                  </a:lnTo>
                  <a:lnTo>
                    <a:pt x="650748" y="7619"/>
                  </a:lnTo>
                  <a:lnTo>
                    <a:pt x="649224" y="9143"/>
                  </a:lnTo>
                  <a:lnTo>
                    <a:pt x="647700" y="9143"/>
                  </a:lnTo>
                  <a:lnTo>
                    <a:pt x="644651" y="6095"/>
                  </a:lnTo>
                  <a:close/>
                </a:path>
                <a:path w="3712845" h="9525">
                  <a:moveTo>
                    <a:pt x="691896" y="6095"/>
                  </a:moveTo>
                  <a:lnTo>
                    <a:pt x="691896" y="3047"/>
                  </a:lnTo>
                  <a:lnTo>
                    <a:pt x="693419" y="3047"/>
                  </a:lnTo>
                  <a:lnTo>
                    <a:pt x="693419" y="6095"/>
                  </a:lnTo>
                  <a:lnTo>
                    <a:pt x="691896" y="6095"/>
                  </a:lnTo>
                  <a:close/>
                </a:path>
                <a:path w="3712845" h="9525">
                  <a:moveTo>
                    <a:pt x="690372" y="7619"/>
                  </a:moveTo>
                  <a:lnTo>
                    <a:pt x="690372" y="1524"/>
                  </a:lnTo>
                  <a:lnTo>
                    <a:pt x="691896" y="1524"/>
                  </a:lnTo>
                  <a:lnTo>
                    <a:pt x="691896" y="7619"/>
                  </a:lnTo>
                  <a:lnTo>
                    <a:pt x="690372" y="7619"/>
                  </a:lnTo>
                  <a:close/>
                </a:path>
                <a:path w="3712845" h="9525">
                  <a:moveTo>
                    <a:pt x="687324" y="9143"/>
                  </a:moveTo>
                  <a:lnTo>
                    <a:pt x="687324" y="0"/>
                  </a:lnTo>
                  <a:lnTo>
                    <a:pt x="690372" y="0"/>
                  </a:lnTo>
                  <a:lnTo>
                    <a:pt x="690372" y="9143"/>
                  </a:lnTo>
                  <a:lnTo>
                    <a:pt x="687324" y="9143"/>
                  </a:lnTo>
                  <a:close/>
                </a:path>
                <a:path w="3712845" h="9525">
                  <a:moveTo>
                    <a:pt x="685800" y="7619"/>
                  </a:moveTo>
                  <a:lnTo>
                    <a:pt x="685800" y="1524"/>
                  </a:lnTo>
                  <a:lnTo>
                    <a:pt x="687324" y="1524"/>
                  </a:lnTo>
                  <a:lnTo>
                    <a:pt x="687324" y="7619"/>
                  </a:lnTo>
                  <a:lnTo>
                    <a:pt x="685800" y="7619"/>
                  </a:lnTo>
                  <a:close/>
                </a:path>
                <a:path w="3712845" h="9525">
                  <a:moveTo>
                    <a:pt x="684275" y="6095"/>
                  </a:moveTo>
                  <a:lnTo>
                    <a:pt x="684275" y="3047"/>
                  </a:lnTo>
                  <a:lnTo>
                    <a:pt x="685800" y="3047"/>
                  </a:lnTo>
                  <a:lnTo>
                    <a:pt x="685800" y="6095"/>
                  </a:lnTo>
                  <a:lnTo>
                    <a:pt x="684275" y="6095"/>
                  </a:lnTo>
                  <a:close/>
                </a:path>
                <a:path w="3712845" h="9525">
                  <a:moveTo>
                    <a:pt x="725424" y="6095"/>
                  </a:moveTo>
                  <a:lnTo>
                    <a:pt x="725424" y="3047"/>
                  </a:lnTo>
                  <a:lnTo>
                    <a:pt x="728472" y="0"/>
                  </a:lnTo>
                  <a:lnTo>
                    <a:pt x="729996" y="0"/>
                  </a:lnTo>
                  <a:lnTo>
                    <a:pt x="733043" y="3047"/>
                  </a:lnTo>
                  <a:lnTo>
                    <a:pt x="733043" y="6095"/>
                  </a:lnTo>
                  <a:lnTo>
                    <a:pt x="729996" y="9143"/>
                  </a:lnTo>
                  <a:lnTo>
                    <a:pt x="728472" y="9143"/>
                  </a:lnTo>
                  <a:lnTo>
                    <a:pt x="725424" y="6095"/>
                  </a:lnTo>
                  <a:close/>
                </a:path>
                <a:path w="3712845" h="9525">
                  <a:moveTo>
                    <a:pt x="772667" y="6095"/>
                  </a:moveTo>
                  <a:lnTo>
                    <a:pt x="772667" y="3047"/>
                  </a:lnTo>
                  <a:lnTo>
                    <a:pt x="774192" y="3047"/>
                  </a:lnTo>
                  <a:lnTo>
                    <a:pt x="774192" y="6095"/>
                  </a:lnTo>
                  <a:lnTo>
                    <a:pt x="772667" y="6095"/>
                  </a:lnTo>
                  <a:close/>
                </a:path>
                <a:path w="3712845" h="9525">
                  <a:moveTo>
                    <a:pt x="771143" y="7619"/>
                  </a:moveTo>
                  <a:lnTo>
                    <a:pt x="771143" y="1524"/>
                  </a:lnTo>
                  <a:lnTo>
                    <a:pt x="772667" y="1524"/>
                  </a:lnTo>
                  <a:lnTo>
                    <a:pt x="772667" y="7619"/>
                  </a:lnTo>
                  <a:lnTo>
                    <a:pt x="771143" y="7619"/>
                  </a:lnTo>
                  <a:close/>
                </a:path>
                <a:path w="3712845" h="9525">
                  <a:moveTo>
                    <a:pt x="768096" y="9143"/>
                  </a:moveTo>
                  <a:lnTo>
                    <a:pt x="768096" y="0"/>
                  </a:lnTo>
                  <a:lnTo>
                    <a:pt x="771143" y="0"/>
                  </a:lnTo>
                  <a:lnTo>
                    <a:pt x="771143" y="9143"/>
                  </a:lnTo>
                  <a:lnTo>
                    <a:pt x="768096" y="9143"/>
                  </a:lnTo>
                  <a:close/>
                </a:path>
                <a:path w="3712845" h="9525">
                  <a:moveTo>
                    <a:pt x="766572" y="7619"/>
                  </a:moveTo>
                  <a:lnTo>
                    <a:pt x="766572" y="1524"/>
                  </a:lnTo>
                  <a:lnTo>
                    <a:pt x="768096" y="1524"/>
                  </a:lnTo>
                  <a:lnTo>
                    <a:pt x="768096" y="7619"/>
                  </a:lnTo>
                  <a:lnTo>
                    <a:pt x="766572" y="7619"/>
                  </a:lnTo>
                  <a:close/>
                </a:path>
                <a:path w="3712845" h="9525">
                  <a:moveTo>
                    <a:pt x="765048" y="6095"/>
                  </a:moveTo>
                  <a:lnTo>
                    <a:pt x="765048" y="3047"/>
                  </a:lnTo>
                  <a:lnTo>
                    <a:pt x="766572" y="3047"/>
                  </a:lnTo>
                  <a:lnTo>
                    <a:pt x="766572" y="6095"/>
                  </a:lnTo>
                  <a:lnTo>
                    <a:pt x="765048" y="6095"/>
                  </a:lnTo>
                  <a:close/>
                </a:path>
                <a:path w="3712845" h="9525">
                  <a:moveTo>
                    <a:pt x="806196" y="7619"/>
                  </a:moveTo>
                  <a:lnTo>
                    <a:pt x="806196" y="1524"/>
                  </a:lnTo>
                  <a:lnTo>
                    <a:pt x="807719" y="1524"/>
                  </a:lnTo>
                  <a:lnTo>
                    <a:pt x="809243" y="0"/>
                  </a:lnTo>
                  <a:lnTo>
                    <a:pt x="810767" y="0"/>
                  </a:lnTo>
                  <a:lnTo>
                    <a:pt x="813816" y="3047"/>
                  </a:lnTo>
                  <a:lnTo>
                    <a:pt x="813816" y="6095"/>
                  </a:lnTo>
                  <a:lnTo>
                    <a:pt x="810767" y="9143"/>
                  </a:lnTo>
                  <a:lnTo>
                    <a:pt x="809243" y="9143"/>
                  </a:lnTo>
                  <a:lnTo>
                    <a:pt x="807719" y="7619"/>
                  </a:lnTo>
                  <a:lnTo>
                    <a:pt x="806196" y="7619"/>
                  </a:lnTo>
                  <a:close/>
                </a:path>
                <a:path w="3712845" h="9525">
                  <a:moveTo>
                    <a:pt x="851916" y="7619"/>
                  </a:moveTo>
                  <a:lnTo>
                    <a:pt x="851916" y="1524"/>
                  </a:lnTo>
                  <a:lnTo>
                    <a:pt x="853440" y="1524"/>
                  </a:lnTo>
                  <a:lnTo>
                    <a:pt x="853440" y="7619"/>
                  </a:lnTo>
                  <a:lnTo>
                    <a:pt x="851916" y="7619"/>
                  </a:lnTo>
                  <a:close/>
                </a:path>
                <a:path w="3712845" h="9525">
                  <a:moveTo>
                    <a:pt x="845819" y="6095"/>
                  </a:moveTo>
                  <a:lnTo>
                    <a:pt x="845819" y="3047"/>
                  </a:lnTo>
                  <a:lnTo>
                    <a:pt x="848867" y="0"/>
                  </a:lnTo>
                  <a:lnTo>
                    <a:pt x="851916" y="0"/>
                  </a:lnTo>
                  <a:lnTo>
                    <a:pt x="851916" y="9143"/>
                  </a:lnTo>
                  <a:lnTo>
                    <a:pt x="848867" y="9143"/>
                  </a:lnTo>
                  <a:lnTo>
                    <a:pt x="845819" y="6095"/>
                  </a:lnTo>
                  <a:close/>
                </a:path>
                <a:path w="3712845" h="9525">
                  <a:moveTo>
                    <a:pt x="888492" y="9143"/>
                  </a:moveTo>
                  <a:lnTo>
                    <a:pt x="888492" y="0"/>
                  </a:lnTo>
                  <a:lnTo>
                    <a:pt x="891540" y="0"/>
                  </a:lnTo>
                  <a:lnTo>
                    <a:pt x="894588" y="3047"/>
                  </a:lnTo>
                  <a:lnTo>
                    <a:pt x="894588" y="6095"/>
                  </a:lnTo>
                  <a:lnTo>
                    <a:pt x="891540" y="9143"/>
                  </a:lnTo>
                  <a:lnTo>
                    <a:pt x="888492" y="9143"/>
                  </a:lnTo>
                  <a:close/>
                </a:path>
                <a:path w="3712845" h="9525">
                  <a:moveTo>
                    <a:pt x="886967" y="7619"/>
                  </a:moveTo>
                  <a:lnTo>
                    <a:pt x="886967" y="1524"/>
                  </a:lnTo>
                  <a:lnTo>
                    <a:pt x="888492" y="1524"/>
                  </a:lnTo>
                  <a:lnTo>
                    <a:pt x="888492" y="7619"/>
                  </a:lnTo>
                  <a:lnTo>
                    <a:pt x="886967" y="7619"/>
                  </a:lnTo>
                  <a:close/>
                </a:path>
                <a:path w="3712845" h="9525">
                  <a:moveTo>
                    <a:pt x="926592" y="6095"/>
                  </a:moveTo>
                  <a:lnTo>
                    <a:pt x="926592" y="3047"/>
                  </a:lnTo>
                  <a:lnTo>
                    <a:pt x="929640" y="0"/>
                  </a:lnTo>
                  <a:lnTo>
                    <a:pt x="931164" y="0"/>
                  </a:lnTo>
                  <a:lnTo>
                    <a:pt x="934211" y="3047"/>
                  </a:lnTo>
                  <a:lnTo>
                    <a:pt x="934211" y="6095"/>
                  </a:lnTo>
                  <a:lnTo>
                    <a:pt x="931164" y="9143"/>
                  </a:lnTo>
                  <a:lnTo>
                    <a:pt x="929640" y="9143"/>
                  </a:lnTo>
                  <a:lnTo>
                    <a:pt x="926592" y="6095"/>
                  </a:lnTo>
                  <a:close/>
                </a:path>
                <a:path w="3712845" h="9525">
                  <a:moveTo>
                    <a:pt x="973835" y="6095"/>
                  </a:moveTo>
                  <a:lnTo>
                    <a:pt x="973835" y="3047"/>
                  </a:lnTo>
                  <a:lnTo>
                    <a:pt x="975359" y="3047"/>
                  </a:lnTo>
                  <a:lnTo>
                    <a:pt x="975359" y="6095"/>
                  </a:lnTo>
                  <a:lnTo>
                    <a:pt x="973835" y="6095"/>
                  </a:lnTo>
                  <a:close/>
                </a:path>
                <a:path w="3712845" h="9525">
                  <a:moveTo>
                    <a:pt x="972311" y="7619"/>
                  </a:moveTo>
                  <a:lnTo>
                    <a:pt x="972311" y="1524"/>
                  </a:lnTo>
                  <a:lnTo>
                    <a:pt x="973835" y="1524"/>
                  </a:lnTo>
                  <a:lnTo>
                    <a:pt x="973835" y="7619"/>
                  </a:lnTo>
                  <a:lnTo>
                    <a:pt x="972311" y="7619"/>
                  </a:lnTo>
                  <a:close/>
                </a:path>
                <a:path w="3712845" h="9525">
                  <a:moveTo>
                    <a:pt x="969264" y="9143"/>
                  </a:moveTo>
                  <a:lnTo>
                    <a:pt x="969264" y="0"/>
                  </a:lnTo>
                  <a:lnTo>
                    <a:pt x="972311" y="0"/>
                  </a:lnTo>
                  <a:lnTo>
                    <a:pt x="972311" y="9143"/>
                  </a:lnTo>
                  <a:lnTo>
                    <a:pt x="969264" y="9143"/>
                  </a:lnTo>
                  <a:close/>
                </a:path>
                <a:path w="3712845" h="9525">
                  <a:moveTo>
                    <a:pt x="967740" y="7619"/>
                  </a:moveTo>
                  <a:lnTo>
                    <a:pt x="967740" y="1524"/>
                  </a:lnTo>
                  <a:lnTo>
                    <a:pt x="969264" y="1524"/>
                  </a:lnTo>
                  <a:lnTo>
                    <a:pt x="969264" y="7619"/>
                  </a:lnTo>
                  <a:lnTo>
                    <a:pt x="967740" y="7619"/>
                  </a:lnTo>
                  <a:close/>
                </a:path>
                <a:path w="3712845" h="9525">
                  <a:moveTo>
                    <a:pt x="966216" y="6095"/>
                  </a:moveTo>
                  <a:lnTo>
                    <a:pt x="966216" y="3047"/>
                  </a:lnTo>
                  <a:lnTo>
                    <a:pt x="967740" y="3047"/>
                  </a:lnTo>
                  <a:lnTo>
                    <a:pt x="967740" y="6095"/>
                  </a:lnTo>
                  <a:lnTo>
                    <a:pt x="966216" y="6095"/>
                  </a:lnTo>
                  <a:close/>
                </a:path>
                <a:path w="3712845" h="9525">
                  <a:moveTo>
                    <a:pt x="1007364" y="6095"/>
                  </a:moveTo>
                  <a:lnTo>
                    <a:pt x="1007364" y="3047"/>
                  </a:lnTo>
                  <a:lnTo>
                    <a:pt x="1010411" y="0"/>
                  </a:lnTo>
                  <a:lnTo>
                    <a:pt x="1011935" y="0"/>
                  </a:lnTo>
                  <a:lnTo>
                    <a:pt x="1014984" y="3047"/>
                  </a:lnTo>
                  <a:lnTo>
                    <a:pt x="1014984" y="6095"/>
                  </a:lnTo>
                  <a:lnTo>
                    <a:pt x="1011935" y="9143"/>
                  </a:lnTo>
                  <a:lnTo>
                    <a:pt x="1010411" y="9143"/>
                  </a:lnTo>
                  <a:lnTo>
                    <a:pt x="1007364" y="6095"/>
                  </a:lnTo>
                  <a:close/>
                </a:path>
                <a:path w="3712845" h="9525">
                  <a:moveTo>
                    <a:pt x="1053084" y="7619"/>
                  </a:moveTo>
                  <a:lnTo>
                    <a:pt x="1053084" y="1524"/>
                  </a:lnTo>
                  <a:lnTo>
                    <a:pt x="1054608" y="1524"/>
                  </a:lnTo>
                  <a:lnTo>
                    <a:pt x="1054608" y="7619"/>
                  </a:lnTo>
                  <a:lnTo>
                    <a:pt x="1053084" y="7619"/>
                  </a:lnTo>
                  <a:close/>
                </a:path>
                <a:path w="3712845" h="9525">
                  <a:moveTo>
                    <a:pt x="1050035" y="9143"/>
                  </a:moveTo>
                  <a:lnTo>
                    <a:pt x="1050035" y="0"/>
                  </a:lnTo>
                  <a:lnTo>
                    <a:pt x="1053084" y="0"/>
                  </a:lnTo>
                  <a:lnTo>
                    <a:pt x="1053084" y="9143"/>
                  </a:lnTo>
                  <a:lnTo>
                    <a:pt x="1050035" y="9143"/>
                  </a:lnTo>
                  <a:close/>
                </a:path>
                <a:path w="3712845" h="9525">
                  <a:moveTo>
                    <a:pt x="1046988" y="6095"/>
                  </a:moveTo>
                  <a:lnTo>
                    <a:pt x="1046988" y="3047"/>
                  </a:lnTo>
                  <a:lnTo>
                    <a:pt x="1048511" y="1524"/>
                  </a:lnTo>
                  <a:lnTo>
                    <a:pt x="1050035" y="1524"/>
                  </a:lnTo>
                  <a:lnTo>
                    <a:pt x="1050035" y="7619"/>
                  </a:lnTo>
                  <a:lnTo>
                    <a:pt x="1048511" y="7619"/>
                  </a:lnTo>
                  <a:lnTo>
                    <a:pt x="1046988" y="6095"/>
                  </a:lnTo>
                  <a:close/>
                </a:path>
                <a:path w="3712845" h="9525">
                  <a:moveTo>
                    <a:pt x="1088135" y="7619"/>
                  </a:moveTo>
                  <a:lnTo>
                    <a:pt x="1088135" y="1524"/>
                  </a:lnTo>
                  <a:lnTo>
                    <a:pt x="1089659" y="1524"/>
                  </a:lnTo>
                  <a:lnTo>
                    <a:pt x="1091184" y="0"/>
                  </a:lnTo>
                  <a:lnTo>
                    <a:pt x="1092708" y="0"/>
                  </a:lnTo>
                  <a:lnTo>
                    <a:pt x="1095756" y="3047"/>
                  </a:lnTo>
                  <a:lnTo>
                    <a:pt x="1095756" y="6095"/>
                  </a:lnTo>
                  <a:lnTo>
                    <a:pt x="1092708" y="9143"/>
                  </a:lnTo>
                  <a:lnTo>
                    <a:pt x="1091184" y="9143"/>
                  </a:lnTo>
                  <a:lnTo>
                    <a:pt x="1089659" y="7619"/>
                  </a:lnTo>
                  <a:lnTo>
                    <a:pt x="1088135" y="7619"/>
                  </a:lnTo>
                  <a:close/>
                </a:path>
                <a:path w="3712845" h="9525">
                  <a:moveTo>
                    <a:pt x="1127759" y="6095"/>
                  </a:moveTo>
                  <a:lnTo>
                    <a:pt x="1127759" y="3047"/>
                  </a:lnTo>
                  <a:lnTo>
                    <a:pt x="1130808" y="0"/>
                  </a:lnTo>
                  <a:lnTo>
                    <a:pt x="1132332" y="0"/>
                  </a:lnTo>
                  <a:lnTo>
                    <a:pt x="1133856" y="1524"/>
                  </a:lnTo>
                  <a:lnTo>
                    <a:pt x="1135380" y="1524"/>
                  </a:lnTo>
                  <a:lnTo>
                    <a:pt x="1135380" y="7619"/>
                  </a:lnTo>
                  <a:lnTo>
                    <a:pt x="1133856" y="7619"/>
                  </a:lnTo>
                  <a:lnTo>
                    <a:pt x="1132332" y="9143"/>
                  </a:lnTo>
                  <a:lnTo>
                    <a:pt x="1130808" y="9143"/>
                  </a:lnTo>
                  <a:lnTo>
                    <a:pt x="1127759" y="6095"/>
                  </a:lnTo>
                  <a:close/>
                </a:path>
                <a:path w="3712845" h="9525">
                  <a:moveTo>
                    <a:pt x="1175003" y="6095"/>
                  </a:moveTo>
                  <a:lnTo>
                    <a:pt x="1175003" y="3047"/>
                  </a:lnTo>
                  <a:lnTo>
                    <a:pt x="1176527" y="3047"/>
                  </a:lnTo>
                  <a:lnTo>
                    <a:pt x="1176527" y="6095"/>
                  </a:lnTo>
                  <a:lnTo>
                    <a:pt x="1175003" y="6095"/>
                  </a:lnTo>
                  <a:close/>
                </a:path>
                <a:path w="3712845" h="9525">
                  <a:moveTo>
                    <a:pt x="1173480" y="7619"/>
                  </a:moveTo>
                  <a:lnTo>
                    <a:pt x="1173480" y="1524"/>
                  </a:lnTo>
                  <a:lnTo>
                    <a:pt x="1175003" y="1524"/>
                  </a:lnTo>
                  <a:lnTo>
                    <a:pt x="1175003" y="7619"/>
                  </a:lnTo>
                  <a:lnTo>
                    <a:pt x="1173480" y="7619"/>
                  </a:lnTo>
                  <a:close/>
                </a:path>
                <a:path w="3712845" h="9525">
                  <a:moveTo>
                    <a:pt x="1170432" y="9143"/>
                  </a:moveTo>
                  <a:lnTo>
                    <a:pt x="1170432" y="0"/>
                  </a:lnTo>
                  <a:lnTo>
                    <a:pt x="1173480" y="0"/>
                  </a:lnTo>
                  <a:lnTo>
                    <a:pt x="1173480" y="9143"/>
                  </a:lnTo>
                  <a:lnTo>
                    <a:pt x="1170432" y="9143"/>
                  </a:lnTo>
                  <a:close/>
                </a:path>
                <a:path w="3712845" h="9525">
                  <a:moveTo>
                    <a:pt x="1168908" y="7619"/>
                  </a:moveTo>
                  <a:lnTo>
                    <a:pt x="1168908" y="1524"/>
                  </a:lnTo>
                  <a:lnTo>
                    <a:pt x="1170432" y="1524"/>
                  </a:lnTo>
                  <a:lnTo>
                    <a:pt x="1170432" y="7619"/>
                  </a:lnTo>
                  <a:lnTo>
                    <a:pt x="1168908" y="7619"/>
                  </a:lnTo>
                  <a:close/>
                </a:path>
                <a:path w="3712845" h="9525">
                  <a:moveTo>
                    <a:pt x="1167384" y="6095"/>
                  </a:moveTo>
                  <a:lnTo>
                    <a:pt x="1167384" y="3047"/>
                  </a:lnTo>
                  <a:lnTo>
                    <a:pt x="1168908" y="3047"/>
                  </a:lnTo>
                  <a:lnTo>
                    <a:pt x="1168908" y="6095"/>
                  </a:lnTo>
                  <a:lnTo>
                    <a:pt x="1167384" y="6095"/>
                  </a:lnTo>
                  <a:close/>
                </a:path>
                <a:path w="3712845" h="9525">
                  <a:moveTo>
                    <a:pt x="1208532" y="6095"/>
                  </a:moveTo>
                  <a:lnTo>
                    <a:pt x="1208532" y="3047"/>
                  </a:lnTo>
                  <a:lnTo>
                    <a:pt x="1211580" y="0"/>
                  </a:lnTo>
                  <a:lnTo>
                    <a:pt x="1213103" y="0"/>
                  </a:lnTo>
                  <a:lnTo>
                    <a:pt x="1216151" y="3047"/>
                  </a:lnTo>
                  <a:lnTo>
                    <a:pt x="1216151" y="6095"/>
                  </a:lnTo>
                  <a:lnTo>
                    <a:pt x="1213103" y="9143"/>
                  </a:lnTo>
                  <a:lnTo>
                    <a:pt x="1211580" y="9143"/>
                  </a:lnTo>
                  <a:lnTo>
                    <a:pt x="1208532" y="6095"/>
                  </a:lnTo>
                  <a:close/>
                </a:path>
                <a:path w="3712845" h="9525">
                  <a:moveTo>
                    <a:pt x="1255775" y="6095"/>
                  </a:moveTo>
                  <a:lnTo>
                    <a:pt x="1255775" y="3047"/>
                  </a:lnTo>
                  <a:lnTo>
                    <a:pt x="1257300" y="3047"/>
                  </a:lnTo>
                  <a:lnTo>
                    <a:pt x="1257300" y="6095"/>
                  </a:lnTo>
                  <a:lnTo>
                    <a:pt x="1255775" y="6095"/>
                  </a:lnTo>
                  <a:close/>
                </a:path>
                <a:path w="3712845" h="9525">
                  <a:moveTo>
                    <a:pt x="1254251" y="7619"/>
                  </a:moveTo>
                  <a:lnTo>
                    <a:pt x="1254251" y="1524"/>
                  </a:lnTo>
                  <a:lnTo>
                    <a:pt x="1255775" y="1524"/>
                  </a:lnTo>
                  <a:lnTo>
                    <a:pt x="1255775" y="7619"/>
                  </a:lnTo>
                  <a:lnTo>
                    <a:pt x="1254251" y="7619"/>
                  </a:lnTo>
                  <a:close/>
                </a:path>
                <a:path w="3712845" h="9525">
                  <a:moveTo>
                    <a:pt x="1251203" y="9143"/>
                  </a:moveTo>
                  <a:lnTo>
                    <a:pt x="1251203" y="0"/>
                  </a:lnTo>
                  <a:lnTo>
                    <a:pt x="1254251" y="0"/>
                  </a:lnTo>
                  <a:lnTo>
                    <a:pt x="1254251" y="9143"/>
                  </a:lnTo>
                  <a:lnTo>
                    <a:pt x="1251203" y="9143"/>
                  </a:lnTo>
                  <a:close/>
                </a:path>
                <a:path w="3712845" h="9525">
                  <a:moveTo>
                    <a:pt x="1249680" y="7619"/>
                  </a:moveTo>
                  <a:lnTo>
                    <a:pt x="1249680" y="1524"/>
                  </a:lnTo>
                  <a:lnTo>
                    <a:pt x="1251203" y="1524"/>
                  </a:lnTo>
                  <a:lnTo>
                    <a:pt x="1251203" y="7619"/>
                  </a:lnTo>
                  <a:lnTo>
                    <a:pt x="1249680" y="7619"/>
                  </a:lnTo>
                  <a:close/>
                </a:path>
                <a:path w="3712845" h="9525">
                  <a:moveTo>
                    <a:pt x="1248156" y="6095"/>
                  </a:moveTo>
                  <a:lnTo>
                    <a:pt x="1248156" y="3047"/>
                  </a:lnTo>
                  <a:lnTo>
                    <a:pt x="1249680" y="3047"/>
                  </a:lnTo>
                  <a:lnTo>
                    <a:pt x="1249680" y="6095"/>
                  </a:lnTo>
                  <a:lnTo>
                    <a:pt x="1248156" y="6095"/>
                  </a:lnTo>
                  <a:close/>
                </a:path>
                <a:path w="3712845" h="9525">
                  <a:moveTo>
                    <a:pt x="1289303" y="7619"/>
                  </a:moveTo>
                  <a:lnTo>
                    <a:pt x="1289303" y="1524"/>
                  </a:lnTo>
                  <a:lnTo>
                    <a:pt x="1290827" y="1524"/>
                  </a:lnTo>
                  <a:lnTo>
                    <a:pt x="1292351" y="0"/>
                  </a:lnTo>
                  <a:lnTo>
                    <a:pt x="1293876" y="0"/>
                  </a:lnTo>
                  <a:lnTo>
                    <a:pt x="1296924" y="3047"/>
                  </a:lnTo>
                  <a:lnTo>
                    <a:pt x="1296924" y="6095"/>
                  </a:lnTo>
                  <a:lnTo>
                    <a:pt x="1293876" y="9143"/>
                  </a:lnTo>
                  <a:lnTo>
                    <a:pt x="1292351" y="9143"/>
                  </a:lnTo>
                  <a:lnTo>
                    <a:pt x="1290827" y="7619"/>
                  </a:lnTo>
                  <a:lnTo>
                    <a:pt x="1289303" y="7619"/>
                  </a:lnTo>
                  <a:close/>
                </a:path>
                <a:path w="3712845" h="9525">
                  <a:moveTo>
                    <a:pt x="1328927" y="6095"/>
                  </a:moveTo>
                  <a:lnTo>
                    <a:pt x="1328927" y="3047"/>
                  </a:lnTo>
                  <a:lnTo>
                    <a:pt x="1331976" y="0"/>
                  </a:lnTo>
                  <a:lnTo>
                    <a:pt x="1333500" y="0"/>
                  </a:lnTo>
                  <a:lnTo>
                    <a:pt x="1335024" y="1524"/>
                  </a:lnTo>
                  <a:lnTo>
                    <a:pt x="1336548" y="1524"/>
                  </a:lnTo>
                  <a:lnTo>
                    <a:pt x="1336548" y="7619"/>
                  </a:lnTo>
                  <a:lnTo>
                    <a:pt x="1335024" y="7619"/>
                  </a:lnTo>
                  <a:lnTo>
                    <a:pt x="1333500" y="9143"/>
                  </a:lnTo>
                  <a:lnTo>
                    <a:pt x="1331976" y="9143"/>
                  </a:lnTo>
                  <a:lnTo>
                    <a:pt x="1328927" y="6095"/>
                  </a:lnTo>
                  <a:close/>
                </a:path>
                <a:path w="3712845" h="9525">
                  <a:moveTo>
                    <a:pt x="1371600" y="9143"/>
                  </a:moveTo>
                  <a:lnTo>
                    <a:pt x="1371600" y="0"/>
                  </a:lnTo>
                  <a:lnTo>
                    <a:pt x="1374648" y="0"/>
                  </a:lnTo>
                  <a:lnTo>
                    <a:pt x="1377696" y="3047"/>
                  </a:lnTo>
                  <a:lnTo>
                    <a:pt x="1377696" y="6095"/>
                  </a:lnTo>
                  <a:lnTo>
                    <a:pt x="1374648" y="9143"/>
                  </a:lnTo>
                  <a:lnTo>
                    <a:pt x="1371600" y="9143"/>
                  </a:lnTo>
                  <a:close/>
                </a:path>
                <a:path w="3712845" h="9525">
                  <a:moveTo>
                    <a:pt x="1370076" y="7619"/>
                  </a:moveTo>
                  <a:lnTo>
                    <a:pt x="1370076" y="1524"/>
                  </a:lnTo>
                  <a:lnTo>
                    <a:pt x="1371600" y="1524"/>
                  </a:lnTo>
                  <a:lnTo>
                    <a:pt x="1371600" y="7619"/>
                  </a:lnTo>
                  <a:lnTo>
                    <a:pt x="1370076" y="7619"/>
                  </a:lnTo>
                  <a:close/>
                </a:path>
                <a:path w="3712845" h="9525">
                  <a:moveTo>
                    <a:pt x="1409700" y="6095"/>
                  </a:moveTo>
                  <a:lnTo>
                    <a:pt x="1409700" y="3047"/>
                  </a:lnTo>
                  <a:lnTo>
                    <a:pt x="1412748" y="0"/>
                  </a:lnTo>
                  <a:lnTo>
                    <a:pt x="1414272" y="0"/>
                  </a:lnTo>
                  <a:lnTo>
                    <a:pt x="1417319" y="3047"/>
                  </a:lnTo>
                  <a:lnTo>
                    <a:pt x="1417319" y="6095"/>
                  </a:lnTo>
                  <a:lnTo>
                    <a:pt x="1414272" y="9143"/>
                  </a:lnTo>
                  <a:lnTo>
                    <a:pt x="1412748" y="9143"/>
                  </a:lnTo>
                  <a:lnTo>
                    <a:pt x="1409700" y="6095"/>
                  </a:lnTo>
                  <a:close/>
                </a:path>
                <a:path w="3712845" h="9525">
                  <a:moveTo>
                    <a:pt x="1456943" y="6095"/>
                  </a:moveTo>
                  <a:lnTo>
                    <a:pt x="1456943" y="3047"/>
                  </a:lnTo>
                  <a:lnTo>
                    <a:pt x="1458467" y="3047"/>
                  </a:lnTo>
                  <a:lnTo>
                    <a:pt x="1458467" y="6095"/>
                  </a:lnTo>
                  <a:lnTo>
                    <a:pt x="1456943" y="6095"/>
                  </a:lnTo>
                  <a:close/>
                </a:path>
                <a:path w="3712845" h="9525">
                  <a:moveTo>
                    <a:pt x="1455419" y="7619"/>
                  </a:moveTo>
                  <a:lnTo>
                    <a:pt x="1455419" y="1524"/>
                  </a:lnTo>
                  <a:lnTo>
                    <a:pt x="1456943" y="1524"/>
                  </a:lnTo>
                  <a:lnTo>
                    <a:pt x="1456943" y="7619"/>
                  </a:lnTo>
                  <a:lnTo>
                    <a:pt x="1455419" y="7619"/>
                  </a:lnTo>
                  <a:close/>
                </a:path>
                <a:path w="3712845" h="9525">
                  <a:moveTo>
                    <a:pt x="1452372" y="9143"/>
                  </a:moveTo>
                  <a:lnTo>
                    <a:pt x="1452372" y="0"/>
                  </a:lnTo>
                  <a:lnTo>
                    <a:pt x="1455419" y="0"/>
                  </a:lnTo>
                  <a:lnTo>
                    <a:pt x="1455419" y="9143"/>
                  </a:lnTo>
                  <a:lnTo>
                    <a:pt x="1452372" y="9143"/>
                  </a:lnTo>
                  <a:close/>
                </a:path>
                <a:path w="3712845" h="9525">
                  <a:moveTo>
                    <a:pt x="1450848" y="7619"/>
                  </a:moveTo>
                  <a:lnTo>
                    <a:pt x="1450848" y="1524"/>
                  </a:lnTo>
                  <a:lnTo>
                    <a:pt x="1452372" y="1524"/>
                  </a:lnTo>
                  <a:lnTo>
                    <a:pt x="1452372" y="7619"/>
                  </a:lnTo>
                  <a:lnTo>
                    <a:pt x="1450848" y="7619"/>
                  </a:lnTo>
                  <a:close/>
                </a:path>
                <a:path w="3712845" h="9525">
                  <a:moveTo>
                    <a:pt x="1449324" y="6095"/>
                  </a:moveTo>
                  <a:lnTo>
                    <a:pt x="1449324" y="3047"/>
                  </a:lnTo>
                  <a:lnTo>
                    <a:pt x="1450848" y="3047"/>
                  </a:lnTo>
                  <a:lnTo>
                    <a:pt x="1450848" y="6095"/>
                  </a:lnTo>
                  <a:lnTo>
                    <a:pt x="1449324" y="6095"/>
                  </a:lnTo>
                  <a:close/>
                </a:path>
                <a:path w="3712845" h="9525">
                  <a:moveTo>
                    <a:pt x="1490472" y="6095"/>
                  </a:moveTo>
                  <a:lnTo>
                    <a:pt x="1490472" y="3047"/>
                  </a:lnTo>
                  <a:lnTo>
                    <a:pt x="1493519" y="0"/>
                  </a:lnTo>
                  <a:lnTo>
                    <a:pt x="1495043" y="0"/>
                  </a:lnTo>
                  <a:lnTo>
                    <a:pt x="1498092" y="3047"/>
                  </a:lnTo>
                  <a:lnTo>
                    <a:pt x="1498092" y="6095"/>
                  </a:lnTo>
                  <a:lnTo>
                    <a:pt x="1495043" y="9143"/>
                  </a:lnTo>
                  <a:lnTo>
                    <a:pt x="1493519" y="9143"/>
                  </a:lnTo>
                  <a:lnTo>
                    <a:pt x="1490472" y="6095"/>
                  </a:lnTo>
                  <a:close/>
                </a:path>
                <a:path w="3712845" h="9525">
                  <a:moveTo>
                    <a:pt x="1536192" y="7619"/>
                  </a:moveTo>
                  <a:lnTo>
                    <a:pt x="1536192" y="1524"/>
                  </a:lnTo>
                  <a:lnTo>
                    <a:pt x="1537716" y="1524"/>
                  </a:lnTo>
                  <a:lnTo>
                    <a:pt x="1537716" y="7619"/>
                  </a:lnTo>
                  <a:lnTo>
                    <a:pt x="1536192" y="7619"/>
                  </a:lnTo>
                  <a:close/>
                </a:path>
                <a:path w="3712845" h="9525">
                  <a:moveTo>
                    <a:pt x="1530096" y="6095"/>
                  </a:moveTo>
                  <a:lnTo>
                    <a:pt x="1530096" y="3047"/>
                  </a:lnTo>
                  <a:lnTo>
                    <a:pt x="1533143" y="0"/>
                  </a:lnTo>
                  <a:lnTo>
                    <a:pt x="1536192" y="0"/>
                  </a:lnTo>
                  <a:lnTo>
                    <a:pt x="1536192" y="9143"/>
                  </a:lnTo>
                  <a:lnTo>
                    <a:pt x="1533143" y="9143"/>
                  </a:lnTo>
                  <a:lnTo>
                    <a:pt x="1530096" y="6095"/>
                  </a:lnTo>
                  <a:close/>
                </a:path>
                <a:path w="3712845" h="9525">
                  <a:moveTo>
                    <a:pt x="1571243" y="7619"/>
                  </a:moveTo>
                  <a:lnTo>
                    <a:pt x="1571243" y="1524"/>
                  </a:lnTo>
                  <a:lnTo>
                    <a:pt x="1572767" y="1524"/>
                  </a:lnTo>
                  <a:lnTo>
                    <a:pt x="1574292" y="0"/>
                  </a:lnTo>
                  <a:lnTo>
                    <a:pt x="1575816" y="0"/>
                  </a:lnTo>
                  <a:lnTo>
                    <a:pt x="1578864" y="3047"/>
                  </a:lnTo>
                  <a:lnTo>
                    <a:pt x="1578864" y="6095"/>
                  </a:lnTo>
                  <a:lnTo>
                    <a:pt x="1575816" y="9143"/>
                  </a:lnTo>
                  <a:lnTo>
                    <a:pt x="1574292" y="9143"/>
                  </a:lnTo>
                  <a:lnTo>
                    <a:pt x="1572767" y="7619"/>
                  </a:lnTo>
                  <a:lnTo>
                    <a:pt x="1571243" y="7619"/>
                  </a:lnTo>
                  <a:close/>
                </a:path>
                <a:path w="3712845" h="9525">
                  <a:moveTo>
                    <a:pt x="1610868" y="6095"/>
                  </a:moveTo>
                  <a:lnTo>
                    <a:pt x="1610868" y="3047"/>
                  </a:lnTo>
                  <a:lnTo>
                    <a:pt x="1613916" y="0"/>
                  </a:lnTo>
                  <a:lnTo>
                    <a:pt x="1615440" y="0"/>
                  </a:lnTo>
                  <a:lnTo>
                    <a:pt x="1616964" y="1524"/>
                  </a:lnTo>
                  <a:lnTo>
                    <a:pt x="1618488" y="1524"/>
                  </a:lnTo>
                  <a:lnTo>
                    <a:pt x="1618488" y="7619"/>
                  </a:lnTo>
                  <a:lnTo>
                    <a:pt x="1616964" y="7619"/>
                  </a:lnTo>
                  <a:lnTo>
                    <a:pt x="1615440" y="9143"/>
                  </a:lnTo>
                  <a:lnTo>
                    <a:pt x="1613916" y="9143"/>
                  </a:lnTo>
                  <a:lnTo>
                    <a:pt x="1610868" y="6095"/>
                  </a:lnTo>
                  <a:close/>
                </a:path>
                <a:path w="3712845" h="9525">
                  <a:moveTo>
                    <a:pt x="1658111" y="6095"/>
                  </a:moveTo>
                  <a:lnTo>
                    <a:pt x="1658111" y="3047"/>
                  </a:lnTo>
                  <a:lnTo>
                    <a:pt x="1659635" y="3047"/>
                  </a:lnTo>
                  <a:lnTo>
                    <a:pt x="1659635" y="6095"/>
                  </a:lnTo>
                  <a:lnTo>
                    <a:pt x="1658111" y="6095"/>
                  </a:lnTo>
                  <a:close/>
                </a:path>
                <a:path w="3712845" h="9525">
                  <a:moveTo>
                    <a:pt x="1656588" y="7619"/>
                  </a:moveTo>
                  <a:lnTo>
                    <a:pt x="1656588" y="1524"/>
                  </a:lnTo>
                  <a:lnTo>
                    <a:pt x="1658111" y="1524"/>
                  </a:lnTo>
                  <a:lnTo>
                    <a:pt x="1658111" y="7619"/>
                  </a:lnTo>
                  <a:lnTo>
                    <a:pt x="1656588" y="7619"/>
                  </a:lnTo>
                  <a:close/>
                </a:path>
                <a:path w="3712845" h="9525">
                  <a:moveTo>
                    <a:pt x="1653540" y="9143"/>
                  </a:moveTo>
                  <a:lnTo>
                    <a:pt x="1653540" y="0"/>
                  </a:lnTo>
                  <a:lnTo>
                    <a:pt x="1656588" y="0"/>
                  </a:lnTo>
                  <a:lnTo>
                    <a:pt x="1656588" y="9143"/>
                  </a:lnTo>
                  <a:lnTo>
                    <a:pt x="1653540" y="9143"/>
                  </a:lnTo>
                  <a:close/>
                </a:path>
                <a:path w="3712845" h="9525">
                  <a:moveTo>
                    <a:pt x="1652016" y="7619"/>
                  </a:moveTo>
                  <a:lnTo>
                    <a:pt x="1652016" y="1524"/>
                  </a:lnTo>
                  <a:lnTo>
                    <a:pt x="1653540" y="1524"/>
                  </a:lnTo>
                  <a:lnTo>
                    <a:pt x="1653540" y="7619"/>
                  </a:lnTo>
                  <a:lnTo>
                    <a:pt x="1652016" y="7619"/>
                  </a:lnTo>
                  <a:close/>
                </a:path>
                <a:path w="3712845" h="9525">
                  <a:moveTo>
                    <a:pt x="1650492" y="6095"/>
                  </a:moveTo>
                  <a:lnTo>
                    <a:pt x="1650492" y="3047"/>
                  </a:lnTo>
                  <a:lnTo>
                    <a:pt x="1652016" y="3047"/>
                  </a:lnTo>
                  <a:lnTo>
                    <a:pt x="1652016" y="6095"/>
                  </a:lnTo>
                  <a:lnTo>
                    <a:pt x="1650492" y="6095"/>
                  </a:lnTo>
                  <a:close/>
                </a:path>
                <a:path w="3712845" h="9525">
                  <a:moveTo>
                    <a:pt x="1691640" y="6095"/>
                  </a:moveTo>
                  <a:lnTo>
                    <a:pt x="1691640" y="3047"/>
                  </a:lnTo>
                  <a:lnTo>
                    <a:pt x="1694688" y="0"/>
                  </a:lnTo>
                  <a:lnTo>
                    <a:pt x="1696211" y="0"/>
                  </a:lnTo>
                  <a:lnTo>
                    <a:pt x="1699259" y="3047"/>
                  </a:lnTo>
                  <a:lnTo>
                    <a:pt x="1699259" y="6095"/>
                  </a:lnTo>
                  <a:lnTo>
                    <a:pt x="1696211" y="9143"/>
                  </a:lnTo>
                  <a:lnTo>
                    <a:pt x="1694688" y="9143"/>
                  </a:lnTo>
                  <a:lnTo>
                    <a:pt x="1691640" y="6095"/>
                  </a:lnTo>
                  <a:close/>
                </a:path>
                <a:path w="3712845" h="9525">
                  <a:moveTo>
                    <a:pt x="1738884" y="6095"/>
                  </a:moveTo>
                  <a:lnTo>
                    <a:pt x="1738884" y="3047"/>
                  </a:lnTo>
                  <a:lnTo>
                    <a:pt x="1740408" y="3047"/>
                  </a:lnTo>
                  <a:lnTo>
                    <a:pt x="1740408" y="6095"/>
                  </a:lnTo>
                  <a:lnTo>
                    <a:pt x="1738884" y="6095"/>
                  </a:lnTo>
                  <a:close/>
                </a:path>
                <a:path w="3712845" h="9525">
                  <a:moveTo>
                    <a:pt x="1737359" y="7619"/>
                  </a:moveTo>
                  <a:lnTo>
                    <a:pt x="1737359" y="1524"/>
                  </a:lnTo>
                  <a:lnTo>
                    <a:pt x="1738884" y="1524"/>
                  </a:lnTo>
                  <a:lnTo>
                    <a:pt x="1738884" y="7619"/>
                  </a:lnTo>
                  <a:lnTo>
                    <a:pt x="1737359" y="7619"/>
                  </a:lnTo>
                  <a:close/>
                </a:path>
                <a:path w="3712845" h="9525">
                  <a:moveTo>
                    <a:pt x="1734311" y="9143"/>
                  </a:moveTo>
                  <a:lnTo>
                    <a:pt x="1734311" y="0"/>
                  </a:lnTo>
                  <a:lnTo>
                    <a:pt x="1737359" y="0"/>
                  </a:lnTo>
                  <a:lnTo>
                    <a:pt x="1737359" y="9143"/>
                  </a:lnTo>
                  <a:lnTo>
                    <a:pt x="1734311" y="9143"/>
                  </a:lnTo>
                  <a:close/>
                </a:path>
                <a:path w="3712845" h="9525">
                  <a:moveTo>
                    <a:pt x="1732788" y="7619"/>
                  </a:moveTo>
                  <a:lnTo>
                    <a:pt x="1732788" y="1524"/>
                  </a:lnTo>
                  <a:lnTo>
                    <a:pt x="1734311" y="1524"/>
                  </a:lnTo>
                  <a:lnTo>
                    <a:pt x="1734311" y="7619"/>
                  </a:lnTo>
                  <a:lnTo>
                    <a:pt x="1732788" y="7619"/>
                  </a:lnTo>
                  <a:close/>
                </a:path>
                <a:path w="3712845" h="9525">
                  <a:moveTo>
                    <a:pt x="1731264" y="6095"/>
                  </a:moveTo>
                  <a:lnTo>
                    <a:pt x="1731264" y="3047"/>
                  </a:lnTo>
                  <a:lnTo>
                    <a:pt x="1732788" y="3047"/>
                  </a:lnTo>
                  <a:lnTo>
                    <a:pt x="1732788" y="6095"/>
                  </a:lnTo>
                  <a:lnTo>
                    <a:pt x="1731264" y="6095"/>
                  </a:lnTo>
                  <a:close/>
                </a:path>
                <a:path w="3712845" h="9525">
                  <a:moveTo>
                    <a:pt x="1772411" y="7619"/>
                  </a:moveTo>
                  <a:lnTo>
                    <a:pt x="1772411" y="1524"/>
                  </a:lnTo>
                  <a:lnTo>
                    <a:pt x="1773935" y="1524"/>
                  </a:lnTo>
                  <a:lnTo>
                    <a:pt x="1775459" y="0"/>
                  </a:lnTo>
                  <a:lnTo>
                    <a:pt x="1776984" y="0"/>
                  </a:lnTo>
                  <a:lnTo>
                    <a:pt x="1780032" y="3047"/>
                  </a:lnTo>
                  <a:lnTo>
                    <a:pt x="1780032" y="6095"/>
                  </a:lnTo>
                  <a:lnTo>
                    <a:pt x="1776984" y="9143"/>
                  </a:lnTo>
                  <a:lnTo>
                    <a:pt x="1775459" y="9143"/>
                  </a:lnTo>
                  <a:lnTo>
                    <a:pt x="1773935" y="7619"/>
                  </a:lnTo>
                  <a:lnTo>
                    <a:pt x="1772411" y="7619"/>
                  </a:lnTo>
                  <a:close/>
                </a:path>
                <a:path w="3712845" h="9525">
                  <a:moveTo>
                    <a:pt x="1812035" y="6095"/>
                  </a:moveTo>
                  <a:lnTo>
                    <a:pt x="1812035" y="3047"/>
                  </a:lnTo>
                  <a:lnTo>
                    <a:pt x="1815084" y="0"/>
                  </a:lnTo>
                  <a:lnTo>
                    <a:pt x="1816608" y="0"/>
                  </a:lnTo>
                  <a:lnTo>
                    <a:pt x="1818132" y="1524"/>
                  </a:lnTo>
                  <a:lnTo>
                    <a:pt x="1819656" y="1524"/>
                  </a:lnTo>
                  <a:lnTo>
                    <a:pt x="1819656" y="7619"/>
                  </a:lnTo>
                  <a:lnTo>
                    <a:pt x="1818132" y="7619"/>
                  </a:lnTo>
                  <a:lnTo>
                    <a:pt x="1816608" y="9143"/>
                  </a:lnTo>
                  <a:lnTo>
                    <a:pt x="1815084" y="9143"/>
                  </a:lnTo>
                  <a:lnTo>
                    <a:pt x="1812035" y="6095"/>
                  </a:lnTo>
                  <a:close/>
                </a:path>
                <a:path w="3712845" h="9525">
                  <a:moveTo>
                    <a:pt x="1854708" y="9143"/>
                  </a:moveTo>
                  <a:lnTo>
                    <a:pt x="1854708" y="0"/>
                  </a:lnTo>
                  <a:lnTo>
                    <a:pt x="1857756" y="0"/>
                  </a:lnTo>
                  <a:lnTo>
                    <a:pt x="1860803" y="3047"/>
                  </a:lnTo>
                  <a:lnTo>
                    <a:pt x="1860803" y="6095"/>
                  </a:lnTo>
                  <a:lnTo>
                    <a:pt x="1857756" y="9143"/>
                  </a:lnTo>
                  <a:lnTo>
                    <a:pt x="1854708" y="9143"/>
                  </a:lnTo>
                  <a:close/>
                </a:path>
                <a:path w="3712845" h="9525">
                  <a:moveTo>
                    <a:pt x="1853184" y="7619"/>
                  </a:moveTo>
                  <a:lnTo>
                    <a:pt x="1853184" y="1524"/>
                  </a:lnTo>
                  <a:lnTo>
                    <a:pt x="1854708" y="1524"/>
                  </a:lnTo>
                  <a:lnTo>
                    <a:pt x="1854708" y="7619"/>
                  </a:lnTo>
                  <a:lnTo>
                    <a:pt x="1853184" y="7619"/>
                  </a:lnTo>
                  <a:close/>
                </a:path>
                <a:path w="3712845" h="9525">
                  <a:moveTo>
                    <a:pt x="1892808" y="6095"/>
                  </a:moveTo>
                  <a:lnTo>
                    <a:pt x="1892808" y="3047"/>
                  </a:lnTo>
                  <a:lnTo>
                    <a:pt x="1895856" y="0"/>
                  </a:lnTo>
                  <a:lnTo>
                    <a:pt x="1897380" y="0"/>
                  </a:lnTo>
                  <a:lnTo>
                    <a:pt x="1900427" y="3047"/>
                  </a:lnTo>
                  <a:lnTo>
                    <a:pt x="1900427" y="6095"/>
                  </a:lnTo>
                  <a:lnTo>
                    <a:pt x="1897380" y="9143"/>
                  </a:lnTo>
                  <a:lnTo>
                    <a:pt x="1895856" y="9143"/>
                  </a:lnTo>
                  <a:lnTo>
                    <a:pt x="1892808" y="6095"/>
                  </a:lnTo>
                  <a:close/>
                </a:path>
                <a:path w="3712845" h="9525">
                  <a:moveTo>
                    <a:pt x="1940051" y="6095"/>
                  </a:moveTo>
                  <a:lnTo>
                    <a:pt x="1940051" y="3047"/>
                  </a:lnTo>
                  <a:lnTo>
                    <a:pt x="1941576" y="3047"/>
                  </a:lnTo>
                  <a:lnTo>
                    <a:pt x="1941576" y="6095"/>
                  </a:lnTo>
                  <a:lnTo>
                    <a:pt x="1940051" y="6095"/>
                  </a:lnTo>
                  <a:close/>
                </a:path>
                <a:path w="3712845" h="9525">
                  <a:moveTo>
                    <a:pt x="1938527" y="7619"/>
                  </a:moveTo>
                  <a:lnTo>
                    <a:pt x="1938527" y="1524"/>
                  </a:lnTo>
                  <a:lnTo>
                    <a:pt x="1940051" y="1524"/>
                  </a:lnTo>
                  <a:lnTo>
                    <a:pt x="1940051" y="7619"/>
                  </a:lnTo>
                  <a:lnTo>
                    <a:pt x="1938527" y="7619"/>
                  </a:lnTo>
                  <a:close/>
                </a:path>
                <a:path w="3712845" h="9525">
                  <a:moveTo>
                    <a:pt x="1935480" y="9143"/>
                  </a:moveTo>
                  <a:lnTo>
                    <a:pt x="1935480" y="0"/>
                  </a:lnTo>
                  <a:lnTo>
                    <a:pt x="1938527" y="0"/>
                  </a:lnTo>
                  <a:lnTo>
                    <a:pt x="1938527" y="9143"/>
                  </a:lnTo>
                  <a:lnTo>
                    <a:pt x="1935480" y="9143"/>
                  </a:lnTo>
                  <a:close/>
                </a:path>
                <a:path w="3712845" h="9525">
                  <a:moveTo>
                    <a:pt x="1933956" y="7619"/>
                  </a:moveTo>
                  <a:lnTo>
                    <a:pt x="1933956" y="1524"/>
                  </a:lnTo>
                  <a:lnTo>
                    <a:pt x="1935480" y="1524"/>
                  </a:lnTo>
                  <a:lnTo>
                    <a:pt x="1935480" y="7619"/>
                  </a:lnTo>
                  <a:lnTo>
                    <a:pt x="1933956" y="7619"/>
                  </a:lnTo>
                  <a:close/>
                </a:path>
                <a:path w="3712845" h="9525">
                  <a:moveTo>
                    <a:pt x="1932432" y="6095"/>
                  </a:moveTo>
                  <a:lnTo>
                    <a:pt x="1932432" y="3047"/>
                  </a:lnTo>
                  <a:lnTo>
                    <a:pt x="1933956" y="3047"/>
                  </a:lnTo>
                  <a:lnTo>
                    <a:pt x="1933956" y="6095"/>
                  </a:lnTo>
                  <a:lnTo>
                    <a:pt x="1932432" y="6095"/>
                  </a:lnTo>
                  <a:close/>
                </a:path>
                <a:path w="3712845" h="9525">
                  <a:moveTo>
                    <a:pt x="1973580" y="6095"/>
                  </a:moveTo>
                  <a:lnTo>
                    <a:pt x="1973580" y="3047"/>
                  </a:lnTo>
                  <a:lnTo>
                    <a:pt x="1976627" y="0"/>
                  </a:lnTo>
                  <a:lnTo>
                    <a:pt x="1978151" y="0"/>
                  </a:lnTo>
                  <a:lnTo>
                    <a:pt x="1981200" y="3047"/>
                  </a:lnTo>
                  <a:lnTo>
                    <a:pt x="1981200" y="6095"/>
                  </a:lnTo>
                  <a:lnTo>
                    <a:pt x="1978151" y="9143"/>
                  </a:lnTo>
                  <a:lnTo>
                    <a:pt x="1976627" y="9143"/>
                  </a:lnTo>
                  <a:lnTo>
                    <a:pt x="1973580" y="6095"/>
                  </a:lnTo>
                  <a:close/>
                </a:path>
                <a:path w="3712845" h="9525">
                  <a:moveTo>
                    <a:pt x="2019300" y="7619"/>
                  </a:moveTo>
                  <a:lnTo>
                    <a:pt x="2019300" y="1524"/>
                  </a:lnTo>
                  <a:lnTo>
                    <a:pt x="2020824" y="1524"/>
                  </a:lnTo>
                  <a:lnTo>
                    <a:pt x="2020824" y="7619"/>
                  </a:lnTo>
                  <a:lnTo>
                    <a:pt x="2019300" y="7619"/>
                  </a:lnTo>
                  <a:close/>
                </a:path>
                <a:path w="3712845" h="9525">
                  <a:moveTo>
                    <a:pt x="2013203" y="6095"/>
                  </a:moveTo>
                  <a:lnTo>
                    <a:pt x="2013203" y="3047"/>
                  </a:lnTo>
                  <a:lnTo>
                    <a:pt x="2016251" y="0"/>
                  </a:lnTo>
                  <a:lnTo>
                    <a:pt x="2019300" y="0"/>
                  </a:lnTo>
                  <a:lnTo>
                    <a:pt x="2019300" y="9143"/>
                  </a:lnTo>
                  <a:lnTo>
                    <a:pt x="2016251" y="9143"/>
                  </a:lnTo>
                  <a:lnTo>
                    <a:pt x="2013203" y="6095"/>
                  </a:lnTo>
                  <a:close/>
                </a:path>
                <a:path w="3712845" h="9525">
                  <a:moveTo>
                    <a:pt x="2054351" y="7619"/>
                  </a:moveTo>
                  <a:lnTo>
                    <a:pt x="2054351" y="1524"/>
                  </a:lnTo>
                  <a:lnTo>
                    <a:pt x="2055876" y="1524"/>
                  </a:lnTo>
                  <a:lnTo>
                    <a:pt x="2057400" y="0"/>
                  </a:lnTo>
                  <a:lnTo>
                    <a:pt x="2058924" y="0"/>
                  </a:lnTo>
                  <a:lnTo>
                    <a:pt x="2061972" y="3047"/>
                  </a:lnTo>
                  <a:lnTo>
                    <a:pt x="2061972" y="6095"/>
                  </a:lnTo>
                  <a:lnTo>
                    <a:pt x="2058924" y="9143"/>
                  </a:lnTo>
                  <a:lnTo>
                    <a:pt x="2057400" y="9143"/>
                  </a:lnTo>
                  <a:lnTo>
                    <a:pt x="2055876" y="7619"/>
                  </a:lnTo>
                  <a:lnTo>
                    <a:pt x="2054351" y="7619"/>
                  </a:lnTo>
                  <a:close/>
                </a:path>
                <a:path w="3712845" h="9525">
                  <a:moveTo>
                    <a:pt x="2093976" y="6095"/>
                  </a:moveTo>
                  <a:lnTo>
                    <a:pt x="2093976" y="3047"/>
                  </a:lnTo>
                  <a:lnTo>
                    <a:pt x="2097024" y="0"/>
                  </a:lnTo>
                  <a:lnTo>
                    <a:pt x="2098548" y="0"/>
                  </a:lnTo>
                  <a:lnTo>
                    <a:pt x="2100072" y="1524"/>
                  </a:lnTo>
                  <a:lnTo>
                    <a:pt x="2101596" y="1524"/>
                  </a:lnTo>
                  <a:lnTo>
                    <a:pt x="2101596" y="7619"/>
                  </a:lnTo>
                  <a:lnTo>
                    <a:pt x="2100072" y="7619"/>
                  </a:lnTo>
                  <a:lnTo>
                    <a:pt x="2098548" y="9143"/>
                  </a:lnTo>
                  <a:lnTo>
                    <a:pt x="2097024" y="9143"/>
                  </a:lnTo>
                  <a:lnTo>
                    <a:pt x="2093976" y="6095"/>
                  </a:lnTo>
                  <a:close/>
                </a:path>
                <a:path w="3712845" h="9525">
                  <a:moveTo>
                    <a:pt x="2141219" y="6095"/>
                  </a:moveTo>
                  <a:lnTo>
                    <a:pt x="2141219" y="3047"/>
                  </a:lnTo>
                  <a:lnTo>
                    <a:pt x="2142743" y="3047"/>
                  </a:lnTo>
                  <a:lnTo>
                    <a:pt x="2142743" y="6095"/>
                  </a:lnTo>
                  <a:lnTo>
                    <a:pt x="2141219" y="6095"/>
                  </a:lnTo>
                  <a:close/>
                </a:path>
                <a:path w="3712845" h="9525">
                  <a:moveTo>
                    <a:pt x="2139696" y="7619"/>
                  </a:moveTo>
                  <a:lnTo>
                    <a:pt x="2139696" y="1524"/>
                  </a:lnTo>
                  <a:lnTo>
                    <a:pt x="2141219" y="1524"/>
                  </a:lnTo>
                  <a:lnTo>
                    <a:pt x="2141219" y="7619"/>
                  </a:lnTo>
                  <a:lnTo>
                    <a:pt x="2139696" y="7619"/>
                  </a:lnTo>
                  <a:close/>
                </a:path>
                <a:path w="3712845" h="9525">
                  <a:moveTo>
                    <a:pt x="2136648" y="9143"/>
                  </a:moveTo>
                  <a:lnTo>
                    <a:pt x="2136648" y="0"/>
                  </a:lnTo>
                  <a:lnTo>
                    <a:pt x="2139696" y="0"/>
                  </a:lnTo>
                  <a:lnTo>
                    <a:pt x="2139696" y="9143"/>
                  </a:lnTo>
                  <a:lnTo>
                    <a:pt x="2136648" y="9143"/>
                  </a:lnTo>
                  <a:close/>
                </a:path>
                <a:path w="3712845" h="9525">
                  <a:moveTo>
                    <a:pt x="2135124" y="7619"/>
                  </a:moveTo>
                  <a:lnTo>
                    <a:pt x="2135124" y="1524"/>
                  </a:lnTo>
                  <a:lnTo>
                    <a:pt x="2136648" y="1524"/>
                  </a:lnTo>
                  <a:lnTo>
                    <a:pt x="2136648" y="7619"/>
                  </a:lnTo>
                  <a:lnTo>
                    <a:pt x="2135124" y="7619"/>
                  </a:lnTo>
                  <a:close/>
                </a:path>
                <a:path w="3712845" h="9525">
                  <a:moveTo>
                    <a:pt x="2133600" y="6095"/>
                  </a:moveTo>
                  <a:lnTo>
                    <a:pt x="2133600" y="3047"/>
                  </a:lnTo>
                  <a:lnTo>
                    <a:pt x="2135124" y="3047"/>
                  </a:lnTo>
                  <a:lnTo>
                    <a:pt x="2135124" y="6095"/>
                  </a:lnTo>
                  <a:lnTo>
                    <a:pt x="2133600" y="6095"/>
                  </a:lnTo>
                  <a:close/>
                </a:path>
                <a:path w="3712845" h="9525">
                  <a:moveTo>
                    <a:pt x="2174748" y="6095"/>
                  </a:moveTo>
                  <a:lnTo>
                    <a:pt x="2174748" y="3047"/>
                  </a:lnTo>
                  <a:lnTo>
                    <a:pt x="2177796" y="0"/>
                  </a:lnTo>
                  <a:lnTo>
                    <a:pt x="2179320" y="0"/>
                  </a:lnTo>
                  <a:lnTo>
                    <a:pt x="2182368" y="3047"/>
                  </a:lnTo>
                  <a:lnTo>
                    <a:pt x="2182368" y="6095"/>
                  </a:lnTo>
                  <a:lnTo>
                    <a:pt x="2179320" y="9143"/>
                  </a:lnTo>
                  <a:lnTo>
                    <a:pt x="2177796" y="9143"/>
                  </a:lnTo>
                  <a:lnTo>
                    <a:pt x="2174748" y="6095"/>
                  </a:lnTo>
                  <a:close/>
                </a:path>
                <a:path w="3712845" h="9525">
                  <a:moveTo>
                    <a:pt x="2221992" y="6095"/>
                  </a:moveTo>
                  <a:lnTo>
                    <a:pt x="2221992" y="3047"/>
                  </a:lnTo>
                  <a:lnTo>
                    <a:pt x="2223516" y="3047"/>
                  </a:lnTo>
                  <a:lnTo>
                    <a:pt x="2223516" y="6095"/>
                  </a:lnTo>
                  <a:lnTo>
                    <a:pt x="2221992" y="6095"/>
                  </a:lnTo>
                  <a:close/>
                </a:path>
                <a:path w="3712845" h="9525">
                  <a:moveTo>
                    <a:pt x="2220468" y="7619"/>
                  </a:moveTo>
                  <a:lnTo>
                    <a:pt x="2220468" y="1524"/>
                  </a:lnTo>
                  <a:lnTo>
                    <a:pt x="2221992" y="1524"/>
                  </a:lnTo>
                  <a:lnTo>
                    <a:pt x="2221992" y="7619"/>
                  </a:lnTo>
                  <a:lnTo>
                    <a:pt x="2220468" y="7619"/>
                  </a:lnTo>
                  <a:close/>
                </a:path>
                <a:path w="3712845" h="9525">
                  <a:moveTo>
                    <a:pt x="2217420" y="9143"/>
                  </a:moveTo>
                  <a:lnTo>
                    <a:pt x="2217420" y="0"/>
                  </a:lnTo>
                  <a:lnTo>
                    <a:pt x="2220468" y="0"/>
                  </a:lnTo>
                  <a:lnTo>
                    <a:pt x="2220468" y="9143"/>
                  </a:lnTo>
                  <a:lnTo>
                    <a:pt x="2217420" y="9143"/>
                  </a:lnTo>
                  <a:close/>
                </a:path>
                <a:path w="3712845" h="9525">
                  <a:moveTo>
                    <a:pt x="2215896" y="7619"/>
                  </a:moveTo>
                  <a:lnTo>
                    <a:pt x="2215896" y="1524"/>
                  </a:lnTo>
                  <a:lnTo>
                    <a:pt x="2217420" y="1524"/>
                  </a:lnTo>
                  <a:lnTo>
                    <a:pt x="2217420" y="7619"/>
                  </a:lnTo>
                  <a:lnTo>
                    <a:pt x="2215896" y="7619"/>
                  </a:lnTo>
                  <a:close/>
                </a:path>
                <a:path w="3712845" h="9525">
                  <a:moveTo>
                    <a:pt x="2214372" y="6095"/>
                  </a:moveTo>
                  <a:lnTo>
                    <a:pt x="2214372" y="3047"/>
                  </a:lnTo>
                  <a:lnTo>
                    <a:pt x="2215896" y="3047"/>
                  </a:lnTo>
                  <a:lnTo>
                    <a:pt x="2215896" y="6095"/>
                  </a:lnTo>
                  <a:lnTo>
                    <a:pt x="2214372" y="6095"/>
                  </a:lnTo>
                  <a:close/>
                </a:path>
                <a:path w="3712845" h="9525">
                  <a:moveTo>
                    <a:pt x="2255520" y="7619"/>
                  </a:moveTo>
                  <a:lnTo>
                    <a:pt x="2255520" y="1524"/>
                  </a:lnTo>
                  <a:lnTo>
                    <a:pt x="2257044" y="1524"/>
                  </a:lnTo>
                  <a:lnTo>
                    <a:pt x="2258568" y="0"/>
                  </a:lnTo>
                  <a:lnTo>
                    <a:pt x="2260092" y="0"/>
                  </a:lnTo>
                  <a:lnTo>
                    <a:pt x="2263140" y="3047"/>
                  </a:lnTo>
                  <a:lnTo>
                    <a:pt x="2263140" y="6095"/>
                  </a:lnTo>
                  <a:lnTo>
                    <a:pt x="2260092" y="9143"/>
                  </a:lnTo>
                  <a:lnTo>
                    <a:pt x="2258568" y="9143"/>
                  </a:lnTo>
                  <a:lnTo>
                    <a:pt x="2257044" y="7619"/>
                  </a:lnTo>
                  <a:lnTo>
                    <a:pt x="2255520" y="7619"/>
                  </a:lnTo>
                  <a:close/>
                </a:path>
                <a:path w="3712845" h="9525">
                  <a:moveTo>
                    <a:pt x="2295144" y="6095"/>
                  </a:moveTo>
                  <a:lnTo>
                    <a:pt x="2295144" y="3047"/>
                  </a:lnTo>
                  <a:lnTo>
                    <a:pt x="2298192" y="0"/>
                  </a:lnTo>
                  <a:lnTo>
                    <a:pt x="2299716" y="0"/>
                  </a:lnTo>
                  <a:lnTo>
                    <a:pt x="2301240" y="1524"/>
                  </a:lnTo>
                  <a:lnTo>
                    <a:pt x="2302764" y="1524"/>
                  </a:lnTo>
                  <a:lnTo>
                    <a:pt x="2302764" y="7619"/>
                  </a:lnTo>
                  <a:lnTo>
                    <a:pt x="2301240" y="7619"/>
                  </a:lnTo>
                  <a:lnTo>
                    <a:pt x="2299716" y="9143"/>
                  </a:lnTo>
                  <a:lnTo>
                    <a:pt x="2298192" y="9143"/>
                  </a:lnTo>
                  <a:lnTo>
                    <a:pt x="2295144" y="6095"/>
                  </a:lnTo>
                  <a:close/>
                </a:path>
                <a:path w="3712845" h="9525">
                  <a:moveTo>
                    <a:pt x="2337816" y="9143"/>
                  </a:moveTo>
                  <a:lnTo>
                    <a:pt x="2337816" y="0"/>
                  </a:lnTo>
                  <a:lnTo>
                    <a:pt x="2340864" y="0"/>
                  </a:lnTo>
                  <a:lnTo>
                    <a:pt x="2343912" y="3047"/>
                  </a:lnTo>
                  <a:lnTo>
                    <a:pt x="2343912" y="6095"/>
                  </a:lnTo>
                  <a:lnTo>
                    <a:pt x="2340864" y="9143"/>
                  </a:lnTo>
                  <a:lnTo>
                    <a:pt x="2337816" y="9143"/>
                  </a:lnTo>
                  <a:close/>
                </a:path>
                <a:path w="3712845" h="9525">
                  <a:moveTo>
                    <a:pt x="2336292" y="7619"/>
                  </a:moveTo>
                  <a:lnTo>
                    <a:pt x="2336292" y="1524"/>
                  </a:lnTo>
                  <a:lnTo>
                    <a:pt x="2337816" y="1524"/>
                  </a:lnTo>
                  <a:lnTo>
                    <a:pt x="2337816" y="7619"/>
                  </a:lnTo>
                  <a:lnTo>
                    <a:pt x="2336292" y="7619"/>
                  </a:lnTo>
                  <a:close/>
                </a:path>
                <a:path w="3712845" h="9525">
                  <a:moveTo>
                    <a:pt x="2375916" y="6095"/>
                  </a:moveTo>
                  <a:lnTo>
                    <a:pt x="2375916" y="3047"/>
                  </a:lnTo>
                  <a:lnTo>
                    <a:pt x="2378964" y="0"/>
                  </a:lnTo>
                  <a:lnTo>
                    <a:pt x="2380488" y="0"/>
                  </a:lnTo>
                  <a:lnTo>
                    <a:pt x="2383536" y="3047"/>
                  </a:lnTo>
                  <a:lnTo>
                    <a:pt x="2383536" y="6095"/>
                  </a:lnTo>
                  <a:lnTo>
                    <a:pt x="2380488" y="9143"/>
                  </a:lnTo>
                  <a:lnTo>
                    <a:pt x="2378964" y="9143"/>
                  </a:lnTo>
                  <a:lnTo>
                    <a:pt x="2375916" y="6095"/>
                  </a:lnTo>
                  <a:close/>
                </a:path>
                <a:path w="3712845" h="9525">
                  <a:moveTo>
                    <a:pt x="2423160" y="6095"/>
                  </a:moveTo>
                  <a:lnTo>
                    <a:pt x="2423160" y="3047"/>
                  </a:lnTo>
                  <a:lnTo>
                    <a:pt x="2424684" y="3047"/>
                  </a:lnTo>
                  <a:lnTo>
                    <a:pt x="2424684" y="6095"/>
                  </a:lnTo>
                  <a:lnTo>
                    <a:pt x="2423160" y="6095"/>
                  </a:lnTo>
                  <a:close/>
                </a:path>
                <a:path w="3712845" h="9525">
                  <a:moveTo>
                    <a:pt x="2421636" y="7619"/>
                  </a:moveTo>
                  <a:lnTo>
                    <a:pt x="2421636" y="1524"/>
                  </a:lnTo>
                  <a:lnTo>
                    <a:pt x="2423160" y="1524"/>
                  </a:lnTo>
                  <a:lnTo>
                    <a:pt x="2423160" y="7619"/>
                  </a:lnTo>
                  <a:lnTo>
                    <a:pt x="2421636" y="7619"/>
                  </a:lnTo>
                  <a:close/>
                </a:path>
                <a:path w="3712845" h="9525">
                  <a:moveTo>
                    <a:pt x="2418588" y="9143"/>
                  </a:moveTo>
                  <a:lnTo>
                    <a:pt x="2418588" y="0"/>
                  </a:lnTo>
                  <a:lnTo>
                    <a:pt x="2421636" y="0"/>
                  </a:lnTo>
                  <a:lnTo>
                    <a:pt x="2421636" y="9143"/>
                  </a:lnTo>
                  <a:lnTo>
                    <a:pt x="2418588" y="9143"/>
                  </a:lnTo>
                  <a:close/>
                </a:path>
                <a:path w="3712845" h="9525">
                  <a:moveTo>
                    <a:pt x="2417064" y="7619"/>
                  </a:moveTo>
                  <a:lnTo>
                    <a:pt x="2417064" y="1524"/>
                  </a:lnTo>
                  <a:lnTo>
                    <a:pt x="2418588" y="1524"/>
                  </a:lnTo>
                  <a:lnTo>
                    <a:pt x="2418588" y="7619"/>
                  </a:lnTo>
                  <a:lnTo>
                    <a:pt x="2417064" y="7619"/>
                  </a:lnTo>
                  <a:close/>
                </a:path>
                <a:path w="3712845" h="9525">
                  <a:moveTo>
                    <a:pt x="2415540" y="6095"/>
                  </a:moveTo>
                  <a:lnTo>
                    <a:pt x="2415540" y="3047"/>
                  </a:lnTo>
                  <a:lnTo>
                    <a:pt x="2417064" y="3047"/>
                  </a:lnTo>
                  <a:lnTo>
                    <a:pt x="2417064" y="6095"/>
                  </a:lnTo>
                  <a:lnTo>
                    <a:pt x="2415540" y="6095"/>
                  </a:lnTo>
                  <a:close/>
                </a:path>
                <a:path w="3712845" h="9525">
                  <a:moveTo>
                    <a:pt x="2456688" y="6095"/>
                  </a:moveTo>
                  <a:lnTo>
                    <a:pt x="2456688" y="3047"/>
                  </a:lnTo>
                  <a:lnTo>
                    <a:pt x="2459736" y="0"/>
                  </a:lnTo>
                  <a:lnTo>
                    <a:pt x="2461260" y="0"/>
                  </a:lnTo>
                  <a:lnTo>
                    <a:pt x="2464308" y="3047"/>
                  </a:lnTo>
                  <a:lnTo>
                    <a:pt x="2464308" y="6095"/>
                  </a:lnTo>
                  <a:lnTo>
                    <a:pt x="2461260" y="9143"/>
                  </a:lnTo>
                  <a:lnTo>
                    <a:pt x="2459736" y="9143"/>
                  </a:lnTo>
                  <a:lnTo>
                    <a:pt x="2456688" y="6095"/>
                  </a:lnTo>
                  <a:close/>
                </a:path>
                <a:path w="3712845" h="9525">
                  <a:moveTo>
                    <a:pt x="2502408" y="7619"/>
                  </a:moveTo>
                  <a:lnTo>
                    <a:pt x="2502408" y="1524"/>
                  </a:lnTo>
                  <a:lnTo>
                    <a:pt x="2503932" y="1524"/>
                  </a:lnTo>
                  <a:lnTo>
                    <a:pt x="2503932" y="7619"/>
                  </a:lnTo>
                  <a:lnTo>
                    <a:pt x="2502408" y="7619"/>
                  </a:lnTo>
                  <a:close/>
                </a:path>
                <a:path w="3712845" h="9525">
                  <a:moveTo>
                    <a:pt x="2496312" y="6095"/>
                  </a:moveTo>
                  <a:lnTo>
                    <a:pt x="2496312" y="3047"/>
                  </a:lnTo>
                  <a:lnTo>
                    <a:pt x="2499360" y="0"/>
                  </a:lnTo>
                  <a:lnTo>
                    <a:pt x="2502408" y="0"/>
                  </a:lnTo>
                  <a:lnTo>
                    <a:pt x="2502408" y="9143"/>
                  </a:lnTo>
                  <a:lnTo>
                    <a:pt x="2499360" y="9143"/>
                  </a:lnTo>
                  <a:lnTo>
                    <a:pt x="2496312" y="6095"/>
                  </a:lnTo>
                  <a:close/>
                </a:path>
                <a:path w="3712845" h="9525">
                  <a:moveTo>
                    <a:pt x="2537460" y="7619"/>
                  </a:moveTo>
                  <a:lnTo>
                    <a:pt x="2537460" y="1524"/>
                  </a:lnTo>
                  <a:lnTo>
                    <a:pt x="2538984" y="1524"/>
                  </a:lnTo>
                  <a:lnTo>
                    <a:pt x="2540508" y="0"/>
                  </a:lnTo>
                  <a:lnTo>
                    <a:pt x="2542032" y="0"/>
                  </a:lnTo>
                  <a:lnTo>
                    <a:pt x="2545080" y="3047"/>
                  </a:lnTo>
                  <a:lnTo>
                    <a:pt x="2545080" y="6095"/>
                  </a:lnTo>
                  <a:lnTo>
                    <a:pt x="2542032" y="9143"/>
                  </a:lnTo>
                  <a:lnTo>
                    <a:pt x="2540508" y="9143"/>
                  </a:lnTo>
                  <a:lnTo>
                    <a:pt x="2538984" y="7619"/>
                  </a:lnTo>
                  <a:lnTo>
                    <a:pt x="2537460" y="7619"/>
                  </a:lnTo>
                  <a:close/>
                </a:path>
                <a:path w="3712845" h="9525">
                  <a:moveTo>
                    <a:pt x="2577084" y="6095"/>
                  </a:moveTo>
                  <a:lnTo>
                    <a:pt x="2577084" y="3047"/>
                  </a:lnTo>
                  <a:lnTo>
                    <a:pt x="2580132" y="0"/>
                  </a:lnTo>
                  <a:lnTo>
                    <a:pt x="2581656" y="0"/>
                  </a:lnTo>
                  <a:lnTo>
                    <a:pt x="2583180" y="1524"/>
                  </a:lnTo>
                  <a:lnTo>
                    <a:pt x="2584704" y="1524"/>
                  </a:lnTo>
                  <a:lnTo>
                    <a:pt x="2584704" y="7619"/>
                  </a:lnTo>
                  <a:lnTo>
                    <a:pt x="2583180" y="7619"/>
                  </a:lnTo>
                  <a:lnTo>
                    <a:pt x="2581656" y="9143"/>
                  </a:lnTo>
                  <a:lnTo>
                    <a:pt x="2580132" y="9143"/>
                  </a:lnTo>
                  <a:lnTo>
                    <a:pt x="2577084" y="6095"/>
                  </a:lnTo>
                  <a:close/>
                </a:path>
                <a:path w="3712845" h="9525">
                  <a:moveTo>
                    <a:pt x="2624328" y="6095"/>
                  </a:moveTo>
                  <a:lnTo>
                    <a:pt x="2624328" y="3047"/>
                  </a:lnTo>
                  <a:lnTo>
                    <a:pt x="2625852" y="3047"/>
                  </a:lnTo>
                  <a:lnTo>
                    <a:pt x="2625852" y="6095"/>
                  </a:lnTo>
                  <a:lnTo>
                    <a:pt x="2624328" y="6095"/>
                  </a:lnTo>
                  <a:close/>
                </a:path>
                <a:path w="3712845" h="9525">
                  <a:moveTo>
                    <a:pt x="2622804" y="7619"/>
                  </a:moveTo>
                  <a:lnTo>
                    <a:pt x="2622804" y="1524"/>
                  </a:lnTo>
                  <a:lnTo>
                    <a:pt x="2624328" y="1524"/>
                  </a:lnTo>
                  <a:lnTo>
                    <a:pt x="2624328" y="7619"/>
                  </a:lnTo>
                  <a:lnTo>
                    <a:pt x="2622804" y="7619"/>
                  </a:lnTo>
                  <a:close/>
                </a:path>
                <a:path w="3712845" h="9525">
                  <a:moveTo>
                    <a:pt x="2619756" y="9143"/>
                  </a:moveTo>
                  <a:lnTo>
                    <a:pt x="2619756" y="0"/>
                  </a:lnTo>
                  <a:lnTo>
                    <a:pt x="2622804" y="0"/>
                  </a:lnTo>
                  <a:lnTo>
                    <a:pt x="2622804" y="9143"/>
                  </a:lnTo>
                  <a:lnTo>
                    <a:pt x="2619756" y="9143"/>
                  </a:lnTo>
                  <a:close/>
                </a:path>
                <a:path w="3712845" h="9525">
                  <a:moveTo>
                    <a:pt x="2618232" y="7619"/>
                  </a:moveTo>
                  <a:lnTo>
                    <a:pt x="2618232" y="1524"/>
                  </a:lnTo>
                  <a:lnTo>
                    <a:pt x="2619756" y="1524"/>
                  </a:lnTo>
                  <a:lnTo>
                    <a:pt x="2619756" y="7619"/>
                  </a:lnTo>
                  <a:lnTo>
                    <a:pt x="2618232" y="7619"/>
                  </a:lnTo>
                  <a:close/>
                </a:path>
                <a:path w="3712845" h="9525">
                  <a:moveTo>
                    <a:pt x="2616708" y="6095"/>
                  </a:moveTo>
                  <a:lnTo>
                    <a:pt x="2616708" y="3047"/>
                  </a:lnTo>
                  <a:lnTo>
                    <a:pt x="2618232" y="3047"/>
                  </a:lnTo>
                  <a:lnTo>
                    <a:pt x="2618232" y="6095"/>
                  </a:lnTo>
                  <a:lnTo>
                    <a:pt x="2616708" y="6095"/>
                  </a:lnTo>
                  <a:close/>
                </a:path>
                <a:path w="3712845" h="9525">
                  <a:moveTo>
                    <a:pt x="2657856" y="6095"/>
                  </a:moveTo>
                  <a:lnTo>
                    <a:pt x="2657856" y="3047"/>
                  </a:lnTo>
                  <a:lnTo>
                    <a:pt x="2660904" y="0"/>
                  </a:lnTo>
                  <a:lnTo>
                    <a:pt x="2662428" y="0"/>
                  </a:lnTo>
                  <a:lnTo>
                    <a:pt x="2665476" y="3047"/>
                  </a:lnTo>
                  <a:lnTo>
                    <a:pt x="2665476" y="6095"/>
                  </a:lnTo>
                  <a:lnTo>
                    <a:pt x="2662428" y="9143"/>
                  </a:lnTo>
                  <a:lnTo>
                    <a:pt x="2660904" y="9143"/>
                  </a:lnTo>
                  <a:lnTo>
                    <a:pt x="2657856" y="6095"/>
                  </a:lnTo>
                  <a:close/>
                </a:path>
                <a:path w="3712845" h="9525">
                  <a:moveTo>
                    <a:pt x="2705100" y="6095"/>
                  </a:moveTo>
                  <a:lnTo>
                    <a:pt x="2705100" y="3047"/>
                  </a:lnTo>
                  <a:lnTo>
                    <a:pt x="2706624" y="3047"/>
                  </a:lnTo>
                  <a:lnTo>
                    <a:pt x="2706624" y="6095"/>
                  </a:lnTo>
                  <a:lnTo>
                    <a:pt x="2705100" y="6095"/>
                  </a:lnTo>
                  <a:close/>
                </a:path>
                <a:path w="3712845" h="9525">
                  <a:moveTo>
                    <a:pt x="2703576" y="7619"/>
                  </a:moveTo>
                  <a:lnTo>
                    <a:pt x="2703576" y="1524"/>
                  </a:lnTo>
                  <a:lnTo>
                    <a:pt x="2705100" y="1524"/>
                  </a:lnTo>
                  <a:lnTo>
                    <a:pt x="2705100" y="7619"/>
                  </a:lnTo>
                  <a:lnTo>
                    <a:pt x="2703576" y="7619"/>
                  </a:lnTo>
                  <a:close/>
                </a:path>
                <a:path w="3712845" h="9525">
                  <a:moveTo>
                    <a:pt x="2700528" y="9143"/>
                  </a:moveTo>
                  <a:lnTo>
                    <a:pt x="2700528" y="0"/>
                  </a:lnTo>
                  <a:lnTo>
                    <a:pt x="2703576" y="0"/>
                  </a:lnTo>
                  <a:lnTo>
                    <a:pt x="2703576" y="9143"/>
                  </a:lnTo>
                  <a:lnTo>
                    <a:pt x="2700528" y="9143"/>
                  </a:lnTo>
                  <a:close/>
                </a:path>
                <a:path w="3712845" h="9525">
                  <a:moveTo>
                    <a:pt x="2699004" y="7619"/>
                  </a:moveTo>
                  <a:lnTo>
                    <a:pt x="2699004" y="1524"/>
                  </a:lnTo>
                  <a:lnTo>
                    <a:pt x="2700528" y="1524"/>
                  </a:lnTo>
                  <a:lnTo>
                    <a:pt x="2700528" y="7619"/>
                  </a:lnTo>
                  <a:lnTo>
                    <a:pt x="2699004" y="7619"/>
                  </a:lnTo>
                  <a:close/>
                </a:path>
                <a:path w="3712845" h="9525">
                  <a:moveTo>
                    <a:pt x="2697480" y="6095"/>
                  </a:moveTo>
                  <a:lnTo>
                    <a:pt x="2697480" y="3047"/>
                  </a:lnTo>
                  <a:lnTo>
                    <a:pt x="2699004" y="3047"/>
                  </a:lnTo>
                  <a:lnTo>
                    <a:pt x="2699004" y="6095"/>
                  </a:lnTo>
                  <a:lnTo>
                    <a:pt x="2697480" y="6095"/>
                  </a:lnTo>
                  <a:close/>
                </a:path>
                <a:path w="3712845" h="9525">
                  <a:moveTo>
                    <a:pt x="2738628" y="7619"/>
                  </a:moveTo>
                  <a:lnTo>
                    <a:pt x="2738628" y="1524"/>
                  </a:lnTo>
                  <a:lnTo>
                    <a:pt x="2740152" y="1524"/>
                  </a:lnTo>
                  <a:lnTo>
                    <a:pt x="2741676" y="0"/>
                  </a:lnTo>
                  <a:lnTo>
                    <a:pt x="2743200" y="0"/>
                  </a:lnTo>
                  <a:lnTo>
                    <a:pt x="2746248" y="3047"/>
                  </a:lnTo>
                  <a:lnTo>
                    <a:pt x="2746248" y="6095"/>
                  </a:lnTo>
                  <a:lnTo>
                    <a:pt x="2743200" y="9143"/>
                  </a:lnTo>
                  <a:lnTo>
                    <a:pt x="2741676" y="9143"/>
                  </a:lnTo>
                  <a:lnTo>
                    <a:pt x="2740152" y="7619"/>
                  </a:lnTo>
                  <a:lnTo>
                    <a:pt x="2738628" y="7619"/>
                  </a:lnTo>
                  <a:close/>
                </a:path>
                <a:path w="3712845" h="9525">
                  <a:moveTo>
                    <a:pt x="2778252" y="6095"/>
                  </a:moveTo>
                  <a:lnTo>
                    <a:pt x="2778252" y="3047"/>
                  </a:lnTo>
                  <a:lnTo>
                    <a:pt x="2781300" y="0"/>
                  </a:lnTo>
                  <a:lnTo>
                    <a:pt x="2782824" y="0"/>
                  </a:lnTo>
                  <a:lnTo>
                    <a:pt x="2784348" y="1524"/>
                  </a:lnTo>
                  <a:lnTo>
                    <a:pt x="2785872" y="1524"/>
                  </a:lnTo>
                  <a:lnTo>
                    <a:pt x="2785872" y="7619"/>
                  </a:lnTo>
                  <a:lnTo>
                    <a:pt x="2784348" y="7619"/>
                  </a:lnTo>
                  <a:lnTo>
                    <a:pt x="2782824" y="9143"/>
                  </a:lnTo>
                  <a:lnTo>
                    <a:pt x="2781300" y="9143"/>
                  </a:lnTo>
                  <a:lnTo>
                    <a:pt x="2778252" y="6095"/>
                  </a:lnTo>
                  <a:close/>
                </a:path>
                <a:path w="3712845" h="9525">
                  <a:moveTo>
                    <a:pt x="2823972" y="7619"/>
                  </a:moveTo>
                  <a:lnTo>
                    <a:pt x="2823972" y="1524"/>
                  </a:lnTo>
                  <a:lnTo>
                    <a:pt x="2825496" y="1524"/>
                  </a:lnTo>
                  <a:lnTo>
                    <a:pt x="2827020" y="3047"/>
                  </a:lnTo>
                  <a:lnTo>
                    <a:pt x="2827020" y="6095"/>
                  </a:lnTo>
                  <a:lnTo>
                    <a:pt x="2825496" y="7619"/>
                  </a:lnTo>
                  <a:lnTo>
                    <a:pt x="2823972" y="7619"/>
                  </a:lnTo>
                  <a:close/>
                </a:path>
                <a:path w="3712845" h="9525">
                  <a:moveTo>
                    <a:pt x="2820924" y="9143"/>
                  </a:moveTo>
                  <a:lnTo>
                    <a:pt x="2820924" y="0"/>
                  </a:lnTo>
                  <a:lnTo>
                    <a:pt x="2823972" y="0"/>
                  </a:lnTo>
                  <a:lnTo>
                    <a:pt x="2823972" y="9143"/>
                  </a:lnTo>
                  <a:lnTo>
                    <a:pt x="2820924" y="9143"/>
                  </a:lnTo>
                  <a:close/>
                </a:path>
                <a:path w="3712845" h="9525">
                  <a:moveTo>
                    <a:pt x="2819400" y="7619"/>
                  </a:moveTo>
                  <a:lnTo>
                    <a:pt x="2819400" y="1524"/>
                  </a:lnTo>
                  <a:lnTo>
                    <a:pt x="2820924" y="1524"/>
                  </a:lnTo>
                  <a:lnTo>
                    <a:pt x="2820924" y="7619"/>
                  </a:lnTo>
                  <a:lnTo>
                    <a:pt x="2819400" y="7619"/>
                  </a:lnTo>
                  <a:close/>
                </a:path>
                <a:path w="3712845" h="9525">
                  <a:moveTo>
                    <a:pt x="2859024" y="6095"/>
                  </a:moveTo>
                  <a:lnTo>
                    <a:pt x="2859024" y="3047"/>
                  </a:lnTo>
                  <a:lnTo>
                    <a:pt x="2862072" y="0"/>
                  </a:lnTo>
                  <a:lnTo>
                    <a:pt x="2863596" y="0"/>
                  </a:lnTo>
                  <a:lnTo>
                    <a:pt x="2866644" y="3047"/>
                  </a:lnTo>
                  <a:lnTo>
                    <a:pt x="2866644" y="6095"/>
                  </a:lnTo>
                  <a:lnTo>
                    <a:pt x="2863596" y="9143"/>
                  </a:lnTo>
                  <a:lnTo>
                    <a:pt x="2862072" y="9143"/>
                  </a:lnTo>
                  <a:lnTo>
                    <a:pt x="2859024" y="6095"/>
                  </a:lnTo>
                  <a:close/>
                </a:path>
                <a:path w="3712845" h="9525">
                  <a:moveTo>
                    <a:pt x="2906268" y="6095"/>
                  </a:moveTo>
                  <a:lnTo>
                    <a:pt x="2906268" y="3047"/>
                  </a:lnTo>
                  <a:lnTo>
                    <a:pt x="2907792" y="3047"/>
                  </a:lnTo>
                  <a:lnTo>
                    <a:pt x="2907792" y="6095"/>
                  </a:lnTo>
                  <a:lnTo>
                    <a:pt x="2906268" y="6095"/>
                  </a:lnTo>
                  <a:close/>
                </a:path>
                <a:path w="3712845" h="9525">
                  <a:moveTo>
                    <a:pt x="2904744" y="7619"/>
                  </a:moveTo>
                  <a:lnTo>
                    <a:pt x="2904744" y="1524"/>
                  </a:lnTo>
                  <a:lnTo>
                    <a:pt x="2906268" y="1524"/>
                  </a:lnTo>
                  <a:lnTo>
                    <a:pt x="2906268" y="7619"/>
                  </a:lnTo>
                  <a:lnTo>
                    <a:pt x="2904744" y="7619"/>
                  </a:lnTo>
                  <a:close/>
                </a:path>
                <a:path w="3712845" h="9525">
                  <a:moveTo>
                    <a:pt x="2901696" y="9143"/>
                  </a:moveTo>
                  <a:lnTo>
                    <a:pt x="2901696" y="0"/>
                  </a:lnTo>
                  <a:lnTo>
                    <a:pt x="2904744" y="0"/>
                  </a:lnTo>
                  <a:lnTo>
                    <a:pt x="2904744" y="9143"/>
                  </a:lnTo>
                  <a:lnTo>
                    <a:pt x="2901696" y="9143"/>
                  </a:lnTo>
                  <a:close/>
                </a:path>
                <a:path w="3712845" h="9525">
                  <a:moveTo>
                    <a:pt x="2900172" y="7619"/>
                  </a:moveTo>
                  <a:lnTo>
                    <a:pt x="2900172" y="1524"/>
                  </a:lnTo>
                  <a:lnTo>
                    <a:pt x="2901696" y="1524"/>
                  </a:lnTo>
                  <a:lnTo>
                    <a:pt x="2901696" y="7619"/>
                  </a:lnTo>
                  <a:lnTo>
                    <a:pt x="2900172" y="7619"/>
                  </a:lnTo>
                  <a:close/>
                </a:path>
                <a:path w="3712845" h="9525">
                  <a:moveTo>
                    <a:pt x="2898648" y="6095"/>
                  </a:moveTo>
                  <a:lnTo>
                    <a:pt x="2898648" y="3047"/>
                  </a:lnTo>
                  <a:lnTo>
                    <a:pt x="2900172" y="3047"/>
                  </a:lnTo>
                  <a:lnTo>
                    <a:pt x="2900172" y="6095"/>
                  </a:lnTo>
                  <a:lnTo>
                    <a:pt x="2898648" y="6095"/>
                  </a:lnTo>
                  <a:close/>
                </a:path>
                <a:path w="3712845" h="9525">
                  <a:moveTo>
                    <a:pt x="2939796" y="6095"/>
                  </a:moveTo>
                  <a:lnTo>
                    <a:pt x="2939796" y="3047"/>
                  </a:lnTo>
                  <a:lnTo>
                    <a:pt x="2942844" y="0"/>
                  </a:lnTo>
                  <a:lnTo>
                    <a:pt x="2944368" y="0"/>
                  </a:lnTo>
                  <a:lnTo>
                    <a:pt x="2947416" y="3047"/>
                  </a:lnTo>
                  <a:lnTo>
                    <a:pt x="2947416" y="6095"/>
                  </a:lnTo>
                  <a:lnTo>
                    <a:pt x="2944368" y="9143"/>
                  </a:lnTo>
                  <a:lnTo>
                    <a:pt x="2942844" y="9143"/>
                  </a:lnTo>
                  <a:lnTo>
                    <a:pt x="2939796" y="6095"/>
                  </a:lnTo>
                  <a:close/>
                </a:path>
                <a:path w="3712845" h="9525">
                  <a:moveTo>
                    <a:pt x="2985516" y="7619"/>
                  </a:moveTo>
                  <a:lnTo>
                    <a:pt x="2985516" y="1524"/>
                  </a:lnTo>
                  <a:lnTo>
                    <a:pt x="2987040" y="1524"/>
                  </a:lnTo>
                  <a:lnTo>
                    <a:pt x="2987040" y="7619"/>
                  </a:lnTo>
                  <a:lnTo>
                    <a:pt x="2985516" y="7619"/>
                  </a:lnTo>
                  <a:close/>
                </a:path>
                <a:path w="3712845" h="9525">
                  <a:moveTo>
                    <a:pt x="2979420" y="6095"/>
                  </a:moveTo>
                  <a:lnTo>
                    <a:pt x="2979420" y="3047"/>
                  </a:lnTo>
                  <a:lnTo>
                    <a:pt x="2982468" y="0"/>
                  </a:lnTo>
                  <a:lnTo>
                    <a:pt x="2985516" y="0"/>
                  </a:lnTo>
                  <a:lnTo>
                    <a:pt x="2985516" y="9143"/>
                  </a:lnTo>
                  <a:lnTo>
                    <a:pt x="2982468" y="9143"/>
                  </a:lnTo>
                  <a:lnTo>
                    <a:pt x="2979420" y="6095"/>
                  </a:lnTo>
                  <a:close/>
                </a:path>
                <a:path w="3712845" h="9525">
                  <a:moveTo>
                    <a:pt x="3022092" y="9143"/>
                  </a:moveTo>
                  <a:lnTo>
                    <a:pt x="3022092" y="0"/>
                  </a:lnTo>
                  <a:lnTo>
                    <a:pt x="3025140" y="0"/>
                  </a:lnTo>
                  <a:lnTo>
                    <a:pt x="3028188" y="3047"/>
                  </a:lnTo>
                  <a:lnTo>
                    <a:pt x="3028188" y="6095"/>
                  </a:lnTo>
                  <a:lnTo>
                    <a:pt x="3025140" y="9143"/>
                  </a:lnTo>
                  <a:lnTo>
                    <a:pt x="3022092" y="9143"/>
                  </a:lnTo>
                  <a:close/>
                </a:path>
                <a:path w="3712845" h="9525">
                  <a:moveTo>
                    <a:pt x="3020568" y="7619"/>
                  </a:moveTo>
                  <a:lnTo>
                    <a:pt x="3020568" y="1524"/>
                  </a:lnTo>
                  <a:lnTo>
                    <a:pt x="3022092" y="1524"/>
                  </a:lnTo>
                  <a:lnTo>
                    <a:pt x="3022092" y="7619"/>
                  </a:lnTo>
                  <a:lnTo>
                    <a:pt x="3020568" y="7619"/>
                  </a:lnTo>
                  <a:close/>
                </a:path>
                <a:path w="3712845" h="9525">
                  <a:moveTo>
                    <a:pt x="3060192" y="6095"/>
                  </a:moveTo>
                  <a:lnTo>
                    <a:pt x="3060192" y="3047"/>
                  </a:lnTo>
                  <a:lnTo>
                    <a:pt x="3063240" y="0"/>
                  </a:lnTo>
                  <a:lnTo>
                    <a:pt x="3064764" y="0"/>
                  </a:lnTo>
                  <a:lnTo>
                    <a:pt x="3066288" y="1524"/>
                  </a:lnTo>
                  <a:lnTo>
                    <a:pt x="3067812" y="1524"/>
                  </a:lnTo>
                  <a:lnTo>
                    <a:pt x="3067812" y="7619"/>
                  </a:lnTo>
                  <a:lnTo>
                    <a:pt x="3066288" y="7619"/>
                  </a:lnTo>
                  <a:lnTo>
                    <a:pt x="3064764" y="9143"/>
                  </a:lnTo>
                  <a:lnTo>
                    <a:pt x="3063240" y="9143"/>
                  </a:lnTo>
                  <a:lnTo>
                    <a:pt x="3060192" y="6095"/>
                  </a:lnTo>
                  <a:close/>
                </a:path>
                <a:path w="3712845" h="9525">
                  <a:moveTo>
                    <a:pt x="3107436" y="6095"/>
                  </a:moveTo>
                  <a:lnTo>
                    <a:pt x="3107436" y="3047"/>
                  </a:lnTo>
                  <a:lnTo>
                    <a:pt x="3108960" y="3047"/>
                  </a:lnTo>
                  <a:lnTo>
                    <a:pt x="3108960" y="6095"/>
                  </a:lnTo>
                  <a:lnTo>
                    <a:pt x="3107436" y="6095"/>
                  </a:lnTo>
                  <a:close/>
                </a:path>
                <a:path w="3712845" h="9525">
                  <a:moveTo>
                    <a:pt x="3105912" y="7619"/>
                  </a:moveTo>
                  <a:lnTo>
                    <a:pt x="3105912" y="1524"/>
                  </a:lnTo>
                  <a:lnTo>
                    <a:pt x="3107436" y="1524"/>
                  </a:lnTo>
                  <a:lnTo>
                    <a:pt x="3107436" y="7619"/>
                  </a:lnTo>
                  <a:lnTo>
                    <a:pt x="3105912" y="7619"/>
                  </a:lnTo>
                  <a:close/>
                </a:path>
                <a:path w="3712845" h="9525">
                  <a:moveTo>
                    <a:pt x="3102864" y="9143"/>
                  </a:moveTo>
                  <a:lnTo>
                    <a:pt x="3102864" y="0"/>
                  </a:lnTo>
                  <a:lnTo>
                    <a:pt x="3105912" y="0"/>
                  </a:lnTo>
                  <a:lnTo>
                    <a:pt x="3105912" y="9143"/>
                  </a:lnTo>
                  <a:lnTo>
                    <a:pt x="3102864" y="9143"/>
                  </a:lnTo>
                  <a:close/>
                </a:path>
                <a:path w="3712845" h="9525">
                  <a:moveTo>
                    <a:pt x="3101340" y="7619"/>
                  </a:moveTo>
                  <a:lnTo>
                    <a:pt x="3101340" y="1524"/>
                  </a:lnTo>
                  <a:lnTo>
                    <a:pt x="3102864" y="1524"/>
                  </a:lnTo>
                  <a:lnTo>
                    <a:pt x="3102864" y="7619"/>
                  </a:lnTo>
                  <a:lnTo>
                    <a:pt x="3101340" y="7619"/>
                  </a:lnTo>
                  <a:close/>
                </a:path>
                <a:path w="3712845" h="9525">
                  <a:moveTo>
                    <a:pt x="3099816" y="6095"/>
                  </a:moveTo>
                  <a:lnTo>
                    <a:pt x="3099816" y="3047"/>
                  </a:lnTo>
                  <a:lnTo>
                    <a:pt x="3101340" y="3047"/>
                  </a:lnTo>
                  <a:lnTo>
                    <a:pt x="3101340" y="6095"/>
                  </a:lnTo>
                  <a:lnTo>
                    <a:pt x="3099816" y="6095"/>
                  </a:lnTo>
                  <a:close/>
                </a:path>
                <a:path w="3712845" h="9525">
                  <a:moveTo>
                    <a:pt x="3140964" y="6095"/>
                  </a:moveTo>
                  <a:lnTo>
                    <a:pt x="3140964" y="3047"/>
                  </a:lnTo>
                  <a:lnTo>
                    <a:pt x="3144012" y="0"/>
                  </a:lnTo>
                  <a:lnTo>
                    <a:pt x="3145536" y="0"/>
                  </a:lnTo>
                  <a:lnTo>
                    <a:pt x="3148584" y="3047"/>
                  </a:lnTo>
                  <a:lnTo>
                    <a:pt x="3148584" y="6095"/>
                  </a:lnTo>
                  <a:lnTo>
                    <a:pt x="3145536" y="9143"/>
                  </a:lnTo>
                  <a:lnTo>
                    <a:pt x="3144012" y="9143"/>
                  </a:lnTo>
                  <a:lnTo>
                    <a:pt x="3140964" y="6095"/>
                  </a:lnTo>
                  <a:close/>
                </a:path>
                <a:path w="3712845" h="9525">
                  <a:moveTo>
                    <a:pt x="3188208" y="6095"/>
                  </a:moveTo>
                  <a:lnTo>
                    <a:pt x="3188208" y="3047"/>
                  </a:lnTo>
                  <a:lnTo>
                    <a:pt x="3189732" y="3047"/>
                  </a:lnTo>
                  <a:lnTo>
                    <a:pt x="3189732" y="6095"/>
                  </a:lnTo>
                  <a:lnTo>
                    <a:pt x="3188208" y="6095"/>
                  </a:lnTo>
                  <a:close/>
                </a:path>
                <a:path w="3712845" h="9525">
                  <a:moveTo>
                    <a:pt x="3186684" y="7619"/>
                  </a:moveTo>
                  <a:lnTo>
                    <a:pt x="3186684" y="1524"/>
                  </a:lnTo>
                  <a:lnTo>
                    <a:pt x="3188208" y="1524"/>
                  </a:lnTo>
                  <a:lnTo>
                    <a:pt x="3188208" y="7619"/>
                  </a:lnTo>
                  <a:lnTo>
                    <a:pt x="3186684" y="7619"/>
                  </a:lnTo>
                  <a:close/>
                </a:path>
                <a:path w="3712845" h="9525">
                  <a:moveTo>
                    <a:pt x="3183636" y="9143"/>
                  </a:moveTo>
                  <a:lnTo>
                    <a:pt x="3183636" y="0"/>
                  </a:lnTo>
                  <a:lnTo>
                    <a:pt x="3186684" y="0"/>
                  </a:lnTo>
                  <a:lnTo>
                    <a:pt x="3186684" y="9143"/>
                  </a:lnTo>
                  <a:lnTo>
                    <a:pt x="3183636" y="9143"/>
                  </a:lnTo>
                  <a:close/>
                </a:path>
                <a:path w="3712845" h="9525">
                  <a:moveTo>
                    <a:pt x="3182112" y="7619"/>
                  </a:moveTo>
                  <a:lnTo>
                    <a:pt x="3182112" y="1524"/>
                  </a:lnTo>
                  <a:lnTo>
                    <a:pt x="3183636" y="1524"/>
                  </a:lnTo>
                  <a:lnTo>
                    <a:pt x="3183636" y="7619"/>
                  </a:lnTo>
                  <a:lnTo>
                    <a:pt x="3182112" y="7619"/>
                  </a:lnTo>
                  <a:close/>
                </a:path>
                <a:path w="3712845" h="9525">
                  <a:moveTo>
                    <a:pt x="3180588" y="6095"/>
                  </a:moveTo>
                  <a:lnTo>
                    <a:pt x="3180588" y="3047"/>
                  </a:lnTo>
                  <a:lnTo>
                    <a:pt x="3182112" y="3047"/>
                  </a:lnTo>
                  <a:lnTo>
                    <a:pt x="3182112" y="6095"/>
                  </a:lnTo>
                  <a:lnTo>
                    <a:pt x="3180588" y="6095"/>
                  </a:lnTo>
                  <a:close/>
                </a:path>
                <a:path w="3712845" h="9525">
                  <a:moveTo>
                    <a:pt x="3221736" y="7619"/>
                  </a:moveTo>
                  <a:lnTo>
                    <a:pt x="3221736" y="1524"/>
                  </a:lnTo>
                  <a:lnTo>
                    <a:pt x="3223260" y="1524"/>
                  </a:lnTo>
                  <a:lnTo>
                    <a:pt x="3224784" y="0"/>
                  </a:lnTo>
                  <a:lnTo>
                    <a:pt x="3226308" y="0"/>
                  </a:lnTo>
                  <a:lnTo>
                    <a:pt x="3229356" y="3047"/>
                  </a:lnTo>
                  <a:lnTo>
                    <a:pt x="3229356" y="6095"/>
                  </a:lnTo>
                  <a:lnTo>
                    <a:pt x="3226308" y="9143"/>
                  </a:lnTo>
                  <a:lnTo>
                    <a:pt x="3224784" y="9143"/>
                  </a:lnTo>
                  <a:lnTo>
                    <a:pt x="3223260" y="7619"/>
                  </a:lnTo>
                  <a:lnTo>
                    <a:pt x="3221736" y="7619"/>
                  </a:lnTo>
                  <a:close/>
                </a:path>
                <a:path w="3712845" h="9525">
                  <a:moveTo>
                    <a:pt x="3261360" y="6095"/>
                  </a:moveTo>
                  <a:lnTo>
                    <a:pt x="3261360" y="3047"/>
                  </a:lnTo>
                  <a:lnTo>
                    <a:pt x="3264408" y="0"/>
                  </a:lnTo>
                  <a:lnTo>
                    <a:pt x="3265932" y="0"/>
                  </a:lnTo>
                  <a:lnTo>
                    <a:pt x="3267456" y="1524"/>
                  </a:lnTo>
                  <a:lnTo>
                    <a:pt x="3268980" y="1524"/>
                  </a:lnTo>
                  <a:lnTo>
                    <a:pt x="3268980" y="7619"/>
                  </a:lnTo>
                  <a:lnTo>
                    <a:pt x="3267456" y="7619"/>
                  </a:lnTo>
                  <a:lnTo>
                    <a:pt x="3265932" y="9143"/>
                  </a:lnTo>
                  <a:lnTo>
                    <a:pt x="3264408" y="9143"/>
                  </a:lnTo>
                  <a:lnTo>
                    <a:pt x="3261360" y="6095"/>
                  </a:lnTo>
                  <a:close/>
                </a:path>
                <a:path w="3712845" h="9525">
                  <a:moveTo>
                    <a:pt x="3307080" y="7619"/>
                  </a:moveTo>
                  <a:lnTo>
                    <a:pt x="3307080" y="1524"/>
                  </a:lnTo>
                  <a:lnTo>
                    <a:pt x="3308604" y="1524"/>
                  </a:lnTo>
                  <a:lnTo>
                    <a:pt x="3310128" y="3047"/>
                  </a:lnTo>
                  <a:lnTo>
                    <a:pt x="3310128" y="6095"/>
                  </a:lnTo>
                  <a:lnTo>
                    <a:pt x="3308604" y="7619"/>
                  </a:lnTo>
                  <a:lnTo>
                    <a:pt x="3307080" y="7619"/>
                  </a:lnTo>
                  <a:close/>
                </a:path>
                <a:path w="3712845" h="9525">
                  <a:moveTo>
                    <a:pt x="3304032" y="9143"/>
                  </a:moveTo>
                  <a:lnTo>
                    <a:pt x="3304032" y="0"/>
                  </a:lnTo>
                  <a:lnTo>
                    <a:pt x="3307080" y="0"/>
                  </a:lnTo>
                  <a:lnTo>
                    <a:pt x="3307080" y="9143"/>
                  </a:lnTo>
                  <a:lnTo>
                    <a:pt x="3304032" y="9143"/>
                  </a:lnTo>
                  <a:close/>
                </a:path>
                <a:path w="3712845" h="9525">
                  <a:moveTo>
                    <a:pt x="3302508" y="7619"/>
                  </a:moveTo>
                  <a:lnTo>
                    <a:pt x="3302508" y="1524"/>
                  </a:lnTo>
                  <a:lnTo>
                    <a:pt x="3304032" y="1524"/>
                  </a:lnTo>
                  <a:lnTo>
                    <a:pt x="3304032" y="7619"/>
                  </a:lnTo>
                  <a:lnTo>
                    <a:pt x="3302508" y="7619"/>
                  </a:lnTo>
                  <a:close/>
                </a:path>
                <a:path w="3712845" h="9525">
                  <a:moveTo>
                    <a:pt x="3300984" y="6095"/>
                  </a:moveTo>
                  <a:lnTo>
                    <a:pt x="3300984" y="3047"/>
                  </a:lnTo>
                  <a:lnTo>
                    <a:pt x="3302508" y="3047"/>
                  </a:lnTo>
                  <a:lnTo>
                    <a:pt x="3302508" y="6095"/>
                  </a:lnTo>
                  <a:lnTo>
                    <a:pt x="3300984" y="6095"/>
                  </a:lnTo>
                  <a:close/>
                </a:path>
                <a:path w="3712845" h="9525">
                  <a:moveTo>
                    <a:pt x="3342132" y="6095"/>
                  </a:moveTo>
                  <a:lnTo>
                    <a:pt x="3342132" y="3047"/>
                  </a:lnTo>
                  <a:lnTo>
                    <a:pt x="3345180" y="0"/>
                  </a:lnTo>
                  <a:lnTo>
                    <a:pt x="3346704" y="0"/>
                  </a:lnTo>
                  <a:lnTo>
                    <a:pt x="3349752" y="3047"/>
                  </a:lnTo>
                  <a:lnTo>
                    <a:pt x="3349752" y="6095"/>
                  </a:lnTo>
                  <a:lnTo>
                    <a:pt x="3346704" y="9143"/>
                  </a:lnTo>
                  <a:lnTo>
                    <a:pt x="3345180" y="9143"/>
                  </a:lnTo>
                  <a:lnTo>
                    <a:pt x="3342132" y="6095"/>
                  </a:lnTo>
                  <a:close/>
                </a:path>
                <a:path w="3712845" h="9525">
                  <a:moveTo>
                    <a:pt x="3389376" y="6095"/>
                  </a:moveTo>
                  <a:lnTo>
                    <a:pt x="3389376" y="3047"/>
                  </a:lnTo>
                  <a:lnTo>
                    <a:pt x="3390900" y="3047"/>
                  </a:lnTo>
                  <a:lnTo>
                    <a:pt x="3390900" y="6095"/>
                  </a:lnTo>
                  <a:lnTo>
                    <a:pt x="3389376" y="6095"/>
                  </a:lnTo>
                  <a:close/>
                </a:path>
                <a:path w="3712845" h="9525">
                  <a:moveTo>
                    <a:pt x="3387852" y="7619"/>
                  </a:moveTo>
                  <a:lnTo>
                    <a:pt x="3387852" y="1524"/>
                  </a:lnTo>
                  <a:lnTo>
                    <a:pt x="3389376" y="1524"/>
                  </a:lnTo>
                  <a:lnTo>
                    <a:pt x="3389376" y="7619"/>
                  </a:lnTo>
                  <a:lnTo>
                    <a:pt x="3387852" y="7619"/>
                  </a:lnTo>
                  <a:close/>
                </a:path>
                <a:path w="3712845" h="9525">
                  <a:moveTo>
                    <a:pt x="3384804" y="9143"/>
                  </a:moveTo>
                  <a:lnTo>
                    <a:pt x="3384804" y="0"/>
                  </a:lnTo>
                  <a:lnTo>
                    <a:pt x="3387852" y="0"/>
                  </a:lnTo>
                  <a:lnTo>
                    <a:pt x="3387852" y="9143"/>
                  </a:lnTo>
                  <a:lnTo>
                    <a:pt x="3384804" y="9143"/>
                  </a:lnTo>
                  <a:close/>
                </a:path>
                <a:path w="3712845" h="9525">
                  <a:moveTo>
                    <a:pt x="3383280" y="7619"/>
                  </a:moveTo>
                  <a:lnTo>
                    <a:pt x="3383280" y="1524"/>
                  </a:lnTo>
                  <a:lnTo>
                    <a:pt x="3384804" y="1524"/>
                  </a:lnTo>
                  <a:lnTo>
                    <a:pt x="3384804" y="7619"/>
                  </a:lnTo>
                  <a:lnTo>
                    <a:pt x="3383280" y="7619"/>
                  </a:lnTo>
                  <a:close/>
                </a:path>
                <a:path w="3712845" h="9525">
                  <a:moveTo>
                    <a:pt x="3381756" y="6095"/>
                  </a:moveTo>
                  <a:lnTo>
                    <a:pt x="3381756" y="3047"/>
                  </a:lnTo>
                  <a:lnTo>
                    <a:pt x="3383280" y="3047"/>
                  </a:lnTo>
                  <a:lnTo>
                    <a:pt x="3383280" y="6095"/>
                  </a:lnTo>
                  <a:lnTo>
                    <a:pt x="3381756" y="6095"/>
                  </a:lnTo>
                  <a:close/>
                </a:path>
                <a:path w="3712845" h="9525">
                  <a:moveTo>
                    <a:pt x="3422904" y="6095"/>
                  </a:moveTo>
                  <a:lnTo>
                    <a:pt x="3422904" y="3047"/>
                  </a:lnTo>
                  <a:lnTo>
                    <a:pt x="3425952" y="0"/>
                  </a:lnTo>
                  <a:lnTo>
                    <a:pt x="3427476" y="0"/>
                  </a:lnTo>
                  <a:lnTo>
                    <a:pt x="3430524" y="3047"/>
                  </a:lnTo>
                  <a:lnTo>
                    <a:pt x="3430524" y="6095"/>
                  </a:lnTo>
                  <a:lnTo>
                    <a:pt x="3427476" y="9143"/>
                  </a:lnTo>
                  <a:lnTo>
                    <a:pt x="3425952" y="9143"/>
                  </a:lnTo>
                  <a:lnTo>
                    <a:pt x="3422904" y="6095"/>
                  </a:lnTo>
                  <a:close/>
                </a:path>
                <a:path w="3712845" h="9525">
                  <a:moveTo>
                    <a:pt x="3468624" y="7619"/>
                  </a:moveTo>
                  <a:lnTo>
                    <a:pt x="3468624" y="1524"/>
                  </a:lnTo>
                  <a:lnTo>
                    <a:pt x="3470148" y="1524"/>
                  </a:lnTo>
                  <a:lnTo>
                    <a:pt x="3470148" y="7619"/>
                  </a:lnTo>
                  <a:lnTo>
                    <a:pt x="3468624" y="7619"/>
                  </a:lnTo>
                  <a:close/>
                </a:path>
                <a:path w="3712845" h="9525">
                  <a:moveTo>
                    <a:pt x="3462528" y="6095"/>
                  </a:moveTo>
                  <a:lnTo>
                    <a:pt x="3462528" y="3047"/>
                  </a:lnTo>
                  <a:lnTo>
                    <a:pt x="3465576" y="0"/>
                  </a:lnTo>
                  <a:lnTo>
                    <a:pt x="3468624" y="0"/>
                  </a:lnTo>
                  <a:lnTo>
                    <a:pt x="3468624" y="9143"/>
                  </a:lnTo>
                  <a:lnTo>
                    <a:pt x="3465576" y="9143"/>
                  </a:lnTo>
                  <a:lnTo>
                    <a:pt x="3462528" y="6095"/>
                  </a:lnTo>
                  <a:close/>
                </a:path>
                <a:path w="3712845" h="9525">
                  <a:moveTo>
                    <a:pt x="3505200" y="9143"/>
                  </a:moveTo>
                  <a:lnTo>
                    <a:pt x="3505200" y="0"/>
                  </a:lnTo>
                  <a:lnTo>
                    <a:pt x="3508248" y="0"/>
                  </a:lnTo>
                  <a:lnTo>
                    <a:pt x="3511296" y="3047"/>
                  </a:lnTo>
                  <a:lnTo>
                    <a:pt x="3511296" y="6095"/>
                  </a:lnTo>
                  <a:lnTo>
                    <a:pt x="3508248" y="9143"/>
                  </a:lnTo>
                  <a:lnTo>
                    <a:pt x="3505200" y="9143"/>
                  </a:lnTo>
                  <a:close/>
                </a:path>
                <a:path w="3712845" h="9525">
                  <a:moveTo>
                    <a:pt x="3503676" y="7619"/>
                  </a:moveTo>
                  <a:lnTo>
                    <a:pt x="3503676" y="1524"/>
                  </a:lnTo>
                  <a:lnTo>
                    <a:pt x="3505200" y="1524"/>
                  </a:lnTo>
                  <a:lnTo>
                    <a:pt x="3505200" y="7619"/>
                  </a:lnTo>
                  <a:lnTo>
                    <a:pt x="3503676" y="7619"/>
                  </a:lnTo>
                  <a:close/>
                </a:path>
                <a:path w="3712845" h="9525">
                  <a:moveTo>
                    <a:pt x="3543300" y="6095"/>
                  </a:moveTo>
                  <a:lnTo>
                    <a:pt x="3543300" y="3047"/>
                  </a:lnTo>
                  <a:lnTo>
                    <a:pt x="3546348" y="0"/>
                  </a:lnTo>
                  <a:lnTo>
                    <a:pt x="3547872" y="0"/>
                  </a:lnTo>
                  <a:lnTo>
                    <a:pt x="3550920" y="3047"/>
                  </a:lnTo>
                  <a:lnTo>
                    <a:pt x="3550920" y="6095"/>
                  </a:lnTo>
                  <a:lnTo>
                    <a:pt x="3547872" y="9143"/>
                  </a:lnTo>
                  <a:lnTo>
                    <a:pt x="3546348" y="9143"/>
                  </a:lnTo>
                  <a:lnTo>
                    <a:pt x="3543300" y="6095"/>
                  </a:lnTo>
                  <a:close/>
                </a:path>
                <a:path w="3712845" h="9525">
                  <a:moveTo>
                    <a:pt x="3590544" y="6095"/>
                  </a:moveTo>
                  <a:lnTo>
                    <a:pt x="3590544" y="3047"/>
                  </a:lnTo>
                  <a:lnTo>
                    <a:pt x="3592068" y="3047"/>
                  </a:lnTo>
                  <a:lnTo>
                    <a:pt x="3592068" y="6095"/>
                  </a:lnTo>
                  <a:lnTo>
                    <a:pt x="3590544" y="6095"/>
                  </a:lnTo>
                  <a:close/>
                </a:path>
                <a:path w="3712845" h="9525">
                  <a:moveTo>
                    <a:pt x="3589020" y="7619"/>
                  </a:moveTo>
                  <a:lnTo>
                    <a:pt x="3589020" y="1524"/>
                  </a:lnTo>
                  <a:lnTo>
                    <a:pt x="3590544" y="1524"/>
                  </a:lnTo>
                  <a:lnTo>
                    <a:pt x="3590544" y="7619"/>
                  </a:lnTo>
                  <a:lnTo>
                    <a:pt x="3589020" y="7619"/>
                  </a:lnTo>
                  <a:close/>
                </a:path>
                <a:path w="3712845" h="9525">
                  <a:moveTo>
                    <a:pt x="3585972" y="9143"/>
                  </a:moveTo>
                  <a:lnTo>
                    <a:pt x="3585972" y="0"/>
                  </a:lnTo>
                  <a:lnTo>
                    <a:pt x="3589020" y="0"/>
                  </a:lnTo>
                  <a:lnTo>
                    <a:pt x="3589020" y="9143"/>
                  </a:lnTo>
                  <a:lnTo>
                    <a:pt x="3585972" y="9143"/>
                  </a:lnTo>
                  <a:close/>
                </a:path>
                <a:path w="3712845" h="9525">
                  <a:moveTo>
                    <a:pt x="3584448" y="7619"/>
                  </a:moveTo>
                  <a:lnTo>
                    <a:pt x="3584448" y="1524"/>
                  </a:lnTo>
                  <a:lnTo>
                    <a:pt x="3585972" y="1524"/>
                  </a:lnTo>
                  <a:lnTo>
                    <a:pt x="3585972" y="7619"/>
                  </a:lnTo>
                  <a:lnTo>
                    <a:pt x="3584448" y="7619"/>
                  </a:lnTo>
                  <a:close/>
                </a:path>
                <a:path w="3712845" h="9525">
                  <a:moveTo>
                    <a:pt x="3582924" y="6095"/>
                  </a:moveTo>
                  <a:lnTo>
                    <a:pt x="3582924" y="3047"/>
                  </a:lnTo>
                  <a:lnTo>
                    <a:pt x="3584448" y="3047"/>
                  </a:lnTo>
                  <a:lnTo>
                    <a:pt x="3584448" y="6095"/>
                  </a:lnTo>
                  <a:lnTo>
                    <a:pt x="3582924" y="6095"/>
                  </a:lnTo>
                  <a:close/>
                </a:path>
                <a:path w="3712845" h="9525">
                  <a:moveTo>
                    <a:pt x="3624072" y="6095"/>
                  </a:moveTo>
                  <a:lnTo>
                    <a:pt x="3624072" y="3047"/>
                  </a:lnTo>
                  <a:lnTo>
                    <a:pt x="3627120" y="0"/>
                  </a:lnTo>
                  <a:lnTo>
                    <a:pt x="3628644" y="0"/>
                  </a:lnTo>
                  <a:lnTo>
                    <a:pt x="3631692" y="3047"/>
                  </a:lnTo>
                  <a:lnTo>
                    <a:pt x="3631692" y="6095"/>
                  </a:lnTo>
                  <a:lnTo>
                    <a:pt x="3628644" y="9143"/>
                  </a:lnTo>
                  <a:lnTo>
                    <a:pt x="3627120" y="9143"/>
                  </a:lnTo>
                  <a:lnTo>
                    <a:pt x="3624072" y="6095"/>
                  </a:lnTo>
                  <a:close/>
                </a:path>
                <a:path w="3712845" h="9525">
                  <a:moveTo>
                    <a:pt x="3671316" y="6095"/>
                  </a:moveTo>
                  <a:lnTo>
                    <a:pt x="3671316" y="3047"/>
                  </a:lnTo>
                  <a:lnTo>
                    <a:pt x="3672840" y="3047"/>
                  </a:lnTo>
                  <a:lnTo>
                    <a:pt x="3672840" y="6095"/>
                  </a:lnTo>
                  <a:lnTo>
                    <a:pt x="3671316" y="6095"/>
                  </a:lnTo>
                  <a:close/>
                </a:path>
                <a:path w="3712845" h="9525">
                  <a:moveTo>
                    <a:pt x="3669792" y="7619"/>
                  </a:moveTo>
                  <a:lnTo>
                    <a:pt x="3669792" y="1524"/>
                  </a:lnTo>
                  <a:lnTo>
                    <a:pt x="3671316" y="1524"/>
                  </a:lnTo>
                  <a:lnTo>
                    <a:pt x="3671316" y="7619"/>
                  </a:lnTo>
                  <a:lnTo>
                    <a:pt x="3669792" y="7619"/>
                  </a:lnTo>
                  <a:close/>
                </a:path>
                <a:path w="3712845" h="9525">
                  <a:moveTo>
                    <a:pt x="3666744" y="9143"/>
                  </a:moveTo>
                  <a:lnTo>
                    <a:pt x="3666744" y="0"/>
                  </a:lnTo>
                  <a:lnTo>
                    <a:pt x="3669792" y="0"/>
                  </a:lnTo>
                  <a:lnTo>
                    <a:pt x="3669792" y="9143"/>
                  </a:lnTo>
                  <a:lnTo>
                    <a:pt x="3666744" y="9143"/>
                  </a:lnTo>
                  <a:close/>
                </a:path>
                <a:path w="3712845" h="9525">
                  <a:moveTo>
                    <a:pt x="3663696" y="6095"/>
                  </a:moveTo>
                  <a:lnTo>
                    <a:pt x="3663696" y="3047"/>
                  </a:lnTo>
                  <a:lnTo>
                    <a:pt x="3665220" y="1524"/>
                  </a:lnTo>
                  <a:lnTo>
                    <a:pt x="3666744" y="1524"/>
                  </a:lnTo>
                  <a:lnTo>
                    <a:pt x="3666744" y="7619"/>
                  </a:lnTo>
                  <a:lnTo>
                    <a:pt x="3665220" y="7619"/>
                  </a:lnTo>
                  <a:lnTo>
                    <a:pt x="3663696" y="6095"/>
                  </a:lnTo>
                  <a:close/>
                </a:path>
                <a:path w="3712845" h="9525">
                  <a:moveTo>
                    <a:pt x="3704844" y="7619"/>
                  </a:moveTo>
                  <a:lnTo>
                    <a:pt x="3704844" y="1524"/>
                  </a:lnTo>
                  <a:lnTo>
                    <a:pt x="3706368" y="1524"/>
                  </a:lnTo>
                  <a:lnTo>
                    <a:pt x="3707892" y="0"/>
                  </a:lnTo>
                  <a:lnTo>
                    <a:pt x="3709416" y="0"/>
                  </a:lnTo>
                  <a:lnTo>
                    <a:pt x="3712464" y="3047"/>
                  </a:lnTo>
                  <a:lnTo>
                    <a:pt x="3712464" y="6095"/>
                  </a:lnTo>
                  <a:lnTo>
                    <a:pt x="3709416" y="9143"/>
                  </a:lnTo>
                  <a:lnTo>
                    <a:pt x="3707892" y="9143"/>
                  </a:lnTo>
                  <a:lnTo>
                    <a:pt x="3706368" y="7619"/>
                  </a:lnTo>
                  <a:lnTo>
                    <a:pt x="3704844" y="7619"/>
                  </a:lnTo>
                  <a:close/>
                </a:path>
              </a:pathLst>
            </a:custGeom>
            <a:solidFill>
              <a:srgbClr val="C8C6C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2" name="object 92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5743956" y="2430780"/>
              <a:ext cx="103632" cy="76200"/>
            </a:xfrm>
            <a:prstGeom prst="rect">
              <a:avLst/>
            </a:prstGeom>
          </p:spPr>
        </p:pic>
        <p:pic>
          <p:nvPicPr>
            <p:cNvPr id="93" name="object 93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5893308" y="2427731"/>
              <a:ext cx="105156" cy="79248"/>
            </a:xfrm>
            <a:prstGeom prst="rect">
              <a:avLst/>
            </a:prstGeom>
          </p:spPr>
        </p:pic>
        <p:pic>
          <p:nvPicPr>
            <p:cNvPr id="94" name="object 94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7862316" y="4443984"/>
              <a:ext cx="196596" cy="94488"/>
            </a:xfrm>
            <a:prstGeom prst="rect">
              <a:avLst/>
            </a:prstGeom>
          </p:spPr>
        </p:pic>
        <p:pic>
          <p:nvPicPr>
            <p:cNvPr id="95" name="object 95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5585460" y="2825495"/>
              <a:ext cx="83820" cy="751331"/>
            </a:xfrm>
            <a:prstGeom prst="rect">
              <a:avLst/>
            </a:prstGeom>
          </p:spPr>
        </p:pic>
        <p:pic>
          <p:nvPicPr>
            <p:cNvPr id="96" name="object 96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5870448" y="4002023"/>
              <a:ext cx="923544" cy="266700"/>
            </a:xfrm>
            <a:prstGeom prst="rect">
              <a:avLst/>
            </a:prstGeom>
          </p:spPr>
        </p:pic>
        <p:pic>
          <p:nvPicPr>
            <p:cNvPr id="97" name="object 97" descr="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6934200" y="3976116"/>
              <a:ext cx="182880" cy="172211"/>
            </a:xfrm>
            <a:prstGeom prst="rect">
              <a:avLst/>
            </a:prstGeom>
          </p:spPr>
        </p:pic>
        <p:pic>
          <p:nvPicPr>
            <p:cNvPr id="98" name="object 98" descr="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7223760" y="4002023"/>
              <a:ext cx="204216" cy="164592"/>
            </a:xfrm>
            <a:prstGeom prst="rect">
              <a:avLst/>
            </a:prstGeom>
          </p:spPr>
        </p:pic>
        <p:pic>
          <p:nvPicPr>
            <p:cNvPr id="99" name="object 99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7499604" y="4002023"/>
              <a:ext cx="245363" cy="214883"/>
            </a:xfrm>
            <a:prstGeom prst="rect">
              <a:avLst/>
            </a:prstGeom>
          </p:spPr>
        </p:pic>
        <p:pic>
          <p:nvPicPr>
            <p:cNvPr id="100" name="object 100" descr="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7845552" y="4002023"/>
              <a:ext cx="1804415" cy="307848"/>
            </a:xfrm>
            <a:prstGeom prst="rect">
              <a:avLst/>
            </a:prstGeom>
          </p:spPr>
        </p:pic>
        <p:sp>
          <p:nvSpPr>
            <p:cNvPr id="101" name="object 101" descr=""/>
            <p:cNvSpPr/>
            <p:nvPr/>
          </p:nvSpPr>
          <p:spPr>
            <a:xfrm>
              <a:off x="6223508" y="2711196"/>
              <a:ext cx="3479800" cy="1229995"/>
            </a:xfrm>
            <a:custGeom>
              <a:avLst/>
              <a:gdLst/>
              <a:ahLst/>
              <a:cxnLst/>
              <a:rect l="l" t="t" r="r" b="b"/>
              <a:pathLst>
                <a:path w="3479800" h="1229995">
                  <a:moveTo>
                    <a:pt x="3086100" y="854963"/>
                  </a:moveTo>
                  <a:lnTo>
                    <a:pt x="3086100" y="496823"/>
                  </a:lnTo>
                  <a:lnTo>
                    <a:pt x="3175000" y="661415"/>
                  </a:lnTo>
                  <a:lnTo>
                    <a:pt x="3479800" y="315467"/>
                  </a:lnTo>
                  <a:lnTo>
                    <a:pt x="3479800" y="1229867"/>
                  </a:lnTo>
                  <a:lnTo>
                    <a:pt x="3454400" y="1229867"/>
                  </a:lnTo>
                  <a:lnTo>
                    <a:pt x="3454400" y="489203"/>
                  </a:lnTo>
                  <a:lnTo>
                    <a:pt x="3441700" y="492251"/>
                  </a:lnTo>
                  <a:lnTo>
                    <a:pt x="3441700" y="1229867"/>
                  </a:lnTo>
                  <a:lnTo>
                    <a:pt x="3416300" y="1229867"/>
                  </a:lnTo>
                  <a:lnTo>
                    <a:pt x="3416300" y="489203"/>
                  </a:lnTo>
                  <a:lnTo>
                    <a:pt x="3403600" y="489203"/>
                  </a:lnTo>
                  <a:lnTo>
                    <a:pt x="3403600" y="1229867"/>
                  </a:lnTo>
                  <a:lnTo>
                    <a:pt x="3378200" y="1229867"/>
                  </a:lnTo>
                  <a:lnTo>
                    <a:pt x="3378200" y="489203"/>
                  </a:lnTo>
                  <a:lnTo>
                    <a:pt x="3365500" y="489203"/>
                  </a:lnTo>
                  <a:lnTo>
                    <a:pt x="3365500" y="1229867"/>
                  </a:lnTo>
                  <a:lnTo>
                    <a:pt x="3340100" y="1229867"/>
                  </a:lnTo>
                  <a:lnTo>
                    <a:pt x="3340100" y="490727"/>
                  </a:lnTo>
                  <a:lnTo>
                    <a:pt x="3327400" y="489203"/>
                  </a:lnTo>
                  <a:lnTo>
                    <a:pt x="3327400" y="1229867"/>
                  </a:lnTo>
                  <a:lnTo>
                    <a:pt x="3175000" y="1229867"/>
                  </a:lnTo>
                  <a:lnTo>
                    <a:pt x="3175000" y="856487"/>
                  </a:lnTo>
                  <a:lnTo>
                    <a:pt x="3162300" y="856487"/>
                  </a:lnTo>
                  <a:lnTo>
                    <a:pt x="3162300" y="1229867"/>
                  </a:lnTo>
                  <a:lnTo>
                    <a:pt x="3136900" y="1229867"/>
                  </a:lnTo>
                  <a:lnTo>
                    <a:pt x="3136900" y="854963"/>
                  </a:lnTo>
                  <a:lnTo>
                    <a:pt x="3124200" y="854963"/>
                  </a:lnTo>
                  <a:lnTo>
                    <a:pt x="3124200" y="1229867"/>
                  </a:lnTo>
                  <a:lnTo>
                    <a:pt x="3098800" y="1229867"/>
                  </a:lnTo>
                  <a:lnTo>
                    <a:pt x="3098800" y="858011"/>
                  </a:lnTo>
                  <a:lnTo>
                    <a:pt x="3086100" y="854963"/>
                  </a:lnTo>
                  <a:close/>
                </a:path>
                <a:path w="3479800" h="1229995">
                  <a:moveTo>
                    <a:pt x="3441700" y="858011"/>
                  </a:moveTo>
                  <a:lnTo>
                    <a:pt x="3441700" y="493775"/>
                  </a:lnTo>
                  <a:lnTo>
                    <a:pt x="3454400" y="495300"/>
                  </a:lnTo>
                  <a:lnTo>
                    <a:pt x="3454400" y="858011"/>
                  </a:lnTo>
                  <a:lnTo>
                    <a:pt x="3441700" y="858011"/>
                  </a:lnTo>
                  <a:close/>
                </a:path>
                <a:path w="3479800" h="1229995">
                  <a:moveTo>
                    <a:pt x="3441700" y="1225295"/>
                  </a:moveTo>
                  <a:lnTo>
                    <a:pt x="3441700" y="861059"/>
                  </a:lnTo>
                  <a:lnTo>
                    <a:pt x="3454400" y="861059"/>
                  </a:lnTo>
                  <a:lnTo>
                    <a:pt x="3454400" y="1222247"/>
                  </a:lnTo>
                  <a:lnTo>
                    <a:pt x="3441700" y="1225295"/>
                  </a:lnTo>
                  <a:close/>
                </a:path>
                <a:path w="3479800" h="1229995">
                  <a:moveTo>
                    <a:pt x="3441700" y="1229867"/>
                  </a:moveTo>
                  <a:lnTo>
                    <a:pt x="3441700" y="1226819"/>
                  </a:lnTo>
                  <a:lnTo>
                    <a:pt x="3454400" y="1229867"/>
                  </a:lnTo>
                  <a:lnTo>
                    <a:pt x="3441700" y="1229867"/>
                  </a:lnTo>
                  <a:close/>
                </a:path>
                <a:path w="3479800" h="1229995">
                  <a:moveTo>
                    <a:pt x="3403600" y="858011"/>
                  </a:moveTo>
                  <a:lnTo>
                    <a:pt x="3403600" y="496823"/>
                  </a:lnTo>
                  <a:lnTo>
                    <a:pt x="3416300" y="496823"/>
                  </a:lnTo>
                  <a:lnTo>
                    <a:pt x="3416300" y="854963"/>
                  </a:lnTo>
                  <a:lnTo>
                    <a:pt x="3403600" y="858011"/>
                  </a:lnTo>
                  <a:close/>
                </a:path>
                <a:path w="3479800" h="1229995">
                  <a:moveTo>
                    <a:pt x="3403600" y="1222247"/>
                  </a:moveTo>
                  <a:lnTo>
                    <a:pt x="3403600" y="864107"/>
                  </a:lnTo>
                  <a:lnTo>
                    <a:pt x="3416300" y="864107"/>
                  </a:lnTo>
                  <a:lnTo>
                    <a:pt x="3416300" y="1222247"/>
                  </a:lnTo>
                  <a:lnTo>
                    <a:pt x="3403600" y="1222247"/>
                  </a:lnTo>
                  <a:close/>
                </a:path>
                <a:path w="3479800" h="1229995">
                  <a:moveTo>
                    <a:pt x="3365500" y="854963"/>
                  </a:moveTo>
                  <a:lnTo>
                    <a:pt x="3365500" y="496823"/>
                  </a:lnTo>
                  <a:lnTo>
                    <a:pt x="3378200" y="496823"/>
                  </a:lnTo>
                  <a:lnTo>
                    <a:pt x="3378200" y="854963"/>
                  </a:lnTo>
                  <a:lnTo>
                    <a:pt x="3365500" y="854963"/>
                  </a:lnTo>
                  <a:close/>
                </a:path>
                <a:path w="3479800" h="1229995">
                  <a:moveTo>
                    <a:pt x="3365500" y="1222247"/>
                  </a:moveTo>
                  <a:lnTo>
                    <a:pt x="3365500" y="864107"/>
                  </a:lnTo>
                  <a:lnTo>
                    <a:pt x="3378200" y="864107"/>
                  </a:lnTo>
                  <a:lnTo>
                    <a:pt x="3378200" y="1222247"/>
                  </a:lnTo>
                  <a:lnTo>
                    <a:pt x="3365500" y="1222247"/>
                  </a:lnTo>
                  <a:close/>
                </a:path>
                <a:path w="3479800" h="1229995">
                  <a:moveTo>
                    <a:pt x="3327400" y="856487"/>
                  </a:moveTo>
                  <a:lnTo>
                    <a:pt x="3327400" y="496823"/>
                  </a:lnTo>
                  <a:lnTo>
                    <a:pt x="3340100" y="496823"/>
                  </a:lnTo>
                  <a:lnTo>
                    <a:pt x="3340100" y="856487"/>
                  </a:lnTo>
                  <a:lnTo>
                    <a:pt x="3327400" y="856487"/>
                  </a:lnTo>
                  <a:close/>
                </a:path>
                <a:path w="3479800" h="1229995">
                  <a:moveTo>
                    <a:pt x="3327400" y="1222247"/>
                  </a:moveTo>
                  <a:lnTo>
                    <a:pt x="3327400" y="864107"/>
                  </a:lnTo>
                  <a:lnTo>
                    <a:pt x="3340100" y="862583"/>
                  </a:lnTo>
                  <a:lnTo>
                    <a:pt x="3340100" y="1223771"/>
                  </a:lnTo>
                  <a:lnTo>
                    <a:pt x="3327400" y="1222247"/>
                  </a:lnTo>
                  <a:close/>
                </a:path>
                <a:path w="3479800" h="1229995">
                  <a:moveTo>
                    <a:pt x="3327400" y="1229867"/>
                  </a:moveTo>
                  <a:lnTo>
                    <a:pt x="3340100" y="1228343"/>
                  </a:lnTo>
                  <a:lnTo>
                    <a:pt x="3340100" y="1229867"/>
                  </a:lnTo>
                  <a:lnTo>
                    <a:pt x="3327400" y="1229867"/>
                  </a:lnTo>
                  <a:close/>
                </a:path>
                <a:path w="3479800" h="1229995">
                  <a:moveTo>
                    <a:pt x="3162300" y="1225295"/>
                  </a:moveTo>
                  <a:lnTo>
                    <a:pt x="3162300" y="862583"/>
                  </a:lnTo>
                  <a:lnTo>
                    <a:pt x="3175000" y="864107"/>
                  </a:lnTo>
                  <a:lnTo>
                    <a:pt x="3175000" y="1222247"/>
                  </a:lnTo>
                  <a:lnTo>
                    <a:pt x="3162300" y="1225295"/>
                  </a:lnTo>
                  <a:close/>
                </a:path>
                <a:path w="3479800" h="1229995">
                  <a:moveTo>
                    <a:pt x="3162300" y="1229867"/>
                  </a:moveTo>
                  <a:lnTo>
                    <a:pt x="3162300" y="1226819"/>
                  </a:lnTo>
                  <a:lnTo>
                    <a:pt x="3175000" y="1229867"/>
                  </a:lnTo>
                  <a:lnTo>
                    <a:pt x="3162300" y="1229867"/>
                  </a:lnTo>
                  <a:close/>
                </a:path>
                <a:path w="3479800" h="1229995">
                  <a:moveTo>
                    <a:pt x="3124200" y="1222247"/>
                  </a:moveTo>
                  <a:lnTo>
                    <a:pt x="3124200" y="864107"/>
                  </a:lnTo>
                  <a:lnTo>
                    <a:pt x="3136900" y="864107"/>
                  </a:lnTo>
                  <a:lnTo>
                    <a:pt x="3136900" y="1222247"/>
                  </a:lnTo>
                  <a:lnTo>
                    <a:pt x="3124200" y="1222247"/>
                  </a:lnTo>
                  <a:close/>
                </a:path>
                <a:path w="3479800" h="1229995">
                  <a:moveTo>
                    <a:pt x="3086100" y="1222247"/>
                  </a:moveTo>
                  <a:lnTo>
                    <a:pt x="3086100" y="864107"/>
                  </a:lnTo>
                  <a:lnTo>
                    <a:pt x="3098800" y="864107"/>
                  </a:lnTo>
                  <a:lnTo>
                    <a:pt x="3098800" y="1222247"/>
                  </a:lnTo>
                  <a:lnTo>
                    <a:pt x="3086100" y="1222247"/>
                  </a:lnTo>
                  <a:close/>
                </a:path>
                <a:path w="3479800" h="1229995">
                  <a:moveTo>
                    <a:pt x="2482033" y="858011"/>
                  </a:moveTo>
                  <a:lnTo>
                    <a:pt x="2540000" y="790955"/>
                  </a:lnTo>
                  <a:lnTo>
                    <a:pt x="2857500" y="0"/>
                  </a:lnTo>
                  <a:lnTo>
                    <a:pt x="3086100" y="490727"/>
                  </a:lnTo>
                  <a:lnTo>
                    <a:pt x="3086100" y="1229867"/>
                  </a:lnTo>
                  <a:lnTo>
                    <a:pt x="3060700" y="1229867"/>
                  </a:lnTo>
                  <a:lnTo>
                    <a:pt x="3060700" y="492251"/>
                  </a:lnTo>
                  <a:lnTo>
                    <a:pt x="3048000" y="489203"/>
                  </a:lnTo>
                  <a:lnTo>
                    <a:pt x="3048000" y="1229867"/>
                  </a:lnTo>
                  <a:lnTo>
                    <a:pt x="2971800" y="1229867"/>
                  </a:lnTo>
                  <a:lnTo>
                    <a:pt x="2971800" y="489203"/>
                  </a:lnTo>
                  <a:lnTo>
                    <a:pt x="2959100" y="492251"/>
                  </a:lnTo>
                  <a:lnTo>
                    <a:pt x="2959100" y="1229867"/>
                  </a:lnTo>
                  <a:lnTo>
                    <a:pt x="2933700" y="1229867"/>
                  </a:lnTo>
                  <a:lnTo>
                    <a:pt x="2933700" y="489203"/>
                  </a:lnTo>
                  <a:lnTo>
                    <a:pt x="2921000" y="489203"/>
                  </a:lnTo>
                  <a:lnTo>
                    <a:pt x="2921000" y="1229867"/>
                  </a:lnTo>
                  <a:lnTo>
                    <a:pt x="2895600" y="1229867"/>
                  </a:lnTo>
                  <a:lnTo>
                    <a:pt x="2895600" y="123443"/>
                  </a:lnTo>
                  <a:lnTo>
                    <a:pt x="2882900" y="123443"/>
                  </a:lnTo>
                  <a:lnTo>
                    <a:pt x="2882900" y="1229867"/>
                  </a:lnTo>
                  <a:lnTo>
                    <a:pt x="2857500" y="1229867"/>
                  </a:lnTo>
                  <a:lnTo>
                    <a:pt x="2857500" y="124967"/>
                  </a:lnTo>
                  <a:lnTo>
                    <a:pt x="2844800" y="123443"/>
                  </a:lnTo>
                  <a:lnTo>
                    <a:pt x="2844800" y="1229867"/>
                  </a:lnTo>
                  <a:lnTo>
                    <a:pt x="2730500" y="1229867"/>
                  </a:lnTo>
                  <a:lnTo>
                    <a:pt x="2730500" y="490727"/>
                  </a:lnTo>
                  <a:lnTo>
                    <a:pt x="2717800" y="490727"/>
                  </a:lnTo>
                  <a:lnTo>
                    <a:pt x="2717800" y="1229867"/>
                  </a:lnTo>
                  <a:lnTo>
                    <a:pt x="2692400" y="1229867"/>
                  </a:lnTo>
                  <a:lnTo>
                    <a:pt x="2692400" y="489203"/>
                  </a:lnTo>
                  <a:lnTo>
                    <a:pt x="2679700" y="489203"/>
                  </a:lnTo>
                  <a:lnTo>
                    <a:pt x="2679700" y="1229867"/>
                  </a:lnTo>
                  <a:lnTo>
                    <a:pt x="2654300" y="1229867"/>
                  </a:lnTo>
                  <a:lnTo>
                    <a:pt x="2654300" y="856487"/>
                  </a:lnTo>
                  <a:lnTo>
                    <a:pt x="2641600" y="854963"/>
                  </a:lnTo>
                  <a:lnTo>
                    <a:pt x="2641600" y="1229867"/>
                  </a:lnTo>
                  <a:lnTo>
                    <a:pt x="2616200" y="1229867"/>
                  </a:lnTo>
                  <a:lnTo>
                    <a:pt x="2616200" y="858011"/>
                  </a:lnTo>
                  <a:lnTo>
                    <a:pt x="2603500" y="854963"/>
                  </a:lnTo>
                  <a:lnTo>
                    <a:pt x="2603500" y="1229867"/>
                  </a:lnTo>
                  <a:lnTo>
                    <a:pt x="2489200" y="1229867"/>
                  </a:lnTo>
                  <a:lnTo>
                    <a:pt x="2489200" y="858011"/>
                  </a:lnTo>
                  <a:lnTo>
                    <a:pt x="2482033" y="858011"/>
                  </a:lnTo>
                  <a:close/>
                </a:path>
                <a:path w="3479800" h="1229995">
                  <a:moveTo>
                    <a:pt x="3048000" y="858011"/>
                  </a:moveTo>
                  <a:lnTo>
                    <a:pt x="3048000" y="495300"/>
                  </a:lnTo>
                  <a:lnTo>
                    <a:pt x="3060700" y="493775"/>
                  </a:lnTo>
                  <a:lnTo>
                    <a:pt x="3060700" y="858011"/>
                  </a:lnTo>
                  <a:lnTo>
                    <a:pt x="3048000" y="858011"/>
                  </a:lnTo>
                  <a:close/>
                </a:path>
                <a:path w="3479800" h="1229995">
                  <a:moveTo>
                    <a:pt x="3048000" y="1222247"/>
                  </a:moveTo>
                  <a:lnTo>
                    <a:pt x="3048000" y="861059"/>
                  </a:lnTo>
                  <a:lnTo>
                    <a:pt x="3060700" y="861059"/>
                  </a:lnTo>
                  <a:lnTo>
                    <a:pt x="3060700" y="1225295"/>
                  </a:lnTo>
                  <a:lnTo>
                    <a:pt x="3048000" y="1222247"/>
                  </a:lnTo>
                  <a:close/>
                </a:path>
                <a:path w="3479800" h="1229995">
                  <a:moveTo>
                    <a:pt x="3048000" y="1229867"/>
                  </a:moveTo>
                  <a:lnTo>
                    <a:pt x="3060700" y="1226819"/>
                  </a:lnTo>
                  <a:lnTo>
                    <a:pt x="3060700" y="1229867"/>
                  </a:lnTo>
                  <a:lnTo>
                    <a:pt x="3048000" y="1229867"/>
                  </a:lnTo>
                  <a:close/>
                </a:path>
                <a:path w="3479800" h="1229995">
                  <a:moveTo>
                    <a:pt x="2959100" y="858011"/>
                  </a:moveTo>
                  <a:lnTo>
                    <a:pt x="2959100" y="493775"/>
                  </a:lnTo>
                  <a:lnTo>
                    <a:pt x="2971800" y="495300"/>
                  </a:lnTo>
                  <a:lnTo>
                    <a:pt x="2971800" y="858011"/>
                  </a:lnTo>
                  <a:lnTo>
                    <a:pt x="2959100" y="858011"/>
                  </a:lnTo>
                  <a:close/>
                </a:path>
                <a:path w="3479800" h="1229995">
                  <a:moveTo>
                    <a:pt x="2959100" y="1225295"/>
                  </a:moveTo>
                  <a:lnTo>
                    <a:pt x="2959100" y="861059"/>
                  </a:lnTo>
                  <a:lnTo>
                    <a:pt x="2971800" y="861059"/>
                  </a:lnTo>
                  <a:lnTo>
                    <a:pt x="2971800" y="1222247"/>
                  </a:lnTo>
                  <a:lnTo>
                    <a:pt x="2959100" y="1225295"/>
                  </a:lnTo>
                  <a:close/>
                </a:path>
                <a:path w="3479800" h="1229995">
                  <a:moveTo>
                    <a:pt x="2959100" y="1229867"/>
                  </a:moveTo>
                  <a:lnTo>
                    <a:pt x="2959100" y="1226819"/>
                  </a:lnTo>
                  <a:lnTo>
                    <a:pt x="2971800" y="1229867"/>
                  </a:lnTo>
                  <a:lnTo>
                    <a:pt x="2959100" y="1229867"/>
                  </a:lnTo>
                  <a:close/>
                </a:path>
                <a:path w="3479800" h="1229995">
                  <a:moveTo>
                    <a:pt x="2921000" y="858011"/>
                  </a:moveTo>
                  <a:lnTo>
                    <a:pt x="2921000" y="496823"/>
                  </a:lnTo>
                  <a:lnTo>
                    <a:pt x="2933700" y="496823"/>
                  </a:lnTo>
                  <a:lnTo>
                    <a:pt x="2933700" y="854963"/>
                  </a:lnTo>
                  <a:lnTo>
                    <a:pt x="2921000" y="858011"/>
                  </a:lnTo>
                  <a:close/>
                </a:path>
                <a:path w="3479800" h="1229995">
                  <a:moveTo>
                    <a:pt x="2921000" y="1222247"/>
                  </a:moveTo>
                  <a:lnTo>
                    <a:pt x="2921000" y="864107"/>
                  </a:lnTo>
                  <a:lnTo>
                    <a:pt x="2933700" y="864107"/>
                  </a:lnTo>
                  <a:lnTo>
                    <a:pt x="2933700" y="1222247"/>
                  </a:lnTo>
                  <a:lnTo>
                    <a:pt x="2921000" y="1222247"/>
                  </a:lnTo>
                  <a:close/>
                </a:path>
                <a:path w="3479800" h="1229995">
                  <a:moveTo>
                    <a:pt x="2882900" y="489203"/>
                  </a:moveTo>
                  <a:lnTo>
                    <a:pt x="2882900" y="131063"/>
                  </a:lnTo>
                  <a:lnTo>
                    <a:pt x="2895600" y="131063"/>
                  </a:lnTo>
                  <a:lnTo>
                    <a:pt x="2895600" y="489203"/>
                  </a:lnTo>
                  <a:lnTo>
                    <a:pt x="2882900" y="489203"/>
                  </a:lnTo>
                  <a:close/>
                </a:path>
                <a:path w="3479800" h="1229995">
                  <a:moveTo>
                    <a:pt x="2882900" y="854963"/>
                  </a:moveTo>
                  <a:lnTo>
                    <a:pt x="2882900" y="496823"/>
                  </a:lnTo>
                  <a:lnTo>
                    <a:pt x="2895600" y="496823"/>
                  </a:lnTo>
                  <a:lnTo>
                    <a:pt x="2895600" y="854963"/>
                  </a:lnTo>
                  <a:lnTo>
                    <a:pt x="2882900" y="854963"/>
                  </a:lnTo>
                  <a:close/>
                </a:path>
                <a:path w="3479800" h="1229995">
                  <a:moveTo>
                    <a:pt x="2882900" y="1222247"/>
                  </a:moveTo>
                  <a:lnTo>
                    <a:pt x="2882900" y="864107"/>
                  </a:lnTo>
                  <a:lnTo>
                    <a:pt x="2895600" y="864107"/>
                  </a:lnTo>
                  <a:lnTo>
                    <a:pt x="2895600" y="1222247"/>
                  </a:lnTo>
                  <a:lnTo>
                    <a:pt x="2882900" y="1222247"/>
                  </a:lnTo>
                  <a:close/>
                </a:path>
                <a:path w="3479800" h="1229995">
                  <a:moveTo>
                    <a:pt x="2844800" y="489203"/>
                  </a:moveTo>
                  <a:lnTo>
                    <a:pt x="2844800" y="131063"/>
                  </a:lnTo>
                  <a:lnTo>
                    <a:pt x="2857500" y="129539"/>
                  </a:lnTo>
                  <a:lnTo>
                    <a:pt x="2857500" y="490727"/>
                  </a:lnTo>
                  <a:lnTo>
                    <a:pt x="2844800" y="489203"/>
                  </a:lnTo>
                  <a:close/>
                </a:path>
                <a:path w="3479800" h="1229995">
                  <a:moveTo>
                    <a:pt x="2844800" y="856487"/>
                  </a:moveTo>
                  <a:lnTo>
                    <a:pt x="2844800" y="496823"/>
                  </a:lnTo>
                  <a:lnTo>
                    <a:pt x="2857500" y="496823"/>
                  </a:lnTo>
                  <a:lnTo>
                    <a:pt x="2857500" y="856487"/>
                  </a:lnTo>
                  <a:lnTo>
                    <a:pt x="2844800" y="856487"/>
                  </a:lnTo>
                  <a:close/>
                </a:path>
                <a:path w="3479800" h="1229995">
                  <a:moveTo>
                    <a:pt x="2844800" y="1222247"/>
                  </a:moveTo>
                  <a:lnTo>
                    <a:pt x="2844800" y="864107"/>
                  </a:lnTo>
                  <a:lnTo>
                    <a:pt x="2857500" y="862583"/>
                  </a:lnTo>
                  <a:lnTo>
                    <a:pt x="2857500" y="1223771"/>
                  </a:lnTo>
                  <a:lnTo>
                    <a:pt x="2844800" y="1222247"/>
                  </a:lnTo>
                  <a:close/>
                </a:path>
                <a:path w="3479800" h="1229995">
                  <a:moveTo>
                    <a:pt x="2844800" y="1229867"/>
                  </a:moveTo>
                  <a:lnTo>
                    <a:pt x="2857500" y="1228343"/>
                  </a:lnTo>
                  <a:lnTo>
                    <a:pt x="2857500" y="1229867"/>
                  </a:lnTo>
                  <a:lnTo>
                    <a:pt x="2844800" y="1229867"/>
                  </a:lnTo>
                  <a:close/>
                </a:path>
                <a:path w="3479800" h="1229995">
                  <a:moveTo>
                    <a:pt x="2717800" y="858011"/>
                  </a:moveTo>
                  <a:lnTo>
                    <a:pt x="2717800" y="495300"/>
                  </a:lnTo>
                  <a:lnTo>
                    <a:pt x="2730500" y="496823"/>
                  </a:lnTo>
                  <a:lnTo>
                    <a:pt x="2730500" y="854963"/>
                  </a:lnTo>
                  <a:lnTo>
                    <a:pt x="2717800" y="858011"/>
                  </a:lnTo>
                  <a:close/>
                </a:path>
                <a:path w="3479800" h="1229995">
                  <a:moveTo>
                    <a:pt x="2717800" y="1223771"/>
                  </a:moveTo>
                  <a:lnTo>
                    <a:pt x="2717800" y="861059"/>
                  </a:lnTo>
                  <a:lnTo>
                    <a:pt x="2730500" y="862583"/>
                  </a:lnTo>
                  <a:lnTo>
                    <a:pt x="2730500" y="1223771"/>
                  </a:lnTo>
                  <a:lnTo>
                    <a:pt x="2717800" y="1223771"/>
                  </a:lnTo>
                  <a:close/>
                </a:path>
                <a:path w="3479800" h="1229995">
                  <a:moveTo>
                    <a:pt x="2717800" y="1229867"/>
                  </a:moveTo>
                  <a:lnTo>
                    <a:pt x="2717800" y="1228343"/>
                  </a:lnTo>
                  <a:lnTo>
                    <a:pt x="2730500" y="1228343"/>
                  </a:lnTo>
                  <a:lnTo>
                    <a:pt x="2730500" y="1229867"/>
                  </a:lnTo>
                  <a:lnTo>
                    <a:pt x="2717800" y="1229867"/>
                  </a:lnTo>
                  <a:close/>
                </a:path>
                <a:path w="3479800" h="1229995">
                  <a:moveTo>
                    <a:pt x="2679700" y="854963"/>
                  </a:moveTo>
                  <a:lnTo>
                    <a:pt x="2679700" y="496823"/>
                  </a:lnTo>
                  <a:lnTo>
                    <a:pt x="2692400" y="496823"/>
                  </a:lnTo>
                  <a:lnTo>
                    <a:pt x="2692400" y="854963"/>
                  </a:lnTo>
                  <a:lnTo>
                    <a:pt x="2679700" y="854963"/>
                  </a:lnTo>
                  <a:close/>
                </a:path>
                <a:path w="3479800" h="1229995">
                  <a:moveTo>
                    <a:pt x="2679700" y="1222247"/>
                  </a:moveTo>
                  <a:lnTo>
                    <a:pt x="2679700" y="864107"/>
                  </a:lnTo>
                  <a:lnTo>
                    <a:pt x="2692400" y="864107"/>
                  </a:lnTo>
                  <a:lnTo>
                    <a:pt x="2692400" y="1222247"/>
                  </a:lnTo>
                  <a:lnTo>
                    <a:pt x="2679700" y="1222247"/>
                  </a:lnTo>
                  <a:close/>
                </a:path>
                <a:path w="3479800" h="1229995">
                  <a:moveTo>
                    <a:pt x="2641600" y="1222247"/>
                  </a:moveTo>
                  <a:lnTo>
                    <a:pt x="2641600" y="864107"/>
                  </a:lnTo>
                  <a:lnTo>
                    <a:pt x="2654300" y="864107"/>
                  </a:lnTo>
                  <a:lnTo>
                    <a:pt x="2654300" y="1222247"/>
                  </a:lnTo>
                  <a:lnTo>
                    <a:pt x="2641600" y="1222247"/>
                  </a:lnTo>
                  <a:close/>
                </a:path>
                <a:path w="3479800" h="1229995">
                  <a:moveTo>
                    <a:pt x="2603500" y="1223771"/>
                  </a:moveTo>
                  <a:lnTo>
                    <a:pt x="2603500" y="862583"/>
                  </a:lnTo>
                  <a:lnTo>
                    <a:pt x="2616200" y="861059"/>
                  </a:lnTo>
                  <a:lnTo>
                    <a:pt x="2616200" y="1223771"/>
                  </a:lnTo>
                  <a:lnTo>
                    <a:pt x="2603500" y="1223771"/>
                  </a:lnTo>
                  <a:close/>
                </a:path>
                <a:path w="3479800" h="1229995">
                  <a:moveTo>
                    <a:pt x="2603500" y="1229867"/>
                  </a:moveTo>
                  <a:lnTo>
                    <a:pt x="2603500" y="1228343"/>
                  </a:lnTo>
                  <a:lnTo>
                    <a:pt x="2616200" y="1228343"/>
                  </a:lnTo>
                  <a:lnTo>
                    <a:pt x="2616200" y="1229867"/>
                  </a:lnTo>
                  <a:lnTo>
                    <a:pt x="2603500" y="1229867"/>
                  </a:lnTo>
                  <a:close/>
                </a:path>
                <a:path w="3479800" h="1229995">
                  <a:moveTo>
                    <a:pt x="0" y="1229867"/>
                  </a:moveTo>
                  <a:lnTo>
                    <a:pt x="0" y="1104900"/>
                  </a:lnTo>
                  <a:lnTo>
                    <a:pt x="317500" y="1053084"/>
                  </a:lnTo>
                  <a:lnTo>
                    <a:pt x="635000" y="1179575"/>
                  </a:lnTo>
                  <a:lnTo>
                    <a:pt x="952500" y="1077467"/>
                  </a:lnTo>
                  <a:lnTo>
                    <a:pt x="1270000" y="1133855"/>
                  </a:lnTo>
                  <a:lnTo>
                    <a:pt x="1587500" y="891539"/>
                  </a:lnTo>
                  <a:lnTo>
                    <a:pt x="1905000" y="995171"/>
                  </a:lnTo>
                  <a:lnTo>
                    <a:pt x="2222500" y="1158239"/>
                  </a:lnTo>
                  <a:lnTo>
                    <a:pt x="2479398" y="861059"/>
                  </a:lnTo>
                  <a:lnTo>
                    <a:pt x="2489200" y="861059"/>
                  </a:lnTo>
                  <a:lnTo>
                    <a:pt x="2489200" y="1222247"/>
                  </a:lnTo>
                  <a:lnTo>
                    <a:pt x="2476500" y="1225295"/>
                  </a:lnTo>
                  <a:lnTo>
                    <a:pt x="2476500" y="1229867"/>
                  </a:lnTo>
                  <a:lnTo>
                    <a:pt x="2451100" y="1229867"/>
                  </a:lnTo>
                  <a:lnTo>
                    <a:pt x="2451100" y="1222247"/>
                  </a:lnTo>
                  <a:lnTo>
                    <a:pt x="2438400" y="1222247"/>
                  </a:lnTo>
                  <a:lnTo>
                    <a:pt x="2438400" y="1229867"/>
                  </a:lnTo>
                  <a:lnTo>
                    <a:pt x="2413000" y="1229867"/>
                  </a:lnTo>
                  <a:lnTo>
                    <a:pt x="2413000" y="1222247"/>
                  </a:lnTo>
                  <a:lnTo>
                    <a:pt x="2400300" y="1222247"/>
                  </a:lnTo>
                  <a:lnTo>
                    <a:pt x="2400300" y="1229867"/>
                  </a:lnTo>
                  <a:lnTo>
                    <a:pt x="2374900" y="1229867"/>
                  </a:lnTo>
                  <a:lnTo>
                    <a:pt x="2374900" y="1223771"/>
                  </a:lnTo>
                  <a:lnTo>
                    <a:pt x="2362200" y="1222247"/>
                  </a:lnTo>
                  <a:lnTo>
                    <a:pt x="2362200" y="1229867"/>
                  </a:lnTo>
                  <a:lnTo>
                    <a:pt x="2247900" y="1229867"/>
                  </a:lnTo>
                  <a:lnTo>
                    <a:pt x="2247900" y="1223771"/>
                  </a:lnTo>
                  <a:lnTo>
                    <a:pt x="2235200" y="1223771"/>
                  </a:lnTo>
                  <a:lnTo>
                    <a:pt x="2235200" y="1229867"/>
                  </a:lnTo>
                  <a:lnTo>
                    <a:pt x="2209800" y="1229867"/>
                  </a:lnTo>
                  <a:lnTo>
                    <a:pt x="2209800" y="1222247"/>
                  </a:lnTo>
                  <a:lnTo>
                    <a:pt x="2197100" y="1222247"/>
                  </a:lnTo>
                  <a:lnTo>
                    <a:pt x="2197100" y="1229867"/>
                  </a:lnTo>
                  <a:lnTo>
                    <a:pt x="2171700" y="1229867"/>
                  </a:lnTo>
                  <a:lnTo>
                    <a:pt x="2171700" y="1222247"/>
                  </a:lnTo>
                  <a:lnTo>
                    <a:pt x="2159000" y="1222247"/>
                  </a:lnTo>
                  <a:lnTo>
                    <a:pt x="2159000" y="1229867"/>
                  </a:lnTo>
                  <a:lnTo>
                    <a:pt x="2133600" y="1229867"/>
                  </a:lnTo>
                  <a:lnTo>
                    <a:pt x="2133600" y="1223771"/>
                  </a:lnTo>
                  <a:lnTo>
                    <a:pt x="2120900" y="1223771"/>
                  </a:lnTo>
                  <a:lnTo>
                    <a:pt x="2120900" y="1229867"/>
                  </a:lnTo>
                  <a:lnTo>
                    <a:pt x="2006600" y="1229867"/>
                  </a:lnTo>
                  <a:lnTo>
                    <a:pt x="2006600" y="1222247"/>
                  </a:lnTo>
                  <a:lnTo>
                    <a:pt x="1993900" y="1225295"/>
                  </a:lnTo>
                  <a:lnTo>
                    <a:pt x="1993900" y="1229867"/>
                  </a:lnTo>
                  <a:lnTo>
                    <a:pt x="1968500" y="1229867"/>
                  </a:lnTo>
                  <a:lnTo>
                    <a:pt x="1968500" y="1222247"/>
                  </a:lnTo>
                  <a:lnTo>
                    <a:pt x="1955800" y="1222247"/>
                  </a:lnTo>
                  <a:lnTo>
                    <a:pt x="1955800" y="1229867"/>
                  </a:lnTo>
                  <a:lnTo>
                    <a:pt x="1930400" y="1229867"/>
                  </a:lnTo>
                  <a:lnTo>
                    <a:pt x="1930400" y="1222247"/>
                  </a:lnTo>
                  <a:lnTo>
                    <a:pt x="1917700" y="1222247"/>
                  </a:lnTo>
                  <a:lnTo>
                    <a:pt x="1917700" y="1229867"/>
                  </a:lnTo>
                  <a:lnTo>
                    <a:pt x="1765300" y="1229867"/>
                  </a:lnTo>
                  <a:lnTo>
                    <a:pt x="1765300" y="1223771"/>
                  </a:lnTo>
                  <a:lnTo>
                    <a:pt x="1752600" y="1223771"/>
                  </a:lnTo>
                  <a:lnTo>
                    <a:pt x="1752600" y="1229867"/>
                  </a:lnTo>
                  <a:lnTo>
                    <a:pt x="1727200" y="1229867"/>
                  </a:lnTo>
                  <a:lnTo>
                    <a:pt x="1727200" y="1222247"/>
                  </a:lnTo>
                  <a:lnTo>
                    <a:pt x="1714500" y="1222247"/>
                  </a:lnTo>
                  <a:lnTo>
                    <a:pt x="1714500" y="1229867"/>
                  </a:lnTo>
                  <a:lnTo>
                    <a:pt x="1689100" y="1229867"/>
                  </a:lnTo>
                  <a:lnTo>
                    <a:pt x="1689100" y="1222247"/>
                  </a:lnTo>
                  <a:lnTo>
                    <a:pt x="1676400" y="1222247"/>
                  </a:lnTo>
                  <a:lnTo>
                    <a:pt x="1676400" y="1229867"/>
                  </a:lnTo>
                  <a:lnTo>
                    <a:pt x="1651000" y="1229867"/>
                  </a:lnTo>
                  <a:lnTo>
                    <a:pt x="1651000" y="1223771"/>
                  </a:lnTo>
                  <a:lnTo>
                    <a:pt x="1638300" y="1223771"/>
                  </a:lnTo>
                  <a:lnTo>
                    <a:pt x="1638300" y="1229867"/>
                  </a:lnTo>
                  <a:lnTo>
                    <a:pt x="1524000" y="1229867"/>
                  </a:lnTo>
                  <a:lnTo>
                    <a:pt x="1524000" y="1222247"/>
                  </a:lnTo>
                  <a:lnTo>
                    <a:pt x="1511300" y="1225295"/>
                  </a:lnTo>
                  <a:lnTo>
                    <a:pt x="1511300" y="1229867"/>
                  </a:lnTo>
                  <a:lnTo>
                    <a:pt x="1485900" y="1229867"/>
                  </a:lnTo>
                  <a:lnTo>
                    <a:pt x="1485900" y="1222247"/>
                  </a:lnTo>
                  <a:lnTo>
                    <a:pt x="1473200" y="1222247"/>
                  </a:lnTo>
                  <a:lnTo>
                    <a:pt x="1473200" y="1229867"/>
                  </a:lnTo>
                  <a:lnTo>
                    <a:pt x="1447800" y="1229867"/>
                  </a:lnTo>
                  <a:lnTo>
                    <a:pt x="1447800" y="1222247"/>
                  </a:lnTo>
                  <a:lnTo>
                    <a:pt x="1435100" y="1222247"/>
                  </a:lnTo>
                  <a:lnTo>
                    <a:pt x="1435100" y="1229867"/>
                  </a:lnTo>
                  <a:lnTo>
                    <a:pt x="1320800" y="1229867"/>
                  </a:lnTo>
                  <a:lnTo>
                    <a:pt x="1320800" y="1222247"/>
                  </a:lnTo>
                  <a:lnTo>
                    <a:pt x="1308100" y="1225295"/>
                  </a:lnTo>
                  <a:lnTo>
                    <a:pt x="1308100" y="1229867"/>
                  </a:lnTo>
                  <a:lnTo>
                    <a:pt x="1282700" y="1229867"/>
                  </a:lnTo>
                  <a:lnTo>
                    <a:pt x="1282700" y="1222247"/>
                  </a:lnTo>
                  <a:lnTo>
                    <a:pt x="1270000" y="1222247"/>
                  </a:lnTo>
                  <a:lnTo>
                    <a:pt x="1270000" y="1229867"/>
                  </a:lnTo>
                  <a:lnTo>
                    <a:pt x="1244600" y="1229867"/>
                  </a:lnTo>
                  <a:lnTo>
                    <a:pt x="1244600" y="1222247"/>
                  </a:lnTo>
                  <a:lnTo>
                    <a:pt x="1231900" y="1222247"/>
                  </a:lnTo>
                  <a:lnTo>
                    <a:pt x="1231900" y="1229867"/>
                  </a:lnTo>
                  <a:lnTo>
                    <a:pt x="1206500" y="1229867"/>
                  </a:lnTo>
                  <a:lnTo>
                    <a:pt x="1206500" y="1223771"/>
                  </a:lnTo>
                  <a:lnTo>
                    <a:pt x="1193800" y="1222247"/>
                  </a:lnTo>
                  <a:lnTo>
                    <a:pt x="1193800" y="1229867"/>
                  </a:lnTo>
                  <a:lnTo>
                    <a:pt x="1041400" y="1229867"/>
                  </a:lnTo>
                  <a:lnTo>
                    <a:pt x="1041400" y="1222247"/>
                  </a:lnTo>
                  <a:lnTo>
                    <a:pt x="1028700" y="1225295"/>
                  </a:lnTo>
                  <a:lnTo>
                    <a:pt x="1028700" y="1229867"/>
                  </a:lnTo>
                  <a:lnTo>
                    <a:pt x="1003300" y="1229867"/>
                  </a:lnTo>
                  <a:lnTo>
                    <a:pt x="1003300" y="1222247"/>
                  </a:lnTo>
                  <a:lnTo>
                    <a:pt x="990600" y="1222247"/>
                  </a:lnTo>
                  <a:lnTo>
                    <a:pt x="990600" y="1229867"/>
                  </a:lnTo>
                  <a:lnTo>
                    <a:pt x="965200" y="1229867"/>
                  </a:lnTo>
                  <a:lnTo>
                    <a:pt x="965200" y="1222247"/>
                  </a:lnTo>
                  <a:lnTo>
                    <a:pt x="952500" y="1222247"/>
                  </a:lnTo>
                  <a:lnTo>
                    <a:pt x="952500" y="1229867"/>
                  </a:lnTo>
                  <a:lnTo>
                    <a:pt x="838200" y="1229867"/>
                  </a:lnTo>
                  <a:lnTo>
                    <a:pt x="838200" y="1222247"/>
                  </a:lnTo>
                  <a:lnTo>
                    <a:pt x="825500" y="1225295"/>
                  </a:lnTo>
                  <a:lnTo>
                    <a:pt x="825500" y="1229867"/>
                  </a:lnTo>
                  <a:lnTo>
                    <a:pt x="800100" y="1229867"/>
                  </a:lnTo>
                  <a:lnTo>
                    <a:pt x="800100" y="1222247"/>
                  </a:lnTo>
                  <a:lnTo>
                    <a:pt x="787400" y="1222247"/>
                  </a:lnTo>
                  <a:lnTo>
                    <a:pt x="787400" y="1229867"/>
                  </a:lnTo>
                  <a:lnTo>
                    <a:pt x="762000" y="1229867"/>
                  </a:lnTo>
                  <a:lnTo>
                    <a:pt x="762000" y="1222247"/>
                  </a:lnTo>
                  <a:lnTo>
                    <a:pt x="749300" y="1222247"/>
                  </a:lnTo>
                  <a:lnTo>
                    <a:pt x="749300" y="1229867"/>
                  </a:lnTo>
                  <a:lnTo>
                    <a:pt x="723900" y="1229867"/>
                  </a:lnTo>
                  <a:lnTo>
                    <a:pt x="723900" y="1223771"/>
                  </a:lnTo>
                  <a:lnTo>
                    <a:pt x="711200" y="1222247"/>
                  </a:lnTo>
                  <a:lnTo>
                    <a:pt x="711200" y="1229867"/>
                  </a:lnTo>
                  <a:lnTo>
                    <a:pt x="596900" y="1229867"/>
                  </a:lnTo>
                  <a:lnTo>
                    <a:pt x="596900" y="1223771"/>
                  </a:lnTo>
                  <a:lnTo>
                    <a:pt x="584200" y="1223771"/>
                  </a:lnTo>
                  <a:lnTo>
                    <a:pt x="584200" y="1229867"/>
                  </a:lnTo>
                  <a:lnTo>
                    <a:pt x="558800" y="1229867"/>
                  </a:lnTo>
                  <a:lnTo>
                    <a:pt x="558800" y="1222247"/>
                  </a:lnTo>
                  <a:lnTo>
                    <a:pt x="546100" y="1222247"/>
                  </a:lnTo>
                  <a:lnTo>
                    <a:pt x="546100" y="1229867"/>
                  </a:lnTo>
                  <a:lnTo>
                    <a:pt x="520700" y="1229867"/>
                  </a:lnTo>
                  <a:lnTo>
                    <a:pt x="520700" y="1222247"/>
                  </a:lnTo>
                  <a:lnTo>
                    <a:pt x="508000" y="1222247"/>
                  </a:lnTo>
                  <a:lnTo>
                    <a:pt x="508000" y="1229867"/>
                  </a:lnTo>
                  <a:lnTo>
                    <a:pt x="482600" y="1229867"/>
                  </a:lnTo>
                  <a:lnTo>
                    <a:pt x="482600" y="1223771"/>
                  </a:lnTo>
                  <a:lnTo>
                    <a:pt x="469900" y="1223771"/>
                  </a:lnTo>
                  <a:lnTo>
                    <a:pt x="469900" y="1229867"/>
                  </a:lnTo>
                  <a:lnTo>
                    <a:pt x="355600" y="1229867"/>
                  </a:lnTo>
                  <a:lnTo>
                    <a:pt x="355600" y="1222247"/>
                  </a:lnTo>
                  <a:lnTo>
                    <a:pt x="342900" y="1225295"/>
                  </a:lnTo>
                  <a:lnTo>
                    <a:pt x="342900" y="1229867"/>
                  </a:lnTo>
                  <a:lnTo>
                    <a:pt x="317500" y="1229867"/>
                  </a:lnTo>
                  <a:lnTo>
                    <a:pt x="317500" y="1222247"/>
                  </a:lnTo>
                  <a:lnTo>
                    <a:pt x="304800" y="1222247"/>
                  </a:lnTo>
                  <a:lnTo>
                    <a:pt x="304800" y="1229867"/>
                  </a:lnTo>
                  <a:lnTo>
                    <a:pt x="279400" y="1229867"/>
                  </a:lnTo>
                  <a:lnTo>
                    <a:pt x="279400" y="1222247"/>
                  </a:lnTo>
                  <a:lnTo>
                    <a:pt x="266700" y="1222247"/>
                  </a:lnTo>
                  <a:lnTo>
                    <a:pt x="266700" y="1229867"/>
                  </a:lnTo>
                  <a:lnTo>
                    <a:pt x="241300" y="1229867"/>
                  </a:lnTo>
                  <a:lnTo>
                    <a:pt x="241300" y="1223771"/>
                  </a:lnTo>
                  <a:lnTo>
                    <a:pt x="228600" y="1222247"/>
                  </a:lnTo>
                  <a:lnTo>
                    <a:pt x="228600" y="1229867"/>
                  </a:lnTo>
                  <a:lnTo>
                    <a:pt x="114300" y="1229867"/>
                  </a:lnTo>
                  <a:lnTo>
                    <a:pt x="114300" y="1223771"/>
                  </a:lnTo>
                  <a:lnTo>
                    <a:pt x="101600" y="1223771"/>
                  </a:lnTo>
                  <a:lnTo>
                    <a:pt x="101600" y="1229867"/>
                  </a:lnTo>
                  <a:lnTo>
                    <a:pt x="76200" y="1229867"/>
                  </a:lnTo>
                  <a:lnTo>
                    <a:pt x="76200" y="1222247"/>
                  </a:lnTo>
                  <a:lnTo>
                    <a:pt x="63500" y="1222247"/>
                  </a:lnTo>
                  <a:lnTo>
                    <a:pt x="63500" y="1229867"/>
                  </a:lnTo>
                  <a:lnTo>
                    <a:pt x="38100" y="1229867"/>
                  </a:lnTo>
                  <a:lnTo>
                    <a:pt x="38100" y="1222247"/>
                  </a:lnTo>
                  <a:lnTo>
                    <a:pt x="25400" y="1222247"/>
                  </a:lnTo>
                  <a:lnTo>
                    <a:pt x="25400" y="1229867"/>
                  </a:lnTo>
                  <a:lnTo>
                    <a:pt x="0" y="1229867"/>
                  </a:lnTo>
                  <a:close/>
                </a:path>
                <a:path w="3479800" h="1229995">
                  <a:moveTo>
                    <a:pt x="2476500" y="1229867"/>
                  </a:moveTo>
                  <a:lnTo>
                    <a:pt x="2476500" y="1226819"/>
                  </a:lnTo>
                  <a:lnTo>
                    <a:pt x="2489200" y="1229867"/>
                  </a:lnTo>
                  <a:lnTo>
                    <a:pt x="2476500" y="1229867"/>
                  </a:lnTo>
                  <a:close/>
                </a:path>
                <a:path w="3479800" h="1229995">
                  <a:moveTo>
                    <a:pt x="2476500" y="861059"/>
                  </a:moveTo>
                  <a:lnTo>
                    <a:pt x="2476500" y="858011"/>
                  </a:lnTo>
                  <a:lnTo>
                    <a:pt x="2482033" y="858011"/>
                  </a:lnTo>
                  <a:lnTo>
                    <a:pt x="2479398" y="861059"/>
                  </a:lnTo>
                  <a:lnTo>
                    <a:pt x="2476500" y="861059"/>
                  </a:lnTo>
                  <a:close/>
                </a:path>
                <a:path w="3479800" h="1229995">
                  <a:moveTo>
                    <a:pt x="2362200" y="1229867"/>
                  </a:moveTo>
                  <a:lnTo>
                    <a:pt x="2374900" y="1228343"/>
                  </a:lnTo>
                  <a:lnTo>
                    <a:pt x="2374900" y="1229867"/>
                  </a:lnTo>
                  <a:lnTo>
                    <a:pt x="2362200" y="1229867"/>
                  </a:lnTo>
                  <a:close/>
                </a:path>
                <a:path w="3479800" h="1229995">
                  <a:moveTo>
                    <a:pt x="2235200" y="1229867"/>
                  </a:moveTo>
                  <a:lnTo>
                    <a:pt x="2235200" y="1228343"/>
                  </a:lnTo>
                  <a:lnTo>
                    <a:pt x="2247900" y="1228343"/>
                  </a:lnTo>
                  <a:lnTo>
                    <a:pt x="2247900" y="1229867"/>
                  </a:lnTo>
                  <a:lnTo>
                    <a:pt x="2235200" y="1229867"/>
                  </a:lnTo>
                  <a:close/>
                </a:path>
                <a:path w="3479800" h="1229995">
                  <a:moveTo>
                    <a:pt x="2120900" y="1229867"/>
                  </a:moveTo>
                  <a:lnTo>
                    <a:pt x="2120900" y="1228343"/>
                  </a:lnTo>
                  <a:lnTo>
                    <a:pt x="2133600" y="1228343"/>
                  </a:lnTo>
                  <a:lnTo>
                    <a:pt x="2133600" y="1229867"/>
                  </a:lnTo>
                  <a:lnTo>
                    <a:pt x="2120900" y="1229867"/>
                  </a:lnTo>
                  <a:close/>
                </a:path>
                <a:path w="3479800" h="1229995">
                  <a:moveTo>
                    <a:pt x="1993900" y="1229867"/>
                  </a:moveTo>
                  <a:lnTo>
                    <a:pt x="1993900" y="1226819"/>
                  </a:lnTo>
                  <a:lnTo>
                    <a:pt x="2006600" y="1229867"/>
                  </a:lnTo>
                  <a:lnTo>
                    <a:pt x="1993900" y="1229867"/>
                  </a:lnTo>
                  <a:close/>
                </a:path>
                <a:path w="3479800" h="1229995">
                  <a:moveTo>
                    <a:pt x="1752600" y="1229867"/>
                  </a:moveTo>
                  <a:lnTo>
                    <a:pt x="1752600" y="1228343"/>
                  </a:lnTo>
                  <a:lnTo>
                    <a:pt x="1765300" y="1228343"/>
                  </a:lnTo>
                  <a:lnTo>
                    <a:pt x="1765300" y="1229867"/>
                  </a:lnTo>
                  <a:lnTo>
                    <a:pt x="1752600" y="1229867"/>
                  </a:lnTo>
                  <a:close/>
                </a:path>
                <a:path w="3479800" h="1229995">
                  <a:moveTo>
                    <a:pt x="1638300" y="1229867"/>
                  </a:moveTo>
                  <a:lnTo>
                    <a:pt x="1638300" y="1228343"/>
                  </a:lnTo>
                  <a:lnTo>
                    <a:pt x="1651000" y="1228343"/>
                  </a:lnTo>
                  <a:lnTo>
                    <a:pt x="1651000" y="1229867"/>
                  </a:lnTo>
                  <a:lnTo>
                    <a:pt x="1638300" y="1229867"/>
                  </a:lnTo>
                  <a:close/>
                </a:path>
                <a:path w="3479800" h="1229995">
                  <a:moveTo>
                    <a:pt x="1511300" y="1229867"/>
                  </a:moveTo>
                  <a:lnTo>
                    <a:pt x="1511300" y="1226819"/>
                  </a:lnTo>
                  <a:lnTo>
                    <a:pt x="1524000" y="1229867"/>
                  </a:lnTo>
                  <a:lnTo>
                    <a:pt x="1511300" y="1229867"/>
                  </a:lnTo>
                  <a:close/>
                </a:path>
                <a:path w="3479800" h="1229995">
                  <a:moveTo>
                    <a:pt x="1308100" y="1229867"/>
                  </a:moveTo>
                  <a:lnTo>
                    <a:pt x="1308100" y="1226819"/>
                  </a:lnTo>
                  <a:lnTo>
                    <a:pt x="1320800" y="1229867"/>
                  </a:lnTo>
                  <a:lnTo>
                    <a:pt x="1308100" y="1229867"/>
                  </a:lnTo>
                  <a:close/>
                </a:path>
                <a:path w="3479800" h="1229995">
                  <a:moveTo>
                    <a:pt x="1193800" y="1229867"/>
                  </a:moveTo>
                  <a:lnTo>
                    <a:pt x="1206500" y="1228343"/>
                  </a:lnTo>
                  <a:lnTo>
                    <a:pt x="1206500" y="1229867"/>
                  </a:lnTo>
                  <a:lnTo>
                    <a:pt x="1193800" y="1229867"/>
                  </a:lnTo>
                  <a:close/>
                </a:path>
                <a:path w="3479800" h="1229995">
                  <a:moveTo>
                    <a:pt x="1028700" y="1229867"/>
                  </a:moveTo>
                  <a:lnTo>
                    <a:pt x="1028700" y="1226819"/>
                  </a:lnTo>
                  <a:lnTo>
                    <a:pt x="1041400" y="1229867"/>
                  </a:lnTo>
                  <a:lnTo>
                    <a:pt x="1028700" y="1229867"/>
                  </a:lnTo>
                  <a:close/>
                </a:path>
                <a:path w="3479800" h="1229995">
                  <a:moveTo>
                    <a:pt x="825500" y="1229867"/>
                  </a:moveTo>
                  <a:lnTo>
                    <a:pt x="825500" y="1226819"/>
                  </a:lnTo>
                  <a:lnTo>
                    <a:pt x="838200" y="1229867"/>
                  </a:lnTo>
                  <a:lnTo>
                    <a:pt x="825500" y="1229867"/>
                  </a:lnTo>
                  <a:close/>
                </a:path>
                <a:path w="3479800" h="1229995">
                  <a:moveTo>
                    <a:pt x="711200" y="1229867"/>
                  </a:moveTo>
                  <a:lnTo>
                    <a:pt x="723900" y="1228343"/>
                  </a:lnTo>
                  <a:lnTo>
                    <a:pt x="723900" y="1229867"/>
                  </a:lnTo>
                  <a:lnTo>
                    <a:pt x="711200" y="1229867"/>
                  </a:lnTo>
                  <a:close/>
                </a:path>
                <a:path w="3479800" h="1229995">
                  <a:moveTo>
                    <a:pt x="584200" y="1229867"/>
                  </a:moveTo>
                  <a:lnTo>
                    <a:pt x="584200" y="1228343"/>
                  </a:lnTo>
                  <a:lnTo>
                    <a:pt x="596900" y="1228343"/>
                  </a:lnTo>
                  <a:lnTo>
                    <a:pt x="596900" y="1229867"/>
                  </a:lnTo>
                  <a:lnTo>
                    <a:pt x="584200" y="1229867"/>
                  </a:lnTo>
                  <a:close/>
                </a:path>
                <a:path w="3479800" h="1229995">
                  <a:moveTo>
                    <a:pt x="469900" y="1229867"/>
                  </a:moveTo>
                  <a:lnTo>
                    <a:pt x="469900" y="1228343"/>
                  </a:lnTo>
                  <a:lnTo>
                    <a:pt x="482600" y="1228343"/>
                  </a:lnTo>
                  <a:lnTo>
                    <a:pt x="482600" y="1229867"/>
                  </a:lnTo>
                  <a:lnTo>
                    <a:pt x="469900" y="1229867"/>
                  </a:lnTo>
                  <a:close/>
                </a:path>
                <a:path w="3479800" h="1229995">
                  <a:moveTo>
                    <a:pt x="342900" y="1229867"/>
                  </a:moveTo>
                  <a:lnTo>
                    <a:pt x="342900" y="1226819"/>
                  </a:lnTo>
                  <a:lnTo>
                    <a:pt x="355600" y="1229867"/>
                  </a:lnTo>
                  <a:lnTo>
                    <a:pt x="342900" y="1229867"/>
                  </a:lnTo>
                  <a:close/>
                </a:path>
                <a:path w="3479800" h="1229995">
                  <a:moveTo>
                    <a:pt x="228600" y="1229867"/>
                  </a:moveTo>
                  <a:lnTo>
                    <a:pt x="241300" y="1228343"/>
                  </a:lnTo>
                  <a:lnTo>
                    <a:pt x="241300" y="1229867"/>
                  </a:lnTo>
                  <a:lnTo>
                    <a:pt x="228600" y="1229867"/>
                  </a:lnTo>
                  <a:close/>
                </a:path>
                <a:path w="3479800" h="1229995">
                  <a:moveTo>
                    <a:pt x="101600" y="1229867"/>
                  </a:moveTo>
                  <a:lnTo>
                    <a:pt x="101600" y="1228343"/>
                  </a:lnTo>
                  <a:lnTo>
                    <a:pt x="114300" y="1228343"/>
                  </a:lnTo>
                  <a:lnTo>
                    <a:pt x="114300" y="1229867"/>
                  </a:lnTo>
                  <a:lnTo>
                    <a:pt x="101600" y="1229867"/>
                  </a:lnTo>
                  <a:close/>
                </a:path>
              </a:pathLst>
            </a:custGeom>
            <a:solidFill>
              <a:srgbClr val="93C6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6243828" y="2834639"/>
              <a:ext cx="3430904" cy="1106805"/>
            </a:xfrm>
            <a:custGeom>
              <a:avLst/>
              <a:gdLst/>
              <a:ahLst/>
              <a:cxnLst/>
              <a:rect l="l" t="t" r="r" b="b"/>
              <a:pathLst>
                <a:path w="3430904" h="1106804">
                  <a:moveTo>
                    <a:pt x="7620" y="1100328"/>
                  </a:moveTo>
                  <a:lnTo>
                    <a:pt x="6096" y="1098804"/>
                  </a:lnTo>
                  <a:lnTo>
                    <a:pt x="1524" y="1098804"/>
                  </a:lnTo>
                  <a:lnTo>
                    <a:pt x="1524" y="1100328"/>
                  </a:lnTo>
                  <a:lnTo>
                    <a:pt x="0" y="1100328"/>
                  </a:lnTo>
                  <a:lnTo>
                    <a:pt x="0" y="1104912"/>
                  </a:lnTo>
                  <a:lnTo>
                    <a:pt x="1524" y="1104912"/>
                  </a:lnTo>
                  <a:lnTo>
                    <a:pt x="1524" y="1106436"/>
                  </a:lnTo>
                  <a:lnTo>
                    <a:pt x="6096" y="1106436"/>
                  </a:lnTo>
                  <a:lnTo>
                    <a:pt x="7620" y="1104912"/>
                  </a:lnTo>
                  <a:lnTo>
                    <a:pt x="7620" y="1100328"/>
                  </a:lnTo>
                  <a:close/>
                </a:path>
                <a:path w="3430904" h="1106804">
                  <a:moveTo>
                    <a:pt x="48768" y="1100328"/>
                  </a:moveTo>
                  <a:lnTo>
                    <a:pt x="47244" y="1100328"/>
                  </a:lnTo>
                  <a:lnTo>
                    <a:pt x="45720" y="1098804"/>
                  </a:lnTo>
                  <a:lnTo>
                    <a:pt x="42672" y="1098804"/>
                  </a:lnTo>
                  <a:lnTo>
                    <a:pt x="39624" y="1101864"/>
                  </a:lnTo>
                  <a:lnTo>
                    <a:pt x="39624" y="1103388"/>
                  </a:lnTo>
                  <a:lnTo>
                    <a:pt x="42672" y="1106436"/>
                  </a:lnTo>
                  <a:lnTo>
                    <a:pt x="45720" y="1106436"/>
                  </a:lnTo>
                  <a:lnTo>
                    <a:pt x="47244" y="1104912"/>
                  </a:lnTo>
                  <a:lnTo>
                    <a:pt x="48768" y="1104912"/>
                  </a:lnTo>
                  <a:lnTo>
                    <a:pt x="48768" y="1100328"/>
                  </a:lnTo>
                  <a:close/>
                </a:path>
                <a:path w="3430904" h="1106804">
                  <a:moveTo>
                    <a:pt x="88392" y="1100328"/>
                  </a:moveTo>
                  <a:lnTo>
                    <a:pt x="86868" y="1100328"/>
                  </a:lnTo>
                  <a:lnTo>
                    <a:pt x="86868" y="1098804"/>
                  </a:lnTo>
                  <a:lnTo>
                    <a:pt x="82296" y="1098804"/>
                  </a:lnTo>
                  <a:lnTo>
                    <a:pt x="82296" y="1100328"/>
                  </a:lnTo>
                  <a:lnTo>
                    <a:pt x="80772" y="1100328"/>
                  </a:lnTo>
                  <a:lnTo>
                    <a:pt x="80772" y="1104912"/>
                  </a:lnTo>
                  <a:lnTo>
                    <a:pt x="82296" y="1104912"/>
                  </a:lnTo>
                  <a:lnTo>
                    <a:pt x="82296" y="1106436"/>
                  </a:lnTo>
                  <a:lnTo>
                    <a:pt x="86868" y="1106436"/>
                  </a:lnTo>
                  <a:lnTo>
                    <a:pt x="86868" y="1104912"/>
                  </a:lnTo>
                  <a:lnTo>
                    <a:pt x="88392" y="1104912"/>
                  </a:lnTo>
                  <a:lnTo>
                    <a:pt x="88392" y="1100328"/>
                  </a:lnTo>
                  <a:close/>
                </a:path>
                <a:path w="3430904" h="1106804">
                  <a:moveTo>
                    <a:pt x="129540" y="1101864"/>
                  </a:moveTo>
                  <a:lnTo>
                    <a:pt x="126492" y="1098804"/>
                  </a:lnTo>
                  <a:lnTo>
                    <a:pt x="123444" y="1098804"/>
                  </a:lnTo>
                  <a:lnTo>
                    <a:pt x="120396" y="1101864"/>
                  </a:lnTo>
                  <a:lnTo>
                    <a:pt x="120396" y="1103388"/>
                  </a:lnTo>
                  <a:lnTo>
                    <a:pt x="123444" y="1106436"/>
                  </a:lnTo>
                  <a:lnTo>
                    <a:pt x="126492" y="1106436"/>
                  </a:lnTo>
                  <a:lnTo>
                    <a:pt x="129540" y="1103388"/>
                  </a:lnTo>
                  <a:lnTo>
                    <a:pt x="129540" y="1101864"/>
                  </a:lnTo>
                  <a:close/>
                </a:path>
                <a:path w="3430904" h="1106804">
                  <a:moveTo>
                    <a:pt x="169164" y="1100328"/>
                  </a:moveTo>
                  <a:lnTo>
                    <a:pt x="167640" y="1100328"/>
                  </a:lnTo>
                  <a:lnTo>
                    <a:pt x="167640" y="1098804"/>
                  </a:lnTo>
                  <a:lnTo>
                    <a:pt x="163068" y="1098804"/>
                  </a:lnTo>
                  <a:lnTo>
                    <a:pt x="163068" y="1100328"/>
                  </a:lnTo>
                  <a:lnTo>
                    <a:pt x="161544" y="1100328"/>
                  </a:lnTo>
                  <a:lnTo>
                    <a:pt x="161544" y="1104912"/>
                  </a:lnTo>
                  <a:lnTo>
                    <a:pt x="163068" y="1104912"/>
                  </a:lnTo>
                  <a:lnTo>
                    <a:pt x="163068" y="1106436"/>
                  </a:lnTo>
                  <a:lnTo>
                    <a:pt x="167640" y="1106436"/>
                  </a:lnTo>
                  <a:lnTo>
                    <a:pt x="167640" y="1104912"/>
                  </a:lnTo>
                  <a:lnTo>
                    <a:pt x="169164" y="1104912"/>
                  </a:lnTo>
                  <a:lnTo>
                    <a:pt x="169164" y="1100328"/>
                  </a:lnTo>
                  <a:close/>
                </a:path>
                <a:path w="3430904" h="1106804">
                  <a:moveTo>
                    <a:pt x="208788" y="1100328"/>
                  </a:moveTo>
                  <a:lnTo>
                    <a:pt x="207264" y="1098804"/>
                  </a:lnTo>
                  <a:lnTo>
                    <a:pt x="202692" y="1098804"/>
                  </a:lnTo>
                  <a:lnTo>
                    <a:pt x="202692" y="1100328"/>
                  </a:lnTo>
                  <a:lnTo>
                    <a:pt x="201168" y="1100328"/>
                  </a:lnTo>
                  <a:lnTo>
                    <a:pt x="201168" y="1104912"/>
                  </a:lnTo>
                  <a:lnTo>
                    <a:pt x="202692" y="1104912"/>
                  </a:lnTo>
                  <a:lnTo>
                    <a:pt x="202692" y="1106436"/>
                  </a:lnTo>
                  <a:lnTo>
                    <a:pt x="207264" y="1106436"/>
                  </a:lnTo>
                  <a:lnTo>
                    <a:pt x="208788" y="1104912"/>
                  </a:lnTo>
                  <a:lnTo>
                    <a:pt x="208788" y="1100328"/>
                  </a:lnTo>
                  <a:close/>
                </a:path>
                <a:path w="3430904" h="1106804">
                  <a:moveTo>
                    <a:pt x="249936" y="1100328"/>
                  </a:moveTo>
                  <a:lnTo>
                    <a:pt x="248412" y="1100328"/>
                  </a:lnTo>
                  <a:lnTo>
                    <a:pt x="248412" y="1098804"/>
                  </a:lnTo>
                  <a:lnTo>
                    <a:pt x="243840" y="1098804"/>
                  </a:lnTo>
                  <a:lnTo>
                    <a:pt x="242316" y="1100328"/>
                  </a:lnTo>
                  <a:lnTo>
                    <a:pt x="242316" y="1104912"/>
                  </a:lnTo>
                  <a:lnTo>
                    <a:pt x="243840" y="1106436"/>
                  </a:lnTo>
                  <a:lnTo>
                    <a:pt x="248412" y="1106436"/>
                  </a:lnTo>
                  <a:lnTo>
                    <a:pt x="248412" y="1104912"/>
                  </a:lnTo>
                  <a:lnTo>
                    <a:pt x="249936" y="1104912"/>
                  </a:lnTo>
                  <a:lnTo>
                    <a:pt x="249936" y="1100328"/>
                  </a:lnTo>
                  <a:close/>
                </a:path>
                <a:path w="3430904" h="1106804">
                  <a:moveTo>
                    <a:pt x="289560" y="1100328"/>
                  </a:moveTo>
                  <a:lnTo>
                    <a:pt x="288036" y="1100328"/>
                  </a:lnTo>
                  <a:lnTo>
                    <a:pt x="288036" y="1098804"/>
                  </a:lnTo>
                  <a:lnTo>
                    <a:pt x="283464" y="1098804"/>
                  </a:lnTo>
                  <a:lnTo>
                    <a:pt x="283464" y="1100328"/>
                  </a:lnTo>
                  <a:lnTo>
                    <a:pt x="281940" y="1100328"/>
                  </a:lnTo>
                  <a:lnTo>
                    <a:pt x="281940" y="1104912"/>
                  </a:lnTo>
                  <a:lnTo>
                    <a:pt x="283464" y="1104912"/>
                  </a:lnTo>
                  <a:lnTo>
                    <a:pt x="283464" y="1106436"/>
                  </a:lnTo>
                  <a:lnTo>
                    <a:pt x="288036" y="1106436"/>
                  </a:lnTo>
                  <a:lnTo>
                    <a:pt x="288036" y="1104912"/>
                  </a:lnTo>
                  <a:lnTo>
                    <a:pt x="289560" y="1104912"/>
                  </a:lnTo>
                  <a:lnTo>
                    <a:pt x="289560" y="1100328"/>
                  </a:lnTo>
                  <a:close/>
                </a:path>
                <a:path w="3430904" h="1106804">
                  <a:moveTo>
                    <a:pt x="330708" y="1101864"/>
                  </a:moveTo>
                  <a:lnTo>
                    <a:pt x="327660" y="1098804"/>
                  </a:lnTo>
                  <a:lnTo>
                    <a:pt x="324612" y="1098804"/>
                  </a:lnTo>
                  <a:lnTo>
                    <a:pt x="321564" y="1101864"/>
                  </a:lnTo>
                  <a:lnTo>
                    <a:pt x="321564" y="1103388"/>
                  </a:lnTo>
                  <a:lnTo>
                    <a:pt x="324612" y="1106436"/>
                  </a:lnTo>
                  <a:lnTo>
                    <a:pt x="327660" y="1106436"/>
                  </a:lnTo>
                  <a:lnTo>
                    <a:pt x="330708" y="1103388"/>
                  </a:lnTo>
                  <a:lnTo>
                    <a:pt x="330708" y="1101864"/>
                  </a:lnTo>
                  <a:close/>
                </a:path>
                <a:path w="3430904" h="1106804">
                  <a:moveTo>
                    <a:pt x="370332" y="1100328"/>
                  </a:moveTo>
                  <a:lnTo>
                    <a:pt x="368808" y="1100328"/>
                  </a:lnTo>
                  <a:lnTo>
                    <a:pt x="368808" y="1098804"/>
                  </a:lnTo>
                  <a:lnTo>
                    <a:pt x="364236" y="1098804"/>
                  </a:lnTo>
                  <a:lnTo>
                    <a:pt x="364236" y="1100328"/>
                  </a:lnTo>
                  <a:lnTo>
                    <a:pt x="362712" y="1100328"/>
                  </a:lnTo>
                  <a:lnTo>
                    <a:pt x="362712" y="1104912"/>
                  </a:lnTo>
                  <a:lnTo>
                    <a:pt x="364236" y="1104912"/>
                  </a:lnTo>
                  <a:lnTo>
                    <a:pt x="364236" y="1106436"/>
                  </a:lnTo>
                  <a:lnTo>
                    <a:pt x="368808" y="1106436"/>
                  </a:lnTo>
                  <a:lnTo>
                    <a:pt x="368808" y="1104912"/>
                  </a:lnTo>
                  <a:lnTo>
                    <a:pt x="370332" y="1104912"/>
                  </a:lnTo>
                  <a:lnTo>
                    <a:pt x="370332" y="1100328"/>
                  </a:lnTo>
                  <a:close/>
                </a:path>
                <a:path w="3430904" h="1106804">
                  <a:moveTo>
                    <a:pt x="411480" y="1101864"/>
                  </a:moveTo>
                  <a:lnTo>
                    <a:pt x="408432" y="1098804"/>
                  </a:lnTo>
                  <a:lnTo>
                    <a:pt x="405384" y="1098804"/>
                  </a:lnTo>
                  <a:lnTo>
                    <a:pt x="403860" y="1100328"/>
                  </a:lnTo>
                  <a:lnTo>
                    <a:pt x="402336" y="1100328"/>
                  </a:lnTo>
                  <a:lnTo>
                    <a:pt x="402336" y="1104912"/>
                  </a:lnTo>
                  <a:lnTo>
                    <a:pt x="403860" y="1104912"/>
                  </a:lnTo>
                  <a:lnTo>
                    <a:pt x="405384" y="1106436"/>
                  </a:lnTo>
                  <a:lnTo>
                    <a:pt x="408432" y="1106436"/>
                  </a:lnTo>
                  <a:lnTo>
                    <a:pt x="411480" y="1103388"/>
                  </a:lnTo>
                  <a:lnTo>
                    <a:pt x="411480" y="1101864"/>
                  </a:lnTo>
                  <a:close/>
                </a:path>
                <a:path w="3430904" h="1106804">
                  <a:moveTo>
                    <a:pt x="451104" y="1100328"/>
                  </a:moveTo>
                  <a:lnTo>
                    <a:pt x="449580" y="1100328"/>
                  </a:lnTo>
                  <a:lnTo>
                    <a:pt x="449580" y="1098804"/>
                  </a:lnTo>
                  <a:lnTo>
                    <a:pt x="445008" y="1098804"/>
                  </a:lnTo>
                  <a:lnTo>
                    <a:pt x="443484" y="1100328"/>
                  </a:lnTo>
                  <a:lnTo>
                    <a:pt x="443484" y="1104912"/>
                  </a:lnTo>
                  <a:lnTo>
                    <a:pt x="445008" y="1106436"/>
                  </a:lnTo>
                  <a:lnTo>
                    <a:pt x="449580" y="1106436"/>
                  </a:lnTo>
                  <a:lnTo>
                    <a:pt x="449580" y="1104912"/>
                  </a:lnTo>
                  <a:lnTo>
                    <a:pt x="451104" y="1104912"/>
                  </a:lnTo>
                  <a:lnTo>
                    <a:pt x="451104" y="1100328"/>
                  </a:lnTo>
                  <a:close/>
                </a:path>
                <a:path w="3430904" h="1106804">
                  <a:moveTo>
                    <a:pt x="490728" y="1100328"/>
                  </a:moveTo>
                  <a:lnTo>
                    <a:pt x="489204" y="1098804"/>
                  </a:lnTo>
                  <a:lnTo>
                    <a:pt x="484632" y="1098804"/>
                  </a:lnTo>
                  <a:lnTo>
                    <a:pt x="484632" y="1100328"/>
                  </a:lnTo>
                  <a:lnTo>
                    <a:pt x="483108" y="1100328"/>
                  </a:lnTo>
                  <a:lnTo>
                    <a:pt x="483108" y="1104912"/>
                  </a:lnTo>
                  <a:lnTo>
                    <a:pt x="484632" y="1104912"/>
                  </a:lnTo>
                  <a:lnTo>
                    <a:pt x="484632" y="1106436"/>
                  </a:lnTo>
                  <a:lnTo>
                    <a:pt x="489204" y="1106436"/>
                  </a:lnTo>
                  <a:lnTo>
                    <a:pt x="490728" y="1104912"/>
                  </a:lnTo>
                  <a:lnTo>
                    <a:pt x="490728" y="1100328"/>
                  </a:lnTo>
                  <a:close/>
                </a:path>
                <a:path w="3430904" h="1106804">
                  <a:moveTo>
                    <a:pt x="531876" y="1101864"/>
                  </a:moveTo>
                  <a:lnTo>
                    <a:pt x="528828" y="1098804"/>
                  </a:lnTo>
                  <a:lnTo>
                    <a:pt x="525780" y="1098804"/>
                  </a:lnTo>
                  <a:lnTo>
                    <a:pt x="522732" y="1101864"/>
                  </a:lnTo>
                  <a:lnTo>
                    <a:pt x="522732" y="1103388"/>
                  </a:lnTo>
                  <a:lnTo>
                    <a:pt x="525780" y="1106436"/>
                  </a:lnTo>
                  <a:lnTo>
                    <a:pt x="528828" y="1106436"/>
                  </a:lnTo>
                  <a:lnTo>
                    <a:pt x="531876" y="1103388"/>
                  </a:lnTo>
                  <a:lnTo>
                    <a:pt x="531876" y="1101864"/>
                  </a:lnTo>
                  <a:close/>
                </a:path>
                <a:path w="3430904" h="1106804">
                  <a:moveTo>
                    <a:pt x="571500" y="1100328"/>
                  </a:moveTo>
                  <a:lnTo>
                    <a:pt x="569976" y="1100328"/>
                  </a:lnTo>
                  <a:lnTo>
                    <a:pt x="569976" y="1098804"/>
                  </a:lnTo>
                  <a:lnTo>
                    <a:pt x="565404" y="1098804"/>
                  </a:lnTo>
                  <a:lnTo>
                    <a:pt x="565404" y="1100328"/>
                  </a:lnTo>
                  <a:lnTo>
                    <a:pt x="563880" y="1100328"/>
                  </a:lnTo>
                  <a:lnTo>
                    <a:pt x="563880" y="1104912"/>
                  </a:lnTo>
                  <a:lnTo>
                    <a:pt x="565404" y="1104912"/>
                  </a:lnTo>
                  <a:lnTo>
                    <a:pt x="565404" y="1106436"/>
                  </a:lnTo>
                  <a:lnTo>
                    <a:pt x="569976" y="1106436"/>
                  </a:lnTo>
                  <a:lnTo>
                    <a:pt x="569976" y="1104912"/>
                  </a:lnTo>
                  <a:lnTo>
                    <a:pt x="571500" y="1104912"/>
                  </a:lnTo>
                  <a:lnTo>
                    <a:pt x="571500" y="1100328"/>
                  </a:lnTo>
                  <a:close/>
                </a:path>
                <a:path w="3430904" h="1106804">
                  <a:moveTo>
                    <a:pt x="612648" y="1101864"/>
                  </a:moveTo>
                  <a:lnTo>
                    <a:pt x="609600" y="1098804"/>
                  </a:lnTo>
                  <a:lnTo>
                    <a:pt x="606552" y="1098804"/>
                  </a:lnTo>
                  <a:lnTo>
                    <a:pt x="603504" y="1101864"/>
                  </a:lnTo>
                  <a:lnTo>
                    <a:pt x="603504" y="1103388"/>
                  </a:lnTo>
                  <a:lnTo>
                    <a:pt x="606552" y="1106436"/>
                  </a:lnTo>
                  <a:lnTo>
                    <a:pt x="609600" y="1106436"/>
                  </a:lnTo>
                  <a:lnTo>
                    <a:pt x="612648" y="1103388"/>
                  </a:lnTo>
                  <a:lnTo>
                    <a:pt x="612648" y="1101864"/>
                  </a:lnTo>
                  <a:close/>
                </a:path>
                <a:path w="3430904" h="1106804">
                  <a:moveTo>
                    <a:pt x="652272" y="1100328"/>
                  </a:moveTo>
                  <a:lnTo>
                    <a:pt x="650748" y="1100328"/>
                  </a:lnTo>
                  <a:lnTo>
                    <a:pt x="650748" y="1098804"/>
                  </a:lnTo>
                  <a:lnTo>
                    <a:pt x="646176" y="1098804"/>
                  </a:lnTo>
                  <a:lnTo>
                    <a:pt x="644652" y="1100328"/>
                  </a:lnTo>
                  <a:lnTo>
                    <a:pt x="644652" y="1104912"/>
                  </a:lnTo>
                  <a:lnTo>
                    <a:pt x="646176" y="1106436"/>
                  </a:lnTo>
                  <a:lnTo>
                    <a:pt x="650748" y="1106436"/>
                  </a:lnTo>
                  <a:lnTo>
                    <a:pt x="650748" y="1104912"/>
                  </a:lnTo>
                  <a:lnTo>
                    <a:pt x="652272" y="1104912"/>
                  </a:lnTo>
                  <a:lnTo>
                    <a:pt x="652272" y="1100328"/>
                  </a:lnTo>
                  <a:close/>
                </a:path>
                <a:path w="3430904" h="1106804">
                  <a:moveTo>
                    <a:pt x="691896" y="1100328"/>
                  </a:moveTo>
                  <a:lnTo>
                    <a:pt x="690372" y="1098804"/>
                  </a:lnTo>
                  <a:lnTo>
                    <a:pt x="685800" y="1098804"/>
                  </a:lnTo>
                  <a:lnTo>
                    <a:pt x="685800" y="1100328"/>
                  </a:lnTo>
                  <a:lnTo>
                    <a:pt x="684276" y="1100328"/>
                  </a:lnTo>
                  <a:lnTo>
                    <a:pt x="684276" y="1104912"/>
                  </a:lnTo>
                  <a:lnTo>
                    <a:pt x="685800" y="1104912"/>
                  </a:lnTo>
                  <a:lnTo>
                    <a:pt x="685800" y="1106436"/>
                  </a:lnTo>
                  <a:lnTo>
                    <a:pt x="690372" y="1106436"/>
                  </a:lnTo>
                  <a:lnTo>
                    <a:pt x="691896" y="1104912"/>
                  </a:lnTo>
                  <a:lnTo>
                    <a:pt x="691896" y="1100328"/>
                  </a:lnTo>
                  <a:close/>
                </a:path>
                <a:path w="3430904" h="1106804">
                  <a:moveTo>
                    <a:pt x="733044" y="1100328"/>
                  </a:moveTo>
                  <a:lnTo>
                    <a:pt x="731520" y="1100328"/>
                  </a:lnTo>
                  <a:lnTo>
                    <a:pt x="731520" y="1098804"/>
                  </a:lnTo>
                  <a:lnTo>
                    <a:pt x="726948" y="1098804"/>
                  </a:lnTo>
                  <a:lnTo>
                    <a:pt x="725424" y="1100328"/>
                  </a:lnTo>
                  <a:lnTo>
                    <a:pt x="725424" y="1104912"/>
                  </a:lnTo>
                  <a:lnTo>
                    <a:pt x="726948" y="1106436"/>
                  </a:lnTo>
                  <a:lnTo>
                    <a:pt x="731520" y="1106436"/>
                  </a:lnTo>
                  <a:lnTo>
                    <a:pt x="731520" y="1104912"/>
                  </a:lnTo>
                  <a:lnTo>
                    <a:pt x="733044" y="1104912"/>
                  </a:lnTo>
                  <a:lnTo>
                    <a:pt x="733044" y="1100328"/>
                  </a:lnTo>
                  <a:close/>
                </a:path>
                <a:path w="3430904" h="1106804">
                  <a:moveTo>
                    <a:pt x="772668" y="1100328"/>
                  </a:moveTo>
                  <a:lnTo>
                    <a:pt x="771144" y="1100328"/>
                  </a:lnTo>
                  <a:lnTo>
                    <a:pt x="771144" y="1098804"/>
                  </a:lnTo>
                  <a:lnTo>
                    <a:pt x="766572" y="1098804"/>
                  </a:lnTo>
                  <a:lnTo>
                    <a:pt x="766572" y="1100328"/>
                  </a:lnTo>
                  <a:lnTo>
                    <a:pt x="765048" y="1100328"/>
                  </a:lnTo>
                  <a:lnTo>
                    <a:pt x="765048" y="1104912"/>
                  </a:lnTo>
                  <a:lnTo>
                    <a:pt x="766572" y="1104912"/>
                  </a:lnTo>
                  <a:lnTo>
                    <a:pt x="766572" y="1106436"/>
                  </a:lnTo>
                  <a:lnTo>
                    <a:pt x="771144" y="1106436"/>
                  </a:lnTo>
                  <a:lnTo>
                    <a:pt x="771144" y="1104912"/>
                  </a:lnTo>
                  <a:lnTo>
                    <a:pt x="772668" y="1104912"/>
                  </a:lnTo>
                  <a:lnTo>
                    <a:pt x="772668" y="1100328"/>
                  </a:lnTo>
                  <a:close/>
                </a:path>
                <a:path w="3430904" h="1106804">
                  <a:moveTo>
                    <a:pt x="813816" y="1101864"/>
                  </a:moveTo>
                  <a:lnTo>
                    <a:pt x="810768" y="1098804"/>
                  </a:lnTo>
                  <a:lnTo>
                    <a:pt x="807720" y="1098804"/>
                  </a:lnTo>
                  <a:lnTo>
                    <a:pt x="804672" y="1101864"/>
                  </a:lnTo>
                  <a:lnTo>
                    <a:pt x="804672" y="1103388"/>
                  </a:lnTo>
                  <a:lnTo>
                    <a:pt x="807720" y="1106436"/>
                  </a:lnTo>
                  <a:lnTo>
                    <a:pt x="810768" y="1106436"/>
                  </a:lnTo>
                  <a:lnTo>
                    <a:pt x="813816" y="1103388"/>
                  </a:lnTo>
                  <a:lnTo>
                    <a:pt x="813816" y="1101864"/>
                  </a:lnTo>
                  <a:close/>
                </a:path>
                <a:path w="3430904" h="1106804">
                  <a:moveTo>
                    <a:pt x="853440" y="1100328"/>
                  </a:moveTo>
                  <a:lnTo>
                    <a:pt x="851916" y="1100328"/>
                  </a:lnTo>
                  <a:lnTo>
                    <a:pt x="851916" y="1098804"/>
                  </a:lnTo>
                  <a:lnTo>
                    <a:pt x="847344" y="1098804"/>
                  </a:lnTo>
                  <a:lnTo>
                    <a:pt x="847344" y="1100328"/>
                  </a:lnTo>
                  <a:lnTo>
                    <a:pt x="845820" y="1100328"/>
                  </a:lnTo>
                  <a:lnTo>
                    <a:pt x="845820" y="1104912"/>
                  </a:lnTo>
                  <a:lnTo>
                    <a:pt x="847344" y="1104912"/>
                  </a:lnTo>
                  <a:lnTo>
                    <a:pt x="847344" y="1106436"/>
                  </a:lnTo>
                  <a:lnTo>
                    <a:pt x="851916" y="1106436"/>
                  </a:lnTo>
                  <a:lnTo>
                    <a:pt x="851916" y="1104912"/>
                  </a:lnTo>
                  <a:lnTo>
                    <a:pt x="853440" y="1104912"/>
                  </a:lnTo>
                  <a:lnTo>
                    <a:pt x="853440" y="1100328"/>
                  </a:lnTo>
                  <a:close/>
                </a:path>
                <a:path w="3430904" h="1106804">
                  <a:moveTo>
                    <a:pt x="893064" y="1100328"/>
                  </a:moveTo>
                  <a:lnTo>
                    <a:pt x="891540" y="1098804"/>
                  </a:lnTo>
                  <a:lnTo>
                    <a:pt x="888492" y="1098804"/>
                  </a:lnTo>
                  <a:lnTo>
                    <a:pt x="886968" y="1100328"/>
                  </a:lnTo>
                  <a:lnTo>
                    <a:pt x="885444" y="1100328"/>
                  </a:lnTo>
                  <a:lnTo>
                    <a:pt x="885444" y="1104912"/>
                  </a:lnTo>
                  <a:lnTo>
                    <a:pt x="886968" y="1104912"/>
                  </a:lnTo>
                  <a:lnTo>
                    <a:pt x="888492" y="1106436"/>
                  </a:lnTo>
                  <a:lnTo>
                    <a:pt x="891540" y="1106436"/>
                  </a:lnTo>
                  <a:lnTo>
                    <a:pt x="893064" y="1104912"/>
                  </a:lnTo>
                  <a:lnTo>
                    <a:pt x="893064" y="1100328"/>
                  </a:lnTo>
                  <a:close/>
                </a:path>
                <a:path w="3430904" h="1106804">
                  <a:moveTo>
                    <a:pt x="934212" y="1100328"/>
                  </a:moveTo>
                  <a:lnTo>
                    <a:pt x="932688" y="1100328"/>
                  </a:lnTo>
                  <a:lnTo>
                    <a:pt x="932688" y="1098804"/>
                  </a:lnTo>
                  <a:lnTo>
                    <a:pt x="928116" y="1098804"/>
                  </a:lnTo>
                  <a:lnTo>
                    <a:pt x="926592" y="1100328"/>
                  </a:lnTo>
                  <a:lnTo>
                    <a:pt x="926592" y="1104912"/>
                  </a:lnTo>
                  <a:lnTo>
                    <a:pt x="928116" y="1106436"/>
                  </a:lnTo>
                  <a:lnTo>
                    <a:pt x="932688" y="1106436"/>
                  </a:lnTo>
                  <a:lnTo>
                    <a:pt x="932688" y="1104912"/>
                  </a:lnTo>
                  <a:lnTo>
                    <a:pt x="934212" y="1104912"/>
                  </a:lnTo>
                  <a:lnTo>
                    <a:pt x="934212" y="1100328"/>
                  </a:lnTo>
                  <a:close/>
                </a:path>
                <a:path w="3430904" h="1106804">
                  <a:moveTo>
                    <a:pt x="973836" y="1100328"/>
                  </a:moveTo>
                  <a:lnTo>
                    <a:pt x="972312" y="1098804"/>
                  </a:lnTo>
                  <a:lnTo>
                    <a:pt x="967740" y="1098804"/>
                  </a:lnTo>
                  <a:lnTo>
                    <a:pt x="967740" y="1100328"/>
                  </a:lnTo>
                  <a:lnTo>
                    <a:pt x="966216" y="1100328"/>
                  </a:lnTo>
                  <a:lnTo>
                    <a:pt x="966216" y="1104912"/>
                  </a:lnTo>
                  <a:lnTo>
                    <a:pt x="967740" y="1104912"/>
                  </a:lnTo>
                  <a:lnTo>
                    <a:pt x="967740" y="1106436"/>
                  </a:lnTo>
                  <a:lnTo>
                    <a:pt x="972312" y="1106436"/>
                  </a:lnTo>
                  <a:lnTo>
                    <a:pt x="973836" y="1104912"/>
                  </a:lnTo>
                  <a:lnTo>
                    <a:pt x="973836" y="1100328"/>
                  </a:lnTo>
                  <a:close/>
                </a:path>
                <a:path w="3430904" h="1106804">
                  <a:moveTo>
                    <a:pt x="1014984" y="1101864"/>
                  </a:moveTo>
                  <a:lnTo>
                    <a:pt x="1011936" y="1098804"/>
                  </a:lnTo>
                  <a:lnTo>
                    <a:pt x="1008888" y="1098804"/>
                  </a:lnTo>
                  <a:lnTo>
                    <a:pt x="1005840" y="1101864"/>
                  </a:lnTo>
                  <a:lnTo>
                    <a:pt x="1005840" y="1103388"/>
                  </a:lnTo>
                  <a:lnTo>
                    <a:pt x="1008888" y="1106436"/>
                  </a:lnTo>
                  <a:lnTo>
                    <a:pt x="1011936" y="1106436"/>
                  </a:lnTo>
                  <a:lnTo>
                    <a:pt x="1014984" y="1103388"/>
                  </a:lnTo>
                  <a:lnTo>
                    <a:pt x="1014984" y="1101864"/>
                  </a:lnTo>
                  <a:close/>
                </a:path>
                <a:path w="3430904" h="1106804">
                  <a:moveTo>
                    <a:pt x="1054608" y="1100328"/>
                  </a:moveTo>
                  <a:lnTo>
                    <a:pt x="1053084" y="1100328"/>
                  </a:lnTo>
                  <a:lnTo>
                    <a:pt x="1053084" y="1098804"/>
                  </a:lnTo>
                  <a:lnTo>
                    <a:pt x="1048512" y="1098804"/>
                  </a:lnTo>
                  <a:lnTo>
                    <a:pt x="1048512" y="1100328"/>
                  </a:lnTo>
                  <a:lnTo>
                    <a:pt x="1046988" y="1100328"/>
                  </a:lnTo>
                  <a:lnTo>
                    <a:pt x="1046988" y="1104912"/>
                  </a:lnTo>
                  <a:lnTo>
                    <a:pt x="1048512" y="1104912"/>
                  </a:lnTo>
                  <a:lnTo>
                    <a:pt x="1048512" y="1106436"/>
                  </a:lnTo>
                  <a:lnTo>
                    <a:pt x="1053084" y="1106436"/>
                  </a:lnTo>
                  <a:lnTo>
                    <a:pt x="1053084" y="1104912"/>
                  </a:lnTo>
                  <a:lnTo>
                    <a:pt x="1054608" y="1104912"/>
                  </a:lnTo>
                  <a:lnTo>
                    <a:pt x="1054608" y="1100328"/>
                  </a:lnTo>
                  <a:close/>
                </a:path>
                <a:path w="3430904" h="1106804">
                  <a:moveTo>
                    <a:pt x="1095756" y="1101864"/>
                  </a:moveTo>
                  <a:lnTo>
                    <a:pt x="1092708" y="1098804"/>
                  </a:lnTo>
                  <a:lnTo>
                    <a:pt x="1089660" y="1098804"/>
                  </a:lnTo>
                  <a:lnTo>
                    <a:pt x="1086612" y="1101864"/>
                  </a:lnTo>
                  <a:lnTo>
                    <a:pt x="1086612" y="1103388"/>
                  </a:lnTo>
                  <a:lnTo>
                    <a:pt x="1089660" y="1106436"/>
                  </a:lnTo>
                  <a:lnTo>
                    <a:pt x="1092708" y="1106436"/>
                  </a:lnTo>
                  <a:lnTo>
                    <a:pt x="1095756" y="1103388"/>
                  </a:lnTo>
                  <a:lnTo>
                    <a:pt x="1095756" y="1101864"/>
                  </a:lnTo>
                  <a:close/>
                </a:path>
                <a:path w="3430904" h="1106804">
                  <a:moveTo>
                    <a:pt x="1135380" y="1100328"/>
                  </a:moveTo>
                  <a:lnTo>
                    <a:pt x="1133856" y="1100328"/>
                  </a:lnTo>
                  <a:lnTo>
                    <a:pt x="1133856" y="1098804"/>
                  </a:lnTo>
                  <a:lnTo>
                    <a:pt x="1129284" y="1098804"/>
                  </a:lnTo>
                  <a:lnTo>
                    <a:pt x="1127760" y="1100328"/>
                  </a:lnTo>
                  <a:lnTo>
                    <a:pt x="1127760" y="1104912"/>
                  </a:lnTo>
                  <a:lnTo>
                    <a:pt x="1129284" y="1106436"/>
                  </a:lnTo>
                  <a:lnTo>
                    <a:pt x="1133856" y="1106436"/>
                  </a:lnTo>
                  <a:lnTo>
                    <a:pt x="1133856" y="1104912"/>
                  </a:lnTo>
                  <a:lnTo>
                    <a:pt x="1135380" y="1104912"/>
                  </a:lnTo>
                  <a:lnTo>
                    <a:pt x="1135380" y="1100328"/>
                  </a:lnTo>
                  <a:close/>
                </a:path>
                <a:path w="3430904" h="1106804">
                  <a:moveTo>
                    <a:pt x="1175004" y="1100328"/>
                  </a:moveTo>
                  <a:lnTo>
                    <a:pt x="1173480" y="1098804"/>
                  </a:lnTo>
                  <a:lnTo>
                    <a:pt x="1168908" y="1098804"/>
                  </a:lnTo>
                  <a:lnTo>
                    <a:pt x="1168908" y="1100328"/>
                  </a:lnTo>
                  <a:lnTo>
                    <a:pt x="1167384" y="1100328"/>
                  </a:lnTo>
                  <a:lnTo>
                    <a:pt x="1167384" y="1104912"/>
                  </a:lnTo>
                  <a:lnTo>
                    <a:pt x="1168908" y="1104912"/>
                  </a:lnTo>
                  <a:lnTo>
                    <a:pt x="1168908" y="1106436"/>
                  </a:lnTo>
                  <a:lnTo>
                    <a:pt x="1173480" y="1106436"/>
                  </a:lnTo>
                  <a:lnTo>
                    <a:pt x="1175004" y="1104912"/>
                  </a:lnTo>
                  <a:lnTo>
                    <a:pt x="1175004" y="1100328"/>
                  </a:lnTo>
                  <a:close/>
                </a:path>
                <a:path w="3430904" h="1106804">
                  <a:moveTo>
                    <a:pt x="1216152" y="1100328"/>
                  </a:moveTo>
                  <a:lnTo>
                    <a:pt x="1214628" y="1100328"/>
                  </a:lnTo>
                  <a:lnTo>
                    <a:pt x="1214628" y="1098804"/>
                  </a:lnTo>
                  <a:lnTo>
                    <a:pt x="1210056" y="1098804"/>
                  </a:lnTo>
                  <a:lnTo>
                    <a:pt x="1208532" y="1100328"/>
                  </a:lnTo>
                  <a:lnTo>
                    <a:pt x="1208532" y="1104912"/>
                  </a:lnTo>
                  <a:lnTo>
                    <a:pt x="1210056" y="1106436"/>
                  </a:lnTo>
                  <a:lnTo>
                    <a:pt x="1214628" y="1106436"/>
                  </a:lnTo>
                  <a:lnTo>
                    <a:pt x="1214628" y="1104912"/>
                  </a:lnTo>
                  <a:lnTo>
                    <a:pt x="1216152" y="1104912"/>
                  </a:lnTo>
                  <a:lnTo>
                    <a:pt x="1216152" y="1100328"/>
                  </a:lnTo>
                  <a:close/>
                </a:path>
                <a:path w="3430904" h="1106804">
                  <a:moveTo>
                    <a:pt x="1255776" y="1100328"/>
                  </a:moveTo>
                  <a:lnTo>
                    <a:pt x="1254252" y="1100328"/>
                  </a:lnTo>
                  <a:lnTo>
                    <a:pt x="1254252" y="1098804"/>
                  </a:lnTo>
                  <a:lnTo>
                    <a:pt x="1249680" y="1098804"/>
                  </a:lnTo>
                  <a:lnTo>
                    <a:pt x="1249680" y="1100328"/>
                  </a:lnTo>
                  <a:lnTo>
                    <a:pt x="1248156" y="1100328"/>
                  </a:lnTo>
                  <a:lnTo>
                    <a:pt x="1248156" y="1104912"/>
                  </a:lnTo>
                  <a:lnTo>
                    <a:pt x="1249680" y="1104912"/>
                  </a:lnTo>
                  <a:lnTo>
                    <a:pt x="1249680" y="1106436"/>
                  </a:lnTo>
                  <a:lnTo>
                    <a:pt x="1254252" y="1106436"/>
                  </a:lnTo>
                  <a:lnTo>
                    <a:pt x="1254252" y="1104912"/>
                  </a:lnTo>
                  <a:lnTo>
                    <a:pt x="1255776" y="1104912"/>
                  </a:lnTo>
                  <a:lnTo>
                    <a:pt x="1255776" y="1100328"/>
                  </a:lnTo>
                  <a:close/>
                </a:path>
                <a:path w="3430904" h="1106804">
                  <a:moveTo>
                    <a:pt x="1296924" y="1101864"/>
                  </a:moveTo>
                  <a:lnTo>
                    <a:pt x="1293876" y="1098804"/>
                  </a:lnTo>
                  <a:lnTo>
                    <a:pt x="1290828" y="1098804"/>
                  </a:lnTo>
                  <a:lnTo>
                    <a:pt x="1287780" y="1101864"/>
                  </a:lnTo>
                  <a:lnTo>
                    <a:pt x="1287780" y="1103388"/>
                  </a:lnTo>
                  <a:lnTo>
                    <a:pt x="1290828" y="1106436"/>
                  </a:lnTo>
                  <a:lnTo>
                    <a:pt x="1293876" y="1106436"/>
                  </a:lnTo>
                  <a:lnTo>
                    <a:pt x="1296924" y="1103388"/>
                  </a:lnTo>
                  <a:lnTo>
                    <a:pt x="1296924" y="1101864"/>
                  </a:lnTo>
                  <a:close/>
                </a:path>
                <a:path w="3430904" h="1106804">
                  <a:moveTo>
                    <a:pt x="1336548" y="1100328"/>
                  </a:moveTo>
                  <a:lnTo>
                    <a:pt x="1335024" y="1100328"/>
                  </a:lnTo>
                  <a:lnTo>
                    <a:pt x="1335024" y="1098804"/>
                  </a:lnTo>
                  <a:lnTo>
                    <a:pt x="1330452" y="1098804"/>
                  </a:lnTo>
                  <a:lnTo>
                    <a:pt x="1330452" y="1100328"/>
                  </a:lnTo>
                  <a:lnTo>
                    <a:pt x="1328928" y="1100328"/>
                  </a:lnTo>
                  <a:lnTo>
                    <a:pt x="1328928" y="1104912"/>
                  </a:lnTo>
                  <a:lnTo>
                    <a:pt x="1330452" y="1104912"/>
                  </a:lnTo>
                  <a:lnTo>
                    <a:pt x="1330452" y="1106436"/>
                  </a:lnTo>
                  <a:lnTo>
                    <a:pt x="1335024" y="1106436"/>
                  </a:lnTo>
                  <a:lnTo>
                    <a:pt x="1335024" y="1104912"/>
                  </a:lnTo>
                  <a:lnTo>
                    <a:pt x="1336548" y="1104912"/>
                  </a:lnTo>
                  <a:lnTo>
                    <a:pt x="1336548" y="1100328"/>
                  </a:lnTo>
                  <a:close/>
                </a:path>
                <a:path w="3430904" h="1106804">
                  <a:moveTo>
                    <a:pt x="1376172" y="1100328"/>
                  </a:moveTo>
                  <a:lnTo>
                    <a:pt x="1374648" y="1098804"/>
                  </a:lnTo>
                  <a:lnTo>
                    <a:pt x="1370076" y="1098804"/>
                  </a:lnTo>
                  <a:lnTo>
                    <a:pt x="1370076" y="1100328"/>
                  </a:lnTo>
                  <a:lnTo>
                    <a:pt x="1368552" y="1100328"/>
                  </a:lnTo>
                  <a:lnTo>
                    <a:pt x="1368552" y="1104912"/>
                  </a:lnTo>
                  <a:lnTo>
                    <a:pt x="1370076" y="1104912"/>
                  </a:lnTo>
                  <a:lnTo>
                    <a:pt x="1370076" y="1106436"/>
                  </a:lnTo>
                  <a:lnTo>
                    <a:pt x="1374648" y="1106436"/>
                  </a:lnTo>
                  <a:lnTo>
                    <a:pt x="1376172" y="1104912"/>
                  </a:lnTo>
                  <a:lnTo>
                    <a:pt x="1376172" y="1100328"/>
                  </a:lnTo>
                  <a:close/>
                </a:path>
                <a:path w="3430904" h="1106804">
                  <a:moveTo>
                    <a:pt x="1417320" y="1100328"/>
                  </a:moveTo>
                  <a:lnTo>
                    <a:pt x="1415796" y="1100328"/>
                  </a:lnTo>
                  <a:lnTo>
                    <a:pt x="1415796" y="1098804"/>
                  </a:lnTo>
                  <a:lnTo>
                    <a:pt x="1411224" y="1098804"/>
                  </a:lnTo>
                  <a:lnTo>
                    <a:pt x="1409700" y="1100328"/>
                  </a:lnTo>
                  <a:lnTo>
                    <a:pt x="1409700" y="1104912"/>
                  </a:lnTo>
                  <a:lnTo>
                    <a:pt x="1411224" y="1106436"/>
                  </a:lnTo>
                  <a:lnTo>
                    <a:pt x="1415796" y="1106436"/>
                  </a:lnTo>
                  <a:lnTo>
                    <a:pt x="1415796" y="1104912"/>
                  </a:lnTo>
                  <a:lnTo>
                    <a:pt x="1417320" y="1104912"/>
                  </a:lnTo>
                  <a:lnTo>
                    <a:pt x="1417320" y="1100328"/>
                  </a:lnTo>
                  <a:close/>
                </a:path>
                <a:path w="3430904" h="1106804">
                  <a:moveTo>
                    <a:pt x="1456944" y="1100328"/>
                  </a:moveTo>
                  <a:lnTo>
                    <a:pt x="1455420" y="1098804"/>
                  </a:lnTo>
                  <a:lnTo>
                    <a:pt x="1450848" y="1098804"/>
                  </a:lnTo>
                  <a:lnTo>
                    <a:pt x="1450848" y="1100328"/>
                  </a:lnTo>
                  <a:lnTo>
                    <a:pt x="1449324" y="1100328"/>
                  </a:lnTo>
                  <a:lnTo>
                    <a:pt x="1449324" y="1104912"/>
                  </a:lnTo>
                  <a:lnTo>
                    <a:pt x="1450848" y="1104912"/>
                  </a:lnTo>
                  <a:lnTo>
                    <a:pt x="1450848" y="1106436"/>
                  </a:lnTo>
                  <a:lnTo>
                    <a:pt x="1455420" y="1106436"/>
                  </a:lnTo>
                  <a:lnTo>
                    <a:pt x="1456944" y="1104912"/>
                  </a:lnTo>
                  <a:lnTo>
                    <a:pt x="1456944" y="1100328"/>
                  </a:lnTo>
                  <a:close/>
                </a:path>
                <a:path w="3430904" h="1106804">
                  <a:moveTo>
                    <a:pt x="1498092" y="1101864"/>
                  </a:moveTo>
                  <a:lnTo>
                    <a:pt x="1495044" y="1098804"/>
                  </a:lnTo>
                  <a:lnTo>
                    <a:pt x="1491996" y="1098804"/>
                  </a:lnTo>
                  <a:lnTo>
                    <a:pt x="1488948" y="1101864"/>
                  </a:lnTo>
                  <a:lnTo>
                    <a:pt x="1488948" y="1103388"/>
                  </a:lnTo>
                  <a:lnTo>
                    <a:pt x="1491996" y="1106436"/>
                  </a:lnTo>
                  <a:lnTo>
                    <a:pt x="1495044" y="1106436"/>
                  </a:lnTo>
                  <a:lnTo>
                    <a:pt x="1498092" y="1103388"/>
                  </a:lnTo>
                  <a:lnTo>
                    <a:pt x="1498092" y="1101864"/>
                  </a:lnTo>
                  <a:close/>
                </a:path>
                <a:path w="3430904" h="1106804">
                  <a:moveTo>
                    <a:pt x="1537716" y="1100328"/>
                  </a:moveTo>
                  <a:lnTo>
                    <a:pt x="1536192" y="1100328"/>
                  </a:lnTo>
                  <a:lnTo>
                    <a:pt x="1536192" y="1098804"/>
                  </a:lnTo>
                  <a:lnTo>
                    <a:pt x="1531620" y="1098804"/>
                  </a:lnTo>
                  <a:lnTo>
                    <a:pt x="1531620" y="1100328"/>
                  </a:lnTo>
                  <a:lnTo>
                    <a:pt x="1530096" y="1100328"/>
                  </a:lnTo>
                  <a:lnTo>
                    <a:pt x="1530096" y="1104912"/>
                  </a:lnTo>
                  <a:lnTo>
                    <a:pt x="1531620" y="1104912"/>
                  </a:lnTo>
                  <a:lnTo>
                    <a:pt x="1531620" y="1106436"/>
                  </a:lnTo>
                  <a:lnTo>
                    <a:pt x="1536192" y="1106436"/>
                  </a:lnTo>
                  <a:lnTo>
                    <a:pt x="1536192" y="1104912"/>
                  </a:lnTo>
                  <a:lnTo>
                    <a:pt x="1537716" y="1104912"/>
                  </a:lnTo>
                  <a:lnTo>
                    <a:pt x="1537716" y="1100328"/>
                  </a:lnTo>
                  <a:close/>
                </a:path>
                <a:path w="3430904" h="1106804">
                  <a:moveTo>
                    <a:pt x="1578864" y="1101864"/>
                  </a:moveTo>
                  <a:lnTo>
                    <a:pt x="1575816" y="1098804"/>
                  </a:lnTo>
                  <a:lnTo>
                    <a:pt x="1572768" y="1098804"/>
                  </a:lnTo>
                  <a:lnTo>
                    <a:pt x="1569720" y="1101864"/>
                  </a:lnTo>
                  <a:lnTo>
                    <a:pt x="1569720" y="1103388"/>
                  </a:lnTo>
                  <a:lnTo>
                    <a:pt x="1572768" y="1106436"/>
                  </a:lnTo>
                  <a:lnTo>
                    <a:pt x="1575816" y="1106436"/>
                  </a:lnTo>
                  <a:lnTo>
                    <a:pt x="1578864" y="1103388"/>
                  </a:lnTo>
                  <a:lnTo>
                    <a:pt x="1578864" y="1101864"/>
                  </a:lnTo>
                  <a:close/>
                </a:path>
                <a:path w="3430904" h="1106804">
                  <a:moveTo>
                    <a:pt x="1618488" y="1100328"/>
                  </a:moveTo>
                  <a:lnTo>
                    <a:pt x="1616964" y="1100328"/>
                  </a:lnTo>
                  <a:lnTo>
                    <a:pt x="1616964" y="1098804"/>
                  </a:lnTo>
                  <a:lnTo>
                    <a:pt x="1612392" y="1098804"/>
                  </a:lnTo>
                  <a:lnTo>
                    <a:pt x="1610868" y="1100328"/>
                  </a:lnTo>
                  <a:lnTo>
                    <a:pt x="1610868" y="1104912"/>
                  </a:lnTo>
                  <a:lnTo>
                    <a:pt x="1612392" y="1106436"/>
                  </a:lnTo>
                  <a:lnTo>
                    <a:pt x="1616964" y="1106436"/>
                  </a:lnTo>
                  <a:lnTo>
                    <a:pt x="1616964" y="1104912"/>
                  </a:lnTo>
                  <a:lnTo>
                    <a:pt x="1618488" y="1104912"/>
                  </a:lnTo>
                  <a:lnTo>
                    <a:pt x="1618488" y="1100328"/>
                  </a:lnTo>
                  <a:close/>
                </a:path>
                <a:path w="3430904" h="1106804">
                  <a:moveTo>
                    <a:pt x="1658112" y="1100328"/>
                  </a:moveTo>
                  <a:lnTo>
                    <a:pt x="1656588" y="1098804"/>
                  </a:lnTo>
                  <a:lnTo>
                    <a:pt x="1652016" y="1098804"/>
                  </a:lnTo>
                  <a:lnTo>
                    <a:pt x="1652016" y="1100328"/>
                  </a:lnTo>
                  <a:lnTo>
                    <a:pt x="1650492" y="1100328"/>
                  </a:lnTo>
                  <a:lnTo>
                    <a:pt x="1650492" y="1104912"/>
                  </a:lnTo>
                  <a:lnTo>
                    <a:pt x="1652016" y="1104912"/>
                  </a:lnTo>
                  <a:lnTo>
                    <a:pt x="1652016" y="1106436"/>
                  </a:lnTo>
                  <a:lnTo>
                    <a:pt x="1656588" y="1106436"/>
                  </a:lnTo>
                  <a:lnTo>
                    <a:pt x="1658112" y="1104912"/>
                  </a:lnTo>
                  <a:lnTo>
                    <a:pt x="1658112" y="1100328"/>
                  </a:lnTo>
                  <a:close/>
                </a:path>
                <a:path w="3430904" h="1106804">
                  <a:moveTo>
                    <a:pt x="1699260" y="1100328"/>
                  </a:moveTo>
                  <a:lnTo>
                    <a:pt x="1697736" y="1100328"/>
                  </a:lnTo>
                  <a:lnTo>
                    <a:pt x="1697736" y="1098804"/>
                  </a:lnTo>
                  <a:lnTo>
                    <a:pt x="1693164" y="1098804"/>
                  </a:lnTo>
                  <a:lnTo>
                    <a:pt x="1691640" y="1100328"/>
                  </a:lnTo>
                  <a:lnTo>
                    <a:pt x="1691640" y="1104912"/>
                  </a:lnTo>
                  <a:lnTo>
                    <a:pt x="1693164" y="1106436"/>
                  </a:lnTo>
                  <a:lnTo>
                    <a:pt x="1697736" y="1106436"/>
                  </a:lnTo>
                  <a:lnTo>
                    <a:pt x="1697736" y="1104912"/>
                  </a:lnTo>
                  <a:lnTo>
                    <a:pt x="1699260" y="1104912"/>
                  </a:lnTo>
                  <a:lnTo>
                    <a:pt x="1699260" y="1100328"/>
                  </a:lnTo>
                  <a:close/>
                </a:path>
                <a:path w="3430904" h="1106804">
                  <a:moveTo>
                    <a:pt x="1738884" y="1100328"/>
                  </a:moveTo>
                  <a:lnTo>
                    <a:pt x="1737360" y="1100328"/>
                  </a:lnTo>
                  <a:lnTo>
                    <a:pt x="1737360" y="1098804"/>
                  </a:lnTo>
                  <a:lnTo>
                    <a:pt x="1732788" y="1098804"/>
                  </a:lnTo>
                  <a:lnTo>
                    <a:pt x="1732788" y="1100328"/>
                  </a:lnTo>
                  <a:lnTo>
                    <a:pt x="1731264" y="1100328"/>
                  </a:lnTo>
                  <a:lnTo>
                    <a:pt x="1731264" y="1104912"/>
                  </a:lnTo>
                  <a:lnTo>
                    <a:pt x="1732788" y="1104912"/>
                  </a:lnTo>
                  <a:lnTo>
                    <a:pt x="1732788" y="1106436"/>
                  </a:lnTo>
                  <a:lnTo>
                    <a:pt x="1737360" y="1106436"/>
                  </a:lnTo>
                  <a:lnTo>
                    <a:pt x="1737360" y="1104912"/>
                  </a:lnTo>
                  <a:lnTo>
                    <a:pt x="1738884" y="1104912"/>
                  </a:lnTo>
                  <a:lnTo>
                    <a:pt x="1738884" y="1100328"/>
                  </a:lnTo>
                  <a:close/>
                </a:path>
                <a:path w="3430904" h="1106804">
                  <a:moveTo>
                    <a:pt x="1780032" y="1101864"/>
                  </a:moveTo>
                  <a:lnTo>
                    <a:pt x="1776984" y="1098804"/>
                  </a:lnTo>
                  <a:lnTo>
                    <a:pt x="1773936" y="1098804"/>
                  </a:lnTo>
                  <a:lnTo>
                    <a:pt x="1770888" y="1101864"/>
                  </a:lnTo>
                  <a:lnTo>
                    <a:pt x="1770888" y="1103388"/>
                  </a:lnTo>
                  <a:lnTo>
                    <a:pt x="1773936" y="1106436"/>
                  </a:lnTo>
                  <a:lnTo>
                    <a:pt x="1776984" y="1106436"/>
                  </a:lnTo>
                  <a:lnTo>
                    <a:pt x="1780032" y="1103388"/>
                  </a:lnTo>
                  <a:lnTo>
                    <a:pt x="1780032" y="1101864"/>
                  </a:lnTo>
                  <a:close/>
                </a:path>
                <a:path w="3430904" h="1106804">
                  <a:moveTo>
                    <a:pt x="1819656" y="1100328"/>
                  </a:moveTo>
                  <a:lnTo>
                    <a:pt x="1818132" y="1100328"/>
                  </a:lnTo>
                  <a:lnTo>
                    <a:pt x="1818132" y="1098804"/>
                  </a:lnTo>
                  <a:lnTo>
                    <a:pt x="1813560" y="1098804"/>
                  </a:lnTo>
                  <a:lnTo>
                    <a:pt x="1813560" y="1100328"/>
                  </a:lnTo>
                  <a:lnTo>
                    <a:pt x="1812036" y="1100328"/>
                  </a:lnTo>
                  <a:lnTo>
                    <a:pt x="1812036" y="1104912"/>
                  </a:lnTo>
                  <a:lnTo>
                    <a:pt x="1813560" y="1104912"/>
                  </a:lnTo>
                  <a:lnTo>
                    <a:pt x="1813560" y="1106436"/>
                  </a:lnTo>
                  <a:lnTo>
                    <a:pt x="1818132" y="1106436"/>
                  </a:lnTo>
                  <a:lnTo>
                    <a:pt x="1818132" y="1104912"/>
                  </a:lnTo>
                  <a:lnTo>
                    <a:pt x="1819656" y="1104912"/>
                  </a:lnTo>
                  <a:lnTo>
                    <a:pt x="1819656" y="1100328"/>
                  </a:lnTo>
                  <a:close/>
                </a:path>
                <a:path w="3430904" h="1106804">
                  <a:moveTo>
                    <a:pt x="1859280" y="1100328"/>
                  </a:moveTo>
                  <a:lnTo>
                    <a:pt x="1857756" y="1098804"/>
                  </a:lnTo>
                  <a:lnTo>
                    <a:pt x="1853184" y="1098804"/>
                  </a:lnTo>
                  <a:lnTo>
                    <a:pt x="1853184" y="1100328"/>
                  </a:lnTo>
                  <a:lnTo>
                    <a:pt x="1851660" y="1100328"/>
                  </a:lnTo>
                  <a:lnTo>
                    <a:pt x="1851660" y="1104912"/>
                  </a:lnTo>
                  <a:lnTo>
                    <a:pt x="1853184" y="1104912"/>
                  </a:lnTo>
                  <a:lnTo>
                    <a:pt x="1853184" y="1106436"/>
                  </a:lnTo>
                  <a:lnTo>
                    <a:pt x="1857756" y="1106436"/>
                  </a:lnTo>
                  <a:lnTo>
                    <a:pt x="1859280" y="1104912"/>
                  </a:lnTo>
                  <a:lnTo>
                    <a:pt x="1859280" y="1100328"/>
                  </a:lnTo>
                  <a:close/>
                </a:path>
                <a:path w="3430904" h="1106804">
                  <a:moveTo>
                    <a:pt x="1900428" y="1100328"/>
                  </a:moveTo>
                  <a:lnTo>
                    <a:pt x="1898904" y="1100328"/>
                  </a:lnTo>
                  <a:lnTo>
                    <a:pt x="1898904" y="1098804"/>
                  </a:lnTo>
                  <a:lnTo>
                    <a:pt x="1894332" y="1098804"/>
                  </a:lnTo>
                  <a:lnTo>
                    <a:pt x="1892808" y="1100328"/>
                  </a:lnTo>
                  <a:lnTo>
                    <a:pt x="1892808" y="1104912"/>
                  </a:lnTo>
                  <a:lnTo>
                    <a:pt x="1894332" y="1106436"/>
                  </a:lnTo>
                  <a:lnTo>
                    <a:pt x="1898904" y="1106436"/>
                  </a:lnTo>
                  <a:lnTo>
                    <a:pt x="1898904" y="1104912"/>
                  </a:lnTo>
                  <a:lnTo>
                    <a:pt x="1900428" y="1104912"/>
                  </a:lnTo>
                  <a:lnTo>
                    <a:pt x="1900428" y="1100328"/>
                  </a:lnTo>
                  <a:close/>
                </a:path>
                <a:path w="3430904" h="1106804">
                  <a:moveTo>
                    <a:pt x="1940052" y="1100328"/>
                  </a:moveTo>
                  <a:lnTo>
                    <a:pt x="1938528" y="1098804"/>
                  </a:lnTo>
                  <a:lnTo>
                    <a:pt x="1933956" y="1098804"/>
                  </a:lnTo>
                  <a:lnTo>
                    <a:pt x="1933956" y="1100328"/>
                  </a:lnTo>
                  <a:lnTo>
                    <a:pt x="1932432" y="1100328"/>
                  </a:lnTo>
                  <a:lnTo>
                    <a:pt x="1932432" y="1104912"/>
                  </a:lnTo>
                  <a:lnTo>
                    <a:pt x="1933956" y="1104912"/>
                  </a:lnTo>
                  <a:lnTo>
                    <a:pt x="1933956" y="1106436"/>
                  </a:lnTo>
                  <a:lnTo>
                    <a:pt x="1938528" y="1106436"/>
                  </a:lnTo>
                  <a:lnTo>
                    <a:pt x="1940052" y="1104912"/>
                  </a:lnTo>
                  <a:lnTo>
                    <a:pt x="1940052" y="1100328"/>
                  </a:lnTo>
                  <a:close/>
                </a:path>
                <a:path w="3430904" h="1106804">
                  <a:moveTo>
                    <a:pt x="1981200" y="1101864"/>
                  </a:moveTo>
                  <a:lnTo>
                    <a:pt x="1978152" y="1098804"/>
                  </a:lnTo>
                  <a:lnTo>
                    <a:pt x="1975104" y="1098804"/>
                  </a:lnTo>
                  <a:lnTo>
                    <a:pt x="1972056" y="1101864"/>
                  </a:lnTo>
                  <a:lnTo>
                    <a:pt x="1972056" y="1103388"/>
                  </a:lnTo>
                  <a:lnTo>
                    <a:pt x="1975104" y="1106436"/>
                  </a:lnTo>
                  <a:lnTo>
                    <a:pt x="1978152" y="1106436"/>
                  </a:lnTo>
                  <a:lnTo>
                    <a:pt x="1981200" y="1103388"/>
                  </a:lnTo>
                  <a:lnTo>
                    <a:pt x="1981200" y="1101864"/>
                  </a:lnTo>
                  <a:close/>
                </a:path>
                <a:path w="3430904" h="1106804">
                  <a:moveTo>
                    <a:pt x="2020824" y="1100328"/>
                  </a:moveTo>
                  <a:lnTo>
                    <a:pt x="2019300" y="1100328"/>
                  </a:lnTo>
                  <a:lnTo>
                    <a:pt x="2019300" y="1098804"/>
                  </a:lnTo>
                  <a:lnTo>
                    <a:pt x="2014728" y="1098804"/>
                  </a:lnTo>
                  <a:lnTo>
                    <a:pt x="2014728" y="1100328"/>
                  </a:lnTo>
                  <a:lnTo>
                    <a:pt x="2013204" y="1100328"/>
                  </a:lnTo>
                  <a:lnTo>
                    <a:pt x="2013204" y="1104912"/>
                  </a:lnTo>
                  <a:lnTo>
                    <a:pt x="2014728" y="1104912"/>
                  </a:lnTo>
                  <a:lnTo>
                    <a:pt x="2014728" y="1106436"/>
                  </a:lnTo>
                  <a:lnTo>
                    <a:pt x="2019300" y="1106436"/>
                  </a:lnTo>
                  <a:lnTo>
                    <a:pt x="2019300" y="1104912"/>
                  </a:lnTo>
                  <a:lnTo>
                    <a:pt x="2020824" y="1104912"/>
                  </a:lnTo>
                  <a:lnTo>
                    <a:pt x="2020824" y="1100328"/>
                  </a:lnTo>
                  <a:close/>
                </a:path>
                <a:path w="3430904" h="1106804">
                  <a:moveTo>
                    <a:pt x="2061972" y="1101864"/>
                  </a:moveTo>
                  <a:lnTo>
                    <a:pt x="2058924" y="1098804"/>
                  </a:lnTo>
                  <a:lnTo>
                    <a:pt x="2055876" y="1098804"/>
                  </a:lnTo>
                  <a:lnTo>
                    <a:pt x="2052828" y="1101864"/>
                  </a:lnTo>
                  <a:lnTo>
                    <a:pt x="2052828" y="1103388"/>
                  </a:lnTo>
                  <a:lnTo>
                    <a:pt x="2055876" y="1106436"/>
                  </a:lnTo>
                  <a:lnTo>
                    <a:pt x="2058924" y="1106436"/>
                  </a:lnTo>
                  <a:lnTo>
                    <a:pt x="2061972" y="1103388"/>
                  </a:lnTo>
                  <a:lnTo>
                    <a:pt x="2061972" y="1101864"/>
                  </a:lnTo>
                  <a:close/>
                </a:path>
                <a:path w="3430904" h="1106804">
                  <a:moveTo>
                    <a:pt x="2101596" y="1100328"/>
                  </a:moveTo>
                  <a:lnTo>
                    <a:pt x="2100072" y="1100328"/>
                  </a:lnTo>
                  <a:lnTo>
                    <a:pt x="2100072" y="1098804"/>
                  </a:lnTo>
                  <a:lnTo>
                    <a:pt x="2095500" y="1098804"/>
                  </a:lnTo>
                  <a:lnTo>
                    <a:pt x="2093976" y="1100328"/>
                  </a:lnTo>
                  <a:lnTo>
                    <a:pt x="2093976" y="1104912"/>
                  </a:lnTo>
                  <a:lnTo>
                    <a:pt x="2095500" y="1106436"/>
                  </a:lnTo>
                  <a:lnTo>
                    <a:pt x="2100072" y="1106436"/>
                  </a:lnTo>
                  <a:lnTo>
                    <a:pt x="2100072" y="1104912"/>
                  </a:lnTo>
                  <a:lnTo>
                    <a:pt x="2101596" y="1104912"/>
                  </a:lnTo>
                  <a:lnTo>
                    <a:pt x="2101596" y="1100328"/>
                  </a:lnTo>
                  <a:close/>
                </a:path>
                <a:path w="3430904" h="1106804">
                  <a:moveTo>
                    <a:pt x="2141220" y="1100328"/>
                  </a:moveTo>
                  <a:lnTo>
                    <a:pt x="2139696" y="1098804"/>
                  </a:lnTo>
                  <a:lnTo>
                    <a:pt x="2135124" y="1098804"/>
                  </a:lnTo>
                  <a:lnTo>
                    <a:pt x="2135124" y="1100328"/>
                  </a:lnTo>
                  <a:lnTo>
                    <a:pt x="2133600" y="1100328"/>
                  </a:lnTo>
                  <a:lnTo>
                    <a:pt x="2133600" y="1104912"/>
                  </a:lnTo>
                  <a:lnTo>
                    <a:pt x="2135124" y="1104912"/>
                  </a:lnTo>
                  <a:lnTo>
                    <a:pt x="2135124" y="1106436"/>
                  </a:lnTo>
                  <a:lnTo>
                    <a:pt x="2139696" y="1106436"/>
                  </a:lnTo>
                  <a:lnTo>
                    <a:pt x="2141220" y="1104912"/>
                  </a:lnTo>
                  <a:lnTo>
                    <a:pt x="2141220" y="1100328"/>
                  </a:lnTo>
                  <a:close/>
                </a:path>
                <a:path w="3430904" h="1106804">
                  <a:moveTo>
                    <a:pt x="2182368" y="1100328"/>
                  </a:moveTo>
                  <a:lnTo>
                    <a:pt x="2180844" y="1100328"/>
                  </a:lnTo>
                  <a:lnTo>
                    <a:pt x="2180844" y="1098804"/>
                  </a:lnTo>
                  <a:lnTo>
                    <a:pt x="2176272" y="1098804"/>
                  </a:lnTo>
                  <a:lnTo>
                    <a:pt x="2174748" y="1100328"/>
                  </a:lnTo>
                  <a:lnTo>
                    <a:pt x="2174748" y="1104912"/>
                  </a:lnTo>
                  <a:lnTo>
                    <a:pt x="2176272" y="1106436"/>
                  </a:lnTo>
                  <a:lnTo>
                    <a:pt x="2180844" y="1106436"/>
                  </a:lnTo>
                  <a:lnTo>
                    <a:pt x="2180844" y="1104912"/>
                  </a:lnTo>
                  <a:lnTo>
                    <a:pt x="2182368" y="1104912"/>
                  </a:lnTo>
                  <a:lnTo>
                    <a:pt x="2182368" y="1100328"/>
                  </a:lnTo>
                  <a:close/>
                </a:path>
                <a:path w="3430904" h="1106804">
                  <a:moveTo>
                    <a:pt x="2221992" y="1100328"/>
                  </a:moveTo>
                  <a:lnTo>
                    <a:pt x="2220468" y="1100328"/>
                  </a:lnTo>
                  <a:lnTo>
                    <a:pt x="2220468" y="1098804"/>
                  </a:lnTo>
                  <a:lnTo>
                    <a:pt x="2215896" y="1098804"/>
                  </a:lnTo>
                  <a:lnTo>
                    <a:pt x="2215896" y="1100328"/>
                  </a:lnTo>
                  <a:lnTo>
                    <a:pt x="2214372" y="1100328"/>
                  </a:lnTo>
                  <a:lnTo>
                    <a:pt x="2214372" y="1104912"/>
                  </a:lnTo>
                  <a:lnTo>
                    <a:pt x="2215896" y="1104912"/>
                  </a:lnTo>
                  <a:lnTo>
                    <a:pt x="2215896" y="1106436"/>
                  </a:lnTo>
                  <a:lnTo>
                    <a:pt x="2220468" y="1106436"/>
                  </a:lnTo>
                  <a:lnTo>
                    <a:pt x="2220468" y="1104912"/>
                  </a:lnTo>
                  <a:lnTo>
                    <a:pt x="2221992" y="1104912"/>
                  </a:lnTo>
                  <a:lnTo>
                    <a:pt x="2221992" y="1100328"/>
                  </a:lnTo>
                  <a:close/>
                </a:path>
                <a:path w="3430904" h="1106804">
                  <a:moveTo>
                    <a:pt x="2263140" y="1101864"/>
                  </a:moveTo>
                  <a:lnTo>
                    <a:pt x="2260092" y="1098804"/>
                  </a:lnTo>
                  <a:lnTo>
                    <a:pt x="2257044" y="1098804"/>
                  </a:lnTo>
                  <a:lnTo>
                    <a:pt x="2253996" y="1101864"/>
                  </a:lnTo>
                  <a:lnTo>
                    <a:pt x="2253996" y="1103388"/>
                  </a:lnTo>
                  <a:lnTo>
                    <a:pt x="2257044" y="1106436"/>
                  </a:lnTo>
                  <a:lnTo>
                    <a:pt x="2260092" y="1106436"/>
                  </a:lnTo>
                  <a:lnTo>
                    <a:pt x="2263140" y="1103388"/>
                  </a:lnTo>
                  <a:lnTo>
                    <a:pt x="2263140" y="1101864"/>
                  </a:lnTo>
                  <a:close/>
                </a:path>
                <a:path w="3430904" h="1106804">
                  <a:moveTo>
                    <a:pt x="2302764" y="1100328"/>
                  </a:moveTo>
                  <a:lnTo>
                    <a:pt x="2301240" y="1100328"/>
                  </a:lnTo>
                  <a:lnTo>
                    <a:pt x="2301240" y="1098804"/>
                  </a:lnTo>
                  <a:lnTo>
                    <a:pt x="2296668" y="1098804"/>
                  </a:lnTo>
                  <a:lnTo>
                    <a:pt x="2296668" y="1100328"/>
                  </a:lnTo>
                  <a:lnTo>
                    <a:pt x="2295144" y="1100328"/>
                  </a:lnTo>
                  <a:lnTo>
                    <a:pt x="2295144" y="1104912"/>
                  </a:lnTo>
                  <a:lnTo>
                    <a:pt x="2296668" y="1104912"/>
                  </a:lnTo>
                  <a:lnTo>
                    <a:pt x="2296668" y="1106436"/>
                  </a:lnTo>
                  <a:lnTo>
                    <a:pt x="2301240" y="1106436"/>
                  </a:lnTo>
                  <a:lnTo>
                    <a:pt x="2301240" y="1104912"/>
                  </a:lnTo>
                  <a:lnTo>
                    <a:pt x="2302764" y="1104912"/>
                  </a:lnTo>
                  <a:lnTo>
                    <a:pt x="2302764" y="1100328"/>
                  </a:lnTo>
                  <a:close/>
                </a:path>
                <a:path w="3430904" h="1106804">
                  <a:moveTo>
                    <a:pt x="2342388" y="1100328"/>
                  </a:moveTo>
                  <a:lnTo>
                    <a:pt x="2340864" y="1098804"/>
                  </a:lnTo>
                  <a:lnTo>
                    <a:pt x="2336292" y="1098804"/>
                  </a:lnTo>
                  <a:lnTo>
                    <a:pt x="2336292" y="1100328"/>
                  </a:lnTo>
                  <a:lnTo>
                    <a:pt x="2334768" y="1100328"/>
                  </a:lnTo>
                  <a:lnTo>
                    <a:pt x="2334768" y="1104912"/>
                  </a:lnTo>
                  <a:lnTo>
                    <a:pt x="2336292" y="1104912"/>
                  </a:lnTo>
                  <a:lnTo>
                    <a:pt x="2336292" y="1106436"/>
                  </a:lnTo>
                  <a:lnTo>
                    <a:pt x="2340864" y="1106436"/>
                  </a:lnTo>
                  <a:lnTo>
                    <a:pt x="2342388" y="1104912"/>
                  </a:lnTo>
                  <a:lnTo>
                    <a:pt x="2342388" y="1100328"/>
                  </a:lnTo>
                  <a:close/>
                </a:path>
                <a:path w="3430904" h="1106804">
                  <a:moveTo>
                    <a:pt x="2383536" y="1100328"/>
                  </a:moveTo>
                  <a:lnTo>
                    <a:pt x="2382012" y="1100328"/>
                  </a:lnTo>
                  <a:lnTo>
                    <a:pt x="2382012" y="1098804"/>
                  </a:lnTo>
                  <a:lnTo>
                    <a:pt x="2377440" y="1098804"/>
                  </a:lnTo>
                  <a:lnTo>
                    <a:pt x="2375916" y="1100328"/>
                  </a:lnTo>
                  <a:lnTo>
                    <a:pt x="2375916" y="1104912"/>
                  </a:lnTo>
                  <a:lnTo>
                    <a:pt x="2377440" y="1106436"/>
                  </a:lnTo>
                  <a:lnTo>
                    <a:pt x="2382012" y="1106436"/>
                  </a:lnTo>
                  <a:lnTo>
                    <a:pt x="2382012" y="1104912"/>
                  </a:lnTo>
                  <a:lnTo>
                    <a:pt x="2383536" y="1104912"/>
                  </a:lnTo>
                  <a:lnTo>
                    <a:pt x="2383536" y="1100328"/>
                  </a:lnTo>
                  <a:close/>
                </a:path>
                <a:path w="3430904" h="1106804">
                  <a:moveTo>
                    <a:pt x="2423160" y="1100328"/>
                  </a:moveTo>
                  <a:lnTo>
                    <a:pt x="2421636" y="1098804"/>
                  </a:lnTo>
                  <a:lnTo>
                    <a:pt x="2417064" y="1098804"/>
                  </a:lnTo>
                  <a:lnTo>
                    <a:pt x="2417064" y="1100328"/>
                  </a:lnTo>
                  <a:lnTo>
                    <a:pt x="2415540" y="1100328"/>
                  </a:lnTo>
                  <a:lnTo>
                    <a:pt x="2415540" y="1104912"/>
                  </a:lnTo>
                  <a:lnTo>
                    <a:pt x="2417064" y="1104912"/>
                  </a:lnTo>
                  <a:lnTo>
                    <a:pt x="2417064" y="1106436"/>
                  </a:lnTo>
                  <a:lnTo>
                    <a:pt x="2421636" y="1106436"/>
                  </a:lnTo>
                  <a:lnTo>
                    <a:pt x="2423160" y="1104912"/>
                  </a:lnTo>
                  <a:lnTo>
                    <a:pt x="2423160" y="1100328"/>
                  </a:lnTo>
                  <a:close/>
                </a:path>
                <a:path w="3430904" h="1106804">
                  <a:moveTo>
                    <a:pt x="2464308" y="1101864"/>
                  </a:moveTo>
                  <a:lnTo>
                    <a:pt x="2461260" y="1098804"/>
                  </a:lnTo>
                  <a:lnTo>
                    <a:pt x="2458212" y="1098804"/>
                  </a:lnTo>
                  <a:lnTo>
                    <a:pt x="2455164" y="1101864"/>
                  </a:lnTo>
                  <a:lnTo>
                    <a:pt x="2455164" y="1103388"/>
                  </a:lnTo>
                  <a:lnTo>
                    <a:pt x="2458212" y="1106436"/>
                  </a:lnTo>
                  <a:lnTo>
                    <a:pt x="2461260" y="1106436"/>
                  </a:lnTo>
                  <a:lnTo>
                    <a:pt x="2464308" y="1103388"/>
                  </a:lnTo>
                  <a:lnTo>
                    <a:pt x="2464308" y="1101864"/>
                  </a:lnTo>
                  <a:close/>
                </a:path>
                <a:path w="3430904" h="1106804">
                  <a:moveTo>
                    <a:pt x="2464308" y="734580"/>
                  </a:moveTo>
                  <a:lnTo>
                    <a:pt x="2462784" y="734580"/>
                  </a:lnTo>
                  <a:lnTo>
                    <a:pt x="2462784" y="733044"/>
                  </a:lnTo>
                  <a:lnTo>
                    <a:pt x="2461260" y="733044"/>
                  </a:lnTo>
                  <a:lnTo>
                    <a:pt x="2461260" y="731520"/>
                  </a:lnTo>
                  <a:lnTo>
                    <a:pt x="2458212" y="731520"/>
                  </a:lnTo>
                  <a:lnTo>
                    <a:pt x="2458212" y="733044"/>
                  </a:lnTo>
                  <a:lnTo>
                    <a:pt x="2456688" y="733044"/>
                  </a:lnTo>
                  <a:lnTo>
                    <a:pt x="2456688" y="734580"/>
                  </a:lnTo>
                  <a:lnTo>
                    <a:pt x="2455164" y="734580"/>
                  </a:lnTo>
                  <a:lnTo>
                    <a:pt x="2455164" y="737628"/>
                  </a:lnTo>
                  <a:lnTo>
                    <a:pt x="2456688" y="737628"/>
                  </a:lnTo>
                  <a:lnTo>
                    <a:pt x="2456688" y="739152"/>
                  </a:lnTo>
                  <a:lnTo>
                    <a:pt x="2458212" y="740664"/>
                  </a:lnTo>
                  <a:lnTo>
                    <a:pt x="2461260" y="740664"/>
                  </a:lnTo>
                  <a:lnTo>
                    <a:pt x="2462784" y="739152"/>
                  </a:lnTo>
                  <a:lnTo>
                    <a:pt x="2462784" y="737628"/>
                  </a:lnTo>
                  <a:lnTo>
                    <a:pt x="2464308" y="737628"/>
                  </a:lnTo>
                  <a:lnTo>
                    <a:pt x="2464308" y="734580"/>
                  </a:lnTo>
                  <a:close/>
                </a:path>
                <a:path w="3430904" h="1106804">
                  <a:moveTo>
                    <a:pt x="2503932" y="1100328"/>
                  </a:moveTo>
                  <a:lnTo>
                    <a:pt x="2502408" y="1100328"/>
                  </a:lnTo>
                  <a:lnTo>
                    <a:pt x="2502408" y="1098804"/>
                  </a:lnTo>
                  <a:lnTo>
                    <a:pt x="2497836" y="1098804"/>
                  </a:lnTo>
                  <a:lnTo>
                    <a:pt x="2497836" y="1100328"/>
                  </a:lnTo>
                  <a:lnTo>
                    <a:pt x="2496312" y="1100328"/>
                  </a:lnTo>
                  <a:lnTo>
                    <a:pt x="2496312" y="1104912"/>
                  </a:lnTo>
                  <a:lnTo>
                    <a:pt x="2497836" y="1104912"/>
                  </a:lnTo>
                  <a:lnTo>
                    <a:pt x="2497836" y="1106436"/>
                  </a:lnTo>
                  <a:lnTo>
                    <a:pt x="2502408" y="1106436"/>
                  </a:lnTo>
                  <a:lnTo>
                    <a:pt x="2502408" y="1104912"/>
                  </a:lnTo>
                  <a:lnTo>
                    <a:pt x="2503932" y="1104912"/>
                  </a:lnTo>
                  <a:lnTo>
                    <a:pt x="2503932" y="1100328"/>
                  </a:lnTo>
                  <a:close/>
                </a:path>
                <a:path w="3430904" h="1106804">
                  <a:moveTo>
                    <a:pt x="2503932" y="734580"/>
                  </a:moveTo>
                  <a:lnTo>
                    <a:pt x="2500884" y="731520"/>
                  </a:lnTo>
                  <a:lnTo>
                    <a:pt x="2499360" y="731520"/>
                  </a:lnTo>
                  <a:lnTo>
                    <a:pt x="2496312" y="734580"/>
                  </a:lnTo>
                  <a:lnTo>
                    <a:pt x="2496312" y="737628"/>
                  </a:lnTo>
                  <a:lnTo>
                    <a:pt x="2497836" y="739152"/>
                  </a:lnTo>
                  <a:lnTo>
                    <a:pt x="2497836" y="740664"/>
                  </a:lnTo>
                  <a:lnTo>
                    <a:pt x="2502408" y="740664"/>
                  </a:lnTo>
                  <a:lnTo>
                    <a:pt x="2502408" y="739152"/>
                  </a:lnTo>
                  <a:lnTo>
                    <a:pt x="2503932" y="737628"/>
                  </a:lnTo>
                  <a:lnTo>
                    <a:pt x="2503932" y="734580"/>
                  </a:lnTo>
                  <a:close/>
                </a:path>
                <a:path w="3430904" h="1106804">
                  <a:moveTo>
                    <a:pt x="2545080" y="1101864"/>
                  </a:moveTo>
                  <a:lnTo>
                    <a:pt x="2542032" y="1098804"/>
                  </a:lnTo>
                  <a:lnTo>
                    <a:pt x="2538984" y="1098804"/>
                  </a:lnTo>
                  <a:lnTo>
                    <a:pt x="2535936" y="1101864"/>
                  </a:lnTo>
                  <a:lnTo>
                    <a:pt x="2535936" y="1103388"/>
                  </a:lnTo>
                  <a:lnTo>
                    <a:pt x="2538984" y="1106436"/>
                  </a:lnTo>
                  <a:lnTo>
                    <a:pt x="2542032" y="1106436"/>
                  </a:lnTo>
                  <a:lnTo>
                    <a:pt x="2545080" y="1103388"/>
                  </a:lnTo>
                  <a:lnTo>
                    <a:pt x="2545080" y="1101864"/>
                  </a:lnTo>
                  <a:close/>
                </a:path>
                <a:path w="3430904" h="1106804">
                  <a:moveTo>
                    <a:pt x="2545080" y="734580"/>
                  </a:moveTo>
                  <a:lnTo>
                    <a:pt x="2543556" y="734580"/>
                  </a:lnTo>
                  <a:lnTo>
                    <a:pt x="2543556" y="733044"/>
                  </a:lnTo>
                  <a:lnTo>
                    <a:pt x="2542032" y="733044"/>
                  </a:lnTo>
                  <a:lnTo>
                    <a:pt x="2542032" y="731520"/>
                  </a:lnTo>
                  <a:lnTo>
                    <a:pt x="2538984" y="731520"/>
                  </a:lnTo>
                  <a:lnTo>
                    <a:pt x="2538984" y="733044"/>
                  </a:lnTo>
                  <a:lnTo>
                    <a:pt x="2537460" y="733044"/>
                  </a:lnTo>
                  <a:lnTo>
                    <a:pt x="2537460" y="734580"/>
                  </a:lnTo>
                  <a:lnTo>
                    <a:pt x="2535936" y="734580"/>
                  </a:lnTo>
                  <a:lnTo>
                    <a:pt x="2535936" y="737628"/>
                  </a:lnTo>
                  <a:lnTo>
                    <a:pt x="2537460" y="737628"/>
                  </a:lnTo>
                  <a:lnTo>
                    <a:pt x="2537460" y="739152"/>
                  </a:lnTo>
                  <a:lnTo>
                    <a:pt x="2538984" y="740664"/>
                  </a:lnTo>
                  <a:lnTo>
                    <a:pt x="2542032" y="740664"/>
                  </a:lnTo>
                  <a:lnTo>
                    <a:pt x="2543556" y="739152"/>
                  </a:lnTo>
                  <a:lnTo>
                    <a:pt x="2543556" y="737628"/>
                  </a:lnTo>
                  <a:lnTo>
                    <a:pt x="2545080" y="737628"/>
                  </a:lnTo>
                  <a:lnTo>
                    <a:pt x="2545080" y="734580"/>
                  </a:lnTo>
                  <a:close/>
                </a:path>
                <a:path w="3430904" h="1106804">
                  <a:moveTo>
                    <a:pt x="2584704" y="1100328"/>
                  </a:moveTo>
                  <a:lnTo>
                    <a:pt x="2583180" y="1100328"/>
                  </a:lnTo>
                  <a:lnTo>
                    <a:pt x="2583180" y="1098804"/>
                  </a:lnTo>
                  <a:lnTo>
                    <a:pt x="2578608" y="1098804"/>
                  </a:lnTo>
                  <a:lnTo>
                    <a:pt x="2577084" y="1100328"/>
                  </a:lnTo>
                  <a:lnTo>
                    <a:pt x="2577084" y="1104912"/>
                  </a:lnTo>
                  <a:lnTo>
                    <a:pt x="2578608" y="1106436"/>
                  </a:lnTo>
                  <a:lnTo>
                    <a:pt x="2583180" y="1106436"/>
                  </a:lnTo>
                  <a:lnTo>
                    <a:pt x="2583180" y="1104912"/>
                  </a:lnTo>
                  <a:lnTo>
                    <a:pt x="2584704" y="1104912"/>
                  </a:lnTo>
                  <a:lnTo>
                    <a:pt x="2584704" y="1100328"/>
                  </a:lnTo>
                  <a:close/>
                </a:path>
                <a:path w="3430904" h="1106804">
                  <a:moveTo>
                    <a:pt x="2584704" y="734580"/>
                  </a:moveTo>
                  <a:lnTo>
                    <a:pt x="2581656" y="731520"/>
                  </a:lnTo>
                  <a:lnTo>
                    <a:pt x="2580132" y="731520"/>
                  </a:lnTo>
                  <a:lnTo>
                    <a:pt x="2578608" y="733044"/>
                  </a:lnTo>
                  <a:lnTo>
                    <a:pt x="2577084" y="733044"/>
                  </a:lnTo>
                  <a:lnTo>
                    <a:pt x="2577084" y="739152"/>
                  </a:lnTo>
                  <a:lnTo>
                    <a:pt x="2578608" y="740664"/>
                  </a:lnTo>
                  <a:lnTo>
                    <a:pt x="2583180" y="740664"/>
                  </a:lnTo>
                  <a:lnTo>
                    <a:pt x="2583180" y="739152"/>
                  </a:lnTo>
                  <a:lnTo>
                    <a:pt x="2584704" y="737628"/>
                  </a:lnTo>
                  <a:lnTo>
                    <a:pt x="2584704" y="734580"/>
                  </a:lnTo>
                  <a:close/>
                </a:path>
                <a:path w="3430904" h="1106804">
                  <a:moveTo>
                    <a:pt x="2624328" y="1100328"/>
                  </a:moveTo>
                  <a:lnTo>
                    <a:pt x="2622804" y="1098804"/>
                  </a:lnTo>
                  <a:lnTo>
                    <a:pt x="2618232" y="1098804"/>
                  </a:lnTo>
                  <a:lnTo>
                    <a:pt x="2618232" y="1100328"/>
                  </a:lnTo>
                  <a:lnTo>
                    <a:pt x="2616708" y="1100328"/>
                  </a:lnTo>
                  <a:lnTo>
                    <a:pt x="2616708" y="1104912"/>
                  </a:lnTo>
                  <a:lnTo>
                    <a:pt x="2618232" y="1104912"/>
                  </a:lnTo>
                  <a:lnTo>
                    <a:pt x="2618232" y="1106436"/>
                  </a:lnTo>
                  <a:lnTo>
                    <a:pt x="2622804" y="1106436"/>
                  </a:lnTo>
                  <a:lnTo>
                    <a:pt x="2624328" y="1104912"/>
                  </a:lnTo>
                  <a:lnTo>
                    <a:pt x="2624328" y="1100328"/>
                  </a:lnTo>
                  <a:close/>
                </a:path>
                <a:path w="3430904" h="1106804">
                  <a:moveTo>
                    <a:pt x="2624328" y="733044"/>
                  </a:moveTo>
                  <a:lnTo>
                    <a:pt x="2622804" y="733044"/>
                  </a:lnTo>
                  <a:lnTo>
                    <a:pt x="2621280" y="731520"/>
                  </a:lnTo>
                  <a:lnTo>
                    <a:pt x="2619756" y="731520"/>
                  </a:lnTo>
                  <a:lnTo>
                    <a:pt x="2616708" y="734580"/>
                  </a:lnTo>
                  <a:lnTo>
                    <a:pt x="2616708" y="737628"/>
                  </a:lnTo>
                  <a:lnTo>
                    <a:pt x="2618232" y="739152"/>
                  </a:lnTo>
                  <a:lnTo>
                    <a:pt x="2618232" y="740664"/>
                  </a:lnTo>
                  <a:lnTo>
                    <a:pt x="2622804" y="740664"/>
                  </a:lnTo>
                  <a:lnTo>
                    <a:pt x="2624328" y="739152"/>
                  </a:lnTo>
                  <a:lnTo>
                    <a:pt x="2624328" y="733044"/>
                  </a:lnTo>
                  <a:close/>
                </a:path>
                <a:path w="3430904" h="1106804">
                  <a:moveTo>
                    <a:pt x="2665476" y="1100328"/>
                  </a:moveTo>
                  <a:lnTo>
                    <a:pt x="2663952" y="1100328"/>
                  </a:lnTo>
                  <a:lnTo>
                    <a:pt x="2662428" y="1098804"/>
                  </a:lnTo>
                  <a:lnTo>
                    <a:pt x="2659380" y="1098804"/>
                  </a:lnTo>
                  <a:lnTo>
                    <a:pt x="2657856" y="1100328"/>
                  </a:lnTo>
                  <a:lnTo>
                    <a:pt x="2657856" y="1104912"/>
                  </a:lnTo>
                  <a:lnTo>
                    <a:pt x="2659380" y="1106436"/>
                  </a:lnTo>
                  <a:lnTo>
                    <a:pt x="2662428" y="1106436"/>
                  </a:lnTo>
                  <a:lnTo>
                    <a:pt x="2663952" y="1104912"/>
                  </a:lnTo>
                  <a:lnTo>
                    <a:pt x="2665476" y="1104912"/>
                  </a:lnTo>
                  <a:lnTo>
                    <a:pt x="2665476" y="1100328"/>
                  </a:lnTo>
                  <a:close/>
                </a:path>
                <a:path w="3430904" h="1106804">
                  <a:moveTo>
                    <a:pt x="2665476" y="734580"/>
                  </a:moveTo>
                  <a:lnTo>
                    <a:pt x="2663952" y="733044"/>
                  </a:lnTo>
                  <a:lnTo>
                    <a:pt x="2662428" y="733044"/>
                  </a:lnTo>
                  <a:lnTo>
                    <a:pt x="2662428" y="731520"/>
                  </a:lnTo>
                  <a:lnTo>
                    <a:pt x="2659380" y="731520"/>
                  </a:lnTo>
                  <a:lnTo>
                    <a:pt x="2659380" y="733044"/>
                  </a:lnTo>
                  <a:lnTo>
                    <a:pt x="2657856" y="733044"/>
                  </a:lnTo>
                  <a:lnTo>
                    <a:pt x="2657856" y="739152"/>
                  </a:lnTo>
                  <a:lnTo>
                    <a:pt x="2659380" y="740664"/>
                  </a:lnTo>
                  <a:lnTo>
                    <a:pt x="2662428" y="740664"/>
                  </a:lnTo>
                  <a:lnTo>
                    <a:pt x="2665476" y="737628"/>
                  </a:lnTo>
                  <a:lnTo>
                    <a:pt x="2665476" y="734580"/>
                  </a:lnTo>
                  <a:close/>
                </a:path>
                <a:path w="3430904" h="1106804">
                  <a:moveTo>
                    <a:pt x="2665476" y="367296"/>
                  </a:moveTo>
                  <a:lnTo>
                    <a:pt x="2663952" y="367296"/>
                  </a:lnTo>
                  <a:lnTo>
                    <a:pt x="2662428" y="365772"/>
                  </a:lnTo>
                  <a:lnTo>
                    <a:pt x="2659380" y="365772"/>
                  </a:lnTo>
                  <a:lnTo>
                    <a:pt x="2657856" y="367296"/>
                  </a:lnTo>
                  <a:lnTo>
                    <a:pt x="2657856" y="373380"/>
                  </a:lnTo>
                  <a:lnTo>
                    <a:pt x="2663952" y="373380"/>
                  </a:lnTo>
                  <a:lnTo>
                    <a:pt x="2665476" y="371868"/>
                  </a:lnTo>
                  <a:lnTo>
                    <a:pt x="2665476" y="367296"/>
                  </a:lnTo>
                  <a:close/>
                </a:path>
                <a:path w="3430904" h="1106804">
                  <a:moveTo>
                    <a:pt x="2705100" y="1100328"/>
                  </a:moveTo>
                  <a:lnTo>
                    <a:pt x="2703576" y="1100328"/>
                  </a:lnTo>
                  <a:lnTo>
                    <a:pt x="2703576" y="1098804"/>
                  </a:lnTo>
                  <a:lnTo>
                    <a:pt x="2699004" y="1098804"/>
                  </a:lnTo>
                  <a:lnTo>
                    <a:pt x="2699004" y="1100328"/>
                  </a:lnTo>
                  <a:lnTo>
                    <a:pt x="2697480" y="1100328"/>
                  </a:lnTo>
                  <a:lnTo>
                    <a:pt x="2697480" y="1104912"/>
                  </a:lnTo>
                  <a:lnTo>
                    <a:pt x="2699004" y="1104912"/>
                  </a:lnTo>
                  <a:lnTo>
                    <a:pt x="2699004" y="1106436"/>
                  </a:lnTo>
                  <a:lnTo>
                    <a:pt x="2703576" y="1106436"/>
                  </a:lnTo>
                  <a:lnTo>
                    <a:pt x="2703576" y="1104912"/>
                  </a:lnTo>
                  <a:lnTo>
                    <a:pt x="2705100" y="1104912"/>
                  </a:lnTo>
                  <a:lnTo>
                    <a:pt x="2705100" y="1100328"/>
                  </a:lnTo>
                  <a:close/>
                </a:path>
                <a:path w="3430904" h="1106804">
                  <a:moveTo>
                    <a:pt x="2705100" y="734580"/>
                  </a:moveTo>
                  <a:lnTo>
                    <a:pt x="2702052" y="731520"/>
                  </a:lnTo>
                  <a:lnTo>
                    <a:pt x="2700528" y="731520"/>
                  </a:lnTo>
                  <a:lnTo>
                    <a:pt x="2697480" y="734580"/>
                  </a:lnTo>
                  <a:lnTo>
                    <a:pt x="2697480" y="737628"/>
                  </a:lnTo>
                  <a:lnTo>
                    <a:pt x="2699004" y="739152"/>
                  </a:lnTo>
                  <a:lnTo>
                    <a:pt x="2699004" y="740664"/>
                  </a:lnTo>
                  <a:lnTo>
                    <a:pt x="2703576" y="740664"/>
                  </a:lnTo>
                  <a:lnTo>
                    <a:pt x="2703576" y="739152"/>
                  </a:lnTo>
                  <a:lnTo>
                    <a:pt x="2705100" y="737628"/>
                  </a:lnTo>
                  <a:lnTo>
                    <a:pt x="2705100" y="734580"/>
                  </a:lnTo>
                  <a:close/>
                </a:path>
                <a:path w="3430904" h="1106804">
                  <a:moveTo>
                    <a:pt x="2705100" y="367296"/>
                  </a:moveTo>
                  <a:lnTo>
                    <a:pt x="2703576" y="367296"/>
                  </a:lnTo>
                  <a:lnTo>
                    <a:pt x="2703576" y="365772"/>
                  </a:lnTo>
                  <a:lnTo>
                    <a:pt x="2699004" y="365772"/>
                  </a:lnTo>
                  <a:lnTo>
                    <a:pt x="2699004" y="367296"/>
                  </a:lnTo>
                  <a:lnTo>
                    <a:pt x="2697480" y="367296"/>
                  </a:lnTo>
                  <a:lnTo>
                    <a:pt x="2697480" y="371868"/>
                  </a:lnTo>
                  <a:lnTo>
                    <a:pt x="2699004" y="373380"/>
                  </a:lnTo>
                  <a:lnTo>
                    <a:pt x="2703576" y="373380"/>
                  </a:lnTo>
                  <a:lnTo>
                    <a:pt x="2705100" y="371868"/>
                  </a:lnTo>
                  <a:lnTo>
                    <a:pt x="2705100" y="367296"/>
                  </a:lnTo>
                  <a:close/>
                </a:path>
                <a:path w="3430904" h="1106804">
                  <a:moveTo>
                    <a:pt x="2746248" y="1101864"/>
                  </a:moveTo>
                  <a:lnTo>
                    <a:pt x="2743200" y="1098804"/>
                  </a:lnTo>
                  <a:lnTo>
                    <a:pt x="2740152" y="1098804"/>
                  </a:lnTo>
                  <a:lnTo>
                    <a:pt x="2737104" y="1101864"/>
                  </a:lnTo>
                  <a:lnTo>
                    <a:pt x="2737104" y="1103388"/>
                  </a:lnTo>
                  <a:lnTo>
                    <a:pt x="2740152" y="1106436"/>
                  </a:lnTo>
                  <a:lnTo>
                    <a:pt x="2743200" y="1106436"/>
                  </a:lnTo>
                  <a:lnTo>
                    <a:pt x="2746248" y="1103388"/>
                  </a:lnTo>
                  <a:lnTo>
                    <a:pt x="2746248" y="1101864"/>
                  </a:lnTo>
                  <a:close/>
                </a:path>
                <a:path w="3430904" h="1106804">
                  <a:moveTo>
                    <a:pt x="2746248" y="734580"/>
                  </a:moveTo>
                  <a:lnTo>
                    <a:pt x="2744724" y="734580"/>
                  </a:lnTo>
                  <a:lnTo>
                    <a:pt x="2744724" y="733044"/>
                  </a:lnTo>
                  <a:lnTo>
                    <a:pt x="2743200" y="733044"/>
                  </a:lnTo>
                  <a:lnTo>
                    <a:pt x="2743200" y="731520"/>
                  </a:lnTo>
                  <a:lnTo>
                    <a:pt x="2740152" y="731520"/>
                  </a:lnTo>
                  <a:lnTo>
                    <a:pt x="2740152" y="733044"/>
                  </a:lnTo>
                  <a:lnTo>
                    <a:pt x="2738628" y="733044"/>
                  </a:lnTo>
                  <a:lnTo>
                    <a:pt x="2738628" y="734580"/>
                  </a:lnTo>
                  <a:lnTo>
                    <a:pt x="2737104" y="734580"/>
                  </a:lnTo>
                  <a:lnTo>
                    <a:pt x="2737104" y="737628"/>
                  </a:lnTo>
                  <a:lnTo>
                    <a:pt x="2738628" y="737628"/>
                  </a:lnTo>
                  <a:lnTo>
                    <a:pt x="2738628" y="739152"/>
                  </a:lnTo>
                  <a:lnTo>
                    <a:pt x="2740152" y="740664"/>
                  </a:lnTo>
                  <a:lnTo>
                    <a:pt x="2743200" y="740664"/>
                  </a:lnTo>
                  <a:lnTo>
                    <a:pt x="2744724" y="739152"/>
                  </a:lnTo>
                  <a:lnTo>
                    <a:pt x="2744724" y="737628"/>
                  </a:lnTo>
                  <a:lnTo>
                    <a:pt x="2746248" y="737628"/>
                  </a:lnTo>
                  <a:lnTo>
                    <a:pt x="2746248" y="734580"/>
                  </a:lnTo>
                  <a:close/>
                </a:path>
                <a:path w="3430904" h="1106804">
                  <a:moveTo>
                    <a:pt x="2746248" y="368820"/>
                  </a:moveTo>
                  <a:lnTo>
                    <a:pt x="2743200" y="365772"/>
                  </a:lnTo>
                  <a:lnTo>
                    <a:pt x="2740152" y="365772"/>
                  </a:lnTo>
                  <a:lnTo>
                    <a:pt x="2737104" y="368820"/>
                  </a:lnTo>
                  <a:lnTo>
                    <a:pt x="2737104" y="370344"/>
                  </a:lnTo>
                  <a:lnTo>
                    <a:pt x="2738628" y="371868"/>
                  </a:lnTo>
                  <a:lnTo>
                    <a:pt x="2738628" y="373380"/>
                  </a:lnTo>
                  <a:lnTo>
                    <a:pt x="2744724" y="373380"/>
                  </a:lnTo>
                  <a:lnTo>
                    <a:pt x="2744724" y="371868"/>
                  </a:lnTo>
                  <a:lnTo>
                    <a:pt x="2746248" y="370344"/>
                  </a:lnTo>
                  <a:lnTo>
                    <a:pt x="2746248" y="368820"/>
                  </a:lnTo>
                  <a:close/>
                </a:path>
                <a:path w="3430904" h="1106804">
                  <a:moveTo>
                    <a:pt x="2785872" y="1100328"/>
                  </a:moveTo>
                  <a:lnTo>
                    <a:pt x="2784348" y="1100328"/>
                  </a:lnTo>
                  <a:lnTo>
                    <a:pt x="2784348" y="1098804"/>
                  </a:lnTo>
                  <a:lnTo>
                    <a:pt x="2779776" y="1098804"/>
                  </a:lnTo>
                  <a:lnTo>
                    <a:pt x="2779776" y="1100328"/>
                  </a:lnTo>
                  <a:lnTo>
                    <a:pt x="2778252" y="1100328"/>
                  </a:lnTo>
                  <a:lnTo>
                    <a:pt x="2778252" y="1104912"/>
                  </a:lnTo>
                  <a:lnTo>
                    <a:pt x="2779776" y="1104912"/>
                  </a:lnTo>
                  <a:lnTo>
                    <a:pt x="2779776" y="1106436"/>
                  </a:lnTo>
                  <a:lnTo>
                    <a:pt x="2784348" y="1106436"/>
                  </a:lnTo>
                  <a:lnTo>
                    <a:pt x="2784348" y="1104912"/>
                  </a:lnTo>
                  <a:lnTo>
                    <a:pt x="2785872" y="1104912"/>
                  </a:lnTo>
                  <a:lnTo>
                    <a:pt x="2785872" y="1100328"/>
                  </a:lnTo>
                  <a:close/>
                </a:path>
                <a:path w="3430904" h="1106804">
                  <a:moveTo>
                    <a:pt x="2785872" y="734580"/>
                  </a:moveTo>
                  <a:lnTo>
                    <a:pt x="2782824" y="731520"/>
                  </a:lnTo>
                  <a:lnTo>
                    <a:pt x="2781300" y="731520"/>
                  </a:lnTo>
                  <a:lnTo>
                    <a:pt x="2778252" y="734580"/>
                  </a:lnTo>
                  <a:lnTo>
                    <a:pt x="2778252" y="737628"/>
                  </a:lnTo>
                  <a:lnTo>
                    <a:pt x="2779776" y="739152"/>
                  </a:lnTo>
                  <a:lnTo>
                    <a:pt x="2779776" y="740664"/>
                  </a:lnTo>
                  <a:lnTo>
                    <a:pt x="2784348" y="740664"/>
                  </a:lnTo>
                  <a:lnTo>
                    <a:pt x="2784348" y="739152"/>
                  </a:lnTo>
                  <a:lnTo>
                    <a:pt x="2785872" y="737628"/>
                  </a:lnTo>
                  <a:lnTo>
                    <a:pt x="2785872" y="734580"/>
                  </a:lnTo>
                  <a:close/>
                </a:path>
                <a:path w="3430904" h="1106804">
                  <a:moveTo>
                    <a:pt x="2785872" y="367296"/>
                  </a:moveTo>
                  <a:lnTo>
                    <a:pt x="2784348" y="367296"/>
                  </a:lnTo>
                  <a:lnTo>
                    <a:pt x="2784348" y="365772"/>
                  </a:lnTo>
                  <a:lnTo>
                    <a:pt x="2779776" y="365772"/>
                  </a:lnTo>
                  <a:lnTo>
                    <a:pt x="2779776" y="367296"/>
                  </a:lnTo>
                  <a:lnTo>
                    <a:pt x="2778252" y="367296"/>
                  </a:lnTo>
                  <a:lnTo>
                    <a:pt x="2778252" y="371868"/>
                  </a:lnTo>
                  <a:lnTo>
                    <a:pt x="2779776" y="373380"/>
                  </a:lnTo>
                  <a:lnTo>
                    <a:pt x="2784348" y="373380"/>
                  </a:lnTo>
                  <a:lnTo>
                    <a:pt x="2785872" y="371868"/>
                  </a:lnTo>
                  <a:lnTo>
                    <a:pt x="2785872" y="367296"/>
                  </a:lnTo>
                  <a:close/>
                </a:path>
                <a:path w="3430904" h="1106804">
                  <a:moveTo>
                    <a:pt x="2785872" y="1524"/>
                  </a:moveTo>
                  <a:lnTo>
                    <a:pt x="2784348" y="1524"/>
                  </a:lnTo>
                  <a:lnTo>
                    <a:pt x="2784348" y="0"/>
                  </a:lnTo>
                  <a:lnTo>
                    <a:pt x="2779776" y="0"/>
                  </a:lnTo>
                  <a:lnTo>
                    <a:pt x="2779776" y="1524"/>
                  </a:lnTo>
                  <a:lnTo>
                    <a:pt x="2778252" y="1524"/>
                  </a:lnTo>
                  <a:lnTo>
                    <a:pt x="2778252" y="6096"/>
                  </a:lnTo>
                  <a:lnTo>
                    <a:pt x="2779776" y="6096"/>
                  </a:lnTo>
                  <a:lnTo>
                    <a:pt x="2779776" y="7620"/>
                  </a:lnTo>
                  <a:lnTo>
                    <a:pt x="2784348" y="7620"/>
                  </a:lnTo>
                  <a:lnTo>
                    <a:pt x="2784348" y="6096"/>
                  </a:lnTo>
                  <a:lnTo>
                    <a:pt x="2785872" y="6096"/>
                  </a:lnTo>
                  <a:lnTo>
                    <a:pt x="2785872" y="1524"/>
                  </a:lnTo>
                  <a:close/>
                </a:path>
                <a:path w="3430904" h="1106804">
                  <a:moveTo>
                    <a:pt x="2825496" y="1100328"/>
                  </a:moveTo>
                  <a:lnTo>
                    <a:pt x="2823972" y="1098804"/>
                  </a:lnTo>
                  <a:lnTo>
                    <a:pt x="2819400" y="1098804"/>
                  </a:lnTo>
                  <a:lnTo>
                    <a:pt x="2819400" y="1100328"/>
                  </a:lnTo>
                  <a:lnTo>
                    <a:pt x="2817876" y="1100328"/>
                  </a:lnTo>
                  <a:lnTo>
                    <a:pt x="2817876" y="1104912"/>
                  </a:lnTo>
                  <a:lnTo>
                    <a:pt x="2819400" y="1104912"/>
                  </a:lnTo>
                  <a:lnTo>
                    <a:pt x="2819400" y="1106436"/>
                  </a:lnTo>
                  <a:lnTo>
                    <a:pt x="2823972" y="1106436"/>
                  </a:lnTo>
                  <a:lnTo>
                    <a:pt x="2825496" y="1104912"/>
                  </a:lnTo>
                  <a:lnTo>
                    <a:pt x="2825496" y="1100328"/>
                  </a:lnTo>
                  <a:close/>
                </a:path>
                <a:path w="3430904" h="1106804">
                  <a:moveTo>
                    <a:pt x="2825496" y="733044"/>
                  </a:moveTo>
                  <a:lnTo>
                    <a:pt x="2823972" y="733044"/>
                  </a:lnTo>
                  <a:lnTo>
                    <a:pt x="2823972" y="731520"/>
                  </a:lnTo>
                  <a:lnTo>
                    <a:pt x="2820924" y="731520"/>
                  </a:lnTo>
                  <a:lnTo>
                    <a:pt x="2817876" y="734580"/>
                  </a:lnTo>
                  <a:lnTo>
                    <a:pt x="2817876" y="737628"/>
                  </a:lnTo>
                  <a:lnTo>
                    <a:pt x="2819400" y="739152"/>
                  </a:lnTo>
                  <a:lnTo>
                    <a:pt x="2819400" y="740664"/>
                  </a:lnTo>
                  <a:lnTo>
                    <a:pt x="2823972" y="740664"/>
                  </a:lnTo>
                  <a:lnTo>
                    <a:pt x="2825496" y="739152"/>
                  </a:lnTo>
                  <a:lnTo>
                    <a:pt x="2825496" y="733044"/>
                  </a:lnTo>
                  <a:close/>
                </a:path>
                <a:path w="3430904" h="1106804">
                  <a:moveTo>
                    <a:pt x="2825496" y="367296"/>
                  </a:moveTo>
                  <a:lnTo>
                    <a:pt x="2823972" y="365772"/>
                  </a:lnTo>
                  <a:lnTo>
                    <a:pt x="2819400" y="365772"/>
                  </a:lnTo>
                  <a:lnTo>
                    <a:pt x="2819400" y="367296"/>
                  </a:lnTo>
                  <a:lnTo>
                    <a:pt x="2817876" y="367296"/>
                  </a:lnTo>
                  <a:lnTo>
                    <a:pt x="2817876" y="371868"/>
                  </a:lnTo>
                  <a:lnTo>
                    <a:pt x="2819400" y="373380"/>
                  </a:lnTo>
                  <a:lnTo>
                    <a:pt x="2825496" y="373380"/>
                  </a:lnTo>
                  <a:lnTo>
                    <a:pt x="2825496" y="367296"/>
                  </a:lnTo>
                  <a:close/>
                </a:path>
                <a:path w="3430904" h="1106804">
                  <a:moveTo>
                    <a:pt x="2825496" y="1524"/>
                  </a:moveTo>
                  <a:lnTo>
                    <a:pt x="2823972" y="0"/>
                  </a:lnTo>
                  <a:lnTo>
                    <a:pt x="2819400" y="0"/>
                  </a:lnTo>
                  <a:lnTo>
                    <a:pt x="2819400" y="1524"/>
                  </a:lnTo>
                  <a:lnTo>
                    <a:pt x="2817876" y="1524"/>
                  </a:lnTo>
                  <a:lnTo>
                    <a:pt x="2817876" y="6096"/>
                  </a:lnTo>
                  <a:lnTo>
                    <a:pt x="2819400" y="6096"/>
                  </a:lnTo>
                  <a:lnTo>
                    <a:pt x="2819400" y="7620"/>
                  </a:lnTo>
                  <a:lnTo>
                    <a:pt x="2823972" y="7620"/>
                  </a:lnTo>
                  <a:lnTo>
                    <a:pt x="2825496" y="6096"/>
                  </a:lnTo>
                  <a:lnTo>
                    <a:pt x="2825496" y="1524"/>
                  </a:lnTo>
                  <a:close/>
                </a:path>
                <a:path w="3430904" h="1106804">
                  <a:moveTo>
                    <a:pt x="2866644" y="1100328"/>
                  </a:moveTo>
                  <a:lnTo>
                    <a:pt x="2865120" y="1100328"/>
                  </a:lnTo>
                  <a:lnTo>
                    <a:pt x="2865120" y="1098804"/>
                  </a:lnTo>
                  <a:lnTo>
                    <a:pt x="2860548" y="1098804"/>
                  </a:lnTo>
                  <a:lnTo>
                    <a:pt x="2859024" y="1100328"/>
                  </a:lnTo>
                  <a:lnTo>
                    <a:pt x="2859024" y="1104912"/>
                  </a:lnTo>
                  <a:lnTo>
                    <a:pt x="2860548" y="1106436"/>
                  </a:lnTo>
                  <a:lnTo>
                    <a:pt x="2865120" y="1106436"/>
                  </a:lnTo>
                  <a:lnTo>
                    <a:pt x="2865120" y="1104912"/>
                  </a:lnTo>
                  <a:lnTo>
                    <a:pt x="2866644" y="1104912"/>
                  </a:lnTo>
                  <a:lnTo>
                    <a:pt x="2866644" y="1100328"/>
                  </a:lnTo>
                  <a:close/>
                </a:path>
                <a:path w="3430904" h="1106804">
                  <a:moveTo>
                    <a:pt x="2866644" y="734580"/>
                  </a:moveTo>
                  <a:lnTo>
                    <a:pt x="2863596" y="731520"/>
                  </a:lnTo>
                  <a:lnTo>
                    <a:pt x="2860548" y="731520"/>
                  </a:lnTo>
                  <a:lnTo>
                    <a:pt x="2860548" y="733044"/>
                  </a:lnTo>
                  <a:lnTo>
                    <a:pt x="2859024" y="733044"/>
                  </a:lnTo>
                  <a:lnTo>
                    <a:pt x="2859024" y="739152"/>
                  </a:lnTo>
                  <a:lnTo>
                    <a:pt x="2860548" y="740664"/>
                  </a:lnTo>
                  <a:lnTo>
                    <a:pt x="2865120" y="740664"/>
                  </a:lnTo>
                  <a:lnTo>
                    <a:pt x="2865120" y="739152"/>
                  </a:lnTo>
                  <a:lnTo>
                    <a:pt x="2866644" y="737628"/>
                  </a:lnTo>
                  <a:lnTo>
                    <a:pt x="2866644" y="734580"/>
                  </a:lnTo>
                  <a:close/>
                </a:path>
                <a:path w="3430904" h="1106804">
                  <a:moveTo>
                    <a:pt x="2866644" y="367296"/>
                  </a:moveTo>
                  <a:lnTo>
                    <a:pt x="2865120" y="367296"/>
                  </a:lnTo>
                  <a:lnTo>
                    <a:pt x="2865120" y="365772"/>
                  </a:lnTo>
                  <a:lnTo>
                    <a:pt x="2860548" y="365772"/>
                  </a:lnTo>
                  <a:lnTo>
                    <a:pt x="2859024" y="367296"/>
                  </a:lnTo>
                  <a:lnTo>
                    <a:pt x="2859024" y="373380"/>
                  </a:lnTo>
                  <a:lnTo>
                    <a:pt x="2865120" y="373380"/>
                  </a:lnTo>
                  <a:lnTo>
                    <a:pt x="2866644" y="371868"/>
                  </a:lnTo>
                  <a:lnTo>
                    <a:pt x="2866644" y="367296"/>
                  </a:lnTo>
                  <a:close/>
                </a:path>
                <a:path w="3430904" h="1106804">
                  <a:moveTo>
                    <a:pt x="2866644" y="1524"/>
                  </a:moveTo>
                  <a:lnTo>
                    <a:pt x="2865120" y="1524"/>
                  </a:lnTo>
                  <a:lnTo>
                    <a:pt x="2865120" y="0"/>
                  </a:lnTo>
                  <a:lnTo>
                    <a:pt x="2860548" y="0"/>
                  </a:lnTo>
                  <a:lnTo>
                    <a:pt x="2859024" y="1524"/>
                  </a:lnTo>
                  <a:lnTo>
                    <a:pt x="2859024" y="6096"/>
                  </a:lnTo>
                  <a:lnTo>
                    <a:pt x="2860548" y="7620"/>
                  </a:lnTo>
                  <a:lnTo>
                    <a:pt x="2865120" y="7620"/>
                  </a:lnTo>
                  <a:lnTo>
                    <a:pt x="2865120" y="6096"/>
                  </a:lnTo>
                  <a:lnTo>
                    <a:pt x="2866644" y="6096"/>
                  </a:lnTo>
                  <a:lnTo>
                    <a:pt x="2866644" y="1524"/>
                  </a:lnTo>
                  <a:close/>
                </a:path>
                <a:path w="3430904" h="1106804">
                  <a:moveTo>
                    <a:pt x="2906268" y="1100328"/>
                  </a:moveTo>
                  <a:lnTo>
                    <a:pt x="2904744" y="1098804"/>
                  </a:lnTo>
                  <a:lnTo>
                    <a:pt x="2900172" y="1098804"/>
                  </a:lnTo>
                  <a:lnTo>
                    <a:pt x="2900172" y="1100328"/>
                  </a:lnTo>
                  <a:lnTo>
                    <a:pt x="2898648" y="1100328"/>
                  </a:lnTo>
                  <a:lnTo>
                    <a:pt x="2898648" y="1104912"/>
                  </a:lnTo>
                  <a:lnTo>
                    <a:pt x="2900172" y="1104912"/>
                  </a:lnTo>
                  <a:lnTo>
                    <a:pt x="2900172" y="1106436"/>
                  </a:lnTo>
                  <a:lnTo>
                    <a:pt x="2904744" y="1106436"/>
                  </a:lnTo>
                  <a:lnTo>
                    <a:pt x="2906268" y="1104912"/>
                  </a:lnTo>
                  <a:lnTo>
                    <a:pt x="2906268" y="1100328"/>
                  </a:lnTo>
                  <a:close/>
                </a:path>
                <a:path w="3430904" h="1106804">
                  <a:moveTo>
                    <a:pt x="2906268" y="733044"/>
                  </a:moveTo>
                  <a:lnTo>
                    <a:pt x="2904744" y="733044"/>
                  </a:lnTo>
                  <a:lnTo>
                    <a:pt x="2903220" y="731520"/>
                  </a:lnTo>
                  <a:lnTo>
                    <a:pt x="2901696" y="731520"/>
                  </a:lnTo>
                  <a:lnTo>
                    <a:pt x="2898648" y="734580"/>
                  </a:lnTo>
                  <a:lnTo>
                    <a:pt x="2898648" y="737628"/>
                  </a:lnTo>
                  <a:lnTo>
                    <a:pt x="2900172" y="739152"/>
                  </a:lnTo>
                  <a:lnTo>
                    <a:pt x="2900172" y="740664"/>
                  </a:lnTo>
                  <a:lnTo>
                    <a:pt x="2904744" y="740664"/>
                  </a:lnTo>
                  <a:lnTo>
                    <a:pt x="2906268" y="739152"/>
                  </a:lnTo>
                  <a:lnTo>
                    <a:pt x="2906268" y="733044"/>
                  </a:lnTo>
                  <a:close/>
                </a:path>
                <a:path w="3430904" h="1106804">
                  <a:moveTo>
                    <a:pt x="2906268" y="367296"/>
                  </a:moveTo>
                  <a:lnTo>
                    <a:pt x="2904744" y="365772"/>
                  </a:lnTo>
                  <a:lnTo>
                    <a:pt x="2900172" y="365772"/>
                  </a:lnTo>
                  <a:lnTo>
                    <a:pt x="2900172" y="367296"/>
                  </a:lnTo>
                  <a:lnTo>
                    <a:pt x="2898648" y="367296"/>
                  </a:lnTo>
                  <a:lnTo>
                    <a:pt x="2898648" y="371868"/>
                  </a:lnTo>
                  <a:lnTo>
                    <a:pt x="2900172" y="373380"/>
                  </a:lnTo>
                  <a:lnTo>
                    <a:pt x="2906268" y="373380"/>
                  </a:lnTo>
                  <a:lnTo>
                    <a:pt x="2906268" y="367296"/>
                  </a:lnTo>
                  <a:close/>
                </a:path>
                <a:path w="3430904" h="1106804">
                  <a:moveTo>
                    <a:pt x="2947416" y="1101864"/>
                  </a:moveTo>
                  <a:lnTo>
                    <a:pt x="2944368" y="1098804"/>
                  </a:lnTo>
                  <a:lnTo>
                    <a:pt x="2941320" y="1098804"/>
                  </a:lnTo>
                  <a:lnTo>
                    <a:pt x="2938272" y="1101864"/>
                  </a:lnTo>
                  <a:lnTo>
                    <a:pt x="2938272" y="1103388"/>
                  </a:lnTo>
                  <a:lnTo>
                    <a:pt x="2941320" y="1106436"/>
                  </a:lnTo>
                  <a:lnTo>
                    <a:pt x="2944368" y="1106436"/>
                  </a:lnTo>
                  <a:lnTo>
                    <a:pt x="2947416" y="1103388"/>
                  </a:lnTo>
                  <a:lnTo>
                    <a:pt x="2947416" y="1101864"/>
                  </a:lnTo>
                  <a:close/>
                </a:path>
                <a:path w="3430904" h="1106804">
                  <a:moveTo>
                    <a:pt x="2947416" y="734580"/>
                  </a:moveTo>
                  <a:lnTo>
                    <a:pt x="2945892" y="734580"/>
                  </a:lnTo>
                  <a:lnTo>
                    <a:pt x="2945892" y="733044"/>
                  </a:lnTo>
                  <a:lnTo>
                    <a:pt x="2944368" y="733044"/>
                  </a:lnTo>
                  <a:lnTo>
                    <a:pt x="2944368" y="731520"/>
                  </a:lnTo>
                  <a:lnTo>
                    <a:pt x="2941320" y="731520"/>
                  </a:lnTo>
                  <a:lnTo>
                    <a:pt x="2941320" y="733044"/>
                  </a:lnTo>
                  <a:lnTo>
                    <a:pt x="2939796" y="733044"/>
                  </a:lnTo>
                  <a:lnTo>
                    <a:pt x="2939796" y="734580"/>
                  </a:lnTo>
                  <a:lnTo>
                    <a:pt x="2938272" y="734580"/>
                  </a:lnTo>
                  <a:lnTo>
                    <a:pt x="2938272" y="737628"/>
                  </a:lnTo>
                  <a:lnTo>
                    <a:pt x="2939796" y="737628"/>
                  </a:lnTo>
                  <a:lnTo>
                    <a:pt x="2939796" y="739152"/>
                  </a:lnTo>
                  <a:lnTo>
                    <a:pt x="2941320" y="740664"/>
                  </a:lnTo>
                  <a:lnTo>
                    <a:pt x="2944368" y="740664"/>
                  </a:lnTo>
                  <a:lnTo>
                    <a:pt x="2945892" y="739152"/>
                  </a:lnTo>
                  <a:lnTo>
                    <a:pt x="2945892" y="737628"/>
                  </a:lnTo>
                  <a:lnTo>
                    <a:pt x="2947416" y="737628"/>
                  </a:lnTo>
                  <a:lnTo>
                    <a:pt x="2947416" y="734580"/>
                  </a:lnTo>
                  <a:close/>
                </a:path>
                <a:path w="3430904" h="1106804">
                  <a:moveTo>
                    <a:pt x="2947416" y="368820"/>
                  </a:moveTo>
                  <a:lnTo>
                    <a:pt x="2944368" y="365772"/>
                  </a:lnTo>
                  <a:lnTo>
                    <a:pt x="2941320" y="365772"/>
                  </a:lnTo>
                  <a:lnTo>
                    <a:pt x="2938272" y="368820"/>
                  </a:lnTo>
                  <a:lnTo>
                    <a:pt x="2938272" y="370344"/>
                  </a:lnTo>
                  <a:lnTo>
                    <a:pt x="2939796" y="371868"/>
                  </a:lnTo>
                  <a:lnTo>
                    <a:pt x="2939796" y="373380"/>
                  </a:lnTo>
                  <a:lnTo>
                    <a:pt x="2945892" y="373380"/>
                  </a:lnTo>
                  <a:lnTo>
                    <a:pt x="2945892" y="371868"/>
                  </a:lnTo>
                  <a:lnTo>
                    <a:pt x="2947416" y="370344"/>
                  </a:lnTo>
                  <a:lnTo>
                    <a:pt x="2947416" y="368820"/>
                  </a:lnTo>
                  <a:close/>
                </a:path>
                <a:path w="3430904" h="1106804">
                  <a:moveTo>
                    <a:pt x="2987040" y="1100328"/>
                  </a:moveTo>
                  <a:lnTo>
                    <a:pt x="2985516" y="1100328"/>
                  </a:lnTo>
                  <a:lnTo>
                    <a:pt x="2985516" y="1098804"/>
                  </a:lnTo>
                  <a:lnTo>
                    <a:pt x="2980944" y="1098804"/>
                  </a:lnTo>
                  <a:lnTo>
                    <a:pt x="2980944" y="1100328"/>
                  </a:lnTo>
                  <a:lnTo>
                    <a:pt x="2979420" y="1100328"/>
                  </a:lnTo>
                  <a:lnTo>
                    <a:pt x="2979420" y="1104912"/>
                  </a:lnTo>
                  <a:lnTo>
                    <a:pt x="2980944" y="1104912"/>
                  </a:lnTo>
                  <a:lnTo>
                    <a:pt x="2980944" y="1106436"/>
                  </a:lnTo>
                  <a:lnTo>
                    <a:pt x="2985516" y="1106436"/>
                  </a:lnTo>
                  <a:lnTo>
                    <a:pt x="2985516" y="1104912"/>
                  </a:lnTo>
                  <a:lnTo>
                    <a:pt x="2987040" y="1104912"/>
                  </a:lnTo>
                  <a:lnTo>
                    <a:pt x="2987040" y="1100328"/>
                  </a:lnTo>
                  <a:close/>
                </a:path>
                <a:path w="3430904" h="1106804">
                  <a:moveTo>
                    <a:pt x="2987040" y="734580"/>
                  </a:moveTo>
                  <a:lnTo>
                    <a:pt x="2983992" y="731520"/>
                  </a:lnTo>
                  <a:lnTo>
                    <a:pt x="2982468" y="731520"/>
                  </a:lnTo>
                  <a:lnTo>
                    <a:pt x="2979420" y="734580"/>
                  </a:lnTo>
                  <a:lnTo>
                    <a:pt x="2979420" y="737628"/>
                  </a:lnTo>
                  <a:lnTo>
                    <a:pt x="2980944" y="739152"/>
                  </a:lnTo>
                  <a:lnTo>
                    <a:pt x="2980944" y="740664"/>
                  </a:lnTo>
                  <a:lnTo>
                    <a:pt x="2985516" y="740664"/>
                  </a:lnTo>
                  <a:lnTo>
                    <a:pt x="2985516" y="739152"/>
                  </a:lnTo>
                  <a:lnTo>
                    <a:pt x="2987040" y="737628"/>
                  </a:lnTo>
                  <a:lnTo>
                    <a:pt x="2987040" y="734580"/>
                  </a:lnTo>
                  <a:close/>
                </a:path>
                <a:path w="3430904" h="1106804">
                  <a:moveTo>
                    <a:pt x="2987040" y="367296"/>
                  </a:moveTo>
                  <a:lnTo>
                    <a:pt x="2985516" y="367296"/>
                  </a:lnTo>
                  <a:lnTo>
                    <a:pt x="2985516" y="365772"/>
                  </a:lnTo>
                  <a:lnTo>
                    <a:pt x="2980944" y="365772"/>
                  </a:lnTo>
                  <a:lnTo>
                    <a:pt x="2980944" y="367296"/>
                  </a:lnTo>
                  <a:lnTo>
                    <a:pt x="2979420" y="367296"/>
                  </a:lnTo>
                  <a:lnTo>
                    <a:pt x="2979420" y="371868"/>
                  </a:lnTo>
                  <a:lnTo>
                    <a:pt x="2980944" y="373380"/>
                  </a:lnTo>
                  <a:lnTo>
                    <a:pt x="2985516" y="373380"/>
                  </a:lnTo>
                  <a:lnTo>
                    <a:pt x="2987040" y="371868"/>
                  </a:lnTo>
                  <a:lnTo>
                    <a:pt x="2987040" y="367296"/>
                  </a:lnTo>
                  <a:close/>
                </a:path>
                <a:path w="3430904" h="1106804">
                  <a:moveTo>
                    <a:pt x="3028188" y="1101864"/>
                  </a:moveTo>
                  <a:lnTo>
                    <a:pt x="3025140" y="1098804"/>
                  </a:lnTo>
                  <a:lnTo>
                    <a:pt x="3022092" y="1098804"/>
                  </a:lnTo>
                  <a:lnTo>
                    <a:pt x="3019044" y="1101864"/>
                  </a:lnTo>
                  <a:lnTo>
                    <a:pt x="3019044" y="1103388"/>
                  </a:lnTo>
                  <a:lnTo>
                    <a:pt x="3022092" y="1106436"/>
                  </a:lnTo>
                  <a:lnTo>
                    <a:pt x="3025140" y="1106436"/>
                  </a:lnTo>
                  <a:lnTo>
                    <a:pt x="3028188" y="1103388"/>
                  </a:lnTo>
                  <a:lnTo>
                    <a:pt x="3028188" y="1101864"/>
                  </a:lnTo>
                  <a:close/>
                </a:path>
                <a:path w="3430904" h="1106804">
                  <a:moveTo>
                    <a:pt x="3028188" y="734580"/>
                  </a:moveTo>
                  <a:lnTo>
                    <a:pt x="3026664" y="734580"/>
                  </a:lnTo>
                  <a:lnTo>
                    <a:pt x="3026664" y="733044"/>
                  </a:lnTo>
                  <a:lnTo>
                    <a:pt x="3025140" y="733044"/>
                  </a:lnTo>
                  <a:lnTo>
                    <a:pt x="3025140" y="731520"/>
                  </a:lnTo>
                  <a:lnTo>
                    <a:pt x="3022092" y="731520"/>
                  </a:lnTo>
                  <a:lnTo>
                    <a:pt x="3022092" y="733044"/>
                  </a:lnTo>
                  <a:lnTo>
                    <a:pt x="3020568" y="733044"/>
                  </a:lnTo>
                  <a:lnTo>
                    <a:pt x="3020568" y="734580"/>
                  </a:lnTo>
                  <a:lnTo>
                    <a:pt x="3019044" y="734580"/>
                  </a:lnTo>
                  <a:lnTo>
                    <a:pt x="3019044" y="737628"/>
                  </a:lnTo>
                  <a:lnTo>
                    <a:pt x="3020568" y="737628"/>
                  </a:lnTo>
                  <a:lnTo>
                    <a:pt x="3020568" y="739152"/>
                  </a:lnTo>
                  <a:lnTo>
                    <a:pt x="3022092" y="740664"/>
                  </a:lnTo>
                  <a:lnTo>
                    <a:pt x="3025140" y="740664"/>
                  </a:lnTo>
                  <a:lnTo>
                    <a:pt x="3026664" y="739152"/>
                  </a:lnTo>
                  <a:lnTo>
                    <a:pt x="3026664" y="737628"/>
                  </a:lnTo>
                  <a:lnTo>
                    <a:pt x="3028188" y="737628"/>
                  </a:lnTo>
                  <a:lnTo>
                    <a:pt x="3028188" y="734580"/>
                  </a:lnTo>
                  <a:close/>
                </a:path>
                <a:path w="3430904" h="1106804">
                  <a:moveTo>
                    <a:pt x="3028188" y="368820"/>
                  </a:moveTo>
                  <a:lnTo>
                    <a:pt x="3025140" y="365772"/>
                  </a:lnTo>
                  <a:lnTo>
                    <a:pt x="3022092" y="365772"/>
                  </a:lnTo>
                  <a:lnTo>
                    <a:pt x="3019044" y="368820"/>
                  </a:lnTo>
                  <a:lnTo>
                    <a:pt x="3019044" y="370344"/>
                  </a:lnTo>
                  <a:lnTo>
                    <a:pt x="3020568" y="371868"/>
                  </a:lnTo>
                  <a:lnTo>
                    <a:pt x="3020568" y="373380"/>
                  </a:lnTo>
                  <a:lnTo>
                    <a:pt x="3026664" y="373380"/>
                  </a:lnTo>
                  <a:lnTo>
                    <a:pt x="3026664" y="371868"/>
                  </a:lnTo>
                  <a:lnTo>
                    <a:pt x="3028188" y="370344"/>
                  </a:lnTo>
                  <a:lnTo>
                    <a:pt x="3028188" y="368820"/>
                  </a:lnTo>
                  <a:close/>
                </a:path>
                <a:path w="3430904" h="1106804">
                  <a:moveTo>
                    <a:pt x="3064764" y="373380"/>
                  </a:moveTo>
                  <a:lnTo>
                    <a:pt x="3060192" y="367296"/>
                  </a:lnTo>
                  <a:lnTo>
                    <a:pt x="3060192" y="373380"/>
                  </a:lnTo>
                  <a:lnTo>
                    <a:pt x="3064764" y="373380"/>
                  </a:lnTo>
                  <a:close/>
                </a:path>
                <a:path w="3430904" h="1106804">
                  <a:moveTo>
                    <a:pt x="3067812" y="1100328"/>
                  </a:moveTo>
                  <a:lnTo>
                    <a:pt x="3066288" y="1100328"/>
                  </a:lnTo>
                  <a:lnTo>
                    <a:pt x="3066288" y="1098804"/>
                  </a:lnTo>
                  <a:lnTo>
                    <a:pt x="3061716" y="1098804"/>
                  </a:lnTo>
                  <a:lnTo>
                    <a:pt x="3060192" y="1100328"/>
                  </a:lnTo>
                  <a:lnTo>
                    <a:pt x="3060192" y="1104912"/>
                  </a:lnTo>
                  <a:lnTo>
                    <a:pt x="3061716" y="1106436"/>
                  </a:lnTo>
                  <a:lnTo>
                    <a:pt x="3066288" y="1106436"/>
                  </a:lnTo>
                  <a:lnTo>
                    <a:pt x="3066288" y="1104912"/>
                  </a:lnTo>
                  <a:lnTo>
                    <a:pt x="3067812" y="1104912"/>
                  </a:lnTo>
                  <a:lnTo>
                    <a:pt x="3067812" y="1100328"/>
                  </a:lnTo>
                  <a:close/>
                </a:path>
                <a:path w="3430904" h="1106804">
                  <a:moveTo>
                    <a:pt x="3067812" y="734580"/>
                  </a:moveTo>
                  <a:lnTo>
                    <a:pt x="3064764" y="731520"/>
                  </a:lnTo>
                  <a:lnTo>
                    <a:pt x="3063240" y="731520"/>
                  </a:lnTo>
                  <a:lnTo>
                    <a:pt x="3061716" y="733044"/>
                  </a:lnTo>
                  <a:lnTo>
                    <a:pt x="3060192" y="733044"/>
                  </a:lnTo>
                  <a:lnTo>
                    <a:pt x="3060192" y="739152"/>
                  </a:lnTo>
                  <a:lnTo>
                    <a:pt x="3061716" y="740664"/>
                  </a:lnTo>
                  <a:lnTo>
                    <a:pt x="3066288" y="740664"/>
                  </a:lnTo>
                  <a:lnTo>
                    <a:pt x="3066288" y="739152"/>
                  </a:lnTo>
                  <a:lnTo>
                    <a:pt x="3067812" y="737628"/>
                  </a:lnTo>
                  <a:lnTo>
                    <a:pt x="3067812" y="734580"/>
                  </a:lnTo>
                  <a:close/>
                </a:path>
                <a:path w="3430904" h="1106804">
                  <a:moveTo>
                    <a:pt x="3107436" y="1100328"/>
                  </a:moveTo>
                  <a:lnTo>
                    <a:pt x="3105912" y="1098804"/>
                  </a:lnTo>
                  <a:lnTo>
                    <a:pt x="3101340" y="1098804"/>
                  </a:lnTo>
                  <a:lnTo>
                    <a:pt x="3101340" y="1100328"/>
                  </a:lnTo>
                  <a:lnTo>
                    <a:pt x="3099816" y="1100328"/>
                  </a:lnTo>
                  <a:lnTo>
                    <a:pt x="3099816" y="1104912"/>
                  </a:lnTo>
                  <a:lnTo>
                    <a:pt x="3101340" y="1104912"/>
                  </a:lnTo>
                  <a:lnTo>
                    <a:pt x="3101340" y="1106436"/>
                  </a:lnTo>
                  <a:lnTo>
                    <a:pt x="3105912" y="1106436"/>
                  </a:lnTo>
                  <a:lnTo>
                    <a:pt x="3107436" y="1104912"/>
                  </a:lnTo>
                  <a:lnTo>
                    <a:pt x="3107436" y="1100328"/>
                  </a:lnTo>
                  <a:close/>
                </a:path>
                <a:path w="3430904" h="1106804">
                  <a:moveTo>
                    <a:pt x="3107436" y="733044"/>
                  </a:moveTo>
                  <a:lnTo>
                    <a:pt x="3105912" y="733044"/>
                  </a:lnTo>
                  <a:lnTo>
                    <a:pt x="3104388" y="731520"/>
                  </a:lnTo>
                  <a:lnTo>
                    <a:pt x="3102864" y="731520"/>
                  </a:lnTo>
                  <a:lnTo>
                    <a:pt x="3099816" y="734580"/>
                  </a:lnTo>
                  <a:lnTo>
                    <a:pt x="3099816" y="737628"/>
                  </a:lnTo>
                  <a:lnTo>
                    <a:pt x="3101340" y="739152"/>
                  </a:lnTo>
                  <a:lnTo>
                    <a:pt x="3101340" y="740664"/>
                  </a:lnTo>
                  <a:lnTo>
                    <a:pt x="3105912" y="740664"/>
                  </a:lnTo>
                  <a:lnTo>
                    <a:pt x="3107436" y="739152"/>
                  </a:lnTo>
                  <a:lnTo>
                    <a:pt x="3107436" y="733044"/>
                  </a:lnTo>
                  <a:close/>
                </a:path>
                <a:path w="3430904" h="1106804">
                  <a:moveTo>
                    <a:pt x="3148584" y="1100328"/>
                  </a:moveTo>
                  <a:lnTo>
                    <a:pt x="3147060" y="1100328"/>
                  </a:lnTo>
                  <a:lnTo>
                    <a:pt x="3145536" y="1098804"/>
                  </a:lnTo>
                  <a:lnTo>
                    <a:pt x="3142488" y="1098804"/>
                  </a:lnTo>
                  <a:lnTo>
                    <a:pt x="3139440" y="1101864"/>
                  </a:lnTo>
                  <a:lnTo>
                    <a:pt x="3139440" y="1103388"/>
                  </a:lnTo>
                  <a:lnTo>
                    <a:pt x="3142488" y="1106436"/>
                  </a:lnTo>
                  <a:lnTo>
                    <a:pt x="3145536" y="1106436"/>
                  </a:lnTo>
                  <a:lnTo>
                    <a:pt x="3147060" y="1104912"/>
                  </a:lnTo>
                  <a:lnTo>
                    <a:pt x="3148584" y="1104912"/>
                  </a:lnTo>
                  <a:lnTo>
                    <a:pt x="3148584" y="1100328"/>
                  </a:lnTo>
                  <a:close/>
                </a:path>
                <a:path w="3430904" h="1106804">
                  <a:moveTo>
                    <a:pt x="3148584" y="734580"/>
                  </a:moveTo>
                  <a:lnTo>
                    <a:pt x="3147060" y="733044"/>
                  </a:lnTo>
                  <a:lnTo>
                    <a:pt x="3145536" y="733044"/>
                  </a:lnTo>
                  <a:lnTo>
                    <a:pt x="3145536" y="731520"/>
                  </a:lnTo>
                  <a:lnTo>
                    <a:pt x="3142488" y="731520"/>
                  </a:lnTo>
                  <a:lnTo>
                    <a:pt x="3142488" y="733044"/>
                  </a:lnTo>
                  <a:lnTo>
                    <a:pt x="3140964" y="733044"/>
                  </a:lnTo>
                  <a:lnTo>
                    <a:pt x="3140964" y="734580"/>
                  </a:lnTo>
                  <a:lnTo>
                    <a:pt x="3139440" y="734580"/>
                  </a:lnTo>
                  <a:lnTo>
                    <a:pt x="3139440" y="737628"/>
                  </a:lnTo>
                  <a:lnTo>
                    <a:pt x="3140964" y="737628"/>
                  </a:lnTo>
                  <a:lnTo>
                    <a:pt x="3140964" y="739152"/>
                  </a:lnTo>
                  <a:lnTo>
                    <a:pt x="3142488" y="740664"/>
                  </a:lnTo>
                  <a:lnTo>
                    <a:pt x="3145536" y="740664"/>
                  </a:lnTo>
                  <a:lnTo>
                    <a:pt x="3148584" y="737628"/>
                  </a:lnTo>
                  <a:lnTo>
                    <a:pt x="3148584" y="734580"/>
                  </a:lnTo>
                  <a:close/>
                </a:path>
                <a:path w="3430904" h="1106804">
                  <a:moveTo>
                    <a:pt x="3188208" y="1100328"/>
                  </a:moveTo>
                  <a:lnTo>
                    <a:pt x="3186684" y="1100328"/>
                  </a:lnTo>
                  <a:lnTo>
                    <a:pt x="3186684" y="1098804"/>
                  </a:lnTo>
                  <a:lnTo>
                    <a:pt x="3182112" y="1098804"/>
                  </a:lnTo>
                  <a:lnTo>
                    <a:pt x="3182112" y="1100328"/>
                  </a:lnTo>
                  <a:lnTo>
                    <a:pt x="3180588" y="1100328"/>
                  </a:lnTo>
                  <a:lnTo>
                    <a:pt x="3180588" y="1104912"/>
                  </a:lnTo>
                  <a:lnTo>
                    <a:pt x="3182112" y="1104912"/>
                  </a:lnTo>
                  <a:lnTo>
                    <a:pt x="3182112" y="1106436"/>
                  </a:lnTo>
                  <a:lnTo>
                    <a:pt x="3186684" y="1106436"/>
                  </a:lnTo>
                  <a:lnTo>
                    <a:pt x="3186684" y="1104912"/>
                  </a:lnTo>
                  <a:lnTo>
                    <a:pt x="3188208" y="1104912"/>
                  </a:lnTo>
                  <a:lnTo>
                    <a:pt x="3188208" y="1100328"/>
                  </a:lnTo>
                  <a:close/>
                </a:path>
                <a:path w="3430904" h="1106804">
                  <a:moveTo>
                    <a:pt x="3188208" y="734580"/>
                  </a:moveTo>
                  <a:lnTo>
                    <a:pt x="3185160" y="731520"/>
                  </a:lnTo>
                  <a:lnTo>
                    <a:pt x="3183636" y="731520"/>
                  </a:lnTo>
                  <a:lnTo>
                    <a:pt x="3180588" y="734580"/>
                  </a:lnTo>
                  <a:lnTo>
                    <a:pt x="3180588" y="737628"/>
                  </a:lnTo>
                  <a:lnTo>
                    <a:pt x="3182112" y="739152"/>
                  </a:lnTo>
                  <a:lnTo>
                    <a:pt x="3182112" y="740664"/>
                  </a:lnTo>
                  <a:lnTo>
                    <a:pt x="3186684" y="740664"/>
                  </a:lnTo>
                  <a:lnTo>
                    <a:pt x="3186684" y="739152"/>
                  </a:lnTo>
                  <a:lnTo>
                    <a:pt x="3188208" y="737628"/>
                  </a:lnTo>
                  <a:lnTo>
                    <a:pt x="3188208" y="734580"/>
                  </a:lnTo>
                  <a:close/>
                </a:path>
                <a:path w="3430904" h="1106804">
                  <a:moveTo>
                    <a:pt x="3229356" y="1101864"/>
                  </a:moveTo>
                  <a:lnTo>
                    <a:pt x="3226308" y="1098804"/>
                  </a:lnTo>
                  <a:lnTo>
                    <a:pt x="3223260" y="1098804"/>
                  </a:lnTo>
                  <a:lnTo>
                    <a:pt x="3220212" y="1101864"/>
                  </a:lnTo>
                  <a:lnTo>
                    <a:pt x="3220212" y="1103388"/>
                  </a:lnTo>
                  <a:lnTo>
                    <a:pt x="3223260" y="1106436"/>
                  </a:lnTo>
                  <a:lnTo>
                    <a:pt x="3226308" y="1106436"/>
                  </a:lnTo>
                  <a:lnTo>
                    <a:pt x="3229356" y="1103388"/>
                  </a:lnTo>
                  <a:lnTo>
                    <a:pt x="3229356" y="1101864"/>
                  </a:lnTo>
                  <a:close/>
                </a:path>
                <a:path w="3430904" h="1106804">
                  <a:moveTo>
                    <a:pt x="3229356" y="734580"/>
                  </a:moveTo>
                  <a:lnTo>
                    <a:pt x="3227832" y="734580"/>
                  </a:lnTo>
                  <a:lnTo>
                    <a:pt x="3227832" y="733044"/>
                  </a:lnTo>
                  <a:lnTo>
                    <a:pt x="3226308" y="733044"/>
                  </a:lnTo>
                  <a:lnTo>
                    <a:pt x="3226308" y="731520"/>
                  </a:lnTo>
                  <a:lnTo>
                    <a:pt x="3223260" y="731520"/>
                  </a:lnTo>
                  <a:lnTo>
                    <a:pt x="3223260" y="733044"/>
                  </a:lnTo>
                  <a:lnTo>
                    <a:pt x="3221736" y="733044"/>
                  </a:lnTo>
                  <a:lnTo>
                    <a:pt x="3221736" y="734580"/>
                  </a:lnTo>
                  <a:lnTo>
                    <a:pt x="3220212" y="734580"/>
                  </a:lnTo>
                  <a:lnTo>
                    <a:pt x="3220212" y="737628"/>
                  </a:lnTo>
                  <a:lnTo>
                    <a:pt x="3221736" y="737628"/>
                  </a:lnTo>
                  <a:lnTo>
                    <a:pt x="3221736" y="739152"/>
                  </a:lnTo>
                  <a:lnTo>
                    <a:pt x="3223260" y="740664"/>
                  </a:lnTo>
                  <a:lnTo>
                    <a:pt x="3226308" y="740664"/>
                  </a:lnTo>
                  <a:lnTo>
                    <a:pt x="3227832" y="739152"/>
                  </a:lnTo>
                  <a:lnTo>
                    <a:pt x="3227832" y="737628"/>
                  </a:lnTo>
                  <a:lnTo>
                    <a:pt x="3229356" y="737628"/>
                  </a:lnTo>
                  <a:lnTo>
                    <a:pt x="3229356" y="734580"/>
                  </a:lnTo>
                  <a:close/>
                </a:path>
                <a:path w="3430904" h="1106804">
                  <a:moveTo>
                    <a:pt x="3268980" y="1100328"/>
                  </a:moveTo>
                  <a:lnTo>
                    <a:pt x="3267456" y="1100328"/>
                  </a:lnTo>
                  <a:lnTo>
                    <a:pt x="3267456" y="1098804"/>
                  </a:lnTo>
                  <a:lnTo>
                    <a:pt x="3262884" y="1098804"/>
                  </a:lnTo>
                  <a:lnTo>
                    <a:pt x="3262884" y="1100328"/>
                  </a:lnTo>
                  <a:lnTo>
                    <a:pt x="3261360" y="1100328"/>
                  </a:lnTo>
                  <a:lnTo>
                    <a:pt x="3261360" y="1104912"/>
                  </a:lnTo>
                  <a:lnTo>
                    <a:pt x="3262884" y="1104912"/>
                  </a:lnTo>
                  <a:lnTo>
                    <a:pt x="3262884" y="1106436"/>
                  </a:lnTo>
                  <a:lnTo>
                    <a:pt x="3267456" y="1106436"/>
                  </a:lnTo>
                  <a:lnTo>
                    <a:pt x="3267456" y="1104912"/>
                  </a:lnTo>
                  <a:lnTo>
                    <a:pt x="3268980" y="1104912"/>
                  </a:lnTo>
                  <a:lnTo>
                    <a:pt x="3268980" y="1100328"/>
                  </a:lnTo>
                  <a:close/>
                </a:path>
                <a:path w="3430904" h="1106804">
                  <a:moveTo>
                    <a:pt x="3268980" y="734580"/>
                  </a:moveTo>
                  <a:lnTo>
                    <a:pt x="3265932" y="731520"/>
                  </a:lnTo>
                  <a:lnTo>
                    <a:pt x="3264408" y="731520"/>
                  </a:lnTo>
                  <a:lnTo>
                    <a:pt x="3261360" y="734580"/>
                  </a:lnTo>
                  <a:lnTo>
                    <a:pt x="3261360" y="737628"/>
                  </a:lnTo>
                  <a:lnTo>
                    <a:pt x="3262884" y="739152"/>
                  </a:lnTo>
                  <a:lnTo>
                    <a:pt x="3262884" y="740664"/>
                  </a:lnTo>
                  <a:lnTo>
                    <a:pt x="3267456" y="740664"/>
                  </a:lnTo>
                  <a:lnTo>
                    <a:pt x="3267456" y="739152"/>
                  </a:lnTo>
                  <a:lnTo>
                    <a:pt x="3268980" y="737628"/>
                  </a:lnTo>
                  <a:lnTo>
                    <a:pt x="3268980" y="734580"/>
                  </a:lnTo>
                  <a:close/>
                </a:path>
                <a:path w="3430904" h="1106804">
                  <a:moveTo>
                    <a:pt x="3308604" y="1100328"/>
                  </a:moveTo>
                  <a:lnTo>
                    <a:pt x="3307080" y="1098804"/>
                  </a:lnTo>
                  <a:lnTo>
                    <a:pt x="3302508" y="1098804"/>
                  </a:lnTo>
                  <a:lnTo>
                    <a:pt x="3302508" y="1100328"/>
                  </a:lnTo>
                  <a:lnTo>
                    <a:pt x="3300984" y="1100328"/>
                  </a:lnTo>
                  <a:lnTo>
                    <a:pt x="3300984" y="1104912"/>
                  </a:lnTo>
                  <a:lnTo>
                    <a:pt x="3302508" y="1104912"/>
                  </a:lnTo>
                  <a:lnTo>
                    <a:pt x="3302508" y="1106436"/>
                  </a:lnTo>
                  <a:lnTo>
                    <a:pt x="3307080" y="1106436"/>
                  </a:lnTo>
                  <a:lnTo>
                    <a:pt x="3308604" y="1104912"/>
                  </a:lnTo>
                  <a:lnTo>
                    <a:pt x="3308604" y="1100328"/>
                  </a:lnTo>
                  <a:close/>
                </a:path>
                <a:path w="3430904" h="1106804">
                  <a:moveTo>
                    <a:pt x="3308604" y="733044"/>
                  </a:moveTo>
                  <a:lnTo>
                    <a:pt x="3307080" y="733044"/>
                  </a:lnTo>
                  <a:lnTo>
                    <a:pt x="3307080" y="731520"/>
                  </a:lnTo>
                  <a:lnTo>
                    <a:pt x="3304032" y="731520"/>
                  </a:lnTo>
                  <a:lnTo>
                    <a:pt x="3300984" y="734580"/>
                  </a:lnTo>
                  <a:lnTo>
                    <a:pt x="3300984" y="737628"/>
                  </a:lnTo>
                  <a:lnTo>
                    <a:pt x="3302508" y="739152"/>
                  </a:lnTo>
                  <a:lnTo>
                    <a:pt x="3302508" y="740664"/>
                  </a:lnTo>
                  <a:lnTo>
                    <a:pt x="3307080" y="740664"/>
                  </a:lnTo>
                  <a:lnTo>
                    <a:pt x="3308604" y="739152"/>
                  </a:lnTo>
                  <a:lnTo>
                    <a:pt x="3308604" y="733044"/>
                  </a:lnTo>
                  <a:close/>
                </a:path>
                <a:path w="3430904" h="1106804">
                  <a:moveTo>
                    <a:pt x="3308604" y="367296"/>
                  </a:moveTo>
                  <a:lnTo>
                    <a:pt x="3307080" y="365772"/>
                  </a:lnTo>
                  <a:lnTo>
                    <a:pt x="3302508" y="365772"/>
                  </a:lnTo>
                  <a:lnTo>
                    <a:pt x="3302508" y="367296"/>
                  </a:lnTo>
                  <a:lnTo>
                    <a:pt x="3300984" y="367296"/>
                  </a:lnTo>
                  <a:lnTo>
                    <a:pt x="3300984" y="371868"/>
                  </a:lnTo>
                  <a:lnTo>
                    <a:pt x="3302508" y="373380"/>
                  </a:lnTo>
                  <a:lnTo>
                    <a:pt x="3308604" y="373380"/>
                  </a:lnTo>
                  <a:lnTo>
                    <a:pt x="3308604" y="367296"/>
                  </a:lnTo>
                  <a:close/>
                </a:path>
                <a:path w="3430904" h="1106804">
                  <a:moveTo>
                    <a:pt x="3349752" y="1100328"/>
                  </a:moveTo>
                  <a:lnTo>
                    <a:pt x="3348228" y="1100328"/>
                  </a:lnTo>
                  <a:lnTo>
                    <a:pt x="3348228" y="1098804"/>
                  </a:lnTo>
                  <a:lnTo>
                    <a:pt x="3343656" y="1098804"/>
                  </a:lnTo>
                  <a:lnTo>
                    <a:pt x="3342132" y="1100328"/>
                  </a:lnTo>
                  <a:lnTo>
                    <a:pt x="3342132" y="1104912"/>
                  </a:lnTo>
                  <a:lnTo>
                    <a:pt x="3343656" y="1106436"/>
                  </a:lnTo>
                  <a:lnTo>
                    <a:pt x="3348228" y="1106436"/>
                  </a:lnTo>
                  <a:lnTo>
                    <a:pt x="3348228" y="1104912"/>
                  </a:lnTo>
                  <a:lnTo>
                    <a:pt x="3349752" y="1104912"/>
                  </a:lnTo>
                  <a:lnTo>
                    <a:pt x="3349752" y="1100328"/>
                  </a:lnTo>
                  <a:close/>
                </a:path>
                <a:path w="3430904" h="1106804">
                  <a:moveTo>
                    <a:pt x="3349752" y="734580"/>
                  </a:moveTo>
                  <a:lnTo>
                    <a:pt x="3346704" y="731520"/>
                  </a:lnTo>
                  <a:lnTo>
                    <a:pt x="3343656" y="731520"/>
                  </a:lnTo>
                  <a:lnTo>
                    <a:pt x="3343656" y="733044"/>
                  </a:lnTo>
                  <a:lnTo>
                    <a:pt x="3342132" y="733044"/>
                  </a:lnTo>
                  <a:lnTo>
                    <a:pt x="3342132" y="739152"/>
                  </a:lnTo>
                  <a:lnTo>
                    <a:pt x="3343656" y="740664"/>
                  </a:lnTo>
                  <a:lnTo>
                    <a:pt x="3348228" y="740664"/>
                  </a:lnTo>
                  <a:lnTo>
                    <a:pt x="3348228" y="739152"/>
                  </a:lnTo>
                  <a:lnTo>
                    <a:pt x="3349752" y="737628"/>
                  </a:lnTo>
                  <a:lnTo>
                    <a:pt x="3349752" y="734580"/>
                  </a:lnTo>
                  <a:close/>
                </a:path>
                <a:path w="3430904" h="1106804">
                  <a:moveTo>
                    <a:pt x="3349752" y="367296"/>
                  </a:moveTo>
                  <a:lnTo>
                    <a:pt x="3348228" y="367296"/>
                  </a:lnTo>
                  <a:lnTo>
                    <a:pt x="3348228" y="365772"/>
                  </a:lnTo>
                  <a:lnTo>
                    <a:pt x="3343656" y="365772"/>
                  </a:lnTo>
                  <a:lnTo>
                    <a:pt x="3342132" y="367296"/>
                  </a:lnTo>
                  <a:lnTo>
                    <a:pt x="3342132" y="373380"/>
                  </a:lnTo>
                  <a:lnTo>
                    <a:pt x="3348228" y="373380"/>
                  </a:lnTo>
                  <a:lnTo>
                    <a:pt x="3349752" y="371868"/>
                  </a:lnTo>
                  <a:lnTo>
                    <a:pt x="3349752" y="367296"/>
                  </a:lnTo>
                  <a:close/>
                </a:path>
                <a:path w="3430904" h="1106804">
                  <a:moveTo>
                    <a:pt x="3389376" y="1100328"/>
                  </a:moveTo>
                  <a:lnTo>
                    <a:pt x="3387852" y="1100328"/>
                  </a:lnTo>
                  <a:lnTo>
                    <a:pt x="3387852" y="1098804"/>
                  </a:lnTo>
                  <a:lnTo>
                    <a:pt x="3383280" y="1098804"/>
                  </a:lnTo>
                  <a:lnTo>
                    <a:pt x="3383280" y="1100328"/>
                  </a:lnTo>
                  <a:lnTo>
                    <a:pt x="3381756" y="1100328"/>
                  </a:lnTo>
                  <a:lnTo>
                    <a:pt x="3381756" y="1104912"/>
                  </a:lnTo>
                  <a:lnTo>
                    <a:pt x="3383280" y="1104912"/>
                  </a:lnTo>
                  <a:lnTo>
                    <a:pt x="3383280" y="1106436"/>
                  </a:lnTo>
                  <a:lnTo>
                    <a:pt x="3387852" y="1106436"/>
                  </a:lnTo>
                  <a:lnTo>
                    <a:pt x="3387852" y="1104912"/>
                  </a:lnTo>
                  <a:lnTo>
                    <a:pt x="3389376" y="1104912"/>
                  </a:lnTo>
                  <a:lnTo>
                    <a:pt x="3389376" y="1100328"/>
                  </a:lnTo>
                  <a:close/>
                </a:path>
                <a:path w="3430904" h="1106804">
                  <a:moveTo>
                    <a:pt x="3389376" y="734580"/>
                  </a:moveTo>
                  <a:lnTo>
                    <a:pt x="3386328" y="731520"/>
                  </a:lnTo>
                  <a:lnTo>
                    <a:pt x="3384804" y="731520"/>
                  </a:lnTo>
                  <a:lnTo>
                    <a:pt x="3381756" y="734580"/>
                  </a:lnTo>
                  <a:lnTo>
                    <a:pt x="3381756" y="737628"/>
                  </a:lnTo>
                  <a:lnTo>
                    <a:pt x="3383280" y="739152"/>
                  </a:lnTo>
                  <a:lnTo>
                    <a:pt x="3383280" y="740664"/>
                  </a:lnTo>
                  <a:lnTo>
                    <a:pt x="3387852" y="740664"/>
                  </a:lnTo>
                  <a:lnTo>
                    <a:pt x="3387852" y="739152"/>
                  </a:lnTo>
                  <a:lnTo>
                    <a:pt x="3389376" y="737628"/>
                  </a:lnTo>
                  <a:lnTo>
                    <a:pt x="3389376" y="734580"/>
                  </a:lnTo>
                  <a:close/>
                </a:path>
                <a:path w="3430904" h="1106804">
                  <a:moveTo>
                    <a:pt x="3389376" y="367296"/>
                  </a:moveTo>
                  <a:lnTo>
                    <a:pt x="3387852" y="367296"/>
                  </a:lnTo>
                  <a:lnTo>
                    <a:pt x="3387852" y="365772"/>
                  </a:lnTo>
                  <a:lnTo>
                    <a:pt x="3383280" y="365772"/>
                  </a:lnTo>
                  <a:lnTo>
                    <a:pt x="3383280" y="367296"/>
                  </a:lnTo>
                  <a:lnTo>
                    <a:pt x="3381756" y="367296"/>
                  </a:lnTo>
                  <a:lnTo>
                    <a:pt x="3381756" y="371868"/>
                  </a:lnTo>
                  <a:lnTo>
                    <a:pt x="3383280" y="373380"/>
                  </a:lnTo>
                  <a:lnTo>
                    <a:pt x="3387852" y="373380"/>
                  </a:lnTo>
                  <a:lnTo>
                    <a:pt x="3389376" y="371868"/>
                  </a:lnTo>
                  <a:lnTo>
                    <a:pt x="3389376" y="367296"/>
                  </a:lnTo>
                  <a:close/>
                </a:path>
                <a:path w="3430904" h="1106804">
                  <a:moveTo>
                    <a:pt x="3430524" y="1101864"/>
                  </a:moveTo>
                  <a:lnTo>
                    <a:pt x="3427476" y="1098804"/>
                  </a:lnTo>
                  <a:lnTo>
                    <a:pt x="3424428" y="1098804"/>
                  </a:lnTo>
                  <a:lnTo>
                    <a:pt x="3421380" y="1101864"/>
                  </a:lnTo>
                  <a:lnTo>
                    <a:pt x="3421380" y="1103388"/>
                  </a:lnTo>
                  <a:lnTo>
                    <a:pt x="3424428" y="1106436"/>
                  </a:lnTo>
                  <a:lnTo>
                    <a:pt x="3427476" y="1106436"/>
                  </a:lnTo>
                  <a:lnTo>
                    <a:pt x="3430524" y="1103388"/>
                  </a:lnTo>
                  <a:lnTo>
                    <a:pt x="3430524" y="1101864"/>
                  </a:lnTo>
                  <a:close/>
                </a:path>
                <a:path w="3430904" h="1106804">
                  <a:moveTo>
                    <a:pt x="3430524" y="734580"/>
                  </a:moveTo>
                  <a:lnTo>
                    <a:pt x="3429000" y="734580"/>
                  </a:lnTo>
                  <a:lnTo>
                    <a:pt x="3429000" y="733044"/>
                  </a:lnTo>
                  <a:lnTo>
                    <a:pt x="3427476" y="733044"/>
                  </a:lnTo>
                  <a:lnTo>
                    <a:pt x="3427476" y="731520"/>
                  </a:lnTo>
                  <a:lnTo>
                    <a:pt x="3424428" y="731520"/>
                  </a:lnTo>
                  <a:lnTo>
                    <a:pt x="3424428" y="733044"/>
                  </a:lnTo>
                  <a:lnTo>
                    <a:pt x="3422904" y="733044"/>
                  </a:lnTo>
                  <a:lnTo>
                    <a:pt x="3422904" y="734580"/>
                  </a:lnTo>
                  <a:lnTo>
                    <a:pt x="3421380" y="734580"/>
                  </a:lnTo>
                  <a:lnTo>
                    <a:pt x="3421380" y="737628"/>
                  </a:lnTo>
                  <a:lnTo>
                    <a:pt x="3422904" y="737628"/>
                  </a:lnTo>
                  <a:lnTo>
                    <a:pt x="3422904" y="739152"/>
                  </a:lnTo>
                  <a:lnTo>
                    <a:pt x="3424428" y="740664"/>
                  </a:lnTo>
                  <a:lnTo>
                    <a:pt x="3427476" y="740664"/>
                  </a:lnTo>
                  <a:lnTo>
                    <a:pt x="3429000" y="739152"/>
                  </a:lnTo>
                  <a:lnTo>
                    <a:pt x="3429000" y="737628"/>
                  </a:lnTo>
                  <a:lnTo>
                    <a:pt x="3430524" y="737628"/>
                  </a:lnTo>
                  <a:lnTo>
                    <a:pt x="3430524" y="734580"/>
                  </a:lnTo>
                  <a:close/>
                </a:path>
                <a:path w="3430904" h="1106804">
                  <a:moveTo>
                    <a:pt x="3430524" y="368820"/>
                  </a:moveTo>
                  <a:lnTo>
                    <a:pt x="3427476" y="365772"/>
                  </a:lnTo>
                  <a:lnTo>
                    <a:pt x="3424428" y="365772"/>
                  </a:lnTo>
                  <a:lnTo>
                    <a:pt x="3421380" y="368820"/>
                  </a:lnTo>
                  <a:lnTo>
                    <a:pt x="3421380" y="370344"/>
                  </a:lnTo>
                  <a:lnTo>
                    <a:pt x="3422904" y="371868"/>
                  </a:lnTo>
                  <a:lnTo>
                    <a:pt x="3422904" y="373380"/>
                  </a:lnTo>
                  <a:lnTo>
                    <a:pt x="3429000" y="373380"/>
                  </a:lnTo>
                  <a:lnTo>
                    <a:pt x="3429000" y="371868"/>
                  </a:lnTo>
                  <a:lnTo>
                    <a:pt x="3430524" y="370344"/>
                  </a:lnTo>
                  <a:lnTo>
                    <a:pt x="3430524" y="368820"/>
                  </a:lnTo>
                  <a:close/>
                </a:path>
              </a:pathLst>
            </a:custGeom>
            <a:solidFill>
              <a:srgbClr val="7EAF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6201156" y="2699004"/>
              <a:ext cx="3515995" cy="1203960"/>
            </a:xfrm>
            <a:custGeom>
              <a:avLst/>
              <a:gdLst/>
              <a:ahLst/>
              <a:cxnLst/>
              <a:rect l="l" t="t" r="r" b="b"/>
              <a:pathLst>
                <a:path w="3515995" h="1203960">
                  <a:moveTo>
                    <a:pt x="0" y="1118616"/>
                  </a:moveTo>
                  <a:lnTo>
                    <a:pt x="0" y="1112520"/>
                  </a:lnTo>
                  <a:lnTo>
                    <a:pt x="4572" y="1104900"/>
                  </a:lnTo>
                  <a:lnTo>
                    <a:pt x="10668" y="1104900"/>
                  </a:lnTo>
                  <a:lnTo>
                    <a:pt x="327660" y="1054608"/>
                  </a:lnTo>
                  <a:lnTo>
                    <a:pt x="330708" y="1053084"/>
                  </a:lnTo>
                  <a:lnTo>
                    <a:pt x="332232" y="1054608"/>
                  </a:lnTo>
                  <a:lnTo>
                    <a:pt x="333756" y="1054608"/>
                  </a:lnTo>
                  <a:lnTo>
                    <a:pt x="647700" y="1178052"/>
                  </a:lnTo>
                  <a:lnTo>
                    <a:pt x="960120" y="1078992"/>
                  </a:lnTo>
                  <a:lnTo>
                    <a:pt x="963168" y="1077468"/>
                  </a:lnTo>
                  <a:lnTo>
                    <a:pt x="964692" y="1077468"/>
                  </a:lnTo>
                  <a:lnTo>
                    <a:pt x="966215" y="1078992"/>
                  </a:lnTo>
                  <a:lnTo>
                    <a:pt x="1278636" y="1132332"/>
                  </a:lnTo>
                  <a:lnTo>
                    <a:pt x="1591056" y="893064"/>
                  </a:lnTo>
                  <a:lnTo>
                    <a:pt x="1595628" y="891540"/>
                  </a:lnTo>
                  <a:lnTo>
                    <a:pt x="1598676" y="890016"/>
                  </a:lnTo>
                  <a:lnTo>
                    <a:pt x="1603248" y="891540"/>
                  </a:lnTo>
                  <a:lnTo>
                    <a:pt x="1920240" y="995172"/>
                  </a:lnTo>
                  <a:lnTo>
                    <a:pt x="1921764" y="996696"/>
                  </a:lnTo>
                  <a:lnTo>
                    <a:pt x="2231136" y="1155192"/>
                  </a:lnTo>
                  <a:lnTo>
                    <a:pt x="2540508" y="797052"/>
                  </a:lnTo>
                  <a:lnTo>
                    <a:pt x="2857500" y="7620"/>
                  </a:lnTo>
                  <a:lnTo>
                    <a:pt x="2859024" y="4572"/>
                  </a:lnTo>
                  <a:lnTo>
                    <a:pt x="2863596" y="1524"/>
                  </a:lnTo>
                  <a:lnTo>
                    <a:pt x="2868167" y="0"/>
                  </a:lnTo>
                  <a:lnTo>
                    <a:pt x="2872740" y="0"/>
                  </a:lnTo>
                  <a:lnTo>
                    <a:pt x="2877312" y="3048"/>
                  </a:lnTo>
                  <a:lnTo>
                    <a:pt x="2878836" y="7620"/>
                  </a:lnTo>
                  <a:lnTo>
                    <a:pt x="3188208" y="652272"/>
                  </a:lnTo>
                  <a:lnTo>
                    <a:pt x="3494532" y="320040"/>
                  </a:lnTo>
                  <a:lnTo>
                    <a:pt x="3499104" y="315468"/>
                  </a:lnTo>
                  <a:lnTo>
                    <a:pt x="3506724" y="315468"/>
                  </a:lnTo>
                  <a:lnTo>
                    <a:pt x="3511296" y="318516"/>
                  </a:lnTo>
                  <a:lnTo>
                    <a:pt x="3515868" y="323088"/>
                  </a:lnTo>
                  <a:lnTo>
                    <a:pt x="3515868" y="330708"/>
                  </a:lnTo>
                  <a:lnTo>
                    <a:pt x="3511296" y="336804"/>
                  </a:lnTo>
                  <a:lnTo>
                    <a:pt x="3194304" y="681228"/>
                  </a:lnTo>
                  <a:lnTo>
                    <a:pt x="3191256" y="684276"/>
                  </a:lnTo>
                  <a:lnTo>
                    <a:pt x="3188208" y="685800"/>
                  </a:lnTo>
                  <a:lnTo>
                    <a:pt x="3183636" y="685800"/>
                  </a:lnTo>
                  <a:lnTo>
                    <a:pt x="3179064" y="684276"/>
                  </a:lnTo>
                  <a:lnTo>
                    <a:pt x="3176016" y="682752"/>
                  </a:lnTo>
                  <a:lnTo>
                    <a:pt x="3174492" y="678180"/>
                  </a:lnTo>
                  <a:lnTo>
                    <a:pt x="2869692" y="42672"/>
                  </a:lnTo>
                  <a:lnTo>
                    <a:pt x="2561843" y="807720"/>
                  </a:lnTo>
                  <a:lnTo>
                    <a:pt x="2561843" y="809244"/>
                  </a:lnTo>
                  <a:lnTo>
                    <a:pt x="2560320" y="810768"/>
                  </a:lnTo>
                  <a:lnTo>
                    <a:pt x="2243328" y="1178052"/>
                  </a:lnTo>
                  <a:lnTo>
                    <a:pt x="2238756" y="1182624"/>
                  </a:lnTo>
                  <a:lnTo>
                    <a:pt x="2232660" y="1184148"/>
                  </a:lnTo>
                  <a:lnTo>
                    <a:pt x="2228088" y="1181100"/>
                  </a:lnTo>
                  <a:lnTo>
                    <a:pt x="1911095" y="1018032"/>
                  </a:lnTo>
                  <a:lnTo>
                    <a:pt x="1601724" y="915924"/>
                  </a:lnTo>
                  <a:lnTo>
                    <a:pt x="1289303" y="1155192"/>
                  </a:lnTo>
                  <a:lnTo>
                    <a:pt x="1283207" y="1158240"/>
                  </a:lnTo>
                  <a:lnTo>
                    <a:pt x="1280160" y="1158240"/>
                  </a:lnTo>
                  <a:lnTo>
                    <a:pt x="964692" y="1103376"/>
                  </a:lnTo>
                  <a:lnTo>
                    <a:pt x="650748" y="1202436"/>
                  </a:lnTo>
                  <a:lnTo>
                    <a:pt x="647700" y="1203960"/>
                  </a:lnTo>
                  <a:lnTo>
                    <a:pt x="644652" y="1203960"/>
                  </a:lnTo>
                  <a:lnTo>
                    <a:pt x="643128" y="1202436"/>
                  </a:lnTo>
                  <a:lnTo>
                    <a:pt x="329184" y="1078992"/>
                  </a:lnTo>
                  <a:lnTo>
                    <a:pt x="15240" y="1127760"/>
                  </a:lnTo>
                  <a:lnTo>
                    <a:pt x="7620" y="1129284"/>
                  </a:lnTo>
                  <a:lnTo>
                    <a:pt x="1524" y="1124712"/>
                  </a:lnTo>
                  <a:lnTo>
                    <a:pt x="0" y="1118616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5812536" y="4753355"/>
              <a:ext cx="693420" cy="300355"/>
            </a:xfrm>
            <a:custGeom>
              <a:avLst/>
              <a:gdLst/>
              <a:ahLst/>
              <a:cxnLst/>
              <a:rect l="l" t="t" r="r" b="b"/>
              <a:pathLst>
                <a:path w="693420" h="300354">
                  <a:moveTo>
                    <a:pt x="0" y="300227"/>
                  </a:moveTo>
                  <a:lnTo>
                    <a:pt x="0" y="0"/>
                  </a:lnTo>
                  <a:lnTo>
                    <a:pt x="693420" y="0"/>
                  </a:lnTo>
                  <a:lnTo>
                    <a:pt x="693420" y="300227"/>
                  </a:lnTo>
                  <a:lnTo>
                    <a:pt x="0" y="300227"/>
                  </a:lnTo>
                  <a:close/>
                </a:path>
              </a:pathLst>
            </a:custGeom>
            <a:solidFill>
              <a:srgbClr val="0E1A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5811012" y="5044439"/>
              <a:ext cx="695325" cy="7620"/>
            </a:xfrm>
            <a:custGeom>
              <a:avLst/>
              <a:gdLst/>
              <a:ahLst/>
              <a:cxnLst/>
              <a:rect l="l" t="t" r="r" b="b"/>
              <a:pathLst>
                <a:path w="695325" h="7620">
                  <a:moveTo>
                    <a:pt x="0" y="7620"/>
                  </a:moveTo>
                  <a:lnTo>
                    <a:pt x="694944" y="7620"/>
                  </a:lnTo>
                  <a:lnTo>
                    <a:pt x="694944" y="0"/>
                  </a:lnTo>
                  <a:lnTo>
                    <a:pt x="0" y="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6" name="object 106" descr="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5879592" y="4812791"/>
              <a:ext cx="131063" cy="102108"/>
            </a:xfrm>
            <a:prstGeom prst="rect">
              <a:avLst/>
            </a:prstGeom>
          </p:spPr>
        </p:pic>
        <p:pic>
          <p:nvPicPr>
            <p:cNvPr id="107" name="object 107" descr="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6031992" y="4824983"/>
              <a:ext cx="403860" cy="91440"/>
            </a:xfrm>
            <a:prstGeom prst="rect">
              <a:avLst/>
            </a:prstGeom>
          </p:spPr>
        </p:pic>
        <p:sp>
          <p:nvSpPr>
            <p:cNvPr id="108" name="object 108" descr=""/>
            <p:cNvSpPr/>
            <p:nvPr/>
          </p:nvSpPr>
          <p:spPr>
            <a:xfrm>
              <a:off x="6504432" y="4753355"/>
              <a:ext cx="1009015" cy="300355"/>
            </a:xfrm>
            <a:custGeom>
              <a:avLst/>
              <a:gdLst/>
              <a:ahLst/>
              <a:cxnLst/>
              <a:rect l="l" t="t" r="r" b="b"/>
              <a:pathLst>
                <a:path w="1009015" h="300354">
                  <a:moveTo>
                    <a:pt x="0" y="300227"/>
                  </a:moveTo>
                  <a:lnTo>
                    <a:pt x="0" y="0"/>
                  </a:lnTo>
                  <a:lnTo>
                    <a:pt x="1008887" y="0"/>
                  </a:lnTo>
                  <a:lnTo>
                    <a:pt x="1008887" y="300227"/>
                  </a:lnTo>
                  <a:lnTo>
                    <a:pt x="0" y="300227"/>
                  </a:lnTo>
                  <a:close/>
                </a:path>
              </a:pathLst>
            </a:custGeom>
            <a:solidFill>
              <a:srgbClr val="0E1A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6502908" y="5044439"/>
              <a:ext cx="1010919" cy="7620"/>
            </a:xfrm>
            <a:custGeom>
              <a:avLst/>
              <a:gdLst/>
              <a:ahLst/>
              <a:cxnLst/>
              <a:rect l="l" t="t" r="r" b="b"/>
              <a:pathLst>
                <a:path w="1010920" h="7620">
                  <a:moveTo>
                    <a:pt x="0" y="7620"/>
                  </a:moveTo>
                  <a:lnTo>
                    <a:pt x="1010412" y="7620"/>
                  </a:lnTo>
                  <a:lnTo>
                    <a:pt x="1010412" y="0"/>
                  </a:lnTo>
                  <a:lnTo>
                    <a:pt x="0" y="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0" name="object 110" descr="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6865620" y="4815839"/>
              <a:ext cx="137159" cy="102108"/>
            </a:xfrm>
            <a:prstGeom prst="rect">
              <a:avLst/>
            </a:prstGeom>
          </p:spPr>
        </p:pic>
        <p:sp>
          <p:nvSpPr>
            <p:cNvPr id="111" name="object 111" descr=""/>
            <p:cNvSpPr/>
            <p:nvPr/>
          </p:nvSpPr>
          <p:spPr>
            <a:xfrm>
              <a:off x="7024116" y="4815839"/>
              <a:ext cx="125095" cy="102235"/>
            </a:xfrm>
            <a:custGeom>
              <a:avLst/>
              <a:gdLst/>
              <a:ahLst/>
              <a:cxnLst/>
              <a:rect l="l" t="t" r="r" b="b"/>
              <a:pathLst>
                <a:path w="125095" h="102235">
                  <a:moveTo>
                    <a:pt x="33528" y="0"/>
                  </a:moveTo>
                  <a:lnTo>
                    <a:pt x="30480" y="0"/>
                  </a:lnTo>
                  <a:lnTo>
                    <a:pt x="28956" y="1524"/>
                  </a:lnTo>
                  <a:lnTo>
                    <a:pt x="25908" y="3048"/>
                  </a:lnTo>
                  <a:lnTo>
                    <a:pt x="24384" y="4572"/>
                  </a:lnTo>
                  <a:lnTo>
                    <a:pt x="18288" y="7620"/>
                  </a:lnTo>
                  <a:lnTo>
                    <a:pt x="16764" y="9144"/>
                  </a:lnTo>
                  <a:lnTo>
                    <a:pt x="13716" y="10668"/>
                  </a:lnTo>
                  <a:lnTo>
                    <a:pt x="10668" y="10668"/>
                  </a:lnTo>
                  <a:lnTo>
                    <a:pt x="7620" y="12192"/>
                  </a:lnTo>
                  <a:lnTo>
                    <a:pt x="6096" y="13716"/>
                  </a:lnTo>
                  <a:lnTo>
                    <a:pt x="3048" y="13716"/>
                  </a:lnTo>
                  <a:lnTo>
                    <a:pt x="0" y="15240"/>
                  </a:lnTo>
                  <a:lnTo>
                    <a:pt x="0" y="25908"/>
                  </a:lnTo>
                  <a:lnTo>
                    <a:pt x="4572" y="25908"/>
                  </a:lnTo>
                  <a:lnTo>
                    <a:pt x="7620" y="24384"/>
                  </a:lnTo>
                  <a:lnTo>
                    <a:pt x="9144" y="22860"/>
                  </a:lnTo>
                  <a:lnTo>
                    <a:pt x="12192" y="22860"/>
                  </a:lnTo>
                  <a:lnTo>
                    <a:pt x="15240" y="19812"/>
                  </a:lnTo>
                  <a:lnTo>
                    <a:pt x="18288" y="18288"/>
                  </a:lnTo>
                  <a:lnTo>
                    <a:pt x="19812" y="18288"/>
                  </a:lnTo>
                  <a:lnTo>
                    <a:pt x="22860" y="15240"/>
                  </a:lnTo>
                  <a:lnTo>
                    <a:pt x="22860" y="99060"/>
                  </a:lnTo>
                  <a:lnTo>
                    <a:pt x="33528" y="99060"/>
                  </a:lnTo>
                  <a:lnTo>
                    <a:pt x="33528" y="0"/>
                  </a:lnTo>
                  <a:close/>
                </a:path>
                <a:path w="125095" h="102235">
                  <a:moveTo>
                    <a:pt x="124968" y="65532"/>
                  </a:moveTo>
                  <a:lnTo>
                    <a:pt x="121920" y="59436"/>
                  </a:lnTo>
                  <a:lnTo>
                    <a:pt x="114300" y="51816"/>
                  </a:lnTo>
                  <a:lnTo>
                    <a:pt x="111252" y="50292"/>
                  </a:lnTo>
                  <a:lnTo>
                    <a:pt x="108267" y="50292"/>
                  </a:lnTo>
                  <a:lnTo>
                    <a:pt x="107442" y="49911"/>
                  </a:lnTo>
                  <a:lnTo>
                    <a:pt x="105156" y="48768"/>
                  </a:lnTo>
                  <a:lnTo>
                    <a:pt x="102108" y="48768"/>
                  </a:lnTo>
                  <a:lnTo>
                    <a:pt x="109728" y="45034"/>
                  </a:lnTo>
                  <a:lnTo>
                    <a:pt x="110337" y="44729"/>
                  </a:lnTo>
                  <a:lnTo>
                    <a:pt x="116586" y="39243"/>
                  </a:lnTo>
                  <a:lnTo>
                    <a:pt x="120535" y="32054"/>
                  </a:lnTo>
                  <a:lnTo>
                    <a:pt x="121920" y="22860"/>
                  </a:lnTo>
                  <a:lnTo>
                    <a:pt x="121920" y="19812"/>
                  </a:lnTo>
                  <a:lnTo>
                    <a:pt x="118872" y="13716"/>
                  </a:lnTo>
                  <a:lnTo>
                    <a:pt x="118872" y="10668"/>
                  </a:lnTo>
                  <a:lnTo>
                    <a:pt x="115824" y="9144"/>
                  </a:lnTo>
                  <a:lnTo>
                    <a:pt x="114300" y="6096"/>
                  </a:lnTo>
                  <a:lnTo>
                    <a:pt x="102108" y="0"/>
                  </a:lnTo>
                  <a:lnTo>
                    <a:pt x="85344" y="0"/>
                  </a:lnTo>
                  <a:lnTo>
                    <a:pt x="77724" y="1524"/>
                  </a:lnTo>
                  <a:lnTo>
                    <a:pt x="71628" y="6096"/>
                  </a:lnTo>
                  <a:lnTo>
                    <a:pt x="71628" y="16764"/>
                  </a:lnTo>
                  <a:lnTo>
                    <a:pt x="77724" y="12192"/>
                  </a:lnTo>
                  <a:lnTo>
                    <a:pt x="85344" y="9144"/>
                  </a:lnTo>
                  <a:lnTo>
                    <a:pt x="103632" y="9144"/>
                  </a:lnTo>
                  <a:lnTo>
                    <a:pt x="109728" y="15240"/>
                  </a:lnTo>
                  <a:lnTo>
                    <a:pt x="109728" y="25908"/>
                  </a:lnTo>
                  <a:lnTo>
                    <a:pt x="108267" y="33909"/>
                  </a:lnTo>
                  <a:lnTo>
                    <a:pt x="85344" y="44196"/>
                  </a:lnTo>
                  <a:lnTo>
                    <a:pt x="77724" y="44196"/>
                  </a:lnTo>
                  <a:lnTo>
                    <a:pt x="77724" y="53340"/>
                  </a:lnTo>
                  <a:lnTo>
                    <a:pt x="86868" y="53340"/>
                  </a:lnTo>
                  <a:lnTo>
                    <a:pt x="98869" y="54508"/>
                  </a:lnTo>
                  <a:lnTo>
                    <a:pt x="102108" y="55867"/>
                  </a:lnTo>
                  <a:lnTo>
                    <a:pt x="107442" y="58102"/>
                  </a:lnTo>
                  <a:lnTo>
                    <a:pt x="112585" y="64274"/>
                  </a:lnTo>
                  <a:lnTo>
                    <a:pt x="114300" y="73152"/>
                  </a:lnTo>
                  <a:lnTo>
                    <a:pt x="114300" y="76200"/>
                  </a:lnTo>
                  <a:lnTo>
                    <a:pt x="112776" y="77724"/>
                  </a:lnTo>
                  <a:lnTo>
                    <a:pt x="112776" y="80772"/>
                  </a:lnTo>
                  <a:lnTo>
                    <a:pt x="111252" y="83820"/>
                  </a:lnTo>
                  <a:lnTo>
                    <a:pt x="108267" y="86804"/>
                  </a:lnTo>
                  <a:lnTo>
                    <a:pt x="107442" y="87249"/>
                  </a:lnTo>
                  <a:lnTo>
                    <a:pt x="105156" y="88392"/>
                  </a:lnTo>
                  <a:lnTo>
                    <a:pt x="103632" y="89916"/>
                  </a:lnTo>
                  <a:lnTo>
                    <a:pt x="100584" y="89916"/>
                  </a:lnTo>
                  <a:lnTo>
                    <a:pt x="97536" y="91440"/>
                  </a:lnTo>
                  <a:lnTo>
                    <a:pt x="82296" y="91440"/>
                  </a:lnTo>
                  <a:lnTo>
                    <a:pt x="74676" y="89916"/>
                  </a:lnTo>
                  <a:lnTo>
                    <a:pt x="68580" y="83820"/>
                  </a:lnTo>
                  <a:lnTo>
                    <a:pt x="68580" y="96012"/>
                  </a:lnTo>
                  <a:lnTo>
                    <a:pt x="73152" y="99060"/>
                  </a:lnTo>
                  <a:lnTo>
                    <a:pt x="80772" y="102108"/>
                  </a:lnTo>
                  <a:lnTo>
                    <a:pt x="96215" y="102044"/>
                  </a:lnTo>
                  <a:lnTo>
                    <a:pt x="105156" y="99060"/>
                  </a:lnTo>
                  <a:lnTo>
                    <a:pt x="108267" y="97523"/>
                  </a:lnTo>
                  <a:lnTo>
                    <a:pt x="112776" y="96012"/>
                  </a:lnTo>
                  <a:lnTo>
                    <a:pt x="114300" y="94488"/>
                  </a:lnTo>
                  <a:lnTo>
                    <a:pt x="115824" y="92964"/>
                  </a:lnTo>
                  <a:lnTo>
                    <a:pt x="118872" y="91440"/>
                  </a:lnTo>
                  <a:lnTo>
                    <a:pt x="120396" y="86868"/>
                  </a:lnTo>
                  <a:lnTo>
                    <a:pt x="121920" y="83820"/>
                  </a:lnTo>
                  <a:lnTo>
                    <a:pt x="124968" y="80772"/>
                  </a:lnTo>
                  <a:lnTo>
                    <a:pt x="124968" y="655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7511796" y="4753355"/>
              <a:ext cx="1007744" cy="300355"/>
            </a:xfrm>
            <a:custGeom>
              <a:avLst/>
              <a:gdLst/>
              <a:ahLst/>
              <a:cxnLst/>
              <a:rect l="l" t="t" r="r" b="b"/>
              <a:pathLst>
                <a:path w="1007745" h="300354">
                  <a:moveTo>
                    <a:pt x="0" y="300227"/>
                  </a:moveTo>
                  <a:lnTo>
                    <a:pt x="0" y="0"/>
                  </a:lnTo>
                  <a:lnTo>
                    <a:pt x="1007364" y="0"/>
                  </a:lnTo>
                  <a:lnTo>
                    <a:pt x="1007364" y="300227"/>
                  </a:lnTo>
                  <a:lnTo>
                    <a:pt x="0" y="300227"/>
                  </a:lnTo>
                  <a:close/>
                </a:path>
              </a:pathLst>
            </a:custGeom>
            <a:solidFill>
              <a:srgbClr val="0E1A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7510273" y="5044439"/>
              <a:ext cx="1009015" cy="7620"/>
            </a:xfrm>
            <a:custGeom>
              <a:avLst/>
              <a:gdLst/>
              <a:ahLst/>
              <a:cxnLst/>
              <a:rect l="l" t="t" r="r" b="b"/>
              <a:pathLst>
                <a:path w="1009015" h="7620">
                  <a:moveTo>
                    <a:pt x="0" y="7620"/>
                  </a:moveTo>
                  <a:lnTo>
                    <a:pt x="1008888" y="7620"/>
                  </a:lnTo>
                  <a:lnTo>
                    <a:pt x="1008888" y="0"/>
                  </a:lnTo>
                  <a:lnTo>
                    <a:pt x="0" y="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4" name="object 114" descr="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7872984" y="4815839"/>
              <a:ext cx="137159" cy="102108"/>
            </a:xfrm>
            <a:prstGeom prst="rect">
              <a:avLst/>
            </a:prstGeom>
          </p:spPr>
        </p:pic>
        <p:sp>
          <p:nvSpPr>
            <p:cNvPr id="115" name="object 115" descr=""/>
            <p:cNvSpPr/>
            <p:nvPr/>
          </p:nvSpPr>
          <p:spPr>
            <a:xfrm>
              <a:off x="8031480" y="4815839"/>
              <a:ext cx="33655" cy="99060"/>
            </a:xfrm>
            <a:custGeom>
              <a:avLst/>
              <a:gdLst/>
              <a:ahLst/>
              <a:cxnLst/>
              <a:rect l="l" t="t" r="r" b="b"/>
              <a:pathLst>
                <a:path w="33654" h="99060">
                  <a:moveTo>
                    <a:pt x="0" y="25908"/>
                  </a:moveTo>
                  <a:lnTo>
                    <a:pt x="0" y="15240"/>
                  </a:lnTo>
                  <a:lnTo>
                    <a:pt x="1524" y="13716"/>
                  </a:lnTo>
                  <a:lnTo>
                    <a:pt x="4572" y="13716"/>
                  </a:lnTo>
                  <a:lnTo>
                    <a:pt x="10668" y="10668"/>
                  </a:lnTo>
                  <a:lnTo>
                    <a:pt x="12192" y="10668"/>
                  </a:lnTo>
                  <a:lnTo>
                    <a:pt x="18288" y="7620"/>
                  </a:lnTo>
                  <a:lnTo>
                    <a:pt x="19812" y="6096"/>
                  </a:lnTo>
                  <a:lnTo>
                    <a:pt x="25908" y="3048"/>
                  </a:lnTo>
                  <a:lnTo>
                    <a:pt x="28956" y="0"/>
                  </a:lnTo>
                  <a:lnTo>
                    <a:pt x="33528" y="0"/>
                  </a:lnTo>
                  <a:lnTo>
                    <a:pt x="33528" y="99060"/>
                  </a:lnTo>
                  <a:lnTo>
                    <a:pt x="21336" y="99060"/>
                  </a:lnTo>
                  <a:lnTo>
                    <a:pt x="21336" y="15240"/>
                  </a:lnTo>
                  <a:lnTo>
                    <a:pt x="18288" y="18288"/>
                  </a:lnTo>
                  <a:lnTo>
                    <a:pt x="16764" y="18288"/>
                  </a:lnTo>
                  <a:lnTo>
                    <a:pt x="15240" y="19812"/>
                  </a:lnTo>
                  <a:lnTo>
                    <a:pt x="12192" y="21336"/>
                  </a:lnTo>
                  <a:lnTo>
                    <a:pt x="10668" y="22860"/>
                  </a:lnTo>
                  <a:lnTo>
                    <a:pt x="9144" y="22860"/>
                  </a:lnTo>
                  <a:lnTo>
                    <a:pt x="3048" y="25908"/>
                  </a:lnTo>
                  <a:lnTo>
                    <a:pt x="0" y="259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6" name="object 116" descr="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8090916" y="4817364"/>
              <a:ext cx="70104" cy="97536"/>
            </a:xfrm>
            <a:prstGeom prst="rect">
              <a:avLst/>
            </a:prstGeom>
          </p:spPr>
        </p:pic>
        <p:sp>
          <p:nvSpPr>
            <p:cNvPr id="117" name="object 117" descr=""/>
            <p:cNvSpPr/>
            <p:nvPr/>
          </p:nvSpPr>
          <p:spPr>
            <a:xfrm>
              <a:off x="8517636" y="4753355"/>
              <a:ext cx="1064260" cy="300355"/>
            </a:xfrm>
            <a:custGeom>
              <a:avLst/>
              <a:gdLst/>
              <a:ahLst/>
              <a:cxnLst/>
              <a:rect l="l" t="t" r="r" b="b"/>
              <a:pathLst>
                <a:path w="1064259" h="300354">
                  <a:moveTo>
                    <a:pt x="0" y="300227"/>
                  </a:moveTo>
                  <a:lnTo>
                    <a:pt x="0" y="0"/>
                  </a:lnTo>
                  <a:lnTo>
                    <a:pt x="1063752" y="0"/>
                  </a:lnTo>
                  <a:lnTo>
                    <a:pt x="1063752" y="300227"/>
                  </a:lnTo>
                  <a:lnTo>
                    <a:pt x="0" y="300227"/>
                  </a:lnTo>
                  <a:close/>
                </a:path>
              </a:pathLst>
            </a:custGeom>
            <a:solidFill>
              <a:srgbClr val="0E1A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8516112" y="5044439"/>
              <a:ext cx="1065530" cy="7620"/>
            </a:xfrm>
            <a:custGeom>
              <a:avLst/>
              <a:gdLst/>
              <a:ahLst/>
              <a:cxnLst/>
              <a:rect l="l" t="t" r="r" b="b"/>
              <a:pathLst>
                <a:path w="1065529" h="7620">
                  <a:moveTo>
                    <a:pt x="0" y="7620"/>
                  </a:moveTo>
                  <a:lnTo>
                    <a:pt x="1065276" y="7620"/>
                  </a:lnTo>
                  <a:lnTo>
                    <a:pt x="1065276" y="0"/>
                  </a:lnTo>
                  <a:lnTo>
                    <a:pt x="0" y="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9" name="object 119" descr="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8902192" y="4811268"/>
              <a:ext cx="313435" cy="106680"/>
            </a:xfrm>
            <a:prstGeom prst="rect">
              <a:avLst/>
            </a:prstGeom>
          </p:spPr>
        </p:pic>
        <p:sp>
          <p:nvSpPr>
            <p:cNvPr id="120" name="object 120" descr=""/>
            <p:cNvSpPr/>
            <p:nvPr/>
          </p:nvSpPr>
          <p:spPr>
            <a:xfrm>
              <a:off x="5812536" y="5052060"/>
              <a:ext cx="693420" cy="203200"/>
            </a:xfrm>
            <a:custGeom>
              <a:avLst/>
              <a:gdLst/>
              <a:ahLst/>
              <a:cxnLst/>
              <a:rect l="l" t="t" r="r" b="b"/>
              <a:pathLst>
                <a:path w="693420" h="203200">
                  <a:moveTo>
                    <a:pt x="0" y="202691"/>
                  </a:moveTo>
                  <a:lnTo>
                    <a:pt x="0" y="0"/>
                  </a:lnTo>
                  <a:lnTo>
                    <a:pt x="693420" y="0"/>
                  </a:lnTo>
                  <a:lnTo>
                    <a:pt x="693420" y="202691"/>
                  </a:lnTo>
                  <a:lnTo>
                    <a:pt x="0" y="2026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6496813" y="5052060"/>
              <a:ext cx="7620" cy="201295"/>
            </a:xfrm>
            <a:custGeom>
              <a:avLst/>
              <a:gdLst/>
              <a:ahLst/>
              <a:cxnLst/>
              <a:rect l="l" t="t" r="r" b="b"/>
              <a:pathLst>
                <a:path w="7620" h="201295">
                  <a:moveTo>
                    <a:pt x="0" y="201168"/>
                  </a:moveTo>
                  <a:lnTo>
                    <a:pt x="7619" y="201168"/>
                  </a:lnTo>
                  <a:lnTo>
                    <a:pt x="7619" y="0"/>
                  </a:lnTo>
                  <a:lnTo>
                    <a:pt x="0" y="0"/>
                  </a:lnTo>
                  <a:lnTo>
                    <a:pt x="0" y="201168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2" name="object 122" descr="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6073140" y="5111495"/>
              <a:ext cx="131064" cy="102108"/>
            </a:xfrm>
            <a:prstGeom prst="rect">
              <a:avLst/>
            </a:prstGeom>
          </p:spPr>
        </p:pic>
        <p:pic>
          <p:nvPicPr>
            <p:cNvPr id="123" name="object 123" descr="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6225540" y="5141975"/>
              <a:ext cx="99060" cy="71628"/>
            </a:xfrm>
            <a:prstGeom prst="rect">
              <a:avLst/>
            </a:prstGeom>
          </p:spPr>
        </p:pic>
        <p:sp>
          <p:nvSpPr>
            <p:cNvPr id="124" name="object 124" descr=""/>
            <p:cNvSpPr/>
            <p:nvPr/>
          </p:nvSpPr>
          <p:spPr>
            <a:xfrm>
              <a:off x="6388608" y="5113019"/>
              <a:ext cx="33655" cy="100965"/>
            </a:xfrm>
            <a:custGeom>
              <a:avLst/>
              <a:gdLst/>
              <a:ahLst/>
              <a:cxnLst/>
              <a:rect l="l" t="t" r="r" b="b"/>
              <a:pathLst>
                <a:path w="33654" h="100964">
                  <a:moveTo>
                    <a:pt x="0" y="27432"/>
                  </a:moveTo>
                  <a:lnTo>
                    <a:pt x="0" y="15240"/>
                  </a:lnTo>
                  <a:lnTo>
                    <a:pt x="1523" y="15240"/>
                  </a:lnTo>
                  <a:lnTo>
                    <a:pt x="4571" y="13716"/>
                  </a:lnTo>
                  <a:lnTo>
                    <a:pt x="7619" y="13716"/>
                  </a:lnTo>
                  <a:lnTo>
                    <a:pt x="10667" y="12192"/>
                  </a:lnTo>
                  <a:lnTo>
                    <a:pt x="12191" y="10668"/>
                  </a:lnTo>
                  <a:lnTo>
                    <a:pt x="21335" y="6096"/>
                  </a:lnTo>
                  <a:lnTo>
                    <a:pt x="22859" y="4572"/>
                  </a:lnTo>
                  <a:lnTo>
                    <a:pt x="25907" y="3048"/>
                  </a:lnTo>
                  <a:lnTo>
                    <a:pt x="28955" y="0"/>
                  </a:lnTo>
                  <a:lnTo>
                    <a:pt x="33527" y="0"/>
                  </a:lnTo>
                  <a:lnTo>
                    <a:pt x="33527" y="100584"/>
                  </a:lnTo>
                  <a:lnTo>
                    <a:pt x="22859" y="100584"/>
                  </a:lnTo>
                  <a:lnTo>
                    <a:pt x="22859" y="15240"/>
                  </a:lnTo>
                  <a:lnTo>
                    <a:pt x="21335" y="16764"/>
                  </a:lnTo>
                  <a:lnTo>
                    <a:pt x="19811" y="16764"/>
                  </a:lnTo>
                  <a:lnTo>
                    <a:pt x="15239" y="21336"/>
                  </a:lnTo>
                  <a:lnTo>
                    <a:pt x="12191" y="21336"/>
                  </a:lnTo>
                  <a:lnTo>
                    <a:pt x="9143" y="24384"/>
                  </a:lnTo>
                  <a:lnTo>
                    <a:pt x="6095" y="24384"/>
                  </a:lnTo>
                  <a:lnTo>
                    <a:pt x="4571" y="25908"/>
                  </a:lnTo>
                  <a:lnTo>
                    <a:pt x="1523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2423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5864352" y="5123687"/>
              <a:ext cx="113030" cy="113030"/>
            </a:xfrm>
            <a:custGeom>
              <a:avLst/>
              <a:gdLst/>
              <a:ahLst/>
              <a:cxnLst/>
              <a:rect l="l" t="t" r="r" b="b"/>
              <a:pathLst>
                <a:path w="113029" h="113029">
                  <a:moveTo>
                    <a:pt x="86868" y="51816"/>
                  </a:moveTo>
                  <a:lnTo>
                    <a:pt x="60960" y="51816"/>
                  </a:lnTo>
                  <a:lnTo>
                    <a:pt x="60960" y="25908"/>
                  </a:lnTo>
                  <a:lnTo>
                    <a:pt x="51816" y="25908"/>
                  </a:lnTo>
                  <a:lnTo>
                    <a:pt x="51816" y="51816"/>
                  </a:lnTo>
                  <a:lnTo>
                    <a:pt x="25908" y="51816"/>
                  </a:lnTo>
                  <a:lnTo>
                    <a:pt x="25908" y="60960"/>
                  </a:lnTo>
                  <a:lnTo>
                    <a:pt x="51816" y="60960"/>
                  </a:lnTo>
                  <a:lnTo>
                    <a:pt x="51816" y="86868"/>
                  </a:lnTo>
                  <a:lnTo>
                    <a:pt x="60960" y="86868"/>
                  </a:lnTo>
                  <a:lnTo>
                    <a:pt x="60960" y="60960"/>
                  </a:lnTo>
                  <a:lnTo>
                    <a:pt x="86868" y="60960"/>
                  </a:lnTo>
                  <a:lnTo>
                    <a:pt x="86868" y="51816"/>
                  </a:lnTo>
                  <a:close/>
                </a:path>
                <a:path w="113029" h="113029">
                  <a:moveTo>
                    <a:pt x="113030" y="0"/>
                  </a:moveTo>
                  <a:lnTo>
                    <a:pt x="105410" y="0"/>
                  </a:lnTo>
                  <a:lnTo>
                    <a:pt x="7620" y="0"/>
                  </a:lnTo>
                  <a:lnTo>
                    <a:pt x="0" y="0"/>
                  </a:lnTo>
                  <a:lnTo>
                    <a:pt x="0" y="112776"/>
                  </a:lnTo>
                  <a:lnTo>
                    <a:pt x="7620" y="112776"/>
                  </a:lnTo>
                  <a:lnTo>
                    <a:pt x="105156" y="112776"/>
                  </a:lnTo>
                  <a:lnTo>
                    <a:pt x="105156" y="105156"/>
                  </a:lnTo>
                  <a:lnTo>
                    <a:pt x="7620" y="105156"/>
                  </a:lnTo>
                  <a:lnTo>
                    <a:pt x="7620" y="7620"/>
                  </a:lnTo>
                  <a:lnTo>
                    <a:pt x="105410" y="7620"/>
                  </a:lnTo>
                  <a:lnTo>
                    <a:pt x="105410" y="112776"/>
                  </a:lnTo>
                  <a:lnTo>
                    <a:pt x="113030" y="112776"/>
                  </a:lnTo>
                  <a:lnTo>
                    <a:pt x="113030" y="0"/>
                  </a:lnTo>
                  <a:close/>
                </a:path>
              </a:pathLst>
            </a:custGeom>
            <a:solidFill>
              <a:srgbClr val="7070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6504432" y="5052060"/>
              <a:ext cx="2014855" cy="203200"/>
            </a:xfrm>
            <a:custGeom>
              <a:avLst/>
              <a:gdLst/>
              <a:ahLst/>
              <a:cxnLst/>
              <a:rect l="l" t="t" r="r" b="b"/>
              <a:pathLst>
                <a:path w="2014854" h="203200">
                  <a:moveTo>
                    <a:pt x="0" y="202691"/>
                  </a:moveTo>
                  <a:lnTo>
                    <a:pt x="0" y="0"/>
                  </a:lnTo>
                  <a:lnTo>
                    <a:pt x="2014727" y="0"/>
                  </a:lnTo>
                  <a:lnTo>
                    <a:pt x="2014727" y="202691"/>
                  </a:lnTo>
                  <a:lnTo>
                    <a:pt x="0" y="2026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7" name="object 127" descr="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7650480" y="5113019"/>
              <a:ext cx="822959" cy="118872"/>
            </a:xfrm>
            <a:prstGeom prst="rect">
              <a:avLst/>
            </a:prstGeom>
          </p:spPr>
        </p:pic>
        <p:pic>
          <p:nvPicPr>
            <p:cNvPr id="128" name="object 128" descr="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8517636" y="5052059"/>
              <a:ext cx="1063752" cy="202691"/>
            </a:xfrm>
            <a:prstGeom prst="rect">
              <a:avLst/>
            </a:prstGeom>
          </p:spPr>
        </p:pic>
        <p:sp>
          <p:nvSpPr>
            <p:cNvPr id="129" name="object 129" descr=""/>
            <p:cNvSpPr/>
            <p:nvPr/>
          </p:nvSpPr>
          <p:spPr>
            <a:xfrm>
              <a:off x="5812536" y="5253227"/>
              <a:ext cx="693420" cy="203200"/>
            </a:xfrm>
            <a:custGeom>
              <a:avLst/>
              <a:gdLst/>
              <a:ahLst/>
              <a:cxnLst/>
              <a:rect l="l" t="t" r="r" b="b"/>
              <a:pathLst>
                <a:path w="693420" h="203200">
                  <a:moveTo>
                    <a:pt x="0" y="202691"/>
                  </a:moveTo>
                  <a:lnTo>
                    <a:pt x="0" y="0"/>
                  </a:lnTo>
                  <a:lnTo>
                    <a:pt x="693420" y="0"/>
                  </a:lnTo>
                  <a:lnTo>
                    <a:pt x="693420" y="202691"/>
                  </a:lnTo>
                  <a:lnTo>
                    <a:pt x="0" y="202691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6496813" y="5253227"/>
              <a:ext cx="7620" cy="201295"/>
            </a:xfrm>
            <a:custGeom>
              <a:avLst/>
              <a:gdLst/>
              <a:ahLst/>
              <a:cxnLst/>
              <a:rect l="l" t="t" r="r" b="b"/>
              <a:pathLst>
                <a:path w="7620" h="201295">
                  <a:moveTo>
                    <a:pt x="0" y="201167"/>
                  </a:moveTo>
                  <a:lnTo>
                    <a:pt x="7619" y="201167"/>
                  </a:lnTo>
                  <a:lnTo>
                    <a:pt x="7619" y="0"/>
                  </a:lnTo>
                  <a:lnTo>
                    <a:pt x="0" y="0"/>
                  </a:lnTo>
                  <a:lnTo>
                    <a:pt x="0" y="201167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1" name="object 131" descr="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6073140" y="5312663"/>
              <a:ext cx="131064" cy="102108"/>
            </a:xfrm>
            <a:prstGeom prst="rect">
              <a:avLst/>
            </a:prstGeom>
          </p:spPr>
        </p:pic>
        <p:pic>
          <p:nvPicPr>
            <p:cNvPr id="132" name="object 132" descr="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6225540" y="5343143"/>
              <a:ext cx="99060" cy="71628"/>
            </a:xfrm>
            <a:prstGeom prst="rect">
              <a:avLst/>
            </a:prstGeom>
          </p:spPr>
        </p:pic>
        <p:sp>
          <p:nvSpPr>
            <p:cNvPr id="133" name="object 133" descr=""/>
            <p:cNvSpPr/>
            <p:nvPr/>
          </p:nvSpPr>
          <p:spPr>
            <a:xfrm>
              <a:off x="6379464" y="5314187"/>
              <a:ext cx="60960" cy="100965"/>
            </a:xfrm>
            <a:custGeom>
              <a:avLst/>
              <a:gdLst/>
              <a:ahLst/>
              <a:cxnLst/>
              <a:rect l="l" t="t" r="r" b="b"/>
              <a:pathLst>
                <a:path w="60960" h="100964">
                  <a:moveTo>
                    <a:pt x="0" y="100583"/>
                  </a:moveTo>
                  <a:lnTo>
                    <a:pt x="0" y="91439"/>
                  </a:lnTo>
                  <a:lnTo>
                    <a:pt x="1524" y="88391"/>
                  </a:lnTo>
                  <a:lnTo>
                    <a:pt x="1524" y="85343"/>
                  </a:lnTo>
                  <a:lnTo>
                    <a:pt x="3048" y="80771"/>
                  </a:lnTo>
                  <a:lnTo>
                    <a:pt x="4572" y="77723"/>
                  </a:lnTo>
                  <a:lnTo>
                    <a:pt x="9144" y="73151"/>
                  </a:lnTo>
                  <a:lnTo>
                    <a:pt x="10668" y="70103"/>
                  </a:lnTo>
                  <a:lnTo>
                    <a:pt x="15240" y="67055"/>
                  </a:lnTo>
                  <a:lnTo>
                    <a:pt x="18288" y="64007"/>
                  </a:lnTo>
                  <a:lnTo>
                    <a:pt x="22860" y="60959"/>
                  </a:lnTo>
                  <a:lnTo>
                    <a:pt x="27432" y="56387"/>
                  </a:lnTo>
                  <a:lnTo>
                    <a:pt x="30480" y="54863"/>
                  </a:lnTo>
                  <a:lnTo>
                    <a:pt x="33528" y="51815"/>
                  </a:lnTo>
                  <a:lnTo>
                    <a:pt x="36576" y="50291"/>
                  </a:lnTo>
                  <a:lnTo>
                    <a:pt x="38100" y="47243"/>
                  </a:lnTo>
                  <a:lnTo>
                    <a:pt x="41148" y="45719"/>
                  </a:lnTo>
                  <a:lnTo>
                    <a:pt x="41148" y="42671"/>
                  </a:lnTo>
                  <a:lnTo>
                    <a:pt x="42672" y="41147"/>
                  </a:lnTo>
                  <a:lnTo>
                    <a:pt x="45720" y="35051"/>
                  </a:lnTo>
                  <a:lnTo>
                    <a:pt x="45720" y="22859"/>
                  </a:lnTo>
                  <a:lnTo>
                    <a:pt x="44196" y="19811"/>
                  </a:lnTo>
                  <a:lnTo>
                    <a:pt x="44196" y="18287"/>
                  </a:lnTo>
                  <a:lnTo>
                    <a:pt x="39624" y="13715"/>
                  </a:lnTo>
                  <a:lnTo>
                    <a:pt x="36576" y="12191"/>
                  </a:lnTo>
                  <a:lnTo>
                    <a:pt x="35052" y="10667"/>
                  </a:lnTo>
                  <a:lnTo>
                    <a:pt x="21336" y="10667"/>
                  </a:lnTo>
                  <a:lnTo>
                    <a:pt x="19812" y="12191"/>
                  </a:lnTo>
                  <a:lnTo>
                    <a:pt x="16764" y="12191"/>
                  </a:lnTo>
                  <a:lnTo>
                    <a:pt x="13716" y="15239"/>
                  </a:lnTo>
                  <a:lnTo>
                    <a:pt x="10668" y="15239"/>
                  </a:lnTo>
                  <a:lnTo>
                    <a:pt x="6096" y="19811"/>
                  </a:lnTo>
                  <a:lnTo>
                    <a:pt x="4572" y="22859"/>
                  </a:lnTo>
                  <a:lnTo>
                    <a:pt x="4572" y="10667"/>
                  </a:lnTo>
                  <a:lnTo>
                    <a:pt x="10668" y="4571"/>
                  </a:lnTo>
                  <a:lnTo>
                    <a:pt x="15240" y="3047"/>
                  </a:lnTo>
                  <a:lnTo>
                    <a:pt x="18288" y="1523"/>
                  </a:lnTo>
                  <a:lnTo>
                    <a:pt x="22860" y="0"/>
                  </a:lnTo>
                  <a:lnTo>
                    <a:pt x="33528" y="0"/>
                  </a:lnTo>
                  <a:lnTo>
                    <a:pt x="39624" y="3047"/>
                  </a:lnTo>
                  <a:lnTo>
                    <a:pt x="44196" y="3047"/>
                  </a:lnTo>
                  <a:lnTo>
                    <a:pt x="48768" y="7619"/>
                  </a:lnTo>
                  <a:lnTo>
                    <a:pt x="51816" y="9143"/>
                  </a:lnTo>
                  <a:lnTo>
                    <a:pt x="54864" y="15239"/>
                  </a:lnTo>
                  <a:lnTo>
                    <a:pt x="56388" y="19811"/>
                  </a:lnTo>
                  <a:lnTo>
                    <a:pt x="57912" y="22859"/>
                  </a:lnTo>
                  <a:lnTo>
                    <a:pt x="57912" y="30479"/>
                  </a:lnTo>
                  <a:lnTo>
                    <a:pt x="56388" y="35051"/>
                  </a:lnTo>
                  <a:lnTo>
                    <a:pt x="56388" y="38099"/>
                  </a:lnTo>
                  <a:lnTo>
                    <a:pt x="51816" y="47243"/>
                  </a:lnTo>
                  <a:lnTo>
                    <a:pt x="47244" y="51815"/>
                  </a:lnTo>
                  <a:lnTo>
                    <a:pt x="45720" y="54863"/>
                  </a:lnTo>
                  <a:lnTo>
                    <a:pt x="42672" y="57911"/>
                  </a:lnTo>
                  <a:lnTo>
                    <a:pt x="39624" y="59435"/>
                  </a:lnTo>
                  <a:lnTo>
                    <a:pt x="30480" y="65531"/>
                  </a:lnTo>
                  <a:lnTo>
                    <a:pt x="27432" y="68579"/>
                  </a:lnTo>
                  <a:lnTo>
                    <a:pt x="24384" y="70103"/>
                  </a:lnTo>
                  <a:lnTo>
                    <a:pt x="21336" y="73151"/>
                  </a:lnTo>
                  <a:lnTo>
                    <a:pt x="18288" y="74675"/>
                  </a:lnTo>
                  <a:lnTo>
                    <a:pt x="16764" y="77723"/>
                  </a:lnTo>
                  <a:lnTo>
                    <a:pt x="13716" y="80771"/>
                  </a:lnTo>
                  <a:lnTo>
                    <a:pt x="13716" y="83819"/>
                  </a:lnTo>
                  <a:lnTo>
                    <a:pt x="12192" y="85343"/>
                  </a:lnTo>
                  <a:lnTo>
                    <a:pt x="12192" y="89915"/>
                  </a:lnTo>
                  <a:lnTo>
                    <a:pt x="60960" y="89915"/>
                  </a:lnTo>
                  <a:lnTo>
                    <a:pt x="60960" y="100583"/>
                  </a:lnTo>
                  <a:lnTo>
                    <a:pt x="0" y="100583"/>
                  </a:lnTo>
                  <a:close/>
                </a:path>
              </a:pathLst>
            </a:custGeom>
            <a:solidFill>
              <a:srgbClr val="2423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5864352" y="5324855"/>
              <a:ext cx="113030" cy="113030"/>
            </a:xfrm>
            <a:custGeom>
              <a:avLst/>
              <a:gdLst/>
              <a:ahLst/>
              <a:cxnLst/>
              <a:rect l="l" t="t" r="r" b="b"/>
              <a:pathLst>
                <a:path w="113029" h="113029">
                  <a:moveTo>
                    <a:pt x="86868" y="51816"/>
                  </a:moveTo>
                  <a:lnTo>
                    <a:pt x="60960" y="51816"/>
                  </a:lnTo>
                  <a:lnTo>
                    <a:pt x="60960" y="25908"/>
                  </a:lnTo>
                  <a:lnTo>
                    <a:pt x="51816" y="25908"/>
                  </a:lnTo>
                  <a:lnTo>
                    <a:pt x="51816" y="51816"/>
                  </a:lnTo>
                  <a:lnTo>
                    <a:pt x="25908" y="51816"/>
                  </a:lnTo>
                  <a:lnTo>
                    <a:pt x="25908" y="60960"/>
                  </a:lnTo>
                  <a:lnTo>
                    <a:pt x="51816" y="60960"/>
                  </a:lnTo>
                  <a:lnTo>
                    <a:pt x="51816" y="86868"/>
                  </a:lnTo>
                  <a:lnTo>
                    <a:pt x="60960" y="86868"/>
                  </a:lnTo>
                  <a:lnTo>
                    <a:pt x="60960" y="60960"/>
                  </a:lnTo>
                  <a:lnTo>
                    <a:pt x="86868" y="60960"/>
                  </a:lnTo>
                  <a:lnTo>
                    <a:pt x="86868" y="51816"/>
                  </a:lnTo>
                  <a:close/>
                </a:path>
                <a:path w="113029" h="113029">
                  <a:moveTo>
                    <a:pt x="113030" y="0"/>
                  </a:moveTo>
                  <a:lnTo>
                    <a:pt x="105410" y="0"/>
                  </a:lnTo>
                  <a:lnTo>
                    <a:pt x="7620" y="0"/>
                  </a:lnTo>
                  <a:lnTo>
                    <a:pt x="0" y="0"/>
                  </a:lnTo>
                  <a:lnTo>
                    <a:pt x="0" y="112776"/>
                  </a:lnTo>
                  <a:lnTo>
                    <a:pt x="7620" y="112776"/>
                  </a:lnTo>
                  <a:lnTo>
                    <a:pt x="105156" y="112776"/>
                  </a:lnTo>
                  <a:lnTo>
                    <a:pt x="105156" y="105156"/>
                  </a:lnTo>
                  <a:lnTo>
                    <a:pt x="7620" y="105156"/>
                  </a:lnTo>
                  <a:lnTo>
                    <a:pt x="7620" y="7620"/>
                  </a:lnTo>
                  <a:lnTo>
                    <a:pt x="105410" y="7620"/>
                  </a:lnTo>
                  <a:lnTo>
                    <a:pt x="105410" y="112776"/>
                  </a:lnTo>
                  <a:lnTo>
                    <a:pt x="113030" y="112776"/>
                  </a:lnTo>
                  <a:lnTo>
                    <a:pt x="113030" y="0"/>
                  </a:lnTo>
                  <a:close/>
                </a:path>
              </a:pathLst>
            </a:custGeom>
            <a:solidFill>
              <a:srgbClr val="6B69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6504432" y="5253227"/>
              <a:ext cx="2014855" cy="203200"/>
            </a:xfrm>
            <a:custGeom>
              <a:avLst/>
              <a:gdLst/>
              <a:ahLst/>
              <a:cxnLst/>
              <a:rect l="l" t="t" r="r" b="b"/>
              <a:pathLst>
                <a:path w="2014854" h="203200">
                  <a:moveTo>
                    <a:pt x="0" y="202691"/>
                  </a:moveTo>
                  <a:lnTo>
                    <a:pt x="0" y="0"/>
                  </a:lnTo>
                  <a:lnTo>
                    <a:pt x="2014727" y="0"/>
                  </a:lnTo>
                  <a:lnTo>
                    <a:pt x="2014727" y="202691"/>
                  </a:lnTo>
                  <a:lnTo>
                    <a:pt x="0" y="202691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6" name="object 136" descr="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7642860" y="5314187"/>
              <a:ext cx="826007" cy="118872"/>
            </a:xfrm>
            <a:prstGeom prst="rect">
              <a:avLst/>
            </a:prstGeom>
          </p:spPr>
        </p:pic>
        <p:pic>
          <p:nvPicPr>
            <p:cNvPr id="137" name="object 137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5812536" y="5253227"/>
              <a:ext cx="3768851" cy="807720"/>
            </a:xfrm>
            <a:prstGeom prst="rect">
              <a:avLst/>
            </a:prstGeom>
          </p:spPr>
        </p:pic>
        <p:sp>
          <p:nvSpPr>
            <p:cNvPr id="138" name="object 138" descr=""/>
            <p:cNvSpPr/>
            <p:nvPr/>
          </p:nvSpPr>
          <p:spPr>
            <a:xfrm>
              <a:off x="9541764" y="6155435"/>
              <a:ext cx="40005" cy="73660"/>
            </a:xfrm>
            <a:custGeom>
              <a:avLst/>
              <a:gdLst/>
              <a:ahLst/>
              <a:cxnLst/>
              <a:rect l="l" t="t" r="r" b="b"/>
              <a:pathLst>
                <a:path w="40004" h="73660">
                  <a:moveTo>
                    <a:pt x="0" y="0"/>
                  </a:moveTo>
                  <a:lnTo>
                    <a:pt x="7620" y="0"/>
                  </a:lnTo>
                  <a:lnTo>
                    <a:pt x="21336" y="4572"/>
                  </a:lnTo>
                  <a:lnTo>
                    <a:pt x="25908" y="7620"/>
                  </a:lnTo>
                  <a:lnTo>
                    <a:pt x="32004" y="13716"/>
                  </a:lnTo>
                  <a:lnTo>
                    <a:pt x="35052" y="18288"/>
                  </a:lnTo>
                  <a:lnTo>
                    <a:pt x="38100" y="27432"/>
                  </a:lnTo>
                  <a:lnTo>
                    <a:pt x="39624" y="30480"/>
                  </a:lnTo>
                  <a:lnTo>
                    <a:pt x="39624" y="41148"/>
                  </a:lnTo>
                  <a:lnTo>
                    <a:pt x="35052" y="54864"/>
                  </a:lnTo>
                  <a:lnTo>
                    <a:pt x="32004" y="57912"/>
                  </a:lnTo>
                  <a:lnTo>
                    <a:pt x="32004" y="32004"/>
                  </a:lnTo>
                  <a:lnTo>
                    <a:pt x="27432" y="18288"/>
                  </a:lnTo>
                  <a:lnTo>
                    <a:pt x="24384" y="13716"/>
                  </a:lnTo>
                  <a:lnTo>
                    <a:pt x="21336" y="10668"/>
                  </a:lnTo>
                  <a:lnTo>
                    <a:pt x="16764" y="7620"/>
                  </a:lnTo>
                  <a:lnTo>
                    <a:pt x="13716" y="4572"/>
                  </a:lnTo>
                  <a:lnTo>
                    <a:pt x="0" y="0"/>
                  </a:lnTo>
                  <a:close/>
                </a:path>
                <a:path w="40004" h="73660">
                  <a:moveTo>
                    <a:pt x="0" y="73152"/>
                  </a:moveTo>
                  <a:lnTo>
                    <a:pt x="13716" y="68580"/>
                  </a:lnTo>
                  <a:lnTo>
                    <a:pt x="16764" y="65532"/>
                  </a:lnTo>
                  <a:lnTo>
                    <a:pt x="21336" y="62484"/>
                  </a:lnTo>
                  <a:lnTo>
                    <a:pt x="24384" y="57912"/>
                  </a:lnTo>
                  <a:lnTo>
                    <a:pt x="27432" y="54864"/>
                  </a:lnTo>
                  <a:lnTo>
                    <a:pt x="32004" y="41148"/>
                  </a:lnTo>
                  <a:lnTo>
                    <a:pt x="32004" y="57912"/>
                  </a:lnTo>
                  <a:lnTo>
                    <a:pt x="28956" y="62484"/>
                  </a:lnTo>
                  <a:lnTo>
                    <a:pt x="25908" y="65532"/>
                  </a:lnTo>
                  <a:lnTo>
                    <a:pt x="21336" y="68580"/>
                  </a:lnTo>
                  <a:lnTo>
                    <a:pt x="762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5821680" y="6163056"/>
              <a:ext cx="3743325" cy="56515"/>
            </a:xfrm>
            <a:custGeom>
              <a:avLst/>
              <a:gdLst/>
              <a:ahLst/>
              <a:cxnLst/>
              <a:rect l="l" t="t" r="r" b="b"/>
              <a:pathLst>
                <a:path w="3743325" h="56514">
                  <a:moveTo>
                    <a:pt x="0" y="36576"/>
                  </a:moveTo>
                  <a:lnTo>
                    <a:pt x="0" y="21336"/>
                  </a:lnTo>
                  <a:lnTo>
                    <a:pt x="1523" y="18288"/>
                  </a:lnTo>
                  <a:lnTo>
                    <a:pt x="3047" y="13716"/>
                  </a:lnTo>
                  <a:lnTo>
                    <a:pt x="4571" y="10668"/>
                  </a:lnTo>
                  <a:lnTo>
                    <a:pt x="7619" y="9144"/>
                  </a:lnTo>
                  <a:lnTo>
                    <a:pt x="10667" y="6096"/>
                  </a:lnTo>
                  <a:lnTo>
                    <a:pt x="19811" y="1524"/>
                  </a:lnTo>
                  <a:lnTo>
                    <a:pt x="24383" y="0"/>
                  </a:lnTo>
                  <a:lnTo>
                    <a:pt x="3718559" y="0"/>
                  </a:lnTo>
                  <a:lnTo>
                    <a:pt x="3723131" y="1524"/>
                  </a:lnTo>
                  <a:lnTo>
                    <a:pt x="3732275" y="6096"/>
                  </a:lnTo>
                  <a:lnTo>
                    <a:pt x="3735323" y="9144"/>
                  </a:lnTo>
                  <a:lnTo>
                    <a:pt x="3738371" y="10668"/>
                  </a:lnTo>
                  <a:lnTo>
                    <a:pt x="3739895" y="13716"/>
                  </a:lnTo>
                  <a:lnTo>
                    <a:pt x="3741419" y="18288"/>
                  </a:lnTo>
                  <a:lnTo>
                    <a:pt x="3742943" y="21336"/>
                  </a:lnTo>
                  <a:lnTo>
                    <a:pt x="3742943" y="36576"/>
                  </a:lnTo>
                  <a:lnTo>
                    <a:pt x="3738371" y="45720"/>
                  </a:lnTo>
                  <a:lnTo>
                    <a:pt x="3732275" y="51816"/>
                  </a:lnTo>
                  <a:lnTo>
                    <a:pt x="3723131" y="56388"/>
                  </a:lnTo>
                  <a:lnTo>
                    <a:pt x="19811" y="56388"/>
                  </a:lnTo>
                  <a:lnTo>
                    <a:pt x="10667" y="51816"/>
                  </a:lnTo>
                  <a:lnTo>
                    <a:pt x="4571" y="45720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A5A5A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5812536" y="6155435"/>
              <a:ext cx="3761740" cy="73660"/>
            </a:xfrm>
            <a:custGeom>
              <a:avLst/>
              <a:gdLst/>
              <a:ahLst/>
              <a:cxnLst/>
              <a:rect l="l" t="t" r="r" b="b"/>
              <a:pathLst>
                <a:path w="3761740" h="73660">
                  <a:moveTo>
                    <a:pt x="9144" y="28956"/>
                  </a:moveTo>
                  <a:lnTo>
                    <a:pt x="9144" y="12192"/>
                  </a:lnTo>
                  <a:lnTo>
                    <a:pt x="10667" y="12192"/>
                  </a:lnTo>
                  <a:lnTo>
                    <a:pt x="10667" y="10668"/>
                  </a:lnTo>
                  <a:lnTo>
                    <a:pt x="15240" y="7620"/>
                  </a:lnTo>
                  <a:lnTo>
                    <a:pt x="18288" y="4572"/>
                  </a:lnTo>
                  <a:lnTo>
                    <a:pt x="22859" y="3048"/>
                  </a:lnTo>
                  <a:lnTo>
                    <a:pt x="24383" y="3048"/>
                  </a:lnTo>
                  <a:lnTo>
                    <a:pt x="25908" y="1524"/>
                  </a:lnTo>
                  <a:lnTo>
                    <a:pt x="28956" y="1524"/>
                  </a:lnTo>
                  <a:lnTo>
                    <a:pt x="32004" y="0"/>
                  </a:lnTo>
                  <a:lnTo>
                    <a:pt x="3729228" y="0"/>
                  </a:lnTo>
                  <a:lnTo>
                    <a:pt x="3742944" y="4572"/>
                  </a:lnTo>
                  <a:lnTo>
                    <a:pt x="3745992" y="7620"/>
                  </a:lnTo>
                  <a:lnTo>
                    <a:pt x="3750564" y="10668"/>
                  </a:lnTo>
                  <a:lnTo>
                    <a:pt x="3753612" y="13716"/>
                  </a:lnTo>
                  <a:lnTo>
                    <a:pt x="3756660" y="18288"/>
                  </a:lnTo>
                  <a:lnTo>
                    <a:pt x="3761232" y="32004"/>
                  </a:lnTo>
                  <a:lnTo>
                    <a:pt x="3761232" y="41148"/>
                  </a:lnTo>
                  <a:lnTo>
                    <a:pt x="3756660" y="54864"/>
                  </a:lnTo>
                  <a:lnTo>
                    <a:pt x="3753612" y="57912"/>
                  </a:lnTo>
                  <a:lnTo>
                    <a:pt x="3752088" y="60198"/>
                  </a:lnTo>
                  <a:lnTo>
                    <a:pt x="3752088" y="28956"/>
                  </a:lnTo>
                  <a:lnTo>
                    <a:pt x="3750564" y="25908"/>
                  </a:lnTo>
                  <a:lnTo>
                    <a:pt x="3749040" y="21336"/>
                  </a:lnTo>
                  <a:lnTo>
                    <a:pt x="3747516" y="18288"/>
                  </a:lnTo>
                  <a:lnTo>
                    <a:pt x="3744468" y="16764"/>
                  </a:lnTo>
                  <a:lnTo>
                    <a:pt x="3741420" y="13716"/>
                  </a:lnTo>
                  <a:lnTo>
                    <a:pt x="3732276" y="9144"/>
                  </a:lnTo>
                  <a:lnTo>
                    <a:pt x="3727704" y="7620"/>
                  </a:lnTo>
                  <a:lnTo>
                    <a:pt x="33528" y="7620"/>
                  </a:lnTo>
                  <a:lnTo>
                    <a:pt x="28956" y="9144"/>
                  </a:lnTo>
                  <a:lnTo>
                    <a:pt x="19812" y="13716"/>
                  </a:lnTo>
                  <a:lnTo>
                    <a:pt x="16764" y="16764"/>
                  </a:lnTo>
                  <a:lnTo>
                    <a:pt x="13716" y="18288"/>
                  </a:lnTo>
                  <a:lnTo>
                    <a:pt x="12191" y="21336"/>
                  </a:lnTo>
                  <a:lnTo>
                    <a:pt x="10667" y="25908"/>
                  </a:lnTo>
                  <a:lnTo>
                    <a:pt x="9144" y="28956"/>
                  </a:lnTo>
                  <a:close/>
                </a:path>
                <a:path w="3761740" h="73660">
                  <a:moveTo>
                    <a:pt x="4572" y="53340"/>
                  </a:moveTo>
                  <a:lnTo>
                    <a:pt x="4572" y="19812"/>
                  </a:lnTo>
                  <a:lnTo>
                    <a:pt x="6096" y="18288"/>
                  </a:lnTo>
                  <a:lnTo>
                    <a:pt x="7620" y="15240"/>
                  </a:lnTo>
                  <a:lnTo>
                    <a:pt x="9144" y="13716"/>
                  </a:lnTo>
                  <a:lnTo>
                    <a:pt x="9144" y="44196"/>
                  </a:lnTo>
                  <a:lnTo>
                    <a:pt x="13716" y="53340"/>
                  </a:lnTo>
                  <a:lnTo>
                    <a:pt x="19812" y="59436"/>
                  </a:lnTo>
                  <a:lnTo>
                    <a:pt x="28956" y="64008"/>
                  </a:lnTo>
                  <a:lnTo>
                    <a:pt x="3732276" y="64008"/>
                  </a:lnTo>
                  <a:lnTo>
                    <a:pt x="3741420" y="59436"/>
                  </a:lnTo>
                  <a:lnTo>
                    <a:pt x="3747516" y="53340"/>
                  </a:lnTo>
                  <a:lnTo>
                    <a:pt x="3752088" y="44196"/>
                  </a:lnTo>
                  <a:lnTo>
                    <a:pt x="3752088" y="60198"/>
                  </a:lnTo>
                  <a:lnTo>
                    <a:pt x="3750564" y="62484"/>
                  </a:lnTo>
                  <a:lnTo>
                    <a:pt x="3745992" y="65532"/>
                  </a:lnTo>
                  <a:lnTo>
                    <a:pt x="3742944" y="68580"/>
                  </a:lnTo>
                  <a:lnTo>
                    <a:pt x="3729228" y="73152"/>
                  </a:lnTo>
                  <a:lnTo>
                    <a:pt x="35052" y="73152"/>
                  </a:lnTo>
                  <a:lnTo>
                    <a:pt x="30480" y="71628"/>
                  </a:lnTo>
                  <a:lnTo>
                    <a:pt x="27432" y="71628"/>
                  </a:lnTo>
                  <a:lnTo>
                    <a:pt x="24383" y="70104"/>
                  </a:lnTo>
                  <a:lnTo>
                    <a:pt x="22859" y="70104"/>
                  </a:lnTo>
                  <a:lnTo>
                    <a:pt x="21336" y="68580"/>
                  </a:lnTo>
                  <a:lnTo>
                    <a:pt x="19812" y="68580"/>
                  </a:lnTo>
                  <a:lnTo>
                    <a:pt x="18288" y="67056"/>
                  </a:lnTo>
                  <a:lnTo>
                    <a:pt x="16764" y="67056"/>
                  </a:lnTo>
                  <a:lnTo>
                    <a:pt x="15240" y="65532"/>
                  </a:lnTo>
                  <a:lnTo>
                    <a:pt x="12191" y="64008"/>
                  </a:lnTo>
                  <a:lnTo>
                    <a:pt x="12191" y="62484"/>
                  </a:lnTo>
                  <a:lnTo>
                    <a:pt x="10667" y="62484"/>
                  </a:lnTo>
                  <a:lnTo>
                    <a:pt x="10667" y="60960"/>
                  </a:lnTo>
                  <a:lnTo>
                    <a:pt x="7620" y="57912"/>
                  </a:lnTo>
                  <a:lnTo>
                    <a:pt x="6096" y="54864"/>
                  </a:lnTo>
                  <a:lnTo>
                    <a:pt x="4572" y="53340"/>
                  </a:lnTo>
                  <a:close/>
                </a:path>
                <a:path w="3761740" h="73660">
                  <a:moveTo>
                    <a:pt x="3048" y="50292"/>
                  </a:moveTo>
                  <a:lnTo>
                    <a:pt x="3048" y="21336"/>
                  </a:lnTo>
                  <a:lnTo>
                    <a:pt x="4572" y="21336"/>
                  </a:lnTo>
                  <a:lnTo>
                    <a:pt x="4572" y="51816"/>
                  </a:lnTo>
                  <a:lnTo>
                    <a:pt x="3048" y="50292"/>
                  </a:lnTo>
                  <a:close/>
                </a:path>
                <a:path w="3761740" h="73660">
                  <a:moveTo>
                    <a:pt x="1524" y="45720"/>
                  </a:moveTo>
                  <a:lnTo>
                    <a:pt x="1524" y="27432"/>
                  </a:lnTo>
                  <a:lnTo>
                    <a:pt x="3048" y="24384"/>
                  </a:lnTo>
                  <a:lnTo>
                    <a:pt x="3048" y="48768"/>
                  </a:lnTo>
                  <a:lnTo>
                    <a:pt x="1524" y="45720"/>
                  </a:lnTo>
                  <a:close/>
                </a:path>
                <a:path w="3761740" h="73660">
                  <a:moveTo>
                    <a:pt x="0" y="39624"/>
                  </a:moveTo>
                  <a:lnTo>
                    <a:pt x="0" y="35052"/>
                  </a:lnTo>
                  <a:lnTo>
                    <a:pt x="1524" y="32004"/>
                  </a:lnTo>
                  <a:lnTo>
                    <a:pt x="1524" y="41148"/>
                  </a:lnTo>
                  <a:lnTo>
                    <a:pt x="0" y="39624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41" name="object 141" descr=""/>
          <p:cNvPicPr/>
          <p:nvPr/>
        </p:nvPicPr>
        <p:blipFill>
          <a:blip r:embed="rId72" cstate="print"/>
          <a:stretch>
            <a:fillRect/>
          </a:stretch>
        </p:blipFill>
        <p:spPr>
          <a:xfrm>
            <a:off x="297180" y="2580131"/>
            <a:ext cx="556260" cy="426720"/>
          </a:xfrm>
          <a:prstGeom prst="rect">
            <a:avLst/>
          </a:prstGeom>
        </p:spPr>
      </p:pic>
      <p:grpSp>
        <p:nvGrpSpPr>
          <p:cNvPr id="142" name="object 142" descr=""/>
          <p:cNvGrpSpPr/>
          <p:nvPr/>
        </p:nvGrpSpPr>
        <p:grpSpPr>
          <a:xfrm>
            <a:off x="297180" y="3087623"/>
            <a:ext cx="556260" cy="426720"/>
            <a:chOff x="297180" y="3087623"/>
            <a:chExt cx="556260" cy="426720"/>
          </a:xfrm>
        </p:grpSpPr>
        <p:sp>
          <p:nvSpPr>
            <p:cNvPr id="143" name="object 143" descr=""/>
            <p:cNvSpPr/>
            <p:nvPr/>
          </p:nvSpPr>
          <p:spPr>
            <a:xfrm>
              <a:off x="297232" y="3087624"/>
              <a:ext cx="556260" cy="426720"/>
            </a:xfrm>
            <a:custGeom>
              <a:avLst/>
              <a:gdLst/>
              <a:ahLst/>
              <a:cxnLst/>
              <a:rect l="l" t="t" r="r" b="b"/>
              <a:pathLst>
                <a:path w="556260" h="426720">
                  <a:moveTo>
                    <a:pt x="0" y="314076"/>
                  </a:moveTo>
                  <a:lnTo>
                    <a:pt x="1472" y="106679"/>
                  </a:lnTo>
                  <a:lnTo>
                    <a:pt x="9091" y="79248"/>
                  </a:lnTo>
                  <a:lnTo>
                    <a:pt x="10615" y="74675"/>
                  </a:lnTo>
                  <a:lnTo>
                    <a:pt x="12140" y="73151"/>
                  </a:lnTo>
                  <a:lnTo>
                    <a:pt x="22808" y="51816"/>
                  </a:lnTo>
                  <a:lnTo>
                    <a:pt x="25855" y="48767"/>
                  </a:lnTo>
                  <a:lnTo>
                    <a:pt x="27380" y="45719"/>
                  </a:lnTo>
                  <a:lnTo>
                    <a:pt x="34999" y="38100"/>
                  </a:lnTo>
                  <a:lnTo>
                    <a:pt x="34999" y="36576"/>
                  </a:lnTo>
                  <a:lnTo>
                    <a:pt x="36524" y="35051"/>
                  </a:lnTo>
                  <a:lnTo>
                    <a:pt x="38047" y="35051"/>
                  </a:lnTo>
                  <a:lnTo>
                    <a:pt x="42619" y="30479"/>
                  </a:lnTo>
                  <a:lnTo>
                    <a:pt x="42619" y="28956"/>
                  </a:lnTo>
                  <a:lnTo>
                    <a:pt x="45667" y="28956"/>
                  </a:lnTo>
                  <a:lnTo>
                    <a:pt x="51763" y="22859"/>
                  </a:lnTo>
                  <a:lnTo>
                    <a:pt x="51763" y="22555"/>
                  </a:lnTo>
                  <a:lnTo>
                    <a:pt x="54811" y="21335"/>
                  </a:lnTo>
                  <a:lnTo>
                    <a:pt x="56844" y="19811"/>
                  </a:lnTo>
                  <a:lnTo>
                    <a:pt x="57859" y="19811"/>
                  </a:lnTo>
                  <a:lnTo>
                    <a:pt x="57859" y="19050"/>
                  </a:lnTo>
                  <a:lnTo>
                    <a:pt x="58876" y="18287"/>
                  </a:lnTo>
                  <a:lnTo>
                    <a:pt x="60908" y="18287"/>
                  </a:lnTo>
                  <a:lnTo>
                    <a:pt x="62431" y="16764"/>
                  </a:lnTo>
                  <a:lnTo>
                    <a:pt x="62431" y="15849"/>
                  </a:lnTo>
                  <a:lnTo>
                    <a:pt x="63447" y="15240"/>
                  </a:lnTo>
                  <a:lnTo>
                    <a:pt x="65480" y="15240"/>
                  </a:lnTo>
                  <a:lnTo>
                    <a:pt x="65480" y="14020"/>
                  </a:lnTo>
                  <a:lnTo>
                    <a:pt x="65987" y="13716"/>
                  </a:lnTo>
                  <a:lnTo>
                    <a:pt x="68527" y="13716"/>
                  </a:lnTo>
                  <a:lnTo>
                    <a:pt x="68527" y="12192"/>
                  </a:lnTo>
                  <a:lnTo>
                    <a:pt x="71576" y="12191"/>
                  </a:lnTo>
                  <a:lnTo>
                    <a:pt x="73099" y="10667"/>
                  </a:lnTo>
                  <a:lnTo>
                    <a:pt x="73099" y="9906"/>
                  </a:lnTo>
                  <a:lnTo>
                    <a:pt x="74624" y="9143"/>
                  </a:lnTo>
                  <a:lnTo>
                    <a:pt x="79195" y="9143"/>
                  </a:lnTo>
                  <a:lnTo>
                    <a:pt x="79195" y="7619"/>
                  </a:lnTo>
                  <a:lnTo>
                    <a:pt x="83767" y="7619"/>
                  </a:lnTo>
                  <a:lnTo>
                    <a:pt x="83767" y="6095"/>
                  </a:lnTo>
                  <a:lnTo>
                    <a:pt x="89863" y="6095"/>
                  </a:lnTo>
                  <a:lnTo>
                    <a:pt x="89863" y="4572"/>
                  </a:lnTo>
                  <a:lnTo>
                    <a:pt x="94436" y="4572"/>
                  </a:lnTo>
                  <a:lnTo>
                    <a:pt x="94436" y="3657"/>
                  </a:lnTo>
                  <a:lnTo>
                    <a:pt x="97483" y="3048"/>
                  </a:lnTo>
                  <a:lnTo>
                    <a:pt x="105104" y="3048"/>
                  </a:lnTo>
                  <a:lnTo>
                    <a:pt x="105104" y="1524"/>
                  </a:lnTo>
                  <a:lnTo>
                    <a:pt x="120344" y="1524"/>
                  </a:lnTo>
                  <a:lnTo>
                    <a:pt x="120344" y="0"/>
                  </a:lnTo>
                  <a:lnTo>
                    <a:pt x="435812" y="0"/>
                  </a:lnTo>
                  <a:lnTo>
                    <a:pt x="451051" y="1523"/>
                  </a:lnTo>
                  <a:lnTo>
                    <a:pt x="466291" y="4571"/>
                  </a:lnTo>
                  <a:lnTo>
                    <a:pt x="475436" y="7619"/>
                  </a:lnTo>
                  <a:lnTo>
                    <a:pt x="481532" y="9144"/>
                  </a:lnTo>
                  <a:lnTo>
                    <a:pt x="483055" y="10667"/>
                  </a:lnTo>
                  <a:lnTo>
                    <a:pt x="495248" y="16763"/>
                  </a:lnTo>
                  <a:lnTo>
                    <a:pt x="502868" y="21336"/>
                  </a:lnTo>
                  <a:lnTo>
                    <a:pt x="504391" y="22859"/>
                  </a:lnTo>
                  <a:lnTo>
                    <a:pt x="507440" y="24383"/>
                  </a:lnTo>
                  <a:lnTo>
                    <a:pt x="512012" y="28956"/>
                  </a:lnTo>
                  <a:lnTo>
                    <a:pt x="515060" y="30480"/>
                  </a:lnTo>
                  <a:lnTo>
                    <a:pt x="518108" y="33527"/>
                  </a:lnTo>
                  <a:lnTo>
                    <a:pt x="521156" y="35052"/>
                  </a:lnTo>
                  <a:lnTo>
                    <a:pt x="522680" y="38100"/>
                  </a:lnTo>
                  <a:lnTo>
                    <a:pt x="525728" y="41148"/>
                  </a:lnTo>
                  <a:lnTo>
                    <a:pt x="527251" y="44195"/>
                  </a:lnTo>
                  <a:lnTo>
                    <a:pt x="531824" y="48768"/>
                  </a:lnTo>
                  <a:lnTo>
                    <a:pt x="533348" y="51816"/>
                  </a:lnTo>
                  <a:lnTo>
                    <a:pt x="536395" y="54864"/>
                  </a:lnTo>
                  <a:lnTo>
                    <a:pt x="545540" y="73151"/>
                  </a:lnTo>
                  <a:lnTo>
                    <a:pt x="547063" y="74675"/>
                  </a:lnTo>
                  <a:lnTo>
                    <a:pt x="548587" y="80772"/>
                  </a:lnTo>
                  <a:lnTo>
                    <a:pt x="551636" y="89916"/>
                  </a:lnTo>
                  <a:lnTo>
                    <a:pt x="553160" y="97536"/>
                  </a:lnTo>
                  <a:lnTo>
                    <a:pt x="553594" y="98623"/>
                  </a:lnTo>
                  <a:lnTo>
                    <a:pt x="554683" y="105156"/>
                  </a:lnTo>
                  <a:lnTo>
                    <a:pt x="556208" y="120395"/>
                  </a:lnTo>
                  <a:lnTo>
                    <a:pt x="556208" y="306324"/>
                  </a:lnTo>
                  <a:lnTo>
                    <a:pt x="554683" y="323087"/>
                  </a:lnTo>
                  <a:lnTo>
                    <a:pt x="554030" y="327008"/>
                  </a:lnTo>
                  <a:lnTo>
                    <a:pt x="553160" y="329184"/>
                  </a:lnTo>
                  <a:lnTo>
                    <a:pt x="550873" y="340615"/>
                  </a:lnTo>
                  <a:lnTo>
                    <a:pt x="547063" y="352044"/>
                  </a:lnTo>
                  <a:lnTo>
                    <a:pt x="536395" y="373380"/>
                  </a:lnTo>
                  <a:lnTo>
                    <a:pt x="534872" y="374903"/>
                  </a:lnTo>
                  <a:lnTo>
                    <a:pt x="534110" y="376427"/>
                  </a:lnTo>
                  <a:lnTo>
                    <a:pt x="531824" y="379476"/>
                  </a:lnTo>
                  <a:lnTo>
                    <a:pt x="525728" y="385572"/>
                  </a:lnTo>
                  <a:lnTo>
                    <a:pt x="521156" y="391667"/>
                  </a:lnTo>
                  <a:lnTo>
                    <a:pt x="515060" y="397763"/>
                  </a:lnTo>
                  <a:lnTo>
                    <a:pt x="512012" y="397764"/>
                  </a:lnTo>
                  <a:lnTo>
                    <a:pt x="512012" y="399287"/>
                  </a:lnTo>
                  <a:lnTo>
                    <a:pt x="508964" y="402335"/>
                  </a:lnTo>
                  <a:lnTo>
                    <a:pt x="506932" y="403859"/>
                  </a:lnTo>
                  <a:lnTo>
                    <a:pt x="504391" y="403859"/>
                  </a:lnTo>
                  <a:lnTo>
                    <a:pt x="504391" y="405383"/>
                  </a:lnTo>
                  <a:lnTo>
                    <a:pt x="502868" y="406907"/>
                  </a:lnTo>
                  <a:lnTo>
                    <a:pt x="500327" y="408432"/>
                  </a:lnTo>
                  <a:lnTo>
                    <a:pt x="498295" y="408432"/>
                  </a:lnTo>
                  <a:lnTo>
                    <a:pt x="498295" y="409651"/>
                  </a:lnTo>
                  <a:lnTo>
                    <a:pt x="497787" y="409956"/>
                  </a:lnTo>
                  <a:lnTo>
                    <a:pt x="495248" y="409956"/>
                  </a:lnTo>
                  <a:lnTo>
                    <a:pt x="495248" y="411480"/>
                  </a:lnTo>
                  <a:lnTo>
                    <a:pt x="492199" y="411479"/>
                  </a:lnTo>
                  <a:lnTo>
                    <a:pt x="492199" y="413004"/>
                  </a:lnTo>
                  <a:lnTo>
                    <a:pt x="489151" y="413003"/>
                  </a:lnTo>
                  <a:lnTo>
                    <a:pt x="489151" y="414528"/>
                  </a:lnTo>
                  <a:lnTo>
                    <a:pt x="486104" y="414527"/>
                  </a:lnTo>
                  <a:lnTo>
                    <a:pt x="486104" y="415747"/>
                  </a:lnTo>
                  <a:lnTo>
                    <a:pt x="485342" y="416051"/>
                  </a:lnTo>
                  <a:lnTo>
                    <a:pt x="483055" y="416051"/>
                  </a:lnTo>
                  <a:lnTo>
                    <a:pt x="483055" y="416966"/>
                  </a:lnTo>
                  <a:lnTo>
                    <a:pt x="481532" y="417575"/>
                  </a:lnTo>
                  <a:lnTo>
                    <a:pt x="480008" y="417575"/>
                  </a:lnTo>
                  <a:lnTo>
                    <a:pt x="480008" y="418185"/>
                  </a:lnTo>
                  <a:lnTo>
                    <a:pt x="477721" y="419100"/>
                  </a:lnTo>
                  <a:lnTo>
                    <a:pt x="475436" y="419100"/>
                  </a:lnTo>
                  <a:lnTo>
                    <a:pt x="475436" y="420014"/>
                  </a:lnTo>
                  <a:lnTo>
                    <a:pt x="473911" y="420624"/>
                  </a:lnTo>
                  <a:lnTo>
                    <a:pt x="470863" y="420624"/>
                  </a:lnTo>
                  <a:lnTo>
                    <a:pt x="470863" y="421843"/>
                  </a:lnTo>
                  <a:lnTo>
                    <a:pt x="470101" y="422148"/>
                  </a:lnTo>
                  <a:lnTo>
                    <a:pt x="464767" y="422148"/>
                  </a:lnTo>
                  <a:lnTo>
                    <a:pt x="464767" y="423672"/>
                  </a:lnTo>
                  <a:lnTo>
                    <a:pt x="460195" y="423672"/>
                  </a:lnTo>
                  <a:lnTo>
                    <a:pt x="460195" y="424891"/>
                  </a:lnTo>
                  <a:lnTo>
                    <a:pt x="458672" y="425195"/>
                  </a:lnTo>
                  <a:lnTo>
                    <a:pt x="449527" y="425195"/>
                  </a:lnTo>
                  <a:lnTo>
                    <a:pt x="449527" y="426720"/>
                  </a:lnTo>
                  <a:lnTo>
                    <a:pt x="120344" y="425263"/>
                  </a:lnTo>
                  <a:lnTo>
                    <a:pt x="105104" y="425195"/>
                  </a:lnTo>
                  <a:lnTo>
                    <a:pt x="94436" y="423672"/>
                  </a:lnTo>
                  <a:lnTo>
                    <a:pt x="89863" y="422148"/>
                  </a:lnTo>
                  <a:lnTo>
                    <a:pt x="83767" y="420624"/>
                  </a:lnTo>
                  <a:lnTo>
                    <a:pt x="74624" y="417576"/>
                  </a:lnTo>
                  <a:lnTo>
                    <a:pt x="62431" y="411479"/>
                  </a:lnTo>
                  <a:lnTo>
                    <a:pt x="60908" y="409956"/>
                  </a:lnTo>
                  <a:lnTo>
                    <a:pt x="54811" y="406908"/>
                  </a:lnTo>
                  <a:lnTo>
                    <a:pt x="51000" y="404621"/>
                  </a:lnTo>
                  <a:lnTo>
                    <a:pt x="45667" y="399287"/>
                  </a:lnTo>
                  <a:lnTo>
                    <a:pt x="42619" y="397764"/>
                  </a:lnTo>
                  <a:lnTo>
                    <a:pt x="30427" y="385572"/>
                  </a:lnTo>
                  <a:lnTo>
                    <a:pt x="18998" y="370332"/>
                  </a:lnTo>
                  <a:lnTo>
                    <a:pt x="12140" y="356616"/>
                  </a:lnTo>
                  <a:lnTo>
                    <a:pt x="10615" y="352044"/>
                  </a:lnTo>
                  <a:lnTo>
                    <a:pt x="4519" y="336804"/>
                  </a:lnTo>
                  <a:lnTo>
                    <a:pt x="0" y="3140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297180" y="3087623"/>
              <a:ext cx="556260" cy="426720"/>
            </a:xfrm>
            <a:custGeom>
              <a:avLst/>
              <a:gdLst/>
              <a:ahLst/>
              <a:cxnLst/>
              <a:rect l="l" t="t" r="r" b="b"/>
              <a:pathLst>
                <a:path w="556260" h="426720">
                  <a:moveTo>
                    <a:pt x="83819" y="7619"/>
                  </a:moveTo>
                  <a:lnTo>
                    <a:pt x="83819" y="6095"/>
                  </a:lnTo>
                  <a:lnTo>
                    <a:pt x="89915" y="6095"/>
                  </a:lnTo>
                  <a:lnTo>
                    <a:pt x="89915" y="4572"/>
                  </a:lnTo>
                  <a:lnTo>
                    <a:pt x="94488" y="4572"/>
                  </a:lnTo>
                  <a:lnTo>
                    <a:pt x="94488" y="3048"/>
                  </a:lnTo>
                  <a:lnTo>
                    <a:pt x="105156" y="3048"/>
                  </a:lnTo>
                  <a:lnTo>
                    <a:pt x="105156" y="1524"/>
                  </a:lnTo>
                  <a:lnTo>
                    <a:pt x="120396" y="1524"/>
                  </a:lnTo>
                  <a:lnTo>
                    <a:pt x="120396" y="0"/>
                  </a:lnTo>
                  <a:lnTo>
                    <a:pt x="435864" y="0"/>
                  </a:lnTo>
                  <a:lnTo>
                    <a:pt x="475488" y="7619"/>
                  </a:lnTo>
                  <a:lnTo>
                    <a:pt x="481583" y="9143"/>
                  </a:lnTo>
                  <a:lnTo>
                    <a:pt x="483107" y="10667"/>
                  </a:lnTo>
                  <a:lnTo>
                    <a:pt x="501396" y="19811"/>
                  </a:lnTo>
                  <a:lnTo>
                    <a:pt x="504444" y="22860"/>
                  </a:lnTo>
                  <a:lnTo>
                    <a:pt x="507492" y="24383"/>
                  </a:lnTo>
                  <a:lnTo>
                    <a:pt x="512064" y="28956"/>
                  </a:lnTo>
                  <a:lnTo>
                    <a:pt x="515112" y="30480"/>
                  </a:lnTo>
                  <a:lnTo>
                    <a:pt x="518160" y="33527"/>
                  </a:lnTo>
                  <a:lnTo>
                    <a:pt x="521208" y="35052"/>
                  </a:lnTo>
                  <a:lnTo>
                    <a:pt x="522732" y="38100"/>
                  </a:lnTo>
                  <a:lnTo>
                    <a:pt x="525780" y="41149"/>
                  </a:lnTo>
                  <a:lnTo>
                    <a:pt x="527303" y="44195"/>
                  </a:lnTo>
                  <a:lnTo>
                    <a:pt x="531875" y="48767"/>
                  </a:lnTo>
                  <a:lnTo>
                    <a:pt x="533400" y="51816"/>
                  </a:lnTo>
                  <a:lnTo>
                    <a:pt x="536448" y="54865"/>
                  </a:lnTo>
                  <a:lnTo>
                    <a:pt x="545592" y="73151"/>
                  </a:lnTo>
                  <a:lnTo>
                    <a:pt x="547116" y="74678"/>
                  </a:lnTo>
                  <a:lnTo>
                    <a:pt x="548640" y="80772"/>
                  </a:lnTo>
                  <a:lnTo>
                    <a:pt x="551688" y="89916"/>
                  </a:lnTo>
                  <a:lnTo>
                    <a:pt x="553211" y="96011"/>
                  </a:lnTo>
                  <a:lnTo>
                    <a:pt x="554735" y="105156"/>
                  </a:lnTo>
                  <a:lnTo>
                    <a:pt x="556260" y="120395"/>
                  </a:lnTo>
                  <a:lnTo>
                    <a:pt x="556260" y="306324"/>
                  </a:lnTo>
                  <a:lnTo>
                    <a:pt x="554735" y="323087"/>
                  </a:lnTo>
                  <a:lnTo>
                    <a:pt x="553211" y="332232"/>
                  </a:lnTo>
                  <a:lnTo>
                    <a:pt x="551688" y="338327"/>
                  </a:lnTo>
                  <a:lnTo>
                    <a:pt x="548640" y="347471"/>
                  </a:lnTo>
                  <a:lnTo>
                    <a:pt x="548640" y="114299"/>
                  </a:lnTo>
                  <a:lnTo>
                    <a:pt x="544068" y="91439"/>
                  </a:lnTo>
                  <a:lnTo>
                    <a:pt x="542544" y="85343"/>
                  </a:lnTo>
                  <a:lnTo>
                    <a:pt x="539496" y="77723"/>
                  </a:lnTo>
                  <a:lnTo>
                    <a:pt x="536448" y="71627"/>
                  </a:lnTo>
                  <a:lnTo>
                    <a:pt x="533400" y="64007"/>
                  </a:lnTo>
                  <a:lnTo>
                    <a:pt x="528828" y="57912"/>
                  </a:lnTo>
                  <a:lnTo>
                    <a:pt x="525780" y="51815"/>
                  </a:lnTo>
                  <a:lnTo>
                    <a:pt x="510540" y="36575"/>
                  </a:lnTo>
                  <a:lnTo>
                    <a:pt x="492252" y="22859"/>
                  </a:lnTo>
                  <a:lnTo>
                    <a:pt x="486156" y="19812"/>
                  </a:lnTo>
                  <a:lnTo>
                    <a:pt x="478536" y="16763"/>
                  </a:lnTo>
                  <a:lnTo>
                    <a:pt x="472440" y="13715"/>
                  </a:lnTo>
                  <a:lnTo>
                    <a:pt x="449580" y="9143"/>
                  </a:lnTo>
                  <a:lnTo>
                    <a:pt x="443484" y="7619"/>
                  </a:lnTo>
                  <a:lnTo>
                    <a:pt x="83819" y="7619"/>
                  </a:lnTo>
                  <a:close/>
                </a:path>
                <a:path w="556260" h="426720">
                  <a:moveTo>
                    <a:pt x="9144" y="348995"/>
                  </a:moveTo>
                  <a:lnTo>
                    <a:pt x="9144" y="321563"/>
                  </a:lnTo>
                  <a:lnTo>
                    <a:pt x="10668" y="327659"/>
                  </a:lnTo>
                  <a:lnTo>
                    <a:pt x="12192" y="335280"/>
                  </a:lnTo>
                  <a:lnTo>
                    <a:pt x="15240" y="342899"/>
                  </a:lnTo>
                  <a:lnTo>
                    <a:pt x="16764" y="348995"/>
                  </a:lnTo>
                  <a:lnTo>
                    <a:pt x="19812" y="356615"/>
                  </a:lnTo>
                  <a:lnTo>
                    <a:pt x="24384" y="362711"/>
                  </a:lnTo>
                  <a:lnTo>
                    <a:pt x="27432" y="368807"/>
                  </a:lnTo>
                  <a:lnTo>
                    <a:pt x="36576" y="380999"/>
                  </a:lnTo>
                  <a:lnTo>
                    <a:pt x="47244" y="391667"/>
                  </a:lnTo>
                  <a:lnTo>
                    <a:pt x="53340" y="396239"/>
                  </a:lnTo>
                  <a:lnTo>
                    <a:pt x="59436" y="399287"/>
                  </a:lnTo>
                  <a:lnTo>
                    <a:pt x="65532" y="403859"/>
                  </a:lnTo>
                  <a:lnTo>
                    <a:pt x="77581" y="409884"/>
                  </a:lnTo>
                  <a:lnTo>
                    <a:pt x="77724" y="409955"/>
                  </a:lnTo>
                  <a:lnTo>
                    <a:pt x="92964" y="416051"/>
                  </a:lnTo>
                  <a:lnTo>
                    <a:pt x="99060" y="416051"/>
                  </a:lnTo>
                  <a:lnTo>
                    <a:pt x="114300" y="419099"/>
                  </a:lnTo>
                  <a:lnTo>
                    <a:pt x="443484" y="419099"/>
                  </a:lnTo>
                  <a:lnTo>
                    <a:pt x="449580" y="417575"/>
                  </a:lnTo>
                  <a:lnTo>
                    <a:pt x="457200" y="416051"/>
                  </a:lnTo>
                  <a:lnTo>
                    <a:pt x="464820" y="416051"/>
                  </a:lnTo>
                  <a:lnTo>
                    <a:pt x="472440" y="413003"/>
                  </a:lnTo>
                  <a:lnTo>
                    <a:pt x="478536" y="409955"/>
                  </a:lnTo>
                  <a:lnTo>
                    <a:pt x="486156" y="406907"/>
                  </a:lnTo>
                  <a:lnTo>
                    <a:pt x="492252" y="403859"/>
                  </a:lnTo>
                  <a:lnTo>
                    <a:pt x="498348" y="399287"/>
                  </a:lnTo>
                  <a:lnTo>
                    <a:pt x="504444" y="396239"/>
                  </a:lnTo>
                  <a:lnTo>
                    <a:pt x="510540" y="391667"/>
                  </a:lnTo>
                  <a:lnTo>
                    <a:pt x="515112" y="385571"/>
                  </a:lnTo>
                  <a:lnTo>
                    <a:pt x="521208" y="380999"/>
                  </a:lnTo>
                  <a:lnTo>
                    <a:pt x="525780" y="374903"/>
                  </a:lnTo>
                  <a:lnTo>
                    <a:pt x="528828" y="368807"/>
                  </a:lnTo>
                  <a:lnTo>
                    <a:pt x="533400" y="362711"/>
                  </a:lnTo>
                  <a:lnTo>
                    <a:pt x="536448" y="356615"/>
                  </a:lnTo>
                  <a:lnTo>
                    <a:pt x="539496" y="348995"/>
                  </a:lnTo>
                  <a:lnTo>
                    <a:pt x="542544" y="342899"/>
                  </a:lnTo>
                  <a:lnTo>
                    <a:pt x="545592" y="327658"/>
                  </a:lnTo>
                  <a:lnTo>
                    <a:pt x="547116" y="321563"/>
                  </a:lnTo>
                  <a:lnTo>
                    <a:pt x="548640" y="313943"/>
                  </a:lnTo>
                  <a:lnTo>
                    <a:pt x="548640" y="347471"/>
                  </a:lnTo>
                  <a:lnTo>
                    <a:pt x="547116" y="352042"/>
                  </a:lnTo>
                  <a:lnTo>
                    <a:pt x="536448" y="373378"/>
                  </a:lnTo>
                  <a:lnTo>
                    <a:pt x="534924" y="374903"/>
                  </a:lnTo>
                  <a:lnTo>
                    <a:pt x="533400" y="377951"/>
                  </a:lnTo>
                  <a:lnTo>
                    <a:pt x="528828" y="382524"/>
                  </a:lnTo>
                  <a:lnTo>
                    <a:pt x="527303" y="385572"/>
                  </a:lnTo>
                  <a:lnTo>
                    <a:pt x="515112" y="397763"/>
                  </a:lnTo>
                  <a:lnTo>
                    <a:pt x="512064" y="397764"/>
                  </a:lnTo>
                  <a:lnTo>
                    <a:pt x="512064" y="399287"/>
                  </a:lnTo>
                  <a:lnTo>
                    <a:pt x="507492" y="403859"/>
                  </a:lnTo>
                  <a:lnTo>
                    <a:pt x="504444" y="403859"/>
                  </a:lnTo>
                  <a:lnTo>
                    <a:pt x="504444" y="405383"/>
                  </a:lnTo>
                  <a:lnTo>
                    <a:pt x="501396" y="408432"/>
                  </a:lnTo>
                  <a:lnTo>
                    <a:pt x="498348" y="408432"/>
                  </a:lnTo>
                  <a:lnTo>
                    <a:pt x="498348" y="409956"/>
                  </a:lnTo>
                  <a:lnTo>
                    <a:pt x="495300" y="409956"/>
                  </a:lnTo>
                  <a:lnTo>
                    <a:pt x="495300" y="411479"/>
                  </a:lnTo>
                  <a:lnTo>
                    <a:pt x="492252" y="411479"/>
                  </a:lnTo>
                  <a:lnTo>
                    <a:pt x="492252" y="413003"/>
                  </a:lnTo>
                  <a:lnTo>
                    <a:pt x="489203" y="413003"/>
                  </a:lnTo>
                  <a:lnTo>
                    <a:pt x="489203" y="414527"/>
                  </a:lnTo>
                  <a:lnTo>
                    <a:pt x="486156" y="414527"/>
                  </a:lnTo>
                  <a:lnTo>
                    <a:pt x="486156" y="416051"/>
                  </a:lnTo>
                  <a:lnTo>
                    <a:pt x="483107" y="416051"/>
                  </a:lnTo>
                  <a:lnTo>
                    <a:pt x="483107" y="417575"/>
                  </a:lnTo>
                  <a:lnTo>
                    <a:pt x="480060" y="417575"/>
                  </a:lnTo>
                  <a:lnTo>
                    <a:pt x="480060" y="419100"/>
                  </a:lnTo>
                  <a:lnTo>
                    <a:pt x="475488" y="419100"/>
                  </a:lnTo>
                  <a:lnTo>
                    <a:pt x="475488" y="420624"/>
                  </a:lnTo>
                  <a:lnTo>
                    <a:pt x="470915" y="420624"/>
                  </a:lnTo>
                  <a:lnTo>
                    <a:pt x="470915" y="422148"/>
                  </a:lnTo>
                  <a:lnTo>
                    <a:pt x="464820" y="422148"/>
                  </a:lnTo>
                  <a:lnTo>
                    <a:pt x="464820" y="423672"/>
                  </a:lnTo>
                  <a:lnTo>
                    <a:pt x="460247" y="423672"/>
                  </a:lnTo>
                  <a:lnTo>
                    <a:pt x="460247" y="425195"/>
                  </a:lnTo>
                  <a:lnTo>
                    <a:pt x="449580" y="425195"/>
                  </a:lnTo>
                  <a:lnTo>
                    <a:pt x="449580" y="426719"/>
                  </a:lnTo>
                  <a:lnTo>
                    <a:pt x="120396" y="425263"/>
                  </a:lnTo>
                  <a:lnTo>
                    <a:pt x="105156" y="425195"/>
                  </a:lnTo>
                  <a:lnTo>
                    <a:pt x="94488" y="423672"/>
                  </a:lnTo>
                  <a:lnTo>
                    <a:pt x="89915" y="422148"/>
                  </a:lnTo>
                  <a:lnTo>
                    <a:pt x="83819" y="420624"/>
                  </a:lnTo>
                  <a:lnTo>
                    <a:pt x="74675" y="417575"/>
                  </a:lnTo>
                  <a:lnTo>
                    <a:pt x="62483" y="411479"/>
                  </a:lnTo>
                  <a:lnTo>
                    <a:pt x="60960" y="409956"/>
                  </a:lnTo>
                  <a:lnTo>
                    <a:pt x="51815" y="405383"/>
                  </a:lnTo>
                  <a:lnTo>
                    <a:pt x="45719" y="399287"/>
                  </a:lnTo>
                  <a:lnTo>
                    <a:pt x="42671" y="397764"/>
                  </a:lnTo>
                  <a:lnTo>
                    <a:pt x="25907" y="381000"/>
                  </a:lnTo>
                  <a:lnTo>
                    <a:pt x="24384" y="377953"/>
                  </a:lnTo>
                  <a:lnTo>
                    <a:pt x="21335" y="374903"/>
                  </a:lnTo>
                  <a:lnTo>
                    <a:pt x="12192" y="356616"/>
                  </a:lnTo>
                  <a:lnTo>
                    <a:pt x="10668" y="352044"/>
                  </a:lnTo>
                  <a:lnTo>
                    <a:pt x="9144" y="348995"/>
                  </a:lnTo>
                  <a:close/>
                </a:path>
                <a:path w="556260" h="426720">
                  <a:moveTo>
                    <a:pt x="0" y="321564"/>
                  </a:moveTo>
                  <a:lnTo>
                    <a:pt x="1524" y="106679"/>
                  </a:lnTo>
                  <a:lnTo>
                    <a:pt x="3047" y="96011"/>
                  </a:lnTo>
                  <a:lnTo>
                    <a:pt x="7619" y="82295"/>
                  </a:lnTo>
                  <a:lnTo>
                    <a:pt x="9144" y="79246"/>
                  </a:lnTo>
                  <a:lnTo>
                    <a:pt x="10668" y="74675"/>
                  </a:lnTo>
                  <a:lnTo>
                    <a:pt x="12192" y="73151"/>
                  </a:lnTo>
                  <a:lnTo>
                    <a:pt x="22860" y="51816"/>
                  </a:lnTo>
                  <a:lnTo>
                    <a:pt x="25907" y="48767"/>
                  </a:lnTo>
                  <a:lnTo>
                    <a:pt x="27432" y="45719"/>
                  </a:lnTo>
                  <a:lnTo>
                    <a:pt x="35051" y="38100"/>
                  </a:lnTo>
                  <a:lnTo>
                    <a:pt x="35051" y="35051"/>
                  </a:lnTo>
                  <a:lnTo>
                    <a:pt x="38100" y="35051"/>
                  </a:lnTo>
                  <a:lnTo>
                    <a:pt x="42671" y="30479"/>
                  </a:lnTo>
                  <a:lnTo>
                    <a:pt x="42671" y="28956"/>
                  </a:lnTo>
                  <a:lnTo>
                    <a:pt x="45719" y="28956"/>
                  </a:lnTo>
                  <a:lnTo>
                    <a:pt x="51815" y="22859"/>
                  </a:lnTo>
                  <a:lnTo>
                    <a:pt x="51815" y="21335"/>
                  </a:lnTo>
                  <a:lnTo>
                    <a:pt x="54864" y="21335"/>
                  </a:lnTo>
                  <a:lnTo>
                    <a:pt x="54864" y="19811"/>
                  </a:lnTo>
                  <a:lnTo>
                    <a:pt x="57911" y="19811"/>
                  </a:lnTo>
                  <a:lnTo>
                    <a:pt x="57911" y="18287"/>
                  </a:lnTo>
                  <a:lnTo>
                    <a:pt x="60960" y="18287"/>
                  </a:lnTo>
                  <a:lnTo>
                    <a:pt x="62483" y="16764"/>
                  </a:lnTo>
                  <a:lnTo>
                    <a:pt x="62483" y="15240"/>
                  </a:lnTo>
                  <a:lnTo>
                    <a:pt x="65532" y="15240"/>
                  </a:lnTo>
                  <a:lnTo>
                    <a:pt x="65532" y="13716"/>
                  </a:lnTo>
                  <a:lnTo>
                    <a:pt x="68579" y="13716"/>
                  </a:lnTo>
                  <a:lnTo>
                    <a:pt x="68579" y="12191"/>
                  </a:lnTo>
                  <a:lnTo>
                    <a:pt x="71628" y="12191"/>
                  </a:lnTo>
                  <a:lnTo>
                    <a:pt x="73151" y="10667"/>
                  </a:lnTo>
                  <a:lnTo>
                    <a:pt x="73151" y="9143"/>
                  </a:lnTo>
                  <a:lnTo>
                    <a:pt x="79247" y="9143"/>
                  </a:lnTo>
                  <a:lnTo>
                    <a:pt x="79247" y="7619"/>
                  </a:lnTo>
                  <a:lnTo>
                    <a:pt x="114300" y="7619"/>
                  </a:lnTo>
                  <a:lnTo>
                    <a:pt x="99060" y="10667"/>
                  </a:lnTo>
                  <a:lnTo>
                    <a:pt x="92964" y="12191"/>
                  </a:lnTo>
                  <a:lnTo>
                    <a:pt x="41148" y="41147"/>
                  </a:lnTo>
                  <a:lnTo>
                    <a:pt x="36576" y="47243"/>
                  </a:lnTo>
                  <a:lnTo>
                    <a:pt x="32004" y="51815"/>
                  </a:lnTo>
                  <a:lnTo>
                    <a:pt x="27432" y="57911"/>
                  </a:lnTo>
                  <a:lnTo>
                    <a:pt x="24384" y="64007"/>
                  </a:lnTo>
                  <a:lnTo>
                    <a:pt x="19812" y="71627"/>
                  </a:lnTo>
                  <a:lnTo>
                    <a:pt x="16764" y="77723"/>
                  </a:lnTo>
                  <a:lnTo>
                    <a:pt x="15240" y="85343"/>
                  </a:lnTo>
                  <a:lnTo>
                    <a:pt x="12192" y="91439"/>
                  </a:lnTo>
                  <a:lnTo>
                    <a:pt x="9144" y="106679"/>
                  </a:lnTo>
                  <a:lnTo>
                    <a:pt x="9144" y="348995"/>
                  </a:lnTo>
                  <a:lnTo>
                    <a:pt x="6096" y="342900"/>
                  </a:lnTo>
                  <a:lnTo>
                    <a:pt x="4571" y="338327"/>
                  </a:lnTo>
                  <a:lnTo>
                    <a:pt x="3047" y="332232"/>
                  </a:lnTo>
                  <a:lnTo>
                    <a:pt x="1524" y="321564"/>
                  </a:lnTo>
                  <a:lnTo>
                    <a:pt x="0" y="321564"/>
                  </a:lnTo>
                  <a:close/>
                </a:path>
              </a:pathLst>
            </a:custGeom>
            <a:solidFill>
              <a:srgbClr val="24232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5" name="object 145" descr="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454152" y="3270503"/>
              <a:ext cx="246887" cy="76200"/>
            </a:xfrm>
            <a:prstGeom prst="rect">
              <a:avLst/>
            </a:prstGeom>
          </p:spPr>
        </p:pic>
      </p:grpSp>
      <p:pic>
        <p:nvPicPr>
          <p:cNvPr id="146" name="object 146" descr=""/>
          <p:cNvPicPr/>
          <p:nvPr/>
        </p:nvPicPr>
        <p:blipFill>
          <a:blip r:embed="rId74" cstate="print"/>
          <a:stretch>
            <a:fillRect/>
          </a:stretch>
        </p:blipFill>
        <p:spPr>
          <a:xfrm>
            <a:off x="297180" y="3595115"/>
            <a:ext cx="556260" cy="426719"/>
          </a:xfrm>
          <a:prstGeom prst="rect">
            <a:avLst/>
          </a:prstGeom>
        </p:spPr>
      </p:pic>
      <p:pic>
        <p:nvPicPr>
          <p:cNvPr id="147" name="object 147" descr=""/>
          <p:cNvPicPr/>
          <p:nvPr/>
        </p:nvPicPr>
        <p:blipFill>
          <a:blip r:embed="rId75" cstate="print"/>
          <a:stretch>
            <a:fillRect/>
          </a:stretch>
        </p:blipFill>
        <p:spPr>
          <a:xfrm>
            <a:off x="297180" y="4102607"/>
            <a:ext cx="556260" cy="426720"/>
          </a:xfrm>
          <a:prstGeom prst="rect">
            <a:avLst/>
          </a:prstGeom>
        </p:spPr>
      </p:pic>
      <p:pic>
        <p:nvPicPr>
          <p:cNvPr id="148" name="object 148" descr=""/>
          <p:cNvPicPr/>
          <p:nvPr/>
        </p:nvPicPr>
        <p:blipFill>
          <a:blip r:embed="rId76" cstate="print"/>
          <a:stretch>
            <a:fillRect/>
          </a:stretch>
        </p:blipFill>
        <p:spPr>
          <a:xfrm>
            <a:off x="297180" y="4610100"/>
            <a:ext cx="556260" cy="4267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89560" y="1014983"/>
            <a:ext cx="10128885" cy="5663565"/>
            <a:chOff x="289560" y="1014983"/>
            <a:chExt cx="10128885" cy="5663565"/>
          </a:xfrm>
        </p:grpSpPr>
        <p:sp>
          <p:nvSpPr>
            <p:cNvPr id="3" name="object 3" descr=""/>
            <p:cNvSpPr/>
            <p:nvPr/>
          </p:nvSpPr>
          <p:spPr>
            <a:xfrm>
              <a:off x="757428" y="1064767"/>
              <a:ext cx="9645650" cy="5613400"/>
            </a:xfrm>
            <a:custGeom>
              <a:avLst/>
              <a:gdLst/>
              <a:ahLst/>
              <a:cxnLst/>
              <a:rect l="l" t="t" r="r" b="b"/>
              <a:pathLst>
                <a:path w="9645650" h="5613400">
                  <a:moveTo>
                    <a:pt x="0" y="5422900"/>
                  </a:moveTo>
                  <a:lnTo>
                    <a:pt x="0" y="177800"/>
                  </a:lnTo>
                  <a:lnTo>
                    <a:pt x="7620" y="177800"/>
                  </a:lnTo>
                  <a:lnTo>
                    <a:pt x="7620" y="472948"/>
                  </a:lnTo>
                  <a:lnTo>
                    <a:pt x="10668" y="475996"/>
                  </a:lnTo>
                  <a:lnTo>
                    <a:pt x="13716" y="477519"/>
                  </a:lnTo>
                  <a:lnTo>
                    <a:pt x="8010144" y="477519"/>
                  </a:lnTo>
                  <a:lnTo>
                    <a:pt x="8010144" y="492760"/>
                  </a:lnTo>
                  <a:lnTo>
                    <a:pt x="9621012" y="492760"/>
                  </a:lnTo>
                  <a:lnTo>
                    <a:pt x="9621012" y="477519"/>
                  </a:lnTo>
                  <a:lnTo>
                    <a:pt x="9645396" y="477519"/>
                  </a:lnTo>
                  <a:lnTo>
                    <a:pt x="9645396" y="5346341"/>
                  </a:lnTo>
                  <a:lnTo>
                    <a:pt x="9644425" y="5362765"/>
                  </a:lnTo>
                  <a:lnTo>
                    <a:pt x="9643872" y="5366512"/>
                  </a:lnTo>
                  <a:lnTo>
                    <a:pt x="9643872" y="5372413"/>
                  </a:lnTo>
                  <a:lnTo>
                    <a:pt x="9642348" y="5377180"/>
                  </a:lnTo>
                  <a:lnTo>
                    <a:pt x="9642348" y="5381752"/>
                  </a:lnTo>
                  <a:lnTo>
                    <a:pt x="9640824" y="5386324"/>
                  </a:lnTo>
                  <a:lnTo>
                    <a:pt x="9640824" y="5389372"/>
                  </a:lnTo>
                  <a:lnTo>
                    <a:pt x="9639300" y="5393944"/>
                  </a:lnTo>
                  <a:lnTo>
                    <a:pt x="9639300" y="5396992"/>
                  </a:lnTo>
                  <a:lnTo>
                    <a:pt x="9637776" y="5400040"/>
                  </a:lnTo>
                  <a:lnTo>
                    <a:pt x="9637776" y="5403088"/>
                  </a:lnTo>
                  <a:lnTo>
                    <a:pt x="9636252" y="5409184"/>
                  </a:lnTo>
                  <a:lnTo>
                    <a:pt x="9634728" y="5413756"/>
                  </a:lnTo>
                  <a:lnTo>
                    <a:pt x="9633204" y="5419852"/>
                  </a:lnTo>
                  <a:lnTo>
                    <a:pt x="9632152" y="5422900"/>
                  </a:lnTo>
                  <a:lnTo>
                    <a:pt x="0" y="5422900"/>
                  </a:lnTo>
                  <a:close/>
                </a:path>
                <a:path w="9645650" h="5613400">
                  <a:moveTo>
                    <a:pt x="0" y="5435600"/>
                  </a:moveTo>
                  <a:lnTo>
                    <a:pt x="0" y="5422900"/>
                  </a:lnTo>
                  <a:lnTo>
                    <a:pt x="9632152" y="5422900"/>
                  </a:lnTo>
                  <a:lnTo>
                    <a:pt x="9630918" y="5426472"/>
                  </a:lnTo>
                  <a:lnTo>
                    <a:pt x="9627624" y="5435600"/>
                  </a:lnTo>
                  <a:lnTo>
                    <a:pt x="0" y="5435600"/>
                  </a:lnTo>
                  <a:close/>
                </a:path>
                <a:path w="9645650" h="5613400">
                  <a:moveTo>
                    <a:pt x="0" y="5448300"/>
                  </a:moveTo>
                  <a:lnTo>
                    <a:pt x="0" y="5435600"/>
                  </a:lnTo>
                  <a:lnTo>
                    <a:pt x="9627624" y="5435600"/>
                  </a:lnTo>
                  <a:lnTo>
                    <a:pt x="9626346" y="5439140"/>
                  </a:lnTo>
                  <a:lnTo>
                    <a:pt x="9624060" y="5445760"/>
                  </a:lnTo>
                  <a:lnTo>
                    <a:pt x="9623044" y="5448300"/>
                  </a:lnTo>
                  <a:lnTo>
                    <a:pt x="0" y="5448300"/>
                  </a:lnTo>
                  <a:close/>
                </a:path>
                <a:path w="9645650" h="5613400">
                  <a:moveTo>
                    <a:pt x="0" y="5486400"/>
                  </a:moveTo>
                  <a:lnTo>
                    <a:pt x="0" y="5448300"/>
                  </a:lnTo>
                  <a:lnTo>
                    <a:pt x="9623044" y="5448300"/>
                  </a:lnTo>
                  <a:lnTo>
                    <a:pt x="9621012" y="5453380"/>
                  </a:lnTo>
                  <a:lnTo>
                    <a:pt x="9616440" y="5461000"/>
                  </a:lnTo>
                  <a:lnTo>
                    <a:pt x="9613392" y="5468620"/>
                  </a:lnTo>
                  <a:lnTo>
                    <a:pt x="9607296" y="5477764"/>
                  </a:lnTo>
                  <a:lnTo>
                    <a:pt x="9605772" y="5482336"/>
                  </a:lnTo>
                  <a:lnTo>
                    <a:pt x="9602724" y="5485384"/>
                  </a:lnTo>
                  <a:lnTo>
                    <a:pt x="9602386" y="5486400"/>
                  </a:lnTo>
                  <a:lnTo>
                    <a:pt x="0" y="5486400"/>
                  </a:lnTo>
                  <a:close/>
                </a:path>
                <a:path w="9645650" h="5613400">
                  <a:moveTo>
                    <a:pt x="0" y="5499100"/>
                  </a:moveTo>
                  <a:lnTo>
                    <a:pt x="0" y="5486400"/>
                  </a:lnTo>
                  <a:lnTo>
                    <a:pt x="9602386" y="5486400"/>
                  </a:lnTo>
                  <a:lnTo>
                    <a:pt x="9601200" y="5489956"/>
                  </a:lnTo>
                  <a:lnTo>
                    <a:pt x="9599676" y="5493004"/>
                  </a:lnTo>
                  <a:lnTo>
                    <a:pt x="9598152" y="5493004"/>
                  </a:lnTo>
                  <a:lnTo>
                    <a:pt x="9598152" y="5494528"/>
                  </a:lnTo>
                  <a:lnTo>
                    <a:pt x="9596628" y="5494528"/>
                  </a:lnTo>
                  <a:lnTo>
                    <a:pt x="9593885" y="5499100"/>
                  </a:lnTo>
                  <a:lnTo>
                    <a:pt x="0" y="5499100"/>
                  </a:lnTo>
                  <a:close/>
                </a:path>
                <a:path w="9645650" h="5613400">
                  <a:moveTo>
                    <a:pt x="0" y="5511800"/>
                  </a:moveTo>
                  <a:lnTo>
                    <a:pt x="0" y="5499100"/>
                  </a:lnTo>
                  <a:lnTo>
                    <a:pt x="9593885" y="5499100"/>
                  </a:lnTo>
                  <a:lnTo>
                    <a:pt x="9592056" y="5502148"/>
                  </a:lnTo>
                  <a:lnTo>
                    <a:pt x="9584817" y="5511800"/>
                  </a:lnTo>
                  <a:lnTo>
                    <a:pt x="0" y="5511800"/>
                  </a:lnTo>
                  <a:close/>
                </a:path>
                <a:path w="9645650" h="5613400">
                  <a:moveTo>
                    <a:pt x="0" y="5524500"/>
                  </a:moveTo>
                  <a:lnTo>
                    <a:pt x="0" y="5511800"/>
                  </a:lnTo>
                  <a:lnTo>
                    <a:pt x="9584817" y="5511800"/>
                  </a:lnTo>
                  <a:lnTo>
                    <a:pt x="9582912" y="5514340"/>
                  </a:lnTo>
                  <a:lnTo>
                    <a:pt x="9578340" y="5519150"/>
                  </a:lnTo>
                  <a:lnTo>
                    <a:pt x="9573540" y="5524500"/>
                  </a:lnTo>
                  <a:lnTo>
                    <a:pt x="0" y="5524500"/>
                  </a:lnTo>
                  <a:close/>
                </a:path>
                <a:path w="9645650" h="5613400">
                  <a:moveTo>
                    <a:pt x="0" y="5562600"/>
                  </a:moveTo>
                  <a:lnTo>
                    <a:pt x="0" y="5524500"/>
                  </a:lnTo>
                  <a:lnTo>
                    <a:pt x="9573540" y="5524500"/>
                  </a:lnTo>
                  <a:lnTo>
                    <a:pt x="9544812" y="5552440"/>
                  </a:lnTo>
                  <a:lnTo>
                    <a:pt x="9531151" y="5562600"/>
                  </a:lnTo>
                  <a:lnTo>
                    <a:pt x="0" y="5562600"/>
                  </a:lnTo>
                  <a:close/>
                </a:path>
                <a:path w="9645650" h="5613400">
                  <a:moveTo>
                    <a:pt x="0" y="5575300"/>
                  </a:moveTo>
                  <a:lnTo>
                    <a:pt x="0" y="5562600"/>
                  </a:lnTo>
                  <a:lnTo>
                    <a:pt x="9531151" y="5562600"/>
                  </a:lnTo>
                  <a:lnTo>
                    <a:pt x="9529168" y="5564013"/>
                  </a:lnTo>
                  <a:lnTo>
                    <a:pt x="9523476" y="5567680"/>
                  </a:lnTo>
                  <a:lnTo>
                    <a:pt x="9510776" y="5575300"/>
                  </a:lnTo>
                  <a:lnTo>
                    <a:pt x="0" y="5575300"/>
                  </a:lnTo>
                  <a:close/>
                </a:path>
                <a:path w="9645650" h="5613400">
                  <a:moveTo>
                    <a:pt x="0" y="5588000"/>
                  </a:moveTo>
                  <a:lnTo>
                    <a:pt x="0" y="5575300"/>
                  </a:lnTo>
                  <a:lnTo>
                    <a:pt x="9509760" y="5575300"/>
                  </a:lnTo>
                  <a:lnTo>
                    <a:pt x="9509760" y="5575909"/>
                  </a:lnTo>
                  <a:lnTo>
                    <a:pt x="9500616" y="5581396"/>
                  </a:lnTo>
                  <a:lnTo>
                    <a:pt x="9494663" y="5584801"/>
                  </a:lnTo>
                  <a:lnTo>
                    <a:pt x="9488424" y="5588000"/>
                  </a:lnTo>
                  <a:lnTo>
                    <a:pt x="0" y="5588000"/>
                  </a:lnTo>
                  <a:close/>
                </a:path>
                <a:path w="9645650" h="5613400">
                  <a:moveTo>
                    <a:pt x="0" y="5600700"/>
                  </a:moveTo>
                  <a:lnTo>
                    <a:pt x="0" y="5588000"/>
                  </a:lnTo>
                  <a:lnTo>
                    <a:pt x="9488424" y="5588000"/>
                  </a:lnTo>
                  <a:lnTo>
                    <a:pt x="9482185" y="5591040"/>
                  </a:lnTo>
                  <a:lnTo>
                    <a:pt x="9476232" y="5593588"/>
                  </a:lnTo>
                  <a:lnTo>
                    <a:pt x="9469612" y="5595874"/>
                  </a:lnTo>
                  <a:lnTo>
                    <a:pt x="9456209" y="5600700"/>
                  </a:lnTo>
                  <a:lnTo>
                    <a:pt x="0" y="5600700"/>
                  </a:lnTo>
                  <a:close/>
                </a:path>
                <a:path w="9645650" h="5613400">
                  <a:moveTo>
                    <a:pt x="0" y="5608828"/>
                  </a:moveTo>
                  <a:lnTo>
                    <a:pt x="0" y="5600700"/>
                  </a:lnTo>
                  <a:lnTo>
                    <a:pt x="9456209" y="5600700"/>
                  </a:lnTo>
                  <a:lnTo>
                    <a:pt x="9450324" y="5602732"/>
                  </a:lnTo>
                  <a:lnTo>
                    <a:pt x="9447276" y="5604256"/>
                  </a:lnTo>
                  <a:lnTo>
                    <a:pt x="9442704" y="5604256"/>
                  </a:lnTo>
                  <a:lnTo>
                    <a:pt x="9433560" y="5607304"/>
                  </a:lnTo>
                  <a:lnTo>
                    <a:pt x="9428988" y="5607304"/>
                  </a:lnTo>
                  <a:lnTo>
                    <a:pt x="9424416" y="5608828"/>
                  </a:lnTo>
                  <a:lnTo>
                    <a:pt x="9417796" y="5609971"/>
                  </a:lnTo>
                  <a:lnTo>
                    <a:pt x="9405128" y="5612257"/>
                  </a:lnTo>
                  <a:lnTo>
                    <a:pt x="9398508" y="5613400"/>
                  </a:lnTo>
                  <a:lnTo>
                    <a:pt x="28956" y="5613400"/>
                  </a:lnTo>
                  <a:lnTo>
                    <a:pt x="15430" y="5611114"/>
                  </a:lnTo>
                  <a:lnTo>
                    <a:pt x="9025" y="5609971"/>
                  </a:lnTo>
                  <a:lnTo>
                    <a:pt x="3048" y="5608828"/>
                  </a:lnTo>
                  <a:lnTo>
                    <a:pt x="0" y="5608828"/>
                  </a:lnTo>
                  <a:close/>
                </a:path>
                <a:path w="9645650" h="5613400">
                  <a:moveTo>
                    <a:pt x="0" y="25400"/>
                  </a:moveTo>
                  <a:lnTo>
                    <a:pt x="0" y="0"/>
                  </a:lnTo>
                  <a:lnTo>
                    <a:pt x="7620" y="0"/>
                  </a:lnTo>
                  <a:lnTo>
                    <a:pt x="7620" y="25400"/>
                  </a:lnTo>
                  <a:lnTo>
                    <a:pt x="0" y="25400"/>
                  </a:lnTo>
                  <a:close/>
                </a:path>
                <a:path w="9645650" h="5613400">
                  <a:moveTo>
                    <a:pt x="0" y="38100"/>
                  </a:moveTo>
                  <a:lnTo>
                    <a:pt x="0" y="25400"/>
                  </a:lnTo>
                  <a:lnTo>
                    <a:pt x="7620" y="25400"/>
                  </a:lnTo>
                  <a:lnTo>
                    <a:pt x="7620" y="38100"/>
                  </a:lnTo>
                  <a:lnTo>
                    <a:pt x="0" y="38100"/>
                  </a:lnTo>
                  <a:close/>
                </a:path>
                <a:path w="9645650" h="5613400">
                  <a:moveTo>
                    <a:pt x="0" y="50800"/>
                  </a:moveTo>
                  <a:lnTo>
                    <a:pt x="0" y="38100"/>
                  </a:lnTo>
                  <a:lnTo>
                    <a:pt x="7620" y="38100"/>
                  </a:lnTo>
                  <a:lnTo>
                    <a:pt x="7620" y="50800"/>
                  </a:lnTo>
                  <a:lnTo>
                    <a:pt x="0" y="50800"/>
                  </a:lnTo>
                  <a:close/>
                </a:path>
                <a:path w="9645650" h="5613400">
                  <a:moveTo>
                    <a:pt x="0" y="76200"/>
                  </a:moveTo>
                  <a:lnTo>
                    <a:pt x="0" y="50800"/>
                  </a:lnTo>
                  <a:lnTo>
                    <a:pt x="7620" y="50800"/>
                  </a:lnTo>
                  <a:lnTo>
                    <a:pt x="7620" y="76200"/>
                  </a:lnTo>
                  <a:lnTo>
                    <a:pt x="0" y="76200"/>
                  </a:lnTo>
                  <a:close/>
                </a:path>
                <a:path w="9645650" h="5613400">
                  <a:moveTo>
                    <a:pt x="0" y="101600"/>
                  </a:moveTo>
                  <a:lnTo>
                    <a:pt x="0" y="76200"/>
                  </a:lnTo>
                  <a:lnTo>
                    <a:pt x="7620" y="76200"/>
                  </a:lnTo>
                  <a:lnTo>
                    <a:pt x="7620" y="101600"/>
                  </a:lnTo>
                  <a:lnTo>
                    <a:pt x="0" y="101600"/>
                  </a:lnTo>
                  <a:close/>
                </a:path>
                <a:path w="9645650" h="5613400">
                  <a:moveTo>
                    <a:pt x="0" y="114300"/>
                  </a:moveTo>
                  <a:lnTo>
                    <a:pt x="0" y="101600"/>
                  </a:lnTo>
                  <a:lnTo>
                    <a:pt x="7620" y="101600"/>
                  </a:lnTo>
                  <a:lnTo>
                    <a:pt x="7620" y="114300"/>
                  </a:lnTo>
                  <a:lnTo>
                    <a:pt x="0" y="114300"/>
                  </a:lnTo>
                  <a:close/>
                </a:path>
                <a:path w="9645650" h="5613400">
                  <a:moveTo>
                    <a:pt x="0" y="127000"/>
                  </a:moveTo>
                  <a:lnTo>
                    <a:pt x="0" y="114300"/>
                  </a:lnTo>
                  <a:lnTo>
                    <a:pt x="7620" y="114300"/>
                  </a:lnTo>
                  <a:lnTo>
                    <a:pt x="7620" y="127000"/>
                  </a:lnTo>
                  <a:lnTo>
                    <a:pt x="0" y="127000"/>
                  </a:lnTo>
                  <a:close/>
                </a:path>
                <a:path w="9645650" h="5613400">
                  <a:moveTo>
                    <a:pt x="0" y="177800"/>
                  </a:moveTo>
                  <a:lnTo>
                    <a:pt x="0" y="127000"/>
                  </a:lnTo>
                  <a:lnTo>
                    <a:pt x="7620" y="127000"/>
                  </a:lnTo>
                  <a:lnTo>
                    <a:pt x="762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89560" y="1042415"/>
              <a:ext cx="467995" cy="5636260"/>
            </a:xfrm>
            <a:custGeom>
              <a:avLst/>
              <a:gdLst/>
              <a:ahLst/>
              <a:cxnLst/>
              <a:rect l="l" t="t" r="r" b="b"/>
              <a:pathLst>
                <a:path w="467995" h="5636259">
                  <a:moveTo>
                    <a:pt x="0" y="5635752"/>
                  </a:moveTo>
                  <a:lnTo>
                    <a:pt x="1524" y="103631"/>
                  </a:lnTo>
                  <a:lnTo>
                    <a:pt x="2287" y="98288"/>
                  </a:lnTo>
                  <a:lnTo>
                    <a:pt x="3809" y="90682"/>
                  </a:lnTo>
                  <a:lnTo>
                    <a:pt x="7620" y="79248"/>
                  </a:lnTo>
                  <a:lnTo>
                    <a:pt x="9144" y="73152"/>
                  </a:lnTo>
                  <a:lnTo>
                    <a:pt x="10667" y="71627"/>
                  </a:lnTo>
                  <a:lnTo>
                    <a:pt x="19812" y="53339"/>
                  </a:lnTo>
                  <a:lnTo>
                    <a:pt x="21335" y="51815"/>
                  </a:lnTo>
                  <a:lnTo>
                    <a:pt x="22860" y="48767"/>
                  </a:lnTo>
                  <a:lnTo>
                    <a:pt x="25908" y="45719"/>
                  </a:lnTo>
                  <a:lnTo>
                    <a:pt x="27432" y="42671"/>
                  </a:lnTo>
                  <a:lnTo>
                    <a:pt x="41148" y="28956"/>
                  </a:lnTo>
                  <a:lnTo>
                    <a:pt x="41148" y="27812"/>
                  </a:lnTo>
                  <a:lnTo>
                    <a:pt x="41655" y="27431"/>
                  </a:lnTo>
                  <a:lnTo>
                    <a:pt x="44196" y="27431"/>
                  </a:lnTo>
                  <a:lnTo>
                    <a:pt x="48767" y="22859"/>
                  </a:lnTo>
                  <a:lnTo>
                    <a:pt x="48767" y="22098"/>
                  </a:lnTo>
                  <a:lnTo>
                    <a:pt x="49784" y="21335"/>
                  </a:lnTo>
                  <a:lnTo>
                    <a:pt x="51816" y="21335"/>
                  </a:lnTo>
                  <a:lnTo>
                    <a:pt x="51816" y="19812"/>
                  </a:lnTo>
                  <a:lnTo>
                    <a:pt x="54864" y="19811"/>
                  </a:lnTo>
                  <a:lnTo>
                    <a:pt x="56388" y="18287"/>
                  </a:lnTo>
                  <a:lnTo>
                    <a:pt x="56388" y="16763"/>
                  </a:lnTo>
                  <a:lnTo>
                    <a:pt x="59435" y="16763"/>
                  </a:lnTo>
                  <a:lnTo>
                    <a:pt x="59435" y="15239"/>
                  </a:lnTo>
                  <a:lnTo>
                    <a:pt x="62484" y="15239"/>
                  </a:lnTo>
                  <a:lnTo>
                    <a:pt x="62484" y="13715"/>
                  </a:lnTo>
                  <a:lnTo>
                    <a:pt x="65532" y="13715"/>
                  </a:lnTo>
                  <a:lnTo>
                    <a:pt x="65532" y="12191"/>
                  </a:lnTo>
                  <a:lnTo>
                    <a:pt x="68580" y="12191"/>
                  </a:lnTo>
                  <a:lnTo>
                    <a:pt x="70103" y="10667"/>
                  </a:lnTo>
                  <a:lnTo>
                    <a:pt x="70103" y="9906"/>
                  </a:lnTo>
                  <a:lnTo>
                    <a:pt x="71628" y="9144"/>
                  </a:lnTo>
                  <a:lnTo>
                    <a:pt x="76200" y="9144"/>
                  </a:lnTo>
                  <a:lnTo>
                    <a:pt x="76200" y="7619"/>
                  </a:lnTo>
                  <a:lnTo>
                    <a:pt x="80771" y="7619"/>
                  </a:lnTo>
                  <a:lnTo>
                    <a:pt x="80771" y="6096"/>
                  </a:lnTo>
                  <a:lnTo>
                    <a:pt x="85344" y="6096"/>
                  </a:lnTo>
                  <a:lnTo>
                    <a:pt x="85344" y="4876"/>
                  </a:lnTo>
                  <a:lnTo>
                    <a:pt x="86868" y="4571"/>
                  </a:lnTo>
                  <a:lnTo>
                    <a:pt x="91439" y="4571"/>
                  </a:lnTo>
                  <a:lnTo>
                    <a:pt x="91439" y="3657"/>
                  </a:lnTo>
                  <a:lnTo>
                    <a:pt x="94488" y="3048"/>
                  </a:lnTo>
                  <a:lnTo>
                    <a:pt x="100584" y="3048"/>
                  </a:lnTo>
                  <a:lnTo>
                    <a:pt x="100584" y="1828"/>
                  </a:lnTo>
                  <a:lnTo>
                    <a:pt x="102108" y="1523"/>
                  </a:lnTo>
                  <a:lnTo>
                    <a:pt x="115824" y="1523"/>
                  </a:lnTo>
                  <a:lnTo>
                    <a:pt x="115824" y="0"/>
                  </a:lnTo>
                  <a:lnTo>
                    <a:pt x="467868" y="0"/>
                  </a:lnTo>
                  <a:lnTo>
                    <a:pt x="467868" y="5635752"/>
                  </a:lnTo>
                  <a:lnTo>
                    <a:pt x="0" y="5635752"/>
                  </a:lnTo>
                  <a:close/>
                </a:path>
              </a:pathLst>
            </a:custGeom>
            <a:solidFill>
              <a:srgbClr val="0811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89562" y="1042415"/>
              <a:ext cx="467995" cy="5636260"/>
            </a:xfrm>
            <a:custGeom>
              <a:avLst/>
              <a:gdLst/>
              <a:ahLst/>
              <a:cxnLst/>
              <a:rect l="l" t="t" r="r" b="b"/>
              <a:pathLst>
                <a:path w="467995" h="5636259">
                  <a:moveTo>
                    <a:pt x="0" y="5628132"/>
                  </a:moveTo>
                  <a:lnTo>
                    <a:pt x="1522" y="103631"/>
                  </a:lnTo>
                  <a:lnTo>
                    <a:pt x="3046" y="92963"/>
                  </a:lnTo>
                  <a:lnTo>
                    <a:pt x="7618" y="79248"/>
                  </a:lnTo>
                  <a:lnTo>
                    <a:pt x="9142" y="73152"/>
                  </a:lnTo>
                  <a:lnTo>
                    <a:pt x="10665" y="71627"/>
                  </a:lnTo>
                  <a:lnTo>
                    <a:pt x="19810" y="53339"/>
                  </a:lnTo>
                  <a:lnTo>
                    <a:pt x="21333" y="51815"/>
                  </a:lnTo>
                  <a:lnTo>
                    <a:pt x="22858" y="48767"/>
                  </a:lnTo>
                  <a:lnTo>
                    <a:pt x="25906" y="45719"/>
                  </a:lnTo>
                  <a:lnTo>
                    <a:pt x="27429" y="42671"/>
                  </a:lnTo>
                  <a:lnTo>
                    <a:pt x="41146" y="28956"/>
                  </a:lnTo>
                  <a:lnTo>
                    <a:pt x="41146" y="27431"/>
                  </a:lnTo>
                  <a:lnTo>
                    <a:pt x="44194" y="27431"/>
                  </a:lnTo>
                  <a:lnTo>
                    <a:pt x="48765" y="22859"/>
                  </a:lnTo>
                  <a:lnTo>
                    <a:pt x="48765" y="21335"/>
                  </a:lnTo>
                  <a:lnTo>
                    <a:pt x="51814" y="21335"/>
                  </a:lnTo>
                  <a:lnTo>
                    <a:pt x="51814" y="19811"/>
                  </a:lnTo>
                  <a:lnTo>
                    <a:pt x="54861" y="19811"/>
                  </a:lnTo>
                  <a:lnTo>
                    <a:pt x="56386" y="18287"/>
                  </a:lnTo>
                  <a:lnTo>
                    <a:pt x="56386" y="16763"/>
                  </a:lnTo>
                  <a:lnTo>
                    <a:pt x="59433" y="16763"/>
                  </a:lnTo>
                  <a:lnTo>
                    <a:pt x="59433" y="15239"/>
                  </a:lnTo>
                  <a:lnTo>
                    <a:pt x="62482" y="15239"/>
                  </a:lnTo>
                  <a:lnTo>
                    <a:pt x="62482" y="13715"/>
                  </a:lnTo>
                  <a:lnTo>
                    <a:pt x="65529" y="13715"/>
                  </a:lnTo>
                  <a:lnTo>
                    <a:pt x="65529" y="12191"/>
                  </a:lnTo>
                  <a:lnTo>
                    <a:pt x="68578" y="12191"/>
                  </a:lnTo>
                  <a:lnTo>
                    <a:pt x="70101" y="10667"/>
                  </a:lnTo>
                  <a:lnTo>
                    <a:pt x="70101" y="9144"/>
                  </a:lnTo>
                  <a:lnTo>
                    <a:pt x="76197" y="9144"/>
                  </a:lnTo>
                  <a:lnTo>
                    <a:pt x="76197" y="7619"/>
                  </a:lnTo>
                  <a:lnTo>
                    <a:pt x="80769" y="7619"/>
                  </a:lnTo>
                  <a:lnTo>
                    <a:pt x="80769" y="6096"/>
                  </a:lnTo>
                  <a:lnTo>
                    <a:pt x="85342" y="6096"/>
                  </a:lnTo>
                  <a:lnTo>
                    <a:pt x="85342" y="4571"/>
                  </a:lnTo>
                  <a:lnTo>
                    <a:pt x="91437" y="4571"/>
                  </a:lnTo>
                  <a:lnTo>
                    <a:pt x="91437" y="3048"/>
                  </a:lnTo>
                  <a:lnTo>
                    <a:pt x="100582" y="3048"/>
                  </a:lnTo>
                  <a:lnTo>
                    <a:pt x="100582" y="1523"/>
                  </a:lnTo>
                  <a:lnTo>
                    <a:pt x="115822" y="1523"/>
                  </a:lnTo>
                  <a:lnTo>
                    <a:pt x="115822" y="0"/>
                  </a:lnTo>
                  <a:lnTo>
                    <a:pt x="467865" y="0"/>
                  </a:lnTo>
                  <a:lnTo>
                    <a:pt x="467865" y="5635752"/>
                  </a:lnTo>
                  <a:lnTo>
                    <a:pt x="458721" y="5635752"/>
                  </a:lnTo>
                  <a:lnTo>
                    <a:pt x="458721" y="9144"/>
                  </a:lnTo>
                  <a:lnTo>
                    <a:pt x="102105" y="9144"/>
                  </a:lnTo>
                  <a:lnTo>
                    <a:pt x="96009" y="10667"/>
                  </a:lnTo>
                  <a:lnTo>
                    <a:pt x="88389" y="12191"/>
                  </a:lnTo>
                  <a:lnTo>
                    <a:pt x="82293" y="13716"/>
                  </a:lnTo>
                  <a:lnTo>
                    <a:pt x="76197" y="16764"/>
                  </a:lnTo>
                  <a:lnTo>
                    <a:pt x="68578" y="19811"/>
                  </a:lnTo>
                  <a:lnTo>
                    <a:pt x="62482" y="22859"/>
                  </a:lnTo>
                  <a:lnTo>
                    <a:pt x="56386" y="27431"/>
                  </a:lnTo>
                  <a:lnTo>
                    <a:pt x="50289" y="30480"/>
                  </a:lnTo>
                  <a:lnTo>
                    <a:pt x="45717" y="35051"/>
                  </a:lnTo>
                  <a:lnTo>
                    <a:pt x="39621" y="39623"/>
                  </a:lnTo>
                  <a:lnTo>
                    <a:pt x="35049" y="45719"/>
                  </a:lnTo>
                  <a:lnTo>
                    <a:pt x="30477" y="50291"/>
                  </a:lnTo>
                  <a:lnTo>
                    <a:pt x="25906" y="56386"/>
                  </a:lnTo>
                  <a:lnTo>
                    <a:pt x="19810" y="68578"/>
                  </a:lnTo>
                  <a:lnTo>
                    <a:pt x="16761" y="76200"/>
                  </a:lnTo>
                  <a:lnTo>
                    <a:pt x="13713" y="82296"/>
                  </a:lnTo>
                  <a:lnTo>
                    <a:pt x="12189" y="88391"/>
                  </a:lnTo>
                  <a:lnTo>
                    <a:pt x="9142" y="103628"/>
                  </a:lnTo>
                  <a:lnTo>
                    <a:pt x="7618" y="109726"/>
                  </a:lnTo>
                  <a:lnTo>
                    <a:pt x="7618" y="5628132"/>
                  </a:lnTo>
                  <a:lnTo>
                    <a:pt x="0" y="5628132"/>
                  </a:lnTo>
                  <a:close/>
                </a:path>
                <a:path w="467995" h="5636259">
                  <a:moveTo>
                    <a:pt x="0" y="5635752"/>
                  </a:moveTo>
                  <a:lnTo>
                    <a:pt x="0" y="5628132"/>
                  </a:lnTo>
                  <a:lnTo>
                    <a:pt x="458721" y="5628132"/>
                  </a:lnTo>
                  <a:lnTo>
                    <a:pt x="458721" y="5635752"/>
                  </a:lnTo>
                  <a:lnTo>
                    <a:pt x="0" y="5635752"/>
                  </a:lnTo>
                  <a:close/>
                </a:path>
              </a:pathLst>
            </a:custGeom>
            <a:solidFill>
              <a:srgbClr val="0C69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89560" y="1051559"/>
              <a:ext cx="467995" cy="506095"/>
            </a:xfrm>
            <a:custGeom>
              <a:avLst/>
              <a:gdLst/>
              <a:ahLst/>
              <a:cxnLst/>
              <a:rect l="l" t="t" r="r" b="b"/>
              <a:pathLst>
                <a:path w="467995" h="506094">
                  <a:moveTo>
                    <a:pt x="0" y="505968"/>
                  </a:moveTo>
                  <a:lnTo>
                    <a:pt x="1524" y="102108"/>
                  </a:lnTo>
                  <a:lnTo>
                    <a:pt x="2287" y="96765"/>
                  </a:lnTo>
                  <a:lnTo>
                    <a:pt x="3809" y="89158"/>
                  </a:lnTo>
                  <a:lnTo>
                    <a:pt x="7620" y="77723"/>
                  </a:lnTo>
                  <a:lnTo>
                    <a:pt x="9144" y="71628"/>
                  </a:lnTo>
                  <a:lnTo>
                    <a:pt x="10667" y="70104"/>
                  </a:lnTo>
                  <a:lnTo>
                    <a:pt x="19812" y="51816"/>
                  </a:lnTo>
                  <a:lnTo>
                    <a:pt x="21335" y="50291"/>
                  </a:lnTo>
                  <a:lnTo>
                    <a:pt x="22860" y="47243"/>
                  </a:lnTo>
                  <a:lnTo>
                    <a:pt x="25908" y="44195"/>
                  </a:lnTo>
                  <a:lnTo>
                    <a:pt x="27432" y="41147"/>
                  </a:lnTo>
                  <a:lnTo>
                    <a:pt x="35052" y="33527"/>
                  </a:lnTo>
                  <a:lnTo>
                    <a:pt x="36576" y="33527"/>
                  </a:lnTo>
                  <a:lnTo>
                    <a:pt x="42671" y="27431"/>
                  </a:lnTo>
                  <a:lnTo>
                    <a:pt x="42671" y="25908"/>
                  </a:lnTo>
                  <a:lnTo>
                    <a:pt x="45720" y="25908"/>
                  </a:lnTo>
                  <a:lnTo>
                    <a:pt x="51816" y="19812"/>
                  </a:lnTo>
                  <a:lnTo>
                    <a:pt x="51816" y="18288"/>
                  </a:lnTo>
                  <a:lnTo>
                    <a:pt x="54864" y="18287"/>
                  </a:lnTo>
                  <a:lnTo>
                    <a:pt x="54864" y="16764"/>
                  </a:lnTo>
                  <a:lnTo>
                    <a:pt x="57912" y="16764"/>
                  </a:lnTo>
                  <a:lnTo>
                    <a:pt x="57912" y="15240"/>
                  </a:lnTo>
                  <a:lnTo>
                    <a:pt x="60960" y="15239"/>
                  </a:lnTo>
                  <a:lnTo>
                    <a:pt x="62484" y="13715"/>
                  </a:lnTo>
                  <a:lnTo>
                    <a:pt x="62484" y="12496"/>
                  </a:lnTo>
                  <a:lnTo>
                    <a:pt x="62992" y="12191"/>
                  </a:lnTo>
                  <a:lnTo>
                    <a:pt x="65532" y="12191"/>
                  </a:lnTo>
                  <a:lnTo>
                    <a:pt x="65532" y="10668"/>
                  </a:lnTo>
                  <a:lnTo>
                    <a:pt x="68580" y="10667"/>
                  </a:lnTo>
                  <a:lnTo>
                    <a:pt x="70103" y="9143"/>
                  </a:lnTo>
                  <a:lnTo>
                    <a:pt x="70103" y="8382"/>
                  </a:lnTo>
                  <a:lnTo>
                    <a:pt x="71628" y="7619"/>
                  </a:lnTo>
                  <a:lnTo>
                    <a:pt x="76200" y="7619"/>
                  </a:lnTo>
                  <a:lnTo>
                    <a:pt x="76200" y="6095"/>
                  </a:lnTo>
                  <a:lnTo>
                    <a:pt x="80771" y="6095"/>
                  </a:lnTo>
                  <a:lnTo>
                    <a:pt x="80771" y="4571"/>
                  </a:lnTo>
                  <a:lnTo>
                    <a:pt x="86867" y="4571"/>
                  </a:lnTo>
                  <a:lnTo>
                    <a:pt x="86867" y="3048"/>
                  </a:lnTo>
                  <a:lnTo>
                    <a:pt x="92964" y="3047"/>
                  </a:lnTo>
                  <a:lnTo>
                    <a:pt x="92964" y="1828"/>
                  </a:lnTo>
                  <a:lnTo>
                    <a:pt x="94488" y="1523"/>
                  </a:lnTo>
                  <a:lnTo>
                    <a:pt x="115824" y="1523"/>
                  </a:lnTo>
                  <a:lnTo>
                    <a:pt x="115824" y="0"/>
                  </a:lnTo>
                  <a:lnTo>
                    <a:pt x="467868" y="0"/>
                  </a:lnTo>
                  <a:lnTo>
                    <a:pt x="467868" y="505968"/>
                  </a:lnTo>
                  <a:lnTo>
                    <a:pt x="0" y="505968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89589" y="1051559"/>
              <a:ext cx="467995" cy="506095"/>
            </a:xfrm>
            <a:custGeom>
              <a:avLst/>
              <a:gdLst/>
              <a:ahLst/>
              <a:cxnLst/>
              <a:rect l="l" t="t" r="r" b="b"/>
              <a:pathLst>
                <a:path w="467995" h="506094">
                  <a:moveTo>
                    <a:pt x="0" y="498348"/>
                  </a:moveTo>
                  <a:lnTo>
                    <a:pt x="1495" y="102108"/>
                  </a:lnTo>
                  <a:lnTo>
                    <a:pt x="3019" y="91439"/>
                  </a:lnTo>
                  <a:lnTo>
                    <a:pt x="7591" y="77723"/>
                  </a:lnTo>
                  <a:lnTo>
                    <a:pt x="9116" y="71627"/>
                  </a:lnTo>
                  <a:lnTo>
                    <a:pt x="10639" y="70103"/>
                  </a:lnTo>
                  <a:lnTo>
                    <a:pt x="19783" y="51815"/>
                  </a:lnTo>
                  <a:lnTo>
                    <a:pt x="21307" y="50291"/>
                  </a:lnTo>
                  <a:lnTo>
                    <a:pt x="22831" y="47243"/>
                  </a:lnTo>
                  <a:lnTo>
                    <a:pt x="25880" y="44195"/>
                  </a:lnTo>
                  <a:lnTo>
                    <a:pt x="27403" y="41147"/>
                  </a:lnTo>
                  <a:lnTo>
                    <a:pt x="33499" y="35052"/>
                  </a:lnTo>
                  <a:lnTo>
                    <a:pt x="33499" y="33527"/>
                  </a:lnTo>
                  <a:lnTo>
                    <a:pt x="36548" y="33527"/>
                  </a:lnTo>
                  <a:lnTo>
                    <a:pt x="42643" y="27431"/>
                  </a:lnTo>
                  <a:lnTo>
                    <a:pt x="42643" y="25908"/>
                  </a:lnTo>
                  <a:lnTo>
                    <a:pt x="45691" y="25908"/>
                  </a:lnTo>
                  <a:lnTo>
                    <a:pt x="51787" y="19812"/>
                  </a:lnTo>
                  <a:lnTo>
                    <a:pt x="51787" y="18287"/>
                  </a:lnTo>
                  <a:lnTo>
                    <a:pt x="54835" y="18287"/>
                  </a:lnTo>
                  <a:lnTo>
                    <a:pt x="54835" y="16764"/>
                  </a:lnTo>
                  <a:lnTo>
                    <a:pt x="57883" y="16764"/>
                  </a:lnTo>
                  <a:lnTo>
                    <a:pt x="57883" y="15239"/>
                  </a:lnTo>
                  <a:lnTo>
                    <a:pt x="60931" y="15239"/>
                  </a:lnTo>
                  <a:lnTo>
                    <a:pt x="62455" y="13715"/>
                  </a:lnTo>
                  <a:lnTo>
                    <a:pt x="62455" y="12191"/>
                  </a:lnTo>
                  <a:lnTo>
                    <a:pt x="65503" y="12191"/>
                  </a:lnTo>
                  <a:lnTo>
                    <a:pt x="65503" y="10667"/>
                  </a:lnTo>
                  <a:lnTo>
                    <a:pt x="68551" y="10667"/>
                  </a:lnTo>
                  <a:lnTo>
                    <a:pt x="70075" y="9143"/>
                  </a:lnTo>
                  <a:lnTo>
                    <a:pt x="70075" y="7619"/>
                  </a:lnTo>
                  <a:lnTo>
                    <a:pt x="76171" y="7619"/>
                  </a:lnTo>
                  <a:lnTo>
                    <a:pt x="76171" y="6095"/>
                  </a:lnTo>
                  <a:lnTo>
                    <a:pt x="80743" y="6095"/>
                  </a:lnTo>
                  <a:lnTo>
                    <a:pt x="80743" y="4571"/>
                  </a:lnTo>
                  <a:lnTo>
                    <a:pt x="86839" y="4571"/>
                  </a:lnTo>
                  <a:lnTo>
                    <a:pt x="86839" y="3047"/>
                  </a:lnTo>
                  <a:lnTo>
                    <a:pt x="92935" y="3047"/>
                  </a:lnTo>
                  <a:lnTo>
                    <a:pt x="92935" y="1523"/>
                  </a:lnTo>
                  <a:lnTo>
                    <a:pt x="115795" y="1523"/>
                  </a:lnTo>
                  <a:lnTo>
                    <a:pt x="115795" y="0"/>
                  </a:lnTo>
                  <a:lnTo>
                    <a:pt x="467839" y="0"/>
                  </a:lnTo>
                  <a:lnTo>
                    <a:pt x="467839" y="505968"/>
                  </a:lnTo>
                  <a:lnTo>
                    <a:pt x="458695" y="505968"/>
                  </a:lnTo>
                  <a:lnTo>
                    <a:pt x="458695" y="7620"/>
                  </a:lnTo>
                  <a:lnTo>
                    <a:pt x="102079" y="7620"/>
                  </a:lnTo>
                  <a:lnTo>
                    <a:pt x="95983" y="9144"/>
                  </a:lnTo>
                  <a:lnTo>
                    <a:pt x="88363" y="10668"/>
                  </a:lnTo>
                  <a:lnTo>
                    <a:pt x="82267" y="12192"/>
                  </a:lnTo>
                  <a:lnTo>
                    <a:pt x="76171" y="15240"/>
                  </a:lnTo>
                  <a:lnTo>
                    <a:pt x="68551" y="18287"/>
                  </a:lnTo>
                  <a:lnTo>
                    <a:pt x="62455" y="21335"/>
                  </a:lnTo>
                  <a:lnTo>
                    <a:pt x="56359" y="25908"/>
                  </a:lnTo>
                  <a:lnTo>
                    <a:pt x="50263" y="28956"/>
                  </a:lnTo>
                  <a:lnTo>
                    <a:pt x="35023" y="44196"/>
                  </a:lnTo>
                  <a:lnTo>
                    <a:pt x="30451" y="50292"/>
                  </a:lnTo>
                  <a:lnTo>
                    <a:pt x="25880" y="54863"/>
                  </a:lnTo>
                  <a:lnTo>
                    <a:pt x="22831" y="60959"/>
                  </a:lnTo>
                  <a:lnTo>
                    <a:pt x="19783" y="68578"/>
                  </a:lnTo>
                  <a:lnTo>
                    <a:pt x="13687" y="80772"/>
                  </a:lnTo>
                  <a:lnTo>
                    <a:pt x="12163" y="88392"/>
                  </a:lnTo>
                  <a:lnTo>
                    <a:pt x="10639" y="94488"/>
                  </a:lnTo>
                  <a:lnTo>
                    <a:pt x="9116" y="102104"/>
                  </a:lnTo>
                  <a:lnTo>
                    <a:pt x="7591" y="108202"/>
                  </a:lnTo>
                  <a:lnTo>
                    <a:pt x="7591" y="498348"/>
                  </a:lnTo>
                  <a:lnTo>
                    <a:pt x="0" y="498348"/>
                  </a:lnTo>
                  <a:close/>
                </a:path>
                <a:path w="467995" h="506094">
                  <a:moveTo>
                    <a:pt x="0" y="505968"/>
                  </a:moveTo>
                  <a:lnTo>
                    <a:pt x="0" y="498348"/>
                  </a:lnTo>
                  <a:lnTo>
                    <a:pt x="458695" y="498348"/>
                  </a:lnTo>
                  <a:lnTo>
                    <a:pt x="458695" y="505968"/>
                  </a:lnTo>
                  <a:lnTo>
                    <a:pt x="0" y="505968"/>
                  </a:lnTo>
                  <a:close/>
                </a:path>
              </a:pathLst>
            </a:custGeom>
            <a:solidFill>
              <a:srgbClr val="0C69B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7576" y="1187195"/>
              <a:ext cx="243839" cy="243839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765048" y="1051559"/>
              <a:ext cx="9653270" cy="5523230"/>
            </a:xfrm>
            <a:custGeom>
              <a:avLst/>
              <a:gdLst/>
              <a:ahLst/>
              <a:cxnLst/>
              <a:rect l="l" t="t" r="r" b="b"/>
              <a:pathLst>
                <a:path w="9653270" h="5523230">
                  <a:moveTo>
                    <a:pt x="4710684" y="1712976"/>
                  </a:moveTo>
                  <a:lnTo>
                    <a:pt x="71628" y="1712976"/>
                  </a:lnTo>
                  <a:lnTo>
                    <a:pt x="71628" y="5522976"/>
                  </a:lnTo>
                  <a:lnTo>
                    <a:pt x="4710684" y="5522976"/>
                  </a:lnTo>
                  <a:lnTo>
                    <a:pt x="4710684" y="1712976"/>
                  </a:lnTo>
                  <a:close/>
                </a:path>
                <a:path w="9653270" h="5523230">
                  <a:moveTo>
                    <a:pt x="9653016" y="245364"/>
                  </a:moveTo>
                  <a:lnTo>
                    <a:pt x="9651492" y="219456"/>
                  </a:lnTo>
                  <a:lnTo>
                    <a:pt x="9649968" y="208788"/>
                  </a:lnTo>
                  <a:lnTo>
                    <a:pt x="9648444" y="196608"/>
                  </a:lnTo>
                  <a:lnTo>
                    <a:pt x="9643872" y="178308"/>
                  </a:lnTo>
                  <a:lnTo>
                    <a:pt x="9634728" y="150888"/>
                  </a:lnTo>
                  <a:lnTo>
                    <a:pt x="9621012" y="123444"/>
                  </a:lnTo>
                  <a:lnTo>
                    <a:pt x="9619488" y="121920"/>
                  </a:lnTo>
                  <a:lnTo>
                    <a:pt x="9616440" y="115824"/>
                  </a:lnTo>
                  <a:lnTo>
                    <a:pt x="9614916" y="114300"/>
                  </a:lnTo>
                  <a:lnTo>
                    <a:pt x="9611868" y="108204"/>
                  </a:lnTo>
                  <a:lnTo>
                    <a:pt x="9608820" y="105156"/>
                  </a:lnTo>
                  <a:lnTo>
                    <a:pt x="9607296" y="102120"/>
                  </a:lnTo>
                  <a:lnTo>
                    <a:pt x="9604248" y="99060"/>
                  </a:lnTo>
                  <a:lnTo>
                    <a:pt x="9602724" y="96012"/>
                  </a:lnTo>
                  <a:lnTo>
                    <a:pt x="9601200" y="94488"/>
                  </a:lnTo>
                  <a:lnTo>
                    <a:pt x="9599676" y="91440"/>
                  </a:lnTo>
                  <a:lnTo>
                    <a:pt x="9582912" y="74676"/>
                  </a:lnTo>
                  <a:lnTo>
                    <a:pt x="9581388" y="71628"/>
                  </a:lnTo>
                  <a:lnTo>
                    <a:pt x="9578340" y="70104"/>
                  </a:lnTo>
                  <a:lnTo>
                    <a:pt x="9563100" y="54864"/>
                  </a:lnTo>
                  <a:lnTo>
                    <a:pt x="9560052" y="52578"/>
                  </a:lnTo>
                  <a:lnTo>
                    <a:pt x="9558528" y="51816"/>
                  </a:lnTo>
                  <a:lnTo>
                    <a:pt x="9557004" y="50292"/>
                  </a:lnTo>
                  <a:lnTo>
                    <a:pt x="9553956" y="48768"/>
                  </a:lnTo>
                  <a:lnTo>
                    <a:pt x="9550908" y="45720"/>
                  </a:lnTo>
                  <a:lnTo>
                    <a:pt x="9547860" y="44196"/>
                  </a:lnTo>
                  <a:lnTo>
                    <a:pt x="9544812" y="41148"/>
                  </a:lnTo>
                  <a:lnTo>
                    <a:pt x="9538716" y="38100"/>
                  </a:lnTo>
                  <a:lnTo>
                    <a:pt x="9537192" y="36576"/>
                  </a:lnTo>
                  <a:lnTo>
                    <a:pt x="9531096" y="33528"/>
                  </a:lnTo>
                  <a:lnTo>
                    <a:pt x="9529572" y="32004"/>
                  </a:lnTo>
                  <a:lnTo>
                    <a:pt x="9502140" y="18288"/>
                  </a:lnTo>
                  <a:lnTo>
                    <a:pt x="9474708" y="9144"/>
                  </a:lnTo>
                  <a:lnTo>
                    <a:pt x="9456420" y="4572"/>
                  </a:lnTo>
                  <a:lnTo>
                    <a:pt x="9444228" y="3048"/>
                  </a:lnTo>
                  <a:lnTo>
                    <a:pt x="9433560" y="1524"/>
                  </a:lnTo>
                  <a:lnTo>
                    <a:pt x="9407652" y="0"/>
                  </a:lnTo>
                  <a:lnTo>
                    <a:pt x="6096" y="0"/>
                  </a:lnTo>
                  <a:lnTo>
                    <a:pt x="6096" y="1524"/>
                  </a:lnTo>
                  <a:lnTo>
                    <a:pt x="1524" y="1524"/>
                  </a:lnTo>
                  <a:lnTo>
                    <a:pt x="0" y="486168"/>
                  </a:lnTo>
                  <a:lnTo>
                    <a:pt x="3048" y="489204"/>
                  </a:lnTo>
                  <a:lnTo>
                    <a:pt x="6096" y="489216"/>
                  </a:lnTo>
                  <a:lnTo>
                    <a:pt x="9648444" y="490728"/>
                  </a:lnTo>
                  <a:lnTo>
                    <a:pt x="9652000" y="487172"/>
                  </a:lnTo>
                  <a:lnTo>
                    <a:pt x="9653016" y="483108"/>
                  </a:lnTo>
                  <a:lnTo>
                    <a:pt x="9653016" y="2453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35456" y="3752088"/>
              <a:ext cx="3967480" cy="2250947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91384" y="2990088"/>
              <a:ext cx="193547" cy="82296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68268" y="3006851"/>
              <a:ext cx="68580" cy="68579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94432" y="3180588"/>
              <a:ext cx="132587" cy="70104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2851404" y="3180588"/>
              <a:ext cx="38100" cy="70485"/>
            </a:xfrm>
            <a:custGeom>
              <a:avLst/>
              <a:gdLst/>
              <a:ahLst/>
              <a:cxnLst/>
              <a:rect l="l" t="t" r="r" b="b"/>
              <a:pathLst>
                <a:path w="38100" h="70485">
                  <a:moveTo>
                    <a:pt x="22860" y="36576"/>
                  </a:moveTo>
                  <a:lnTo>
                    <a:pt x="22860" y="33528"/>
                  </a:lnTo>
                  <a:lnTo>
                    <a:pt x="27432" y="33528"/>
                  </a:lnTo>
                  <a:lnTo>
                    <a:pt x="28956" y="35052"/>
                  </a:lnTo>
                  <a:lnTo>
                    <a:pt x="30480" y="35052"/>
                  </a:lnTo>
                  <a:lnTo>
                    <a:pt x="36576" y="41148"/>
                  </a:lnTo>
                  <a:lnTo>
                    <a:pt x="36576" y="42672"/>
                  </a:lnTo>
                  <a:lnTo>
                    <a:pt x="38100" y="44196"/>
                  </a:lnTo>
                  <a:lnTo>
                    <a:pt x="38100" y="54864"/>
                  </a:lnTo>
                  <a:lnTo>
                    <a:pt x="35052" y="60960"/>
                  </a:lnTo>
                  <a:lnTo>
                    <a:pt x="30480" y="65532"/>
                  </a:lnTo>
                  <a:lnTo>
                    <a:pt x="30480" y="41148"/>
                  </a:lnTo>
                  <a:lnTo>
                    <a:pt x="24384" y="36576"/>
                  </a:lnTo>
                  <a:lnTo>
                    <a:pt x="22860" y="36576"/>
                  </a:lnTo>
                  <a:close/>
                </a:path>
                <a:path w="38100" h="70485">
                  <a:moveTo>
                    <a:pt x="3048" y="10668"/>
                  </a:moveTo>
                  <a:lnTo>
                    <a:pt x="3048" y="3048"/>
                  </a:lnTo>
                  <a:lnTo>
                    <a:pt x="6096" y="1524"/>
                  </a:lnTo>
                  <a:lnTo>
                    <a:pt x="12192" y="0"/>
                  </a:lnTo>
                  <a:lnTo>
                    <a:pt x="22860" y="0"/>
                  </a:lnTo>
                  <a:lnTo>
                    <a:pt x="24384" y="1524"/>
                  </a:lnTo>
                  <a:lnTo>
                    <a:pt x="27432" y="1524"/>
                  </a:lnTo>
                  <a:lnTo>
                    <a:pt x="33528" y="7620"/>
                  </a:lnTo>
                  <a:lnTo>
                    <a:pt x="33528" y="9144"/>
                  </a:lnTo>
                  <a:lnTo>
                    <a:pt x="35052" y="10668"/>
                  </a:lnTo>
                  <a:lnTo>
                    <a:pt x="35052" y="24384"/>
                  </a:lnTo>
                  <a:lnTo>
                    <a:pt x="30480" y="30480"/>
                  </a:lnTo>
                  <a:lnTo>
                    <a:pt x="27432" y="31699"/>
                  </a:lnTo>
                  <a:lnTo>
                    <a:pt x="27432" y="9144"/>
                  </a:lnTo>
                  <a:lnTo>
                    <a:pt x="22860" y="6096"/>
                  </a:lnTo>
                  <a:lnTo>
                    <a:pt x="10668" y="6096"/>
                  </a:lnTo>
                  <a:lnTo>
                    <a:pt x="6096" y="7620"/>
                  </a:lnTo>
                  <a:lnTo>
                    <a:pt x="3048" y="10668"/>
                  </a:lnTo>
                  <a:close/>
                </a:path>
                <a:path w="38100" h="70485">
                  <a:moveTo>
                    <a:pt x="0" y="65532"/>
                  </a:moveTo>
                  <a:lnTo>
                    <a:pt x="0" y="57912"/>
                  </a:lnTo>
                  <a:lnTo>
                    <a:pt x="9144" y="64008"/>
                  </a:lnTo>
                  <a:lnTo>
                    <a:pt x="19812" y="64008"/>
                  </a:lnTo>
                  <a:lnTo>
                    <a:pt x="21336" y="62484"/>
                  </a:lnTo>
                  <a:lnTo>
                    <a:pt x="22860" y="62484"/>
                  </a:lnTo>
                  <a:lnTo>
                    <a:pt x="25908" y="59436"/>
                  </a:lnTo>
                  <a:lnTo>
                    <a:pt x="27432" y="59436"/>
                  </a:lnTo>
                  <a:lnTo>
                    <a:pt x="28956" y="57912"/>
                  </a:lnTo>
                  <a:lnTo>
                    <a:pt x="28956" y="56388"/>
                  </a:lnTo>
                  <a:lnTo>
                    <a:pt x="30480" y="54864"/>
                  </a:lnTo>
                  <a:lnTo>
                    <a:pt x="30480" y="65532"/>
                  </a:lnTo>
                  <a:lnTo>
                    <a:pt x="24384" y="68580"/>
                  </a:lnTo>
                  <a:lnTo>
                    <a:pt x="21336" y="68580"/>
                  </a:lnTo>
                  <a:lnTo>
                    <a:pt x="18288" y="70104"/>
                  </a:lnTo>
                  <a:lnTo>
                    <a:pt x="9144" y="70104"/>
                  </a:lnTo>
                  <a:lnTo>
                    <a:pt x="4572" y="68580"/>
                  </a:lnTo>
                  <a:lnTo>
                    <a:pt x="0" y="65532"/>
                  </a:lnTo>
                  <a:close/>
                </a:path>
                <a:path w="38100" h="70485">
                  <a:moveTo>
                    <a:pt x="6096" y="36576"/>
                  </a:moveTo>
                  <a:lnTo>
                    <a:pt x="6096" y="30480"/>
                  </a:lnTo>
                  <a:lnTo>
                    <a:pt x="22860" y="30480"/>
                  </a:lnTo>
                  <a:lnTo>
                    <a:pt x="27432" y="25908"/>
                  </a:lnTo>
                  <a:lnTo>
                    <a:pt x="27432" y="31699"/>
                  </a:lnTo>
                  <a:lnTo>
                    <a:pt x="22860" y="33528"/>
                  </a:lnTo>
                  <a:lnTo>
                    <a:pt x="22860" y="36576"/>
                  </a:lnTo>
                  <a:lnTo>
                    <a:pt x="6096" y="36576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688336" y="3110483"/>
              <a:ext cx="1049020" cy="18415"/>
            </a:xfrm>
            <a:custGeom>
              <a:avLst/>
              <a:gdLst/>
              <a:ahLst/>
              <a:cxnLst/>
              <a:rect l="l" t="t" r="r" b="b"/>
              <a:pathLst>
                <a:path w="1049020" h="18414">
                  <a:moveTo>
                    <a:pt x="0" y="18288"/>
                  </a:moveTo>
                  <a:lnTo>
                    <a:pt x="0" y="0"/>
                  </a:lnTo>
                  <a:lnTo>
                    <a:pt x="1048512" y="0"/>
                  </a:lnTo>
                  <a:lnTo>
                    <a:pt x="1048512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45280" y="2988564"/>
              <a:ext cx="399287" cy="106679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17592" y="3006851"/>
              <a:ext cx="68580" cy="68579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4137660" y="3110483"/>
              <a:ext cx="1049020" cy="18415"/>
            </a:xfrm>
            <a:custGeom>
              <a:avLst/>
              <a:gdLst/>
              <a:ahLst/>
              <a:cxnLst/>
              <a:rect l="l" t="t" r="r" b="b"/>
              <a:pathLst>
                <a:path w="1049020" h="18414">
                  <a:moveTo>
                    <a:pt x="0" y="18288"/>
                  </a:moveTo>
                  <a:lnTo>
                    <a:pt x="0" y="0"/>
                  </a:lnTo>
                  <a:lnTo>
                    <a:pt x="1048511" y="0"/>
                  </a:lnTo>
                  <a:lnTo>
                    <a:pt x="1048511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594604" y="4198619"/>
              <a:ext cx="4648200" cy="2376170"/>
            </a:xfrm>
            <a:custGeom>
              <a:avLst/>
              <a:gdLst/>
              <a:ahLst/>
              <a:cxnLst/>
              <a:rect l="l" t="t" r="r" b="b"/>
              <a:pathLst>
                <a:path w="4648200" h="2376170">
                  <a:moveTo>
                    <a:pt x="0" y="2375916"/>
                  </a:moveTo>
                  <a:lnTo>
                    <a:pt x="0" y="0"/>
                  </a:lnTo>
                  <a:lnTo>
                    <a:pt x="4648200" y="0"/>
                  </a:lnTo>
                  <a:lnTo>
                    <a:pt x="4648200" y="2375916"/>
                  </a:lnTo>
                  <a:lnTo>
                    <a:pt x="0" y="23759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40324" y="4230624"/>
              <a:ext cx="1121663" cy="124968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800088" y="4232148"/>
              <a:ext cx="579120" cy="96012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6123432" y="6225539"/>
              <a:ext cx="4074160" cy="7620"/>
            </a:xfrm>
            <a:custGeom>
              <a:avLst/>
              <a:gdLst/>
              <a:ahLst/>
              <a:cxnLst/>
              <a:rect l="l" t="t" r="r" b="b"/>
              <a:pathLst>
                <a:path w="4074159" h="7620">
                  <a:moveTo>
                    <a:pt x="6095" y="6096"/>
                  </a:moveTo>
                  <a:lnTo>
                    <a:pt x="6095" y="1524"/>
                  </a:lnTo>
                  <a:lnTo>
                    <a:pt x="7619" y="1524"/>
                  </a:lnTo>
                  <a:lnTo>
                    <a:pt x="7619" y="6096"/>
                  </a:lnTo>
                  <a:lnTo>
                    <a:pt x="6095" y="6096"/>
                  </a:lnTo>
                  <a:close/>
                </a:path>
                <a:path w="4074159" h="7620">
                  <a:moveTo>
                    <a:pt x="1524" y="7620"/>
                  </a:moveTo>
                  <a:lnTo>
                    <a:pt x="1524" y="0"/>
                  </a:lnTo>
                  <a:lnTo>
                    <a:pt x="6095" y="0"/>
                  </a:lnTo>
                  <a:lnTo>
                    <a:pt x="6095" y="7620"/>
                  </a:lnTo>
                  <a:lnTo>
                    <a:pt x="1524" y="7620"/>
                  </a:lnTo>
                  <a:close/>
                </a:path>
                <a:path w="4074159" h="7620">
                  <a:moveTo>
                    <a:pt x="0" y="6096"/>
                  </a:moveTo>
                  <a:lnTo>
                    <a:pt x="0" y="1524"/>
                  </a:lnTo>
                  <a:lnTo>
                    <a:pt x="1524" y="1524"/>
                  </a:lnTo>
                  <a:lnTo>
                    <a:pt x="1524" y="6096"/>
                  </a:lnTo>
                  <a:lnTo>
                    <a:pt x="0" y="6096"/>
                  </a:lnTo>
                  <a:close/>
                </a:path>
                <a:path w="4074159" h="7620">
                  <a:moveTo>
                    <a:pt x="39624" y="6096"/>
                  </a:moveTo>
                  <a:lnTo>
                    <a:pt x="39624" y="1524"/>
                  </a:lnTo>
                  <a:lnTo>
                    <a:pt x="41148" y="1524"/>
                  </a:lnTo>
                  <a:lnTo>
                    <a:pt x="42671" y="0"/>
                  </a:lnTo>
                  <a:lnTo>
                    <a:pt x="45719" y="0"/>
                  </a:lnTo>
                  <a:lnTo>
                    <a:pt x="48767" y="3048"/>
                  </a:lnTo>
                  <a:lnTo>
                    <a:pt x="48767" y="4572"/>
                  </a:lnTo>
                  <a:lnTo>
                    <a:pt x="45719" y="7620"/>
                  </a:lnTo>
                  <a:lnTo>
                    <a:pt x="42671" y="7620"/>
                  </a:lnTo>
                  <a:lnTo>
                    <a:pt x="41148" y="6096"/>
                  </a:lnTo>
                  <a:lnTo>
                    <a:pt x="39624" y="6096"/>
                  </a:lnTo>
                  <a:close/>
                </a:path>
                <a:path w="4074159" h="7620">
                  <a:moveTo>
                    <a:pt x="86867" y="6096"/>
                  </a:moveTo>
                  <a:lnTo>
                    <a:pt x="86867" y="1524"/>
                  </a:lnTo>
                  <a:lnTo>
                    <a:pt x="88391" y="1524"/>
                  </a:lnTo>
                  <a:lnTo>
                    <a:pt x="88391" y="6096"/>
                  </a:lnTo>
                  <a:lnTo>
                    <a:pt x="86867" y="6096"/>
                  </a:lnTo>
                  <a:close/>
                </a:path>
                <a:path w="4074159" h="7620">
                  <a:moveTo>
                    <a:pt x="80771" y="6096"/>
                  </a:moveTo>
                  <a:lnTo>
                    <a:pt x="80771" y="1524"/>
                  </a:lnTo>
                  <a:lnTo>
                    <a:pt x="82295" y="0"/>
                  </a:lnTo>
                  <a:lnTo>
                    <a:pt x="86867" y="0"/>
                  </a:lnTo>
                  <a:lnTo>
                    <a:pt x="86867" y="7620"/>
                  </a:lnTo>
                  <a:lnTo>
                    <a:pt x="82295" y="7620"/>
                  </a:lnTo>
                  <a:lnTo>
                    <a:pt x="80771" y="6096"/>
                  </a:lnTo>
                  <a:close/>
                </a:path>
                <a:path w="4074159" h="7620">
                  <a:moveTo>
                    <a:pt x="121919" y="7620"/>
                  </a:moveTo>
                  <a:lnTo>
                    <a:pt x="121919" y="0"/>
                  </a:lnTo>
                  <a:lnTo>
                    <a:pt x="126491" y="0"/>
                  </a:lnTo>
                  <a:lnTo>
                    <a:pt x="128016" y="1524"/>
                  </a:lnTo>
                  <a:lnTo>
                    <a:pt x="128016" y="6096"/>
                  </a:lnTo>
                  <a:lnTo>
                    <a:pt x="126491" y="7620"/>
                  </a:lnTo>
                  <a:lnTo>
                    <a:pt x="121919" y="7620"/>
                  </a:lnTo>
                  <a:close/>
                </a:path>
                <a:path w="4074159" h="7620">
                  <a:moveTo>
                    <a:pt x="120395" y="6096"/>
                  </a:moveTo>
                  <a:lnTo>
                    <a:pt x="120395" y="1524"/>
                  </a:lnTo>
                  <a:lnTo>
                    <a:pt x="121919" y="1524"/>
                  </a:lnTo>
                  <a:lnTo>
                    <a:pt x="121919" y="6096"/>
                  </a:lnTo>
                  <a:lnTo>
                    <a:pt x="120395" y="6096"/>
                  </a:lnTo>
                  <a:close/>
                </a:path>
                <a:path w="4074159" h="7620">
                  <a:moveTo>
                    <a:pt x="160019" y="4572"/>
                  </a:moveTo>
                  <a:lnTo>
                    <a:pt x="160019" y="3048"/>
                  </a:lnTo>
                  <a:lnTo>
                    <a:pt x="163067" y="0"/>
                  </a:lnTo>
                  <a:lnTo>
                    <a:pt x="166116" y="0"/>
                  </a:lnTo>
                  <a:lnTo>
                    <a:pt x="167640" y="1524"/>
                  </a:lnTo>
                  <a:lnTo>
                    <a:pt x="169163" y="1524"/>
                  </a:lnTo>
                  <a:lnTo>
                    <a:pt x="169163" y="6096"/>
                  </a:lnTo>
                  <a:lnTo>
                    <a:pt x="167640" y="6096"/>
                  </a:lnTo>
                  <a:lnTo>
                    <a:pt x="166116" y="7620"/>
                  </a:lnTo>
                  <a:lnTo>
                    <a:pt x="163067" y="7620"/>
                  </a:lnTo>
                  <a:lnTo>
                    <a:pt x="160019" y="4572"/>
                  </a:lnTo>
                  <a:close/>
                </a:path>
                <a:path w="4074159" h="7620">
                  <a:moveTo>
                    <a:pt x="207263" y="6096"/>
                  </a:moveTo>
                  <a:lnTo>
                    <a:pt x="207263" y="1524"/>
                  </a:lnTo>
                  <a:lnTo>
                    <a:pt x="208787" y="1524"/>
                  </a:lnTo>
                  <a:lnTo>
                    <a:pt x="208787" y="6096"/>
                  </a:lnTo>
                  <a:lnTo>
                    <a:pt x="207263" y="6096"/>
                  </a:lnTo>
                  <a:close/>
                </a:path>
                <a:path w="4074159" h="7620">
                  <a:moveTo>
                    <a:pt x="202691" y="7620"/>
                  </a:moveTo>
                  <a:lnTo>
                    <a:pt x="202691" y="0"/>
                  </a:lnTo>
                  <a:lnTo>
                    <a:pt x="207263" y="0"/>
                  </a:lnTo>
                  <a:lnTo>
                    <a:pt x="207263" y="7620"/>
                  </a:lnTo>
                  <a:lnTo>
                    <a:pt x="202691" y="7620"/>
                  </a:lnTo>
                  <a:close/>
                </a:path>
                <a:path w="4074159" h="7620">
                  <a:moveTo>
                    <a:pt x="201167" y="6096"/>
                  </a:moveTo>
                  <a:lnTo>
                    <a:pt x="201167" y="1524"/>
                  </a:lnTo>
                  <a:lnTo>
                    <a:pt x="202691" y="1524"/>
                  </a:lnTo>
                  <a:lnTo>
                    <a:pt x="202691" y="6096"/>
                  </a:lnTo>
                  <a:lnTo>
                    <a:pt x="201167" y="6096"/>
                  </a:lnTo>
                  <a:close/>
                </a:path>
                <a:path w="4074159" h="7620">
                  <a:moveTo>
                    <a:pt x="240791" y="4572"/>
                  </a:moveTo>
                  <a:lnTo>
                    <a:pt x="240791" y="3048"/>
                  </a:lnTo>
                  <a:lnTo>
                    <a:pt x="243840" y="0"/>
                  </a:lnTo>
                  <a:lnTo>
                    <a:pt x="246887" y="0"/>
                  </a:lnTo>
                  <a:lnTo>
                    <a:pt x="249935" y="3048"/>
                  </a:lnTo>
                  <a:lnTo>
                    <a:pt x="249935" y="4572"/>
                  </a:lnTo>
                  <a:lnTo>
                    <a:pt x="246887" y="7620"/>
                  </a:lnTo>
                  <a:lnTo>
                    <a:pt x="243840" y="7620"/>
                  </a:lnTo>
                  <a:lnTo>
                    <a:pt x="240791" y="4572"/>
                  </a:lnTo>
                  <a:close/>
                </a:path>
                <a:path w="4074159" h="7620">
                  <a:moveTo>
                    <a:pt x="288035" y="6096"/>
                  </a:moveTo>
                  <a:lnTo>
                    <a:pt x="288035" y="1524"/>
                  </a:lnTo>
                  <a:lnTo>
                    <a:pt x="289559" y="1524"/>
                  </a:lnTo>
                  <a:lnTo>
                    <a:pt x="289559" y="6096"/>
                  </a:lnTo>
                  <a:lnTo>
                    <a:pt x="288035" y="6096"/>
                  </a:lnTo>
                  <a:close/>
                </a:path>
                <a:path w="4074159" h="7620">
                  <a:moveTo>
                    <a:pt x="283463" y="7620"/>
                  </a:moveTo>
                  <a:lnTo>
                    <a:pt x="283463" y="0"/>
                  </a:lnTo>
                  <a:lnTo>
                    <a:pt x="288035" y="0"/>
                  </a:lnTo>
                  <a:lnTo>
                    <a:pt x="288035" y="7620"/>
                  </a:lnTo>
                  <a:lnTo>
                    <a:pt x="283463" y="7620"/>
                  </a:lnTo>
                  <a:close/>
                </a:path>
                <a:path w="4074159" h="7620">
                  <a:moveTo>
                    <a:pt x="281940" y="6096"/>
                  </a:moveTo>
                  <a:lnTo>
                    <a:pt x="281940" y="1524"/>
                  </a:lnTo>
                  <a:lnTo>
                    <a:pt x="283463" y="1524"/>
                  </a:lnTo>
                  <a:lnTo>
                    <a:pt x="283463" y="6096"/>
                  </a:lnTo>
                  <a:lnTo>
                    <a:pt x="281940" y="6096"/>
                  </a:lnTo>
                  <a:close/>
                </a:path>
                <a:path w="4074159" h="7620">
                  <a:moveTo>
                    <a:pt x="323087" y="7620"/>
                  </a:moveTo>
                  <a:lnTo>
                    <a:pt x="323087" y="0"/>
                  </a:lnTo>
                  <a:lnTo>
                    <a:pt x="327659" y="0"/>
                  </a:lnTo>
                  <a:lnTo>
                    <a:pt x="329183" y="1524"/>
                  </a:lnTo>
                  <a:lnTo>
                    <a:pt x="329183" y="6096"/>
                  </a:lnTo>
                  <a:lnTo>
                    <a:pt x="327659" y="7620"/>
                  </a:lnTo>
                  <a:lnTo>
                    <a:pt x="323087" y="7620"/>
                  </a:lnTo>
                  <a:close/>
                </a:path>
                <a:path w="4074159" h="7620">
                  <a:moveTo>
                    <a:pt x="321563" y="6096"/>
                  </a:moveTo>
                  <a:lnTo>
                    <a:pt x="321563" y="1524"/>
                  </a:lnTo>
                  <a:lnTo>
                    <a:pt x="323087" y="1524"/>
                  </a:lnTo>
                  <a:lnTo>
                    <a:pt x="323087" y="6096"/>
                  </a:lnTo>
                  <a:lnTo>
                    <a:pt x="321563" y="6096"/>
                  </a:lnTo>
                  <a:close/>
                </a:path>
                <a:path w="4074159" h="7620">
                  <a:moveTo>
                    <a:pt x="368808" y="6096"/>
                  </a:moveTo>
                  <a:lnTo>
                    <a:pt x="368808" y="1524"/>
                  </a:lnTo>
                  <a:lnTo>
                    <a:pt x="370332" y="1524"/>
                  </a:lnTo>
                  <a:lnTo>
                    <a:pt x="370332" y="6096"/>
                  </a:lnTo>
                  <a:lnTo>
                    <a:pt x="368808" y="6096"/>
                  </a:lnTo>
                  <a:close/>
                </a:path>
                <a:path w="4074159" h="7620">
                  <a:moveTo>
                    <a:pt x="362711" y="6096"/>
                  </a:moveTo>
                  <a:lnTo>
                    <a:pt x="362711" y="1524"/>
                  </a:lnTo>
                  <a:lnTo>
                    <a:pt x="364235" y="0"/>
                  </a:lnTo>
                  <a:lnTo>
                    <a:pt x="368808" y="0"/>
                  </a:lnTo>
                  <a:lnTo>
                    <a:pt x="368808" y="7620"/>
                  </a:lnTo>
                  <a:lnTo>
                    <a:pt x="364235" y="7620"/>
                  </a:lnTo>
                  <a:lnTo>
                    <a:pt x="362711" y="6096"/>
                  </a:lnTo>
                  <a:close/>
                </a:path>
                <a:path w="4074159" h="7620">
                  <a:moveTo>
                    <a:pt x="408432" y="6096"/>
                  </a:moveTo>
                  <a:lnTo>
                    <a:pt x="408432" y="1524"/>
                  </a:lnTo>
                  <a:lnTo>
                    <a:pt x="409955" y="1524"/>
                  </a:lnTo>
                  <a:lnTo>
                    <a:pt x="409955" y="6096"/>
                  </a:lnTo>
                  <a:lnTo>
                    <a:pt x="408432" y="6096"/>
                  </a:lnTo>
                  <a:close/>
                </a:path>
                <a:path w="4074159" h="7620">
                  <a:moveTo>
                    <a:pt x="403859" y="7620"/>
                  </a:moveTo>
                  <a:lnTo>
                    <a:pt x="403859" y="0"/>
                  </a:lnTo>
                  <a:lnTo>
                    <a:pt x="408432" y="0"/>
                  </a:lnTo>
                  <a:lnTo>
                    <a:pt x="408432" y="7620"/>
                  </a:lnTo>
                  <a:lnTo>
                    <a:pt x="403859" y="7620"/>
                  </a:lnTo>
                  <a:close/>
                </a:path>
                <a:path w="4074159" h="7620">
                  <a:moveTo>
                    <a:pt x="402335" y="6096"/>
                  </a:moveTo>
                  <a:lnTo>
                    <a:pt x="402335" y="1524"/>
                  </a:lnTo>
                  <a:lnTo>
                    <a:pt x="403859" y="1524"/>
                  </a:lnTo>
                  <a:lnTo>
                    <a:pt x="403859" y="6096"/>
                  </a:lnTo>
                  <a:lnTo>
                    <a:pt x="402335" y="6096"/>
                  </a:lnTo>
                  <a:close/>
                </a:path>
                <a:path w="4074159" h="7620">
                  <a:moveTo>
                    <a:pt x="441959" y="4572"/>
                  </a:moveTo>
                  <a:lnTo>
                    <a:pt x="441959" y="3048"/>
                  </a:lnTo>
                  <a:lnTo>
                    <a:pt x="445008" y="0"/>
                  </a:lnTo>
                  <a:lnTo>
                    <a:pt x="448055" y="0"/>
                  </a:lnTo>
                  <a:lnTo>
                    <a:pt x="451103" y="3048"/>
                  </a:lnTo>
                  <a:lnTo>
                    <a:pt x="451103" y="4572"/>
                  </a:lnTo>
                  <a:lnTo>
                    <a:pt x="448055" y="7620"/>
                  </a:lnTo>
                  <a:lnTo>
                    <a:pt x="445008" y="7620"/>
                  </a:lnTo>
                  <a:lnTo>
                    <a:pt x="441959" y="4572"/>
                  </a:lnTo>
                  <a:close/>
                </a:path>
                <a:path w="4074159" h="7620">
                  <a:moveTo>
                    <a:pt x="489203" y="6096"/>
                  </a:moveTo>
                  <a:lnTo>
                    <a:pt x="489203" y="1524"/>
                  </a:lnTo>
                  <a:lnTo>
                    <a:pt x="490727" y="1524"/>
                  </a:lnTo>
                  <a:lnTo>
                    <a:pt x="490727" y="6096"/>
                  </a:lnTo>
                  <a:lnTo>
                    <a:pt x="489203" y="6096"/>
                  </a:lnTo>
                  <a:close/>
                </a:path>
                <a:path w="4074159" h="7620">
                  <a:moveTo>
                    <a:pt x="484632" y="7620"/>
                  </a:moveTo>
                  <a:lnTo>
                    <a:pt x="484632" y="0"/>
                  </a:lnTo>
                  <a:lnTo>
                    <a:pt x="489203" y="0"/>
                  </a:lnTo>
                  <a:lnTo>
                    <a:pt x="489203" y="7620"/>
                  </a:lnTo>
                  <a:lnTo>
                    <a:pt x="484632" y="7620"/>
                  </a:lnTo>
                  <a:close/>
                </a:path>
                <a:path w="4074159" h="7620">
                  <a:moveTo>
                    <a:pt x="483108" y="6096"/>
                  </a:moveTo>
                  <a:lnTo>
                    <a:pt x="483108" y="1524"/>
                  </a:lnTo>
                  <a:lnTo>
                    <a:pt x="484632" y="1524"/>
                  </a:lnTo>
                  <a:lnTo>
                    <a:pt x="484632" y="6096"/>
                  </a:lnTo>
                  <a:lnTo>
                    <a:pt x="483108" y="6096"/>
                  </a:lnTo>
                  <a:close/>
                </a:path>
                <a:path w="4074159" h="7620">
                  <a:moveTo>
                    <a:pt x="522732" y="6096"/>
                  </a:moveTo>
                  <a:lnTo>
                    <a:pt x="522732" y="1524"/>
                  </a:lnTo>
                  <a:lnTo>
                    <a:pt x="524255" y="1524"/>
                  </a:lnTo>
                  <a:lnTo>
                    <a:pt x="525779" y="0"/>
                  </a:lnTo>
                  <a:lnTo>
                    <a:pt x="528827" y="0"/>
                  </a:lnTo>
                  <a:lnTo>
                    <a:pt x="531875" y="3048"/>
                  </a:lnTo>
                  <a:lnTo>
                    <a:pt x="531875" y="4572"/>
                  </a:lnTo>
                  <a:lnTo>
                    <a:pt x="528827" y="7620"/>
                  </a:lnTo>
                  <a:lnTo>
                    <a:pt x="525779" y="7620"/>
                  </a:lnTo>
                  <a:lnTo>
                    <a:pt x="524255" y="6096"/>
                  </a:lnTo>
                  <a:lnTo>
                    <a:pt x="522732" y="6096"/>
                  </a:lnTo>
                  <a:close/>
                </a:path>
                <a:path w="4074159" h="7620">
                  <a:moveTo>
                    <a:pt x="569975" y="6096"/>
                  </a:moveTo>
                  <a:lnTo>
                    <a:pt x="569975" y="1524"/>
                  </a:lnTo>
                  <a:lnTo>
                    <a:pt x="571500" y="1524"/>
                  </a:lnTo>
                  <a:lnTo>
                    <a:pt x="571500" y="6096"/>
                  </a:lnTo>
                  <a:lnTo>
                    <a:pt x="569975" y="6096"/>
                  </a:lnTo>
                  <a:close/>
                </a:path>
                <a:path w="4074159" h="7620">
                  <a:moveTo>
                    <a:pt x="563879" y="6096"/>
                  </a:moveTo>
                  <a:lnTo>
                    <a:pt x="563879" y="1524"/>
                  </a:lnTo>
                  <a:lnTo>
                    <a:pt x="565403" y="0"/>
                  </a:lnTo>
                  <a:lnTo>
                    <a:pt x="569975" y="0"/>
                  </a:lnTo>
                  <a:lnTo>
                    <a:pt x="569975" y="7620"/>
                  </a:lnTo>
                  <a:lnTo>
                    <a:pt x="565403" y="7620"/>
                  </a:lnTo>
                  <a:lnTo>
                    <a:pt x="563879" y="6096"/>
                  </a:lnTo>
                  <a:close/>
                </a:path>
                <a:path w="4074159" h="7620">
                  <a:moveTo>
                    <a:pt x="605027" y="7620"/>
                  </a:moveTo>
                  <a:lnTo>
                    <a:pt x="605027" y="0"/>
                  </a:lnTo>
                  <a:lnTo>
                    <a:pt x="609600" y="0"/>
                  </a:lnTo>
                  <a:lnTo>
                    <a:pt x="611124" y="1524"/>
                  </a:lnTo>
                  <a:lnTo>
                    <a:pt x="611124" y="6096"/>
                  </a:lnTo>
                  <a:lnTo>
                    <a:pt x="609600" y="7620"/>
                  </a:lnTo>
                  <a:lnTo>
                    <a:pt x="605027" y="7620"/>
                  </a:lnTo>
                  <a:close/>
                </a:path>
                <a:path w="4074159" h="7620">
                  <a:moveTo>
                    <a:pt x="603503" y="6096"/>
                  </a:moveTo>
                  <a:lnTo>
                    <a:pt x="603503" y="1524"/>
                  </a:lnTo>
                  <a:lnTo>
                    <a:pt x="605027" y="1524"/>
                  </a:lnTo>
                  <a:lnTo>
                    <a:pt x="605027" y="6096"/>
                  </a:lnTo>
                  <a:lnTo>
                    <a:pt x="603503" y="6096"/>
                  </a:lnTo>
                  <a:close/>
                </a:path>
                <a:path w="4074159" h="7620">
                  <a:moveTo>
                    <a:pt x="643127" y="4572"/>
                  </a:moveTo>
                  <a:lnTo>
                    <a:pt x="643127" y="3048"/>
                  </a:lnTo>
                  <a:lnTo>
                    <a:pt x="646175" y="0"/>
                  </a:lnTo>
                  <a:lnTo>
                    <a:pt x="649224" y="0"/>
                  </a:lnTo>
                  <a:lnTo>
                    <a:pt x="652271" y="3048"/>
                  </a:lnTo>
                  <a:lnTo>
                    <a:pt x="652271" y="4572"/>
                  </a:lnTo>
                  <a:lnTo>
                    <a:pt x="649224" y="7620"/>
                  </a:lnTo>
                  <a:lnTo>
                    <a:pt x="646175" y="7620"/>
                  </a:lnTo>
                  <a:lnTo>
                    <a:pt x="643127" y="4572"/>
                  </a:lnTo>
                  <a:close/>
                </a:path>
                <a:path w="4074159" h="7620">
                  <a:moveTo>
                    <a:pt x="690371" y="6096"/>
                  </a:moveTo>
                  <a:lnTo>
                    <a:pt x="690371" y="1524"/>
                  </a:lnTo>
                  <a:lnTo>
                    <a:pt x="691895" y="1524"/>
                  </a:lnTo>
                  <a:lnTo>
                    <a:pt x="691895" y="6096"/>
                  </a:lnTo>
                  <a:lnTo>
                    <a:pt x="690371" y="6096"/>
                  </a:lnTo>
                  <a:close/>
                </a:path>
                <a:path w="4074159" h="7620">
                  <a:moveTo>
                    <a:pt x="685800" y="7620"/>
                  </a:moveTo>
                  <a:lnTo>
                    <a:pt x="685800" y="0"/>
                  </a:lnTo>
                  <a:lnTo>
                    <a:pt x="690371" y="0"/>
                  </a:lnTo>
                  <a:lnTo>
                    <a:pt x="690371" y="7620"/>
                  </a:lnTo>
                  <a:lnTo>
                    <a:pt x="685800" y="7620"/>
                  </a:lnTo>
                  <a:close/>
                </a:path>
                <a:path w="4074159" h="7620">
                  <a:moveTo>
                    <a:pt x="684275" y="6096"/>
                  </a:moveTo>
                  <a:lnTo>
                    <a:pt x="684275" y="1524"/>
                  </a:lnTo>
                  <a:lnTo>
                    <a:pt x="685800" y="1524"/>
                  </a:lnTo>
                  <a:lnTo>
                    <a:pt x="685800" y="6096"/>
                  </a:lnTo>
                  <a:lnTo>
                    <a:pt x="684275" y="6096"/>
                  </a:lnTo>
                  <a:close/>
                </a:path>
                <a:path w="4074159" h="7620">
                  <a:moveTo>
                    <a:pt x="723900" y="4572"/>
                  </a:moveTo>
                  <a:lnTo>
                    <a:pt x="723900" y="3048"/>
                  </a:lnTo>
                  <a:lnTo>
                    <a:pt x="726948" y="0"/>
                  </a:lnTo>
                  <a:lnTo>
                    <a:pt x="729995" y="0"/>
                  </a:lnTo>
                  <a:lnTo>
                    <a:pt x="733043" y="3048"/>
                  </a:lnTo>
                  <a:lnTo>
                    <a:pt x="733043" y="4572"/>
                  </a:lnTo>
                  <a:lnTo>
                    <a:pt x="729995" y="7620"/>
                  </a:lnTo>
                  <a:lnTo>
                    <a:pt x="726948" y="7620"/>
                  </a:lnTo>
                  <a:lnTo>
                    <a:pt x="723900" y="4572"/>
                  </a:lnTo>
                  <a:close/>
                </a:path>
                <a:path w="4074159" h="7620">
                  <a:moveTo>
                    <a:pt x="771143" y="6096"/>
                  </a:moveTo>
                  <a:lnTo>
                    <a:pt x="771143" y="1524"/>
                  </a:lnTo>
                  <a:lnTo>
                    <a:pt x="772667" y="1524"/>
                  </a:lnTo>
                  <a:lnTo>
                    <a:pt x="772667" y="6096"/>
                  </a:lnTo>
                  <a:lnTo>
                    <a:pt x="771143" y="6096"/>
                  </a:lnTo>
                  <a:close/>
                </a:path>
                <a:path w="4074159" h="7620">
                  <a:moveTo>
                    <a:pt x="765048" y="6096"/>
                  </a:moveTo>
                  <a:lnTo>
                    <a:pt x="765048" y="1524"/>
                  </a:lnTo>
                  <a:lnTo>
                    <a:pt x="766571" y="0"/>
                  </a:lnTo>
                  <a:lnTo>
                    <a:pt x="771143" y="0"/>
                  </a:lnTo>
                  <a:lnTo>
                    <a:pt x="771143" y="7620"/>
                  </a:lnTo>
                  <a:lnTo>
                    <a:pt x="766571" y="7620"/>
                  </a:lnTo>
                  <a:lnTo>
                    <a:pt x="765048" y="6096"/>
                  </a:lnTo>
                  <a:close/>
                </a:path>
                <a:path w="4074159" h="7620">
                  <a:moveTo>
                    <a:pt x="806195" y="7620"/>
                  </a:moveTo>
                  <a:lnTo>
                    <a:pt x="806195" y="0"/>
                  </a:lnTo>
                  <a:lnTo>
                    <a:pt x="810767" y="0"/>
                  </a:lnTo>
                  <a:lnTo>
                    <a:pt x="812292" y="1524"/>
                  </a:lnTo>
                  <a:lnTo>
                    <a:pt x="812292" y="6096"/>
                  </a:lnTo>
                  <a:lnTo>
                    <a:pt x="810767" y="7620"/>
                  </a:lnTo>
                  <a:lnTo>
                    <a:pt x="806195" y="7620"/>
                  </a:lnTo>
                  <a:close/>
                </a:path>
                <a:path w="4074159" h="7620">
                  <a:moveTo>
                    <a:pt x="804671" y="6096"/>
                  </a:moveTo>
                  <a:lnTo>
                    <a:pt x="804671" y="1524"/>
                  </a:lnTo>
                  <a:lnTo>
                    <a:pt x="806195" y="1524"/>
                  </a:lnTo>
                  <a:lnTo>
                    <a:pt x="806195" y="6096"/>
                  </a:lnTo>
                  <a:lnTo>
                    <a:pt x="804671" y="6096"/>
                  </a:lnTo>
                  <a:close/>
                </a:path>
                <a:path w="4074159" h="7620">
                  <a:moveTo>
                    <a:pt x="851916" y="6096"/>
                  </a:moveTo>
                  <a:lnTo>
                    <a:pt x="851916" y="1524"/>
                  </a:lnTo>
                  <a:lnTo>
                    <a:pt x="853440" y="1524"/>
                  </a:lnTo>
                  <a:lnTo>
                    <a:pt x="853440" y="6096"/>
                  </a:lnTo>
                  <a:lnTo>
                    <a:pt x="851916" y="6096"/>
                  </a:lnTo>
                  <a:close/>
                </a:path>
                <a:path w="4074159" h="7620">
                  <a:moveTo>
                    <a:pt x="845819" y="6096"/>
                  </a:moveTo>
                  <a:lnTo>
                    <a:pt x="845819" y="1524"/>
                  </a:lnTo>
                  <a:lnTo>
                    <a:pt x="847343" y="0"/>
                  </a:lnTo>
                  <a:lnTo>
                    <a:pt x="851916" y="0"/>
                  </a:lnTo>
                  <a:lnTo>
                    <a:pt x="851916" y="7620"/>
                  </a:lnTo>
                  <a:lnTo>
                    <a:pt x="847343" y="7620"/>
                  </a:lnTo>
                  <a:lnTo>
                    <a:pt x="845819" y="6096"/>
                  </a:lnTo>
                  <a:close/>
                </a:path>
                <a:path w="4074159" h="7620">
                  <a:moveTo>
                    <a:pt x="891540" y="6096"/>
                  </a:moveTo>
                  <a:lnTo>
                    <a:pt x="891540" y="1524"/>
                  </a:lnTo>
                  <a:lnTo>
                    <a:pt x="893063" y="1524"/>
                  </a:lnTo>
                  <a:lnTo>
                    <a:pt x="893063" y="6096"/>
                  </a:lnTo>
                  <a:lnTo>
                    <a:pt x="891540" y="6096"/>
                  </a:lnTo>
                  <a:close/>
                </a:path>
                <a:path w="4074159" h="7620">
                  <a:moveTo>
                    <a:pt x="886967" y="7620"/>
                  </a:moveTo>
                  <a:lnTo>
                    <a:pt x="886967" y="0"/>
                  </a:lnTo>
                  <a:lnTo>
                    <a:pt x="891540" y="0"/>
                  </a:lnTo>
                  <a:lnTo>
                    <a:pt x="891540" y="7620"/>
                  </a:lnTo>
                  <a:lnTo>
                    <a:pt x="886967" y="7620"/>
                  </a:lnTo>
                  <a:close/>
                </a:path>
                <a:path w="4074159" h="7620">
                  <a:moveTo>
                    <a:pt x="885443" y="6096"/>
                  </a:moveTo>
                  <a:lnTo>
                    <a:pt x="885443" y="1524"/>
                  </a:lnTo>
                  <a:lnTo>
                    <a:pt x="886967" y="1524"/>
                  </a:lnTo>
                  <a:lnTo>
                    <a:pt x="886967" y="6096"/>
                  </a:lnTo>
                  <a:lnTo>
                    <a:pt x="885443" y="6096"/>
                  </a:lnTo>
                  <a:close/>
                </a:path>
                <a:path w="4074159" h="7620">
                  <a:moveTo>
                    <a:pt x="925067" y="4572"/>
                  </a:moveTo>
                  <a:lnTo>
                    <a:pt x="925067" y="3048"/>
                  </a:lnTo>
                  <a:lnTo>
                    <a:pt x="928116" y="0"/>
                  </a:lnTo>
                  <a:lnTo>
                    <a:pt x="931163" y="0"/>
                  </a:lnTo>
                  <a:lnTo>
                    <a:pt x="934211" y="3048"/>
                  </a:lnTo>
                  <a:lnTo>
                    <a:pt x="934211" y="4572"/>
                  </a:lnTo>
                  <a:lnTo>
                    <a:pt x="931163" y="7620"/>
                  </a:lnTo>
                  <a:lnTo>
                    <a:pt x="928116" y="7620"/>
                  </a:lnTo>
                  <a:lnTo>
                    <a:pt x="925067" y="4572"/>
                  </a:lnTo>
                  <a:close/>
                </a:path>
                <a:path w="4074159" h="7620">
                  <a:moveTo>
                    <a:pt x="972311" y="6096"/>
                  </a:moveTo>
                  <a:lnTo>
                    <a:pt x="972311" y="1524"/>
                  </a:lnTo>
                  <a:lnTo>
                    <a:pt x="973835" y="1524"/>
                  </a:lnTo>
                  <a:lnTo>
                    <a:pt x="973835" y="6096"/>
                  </a:lnTo>
                  <a:lnTo>
                    <a:pt x="972311" y="6096"/>
                  </a:lnTo>
                  <a:close/>
                </a:path>
                <a:path w="4074159" h="7620">
                  <a:moveTo>
                    <a:pt x="967740" y="7620"/>
                  </a:moveTo>
                  <a:lnTo>
                    <a:pt x="967740" y="0"/>
                  </a:lnTo>
                  <a:lnTo>
                    <a:pt x="972311" y="0"/>
                  </a:lnTo>
                  <a:lnTo>
                    <a:pt x="972311" y="7620"/>
                  </a:lnTo>
                  <a:lnTo>
                    <a:pt x="967740" y="7620"/>
                  </a:lnTo>
                  <a:close/>
                </a:path>
                <a:path w="4074159" h="7620">
                  <a:moveTo>
                    <a:pt x="966216" y="6096"/>
                  </a:moveTo>
                  <a:lnTo>
                    <a:pt x="966216" y="1524"/>
                  </a:lnTo>
                  <a:lnTo>
                    <a:pt x="967740" y="1524"/>
                  </a:lnTo>
                  <a:lnTo>
                    <a:pt x="967740" y="6096"/>
                  </a:lnTo>
                  <a:lnTo>
                    <a:pt x="966216" y="6096"/>
                  </a:lnTo>
                  <a:close/>
                </a:path>
                <a:path w="4074159" h="7620">
                  <a:moveTo>
                    <a:pt x="1005840" y="6096"/>
                  </a:moveTo>
                  <a:lnTo>
                    <a:pt x="1005840" y="1524"/>
                  </a:lnTo>
                  <a:lnTo>
                    <a:pt x="1007363" y="1524"/>
                  </a:lnTo>
                  <a:lnTo>
                    <a:pt x="1008887" y="0"/>
                  </a:lnTo>
                  <a:lnTo>
                    <a:pt x="1011935" y="0"/>
                  </a:lnTo>
                  <a:lnTo>
                    <a:pt x="1013459" y="1524"/>
                  </a:lnTo>
                  <a:lnTo>
                    <a:pt x="1013459" y="6096"/>
                  </a:lnTo>
                  <a:lnTo>
                    <a:pt x="1011935" y="7620"/>
                  </a:lnTo>
                  <a:lnTo>
                    <a:pt x="1008887" y="7620"/>
                  </a:lnTo>
                  <a:lnTo>
                    <a:pt x="1007363" y="6096"/>
                  </a:lnTo>
                  <a:lnTo>
                    <a:pt x="1005840" y="6096"/>
                  </a:lnTo>
                  <a:close/>
                </a:path>
                <a:path w="4074159" h="7620">
                  <a:moveTo>
                    <a:pt x="1053084" y="6096"/>
                  </a:moveTo>
                  <a:lnTo>
                    <a:pt x="1053084" y="1524"/>
                  </a:lnTo>
                  <a:lnTo>
                    <a:pt x="1054608" y="1524"/>
                  </a:lnTo>
                  <a:lnTo>
                    <a:pt x="1054608" y="6096"/>
                  </a:lnTo>
                  <a:lnTo>
                    <a:pt x="1053084" y="6096"/>
                  </a:lnTo>
                  <a:close/>
                </a:path>
                <a:path w="4074159" h="7620">
                  <a:moveTo>
                    <a:pt x="1046987" y="6096"/>
                  </a:moveTo>
                  <a:lnTo>
                    <a:pt x="1046987" y="1524"/>
                  </a:lnTo>
                  <a:lnTo>
                    <a:pt x="1048511" y="0"/>
                  </a:lnTo>
                  <a:lnTo>
                    <a:pt x="1053084" y="0"/>
                  </a:lnTo>
                  <a:lnTo>
                    <a:pt x="1053084" y="7620"/>
                  </a:lnTo>
                  <a:lnTo>
                    <a:pt x="1048511" y="7620"/>
                  </a:lnTo>
                  <a:lnTo>
                    <a:pt x="1046987" y="6096"/>
                  </a:lnTo>
                  <a:close/>
                </a:path>
                <a:path w="4074159" h="7620">
                  <a:moveTo>
                    <a:pt x="1088135" y="7620"/>
                  </a:moveTo>
                  <a:lnTo>
                    <a:pt x="1088135" y="0"/>
                  </a:lnTo>
                  <a:lnTo>
                    <a:pt x="1092708" y="0"/>
                  </a:lnTo>
                  <a:lnTo>
                    <a:pt x="1094232" y="1524"/>
                  </a:lnTo>
                  <a:lnTo>
                    <a:pt x="1094232" y="6096"/>
                  </a:lnTo>
                  <a:lnTo>
                    <a:pt x="1092708" y="7620"/>
                  </a:lnTo>
                  <a:lnTo>
                    <a:pt x="1088135" y="7620"/>
                  </a:lnTo>
                  <a:close/>
                </a:path>
                <a:path w="4074159" h="7620">
                  <a:moveTo>
                    <a:pt x="1086611" y="6096"/>
                  </a:moveTo>
                  <a:lnTo>
                    <a:pt x="1086611" y="1524"/>
                  </a:lnTo>
                  <a:lnTo>
                    <a:pt x="1088135" y="1524"/>
                  </a:lnTo>
                  <a:lnTo>
                    <a:pt x="1088135" y="6096"/>
                  </a:lnTo>
                  <a:lnTo>
                    <a:pt x="1086611" y="6096"/>
                  </a:lnTo>
                  <a:close/>
                </a:path>
                <a:path w="4074159" h="7620">
                  <a:moveTo>
                    <a:pt x="1126235" y="4572"/>
                  </a:moveTo>
                  <a:lnTo>
                    <a:pt x="1126235" y="3048"/>
                  </a:lnTo>
                  <a:lnTo>
                    <a:pt x="1129284" y="0"/>
                  </a:lnTo>
                  <a:lnTo>
                    <a:pt x="1132332" y="0"/>
                  </a:lnTo>
                  <a:lnTo>
                    <a:pt x="1135379" y="3048"/>
                  </a:lnTo>
                  <a:lnTo>
                    <a:pt x="1135379" y="4572"/>
                  </a:lnTo>
                  <a:lnTo>
                    <a:pt x="1132332" y="7620"/>
                  </a:lnTo>
                  <a:lnTo>
                    <a:pt x="1129284" y="7620"/>
                  </a:lnTo>
                  <a:lnTo>
                    <a:pt x="1126235" y="4572"/>
                  </a:lnTo>
                  <a:close/>
                </a:path>
                <a:path w="4074159" h="7620">
                  <a:moveTo>
                    <a:pt x="1173479" y="6096"/>
                  </a:moveTo>
                  <a:lnTo>
                    <a:pt x="1173479" y="1524"/>
                  </a:lnTo>
                  <a:lnTo>
                    <a:pt x="1175003" y="1524"/>
                  </a:lnTo>
                  <a:lnTo>
                    <a:pt x="1175003" y="6096"/>
                  </a:lnTo>
                  <a:lnTo>
                    <a:pt x="1173479" y="6096"/>
                  </a:lnTo>
                  <a:close/>
                </a:path>
                <a:path w="4074159" h="7620">
                  <a:moveTo>
                    <a:pt x="1168908" y="7620"/>
                  </a:moveTo>
                  <a:lnTo>
                    <a:pt x="1168908" y="0"/>
                  </a:lnTo>
                  <a:lnTo>
                    <a:pt x="1173479" y="0"/>
                  </a:lnTo>
                  <a:lnTo>
                    <a:pt x="1173479" y="7620"/>
                  </a:lnTo>
                  <a:lnTo>
                    <a:pt x="1168908" y="7620"/>
                  </a:lnTo>
                  <a:close/>
                </a:path>
                <a:path w="4074159" h="7620">
                  <a:moveTo>
                    <a:pt x="1167384" y="6096"/>
                  </a:moveTo>
                  <a:lnTo>
                    <a:pt x="1167384" y="1524"/>
                  </a:lnTo>
                  <a:lnTo>
                    <a:pt x="1168908" y="1524"/>
                  </a:lnTo>
                  <a:lnTo>
                    <a:pt x="1168908" y="6096"/>
                  </a:lnTo>
                  <a:lnTo>
                    <a:pt x="1167384" y="6096"/>
                  </a:lnTo>
                  <a:close/>
                </a:path>
                <a:path w="4074159" h="7620">
                  <a:moveTo>
                    <a:pt x="1207008" y="4572"/>
                  </a:moveTo>
                  <a:lnTo>
                    <a:pt x="1207008" y="3048"/>
                  </a:lnTo>
                  <a:lnTo>
                    <a:pt x="1210055" y="0"/>
                  </a:lnTo>
                  <a:lnTo>
                    <a:pt x="1213103" y="0"/>
                  </a:lnTo>
                  <a:lnTo>
                    <a:pt x="1216151" y="3048"/>
                  </a:lnTo>
                  <a:lnTo>
                    <a:pt x="1216151" y="4572"/>
                  </a:lnTo>
                  <a:lnTo>
                    <a:pt x="1213103" y="7620"/>
                  </a:lnTo>
                  <a:lnTo>
                    <a:pt x="1210055" y="7620"/>
                  </a:lnTo>
                  <a:lnTo>
                    <a:pt x="1207008" y="4572"/>
                  </a:lnTo>
                  <a:close/>
                </a:path>
                <a:path w="4074159" h="7620">
                  <a:moveTo>
                    <a:pt x="1254251" y="6096"/>
                  </a:moveTo>
                  <a:lnTo>
                    <a:pt x="1254251" y="1524"/>
                  </a:lnTo>
                  <a:lnTo>
                    <a:pt x="1255776" y="1524"/>
                  </a:lnTo>
                  <a:lnTo>
                    <a:pt x="1255776" y="6096"/>
                  </a:lnTo>
                  <a:lnTo>
                    <a:pt x="1254251" y="6096"/>
                  </a:lnTo>
                  <a:close/>
                </a:path>
                <a:path w="4074159" h="7620">
                  <a:moveTo>
                    <a:pt x="1248155" y="6096"/>
                  </a:moveTo>
                  <a:lnTo>
                    <a:pt x="1248155" y="1524"/>
                  </a:lnTo>
                  <a:lnTo>
                    <a:pt x="1249679" y="0"/>
                  </a:lnTo>
                  <a:lnTo>
                    <a:pt x="1254251" y="0"/>
                  </a:lnTo>
                  <a:lnTo>
                    <a:pt x="1254251" y="7620"/>
                  </a:lnTo>
                  <a:lnTo>
                    <a:pt x="1249679" y="7620"/>
                  </a:lnTo>
                  <a:lnTo>
                    <a:pt x="1248155" y="6096"/>
                  </a:lnTo>
                  <a:close/>
                </a:path>
                <a:path w="4074159" h="7620">
                  <a:moveTo>
                    <a:pt x="1289303" y="7620"/>
                  </a:moveTo>
                  <a:lnTo>
                    <a:pt x="1289303" y="0"/>
                  </a:lnTo>
                  <a:lnTo>
                    <a:pt x="1293876" y="0"/>
                  </a:lnTo>
                  <a:lnTo>
                    <a:pt x="1295400" y="1524"/>
                  </a:lnTo>
                  <a:lnTo>
                    <a:pt x="1295400" y="6096"/>
                  </a:lnTo>
                  <a:lnTo>
                    <a:pt x="1293876" y="7620"/>
                  </a:lnTo>
                  <a:lnTo>
                    <a:pt x="1289303" y="7620"/>
                  </a:lnTo>
                  <a:close/>
                </a:path>
                <a:path w="4074159" h="7620">
                  <a:moveTo>
                    <a:pt x="1287779" y="6096"/>
                  </a:moveTo>
                  <a:lnTo>
                    <a:pt x="1287779" y="1524"/>
                  </a:lnTo>
                  <a:lnTo>
                    <a:pt x="1289303" y="1524"/>
                  </a:lnTo>
                  <a:lnTo>
                    <a:pt x="1289303" y="6096"/>
                  </a:lnTo>
                  <a:lnTo>
                    <a:pt x="1287779" y="6096"/>
                  </a:lnTo>
                  <a:close/>
                </a:path>
                <a:path w="4074159" h="7620">
                  <a:moveTo>
                    <a:pt x="1335024" y="6096"/>
                  </a:moveTo>
                  <a:lnTo>
                    <a:pt x="1335024" y="1524"/>
                  </a:lnTo>
                  <a:lnTo>
                    <a:pt x="1336548" y="1524"/>
                  </a:lnTo>
                  <a:lnTo>
                    <a:pt x="1336548" y="6096"/>
                  </a:lnTo>
                  <a:lnTo>
                    <a:pt x="1335024" y="6096"/>
                  </a:lnTo>
                  <a:close/>
                </a:path>
                <a:path w="4074159" h="7620">
                  <a:moveTo>
                    <a:pt x="1328927" y="6096"/>
                  </a:moveTo>
                  <a:lnTo>
                    <a:pt x="1328927" y="1524"/>
                  </a:lnTo>
                  <a:lnTo>
                    <a:pt x="1330451" y="0"/>
                  </a:lnTo>
                  <a:lnTo>
                    <a:pt x="1335024" y="0"/>
                  </a:lnTo>
                  <a:lnTo>
                    <a:pt x="1335024" y="7620"/>
                  </a:lnTo>
                  <a:lnTo>
                    <a:pt x="1330451" y="7620"/>
                  </a:lnTo>
                  <a:lnTo>
                    <a:pt x="1328927" y="6096"/>
                  </a:lnTo>
                  <a:close/>
                </a:path>
                <a:path w="4074159" h="7620">
                  <a:moveTo>
                    <a:pt x="1374648" y="6096"/>
                  </a:moveTo>
                  <a:lnTo>
                    <a:pt x="1374648" y="1524"/>
                  </a:lnTo>
                  <a:lnTo>
                    <a:pt x="1376171" y="1524"/>
                  </a:lnTo>
                  <a:lnTo>
                    <a:pt x="1376171" y="6096"/>
                  </a:lnTo>
                  <a:lnTo>
                    <a:pt x="1374648" y="6096"/>
                  </a:lnTo>
                  <a:close/>
                </a:path>
                <a:path w="4074159" h="7620">
                  <a:moveTo>
                    <a:pt x="1370076" y="7620"/>
                  </a:moveTo>
                  <a:lnTo>
                    <a:pt x="1370076" y="0"/>
                  </a:lnTo>
                  <a:lnTo>
                    <a:pt x="1374648" y="0"/>
                  </a:lnTo>
                  <a:lnTo>
                    <a:pt x="1374648" y="7620"/>
                  </a:lnTo>
                  <a:lnTo>
                    <a:pt x="1370076" y="7620"/>
                  </a:lnTo>
                  <a:close/>
                </a:path>
                <a:path w="4074159" h="7620">
                  <a:moveTo>
                    <a:pt x="1368551" y="6096"/>
                  </a:moveTo>
                  <a:lnTo>
                    <a:pt x="1368551" y="1524"/>
                  </a:lnTo>
                  <a:lnTo>
                    <a:pt x="1370076" y="1524"/>
                  </a:lnTo>
                  <a:lnTo>
                    <a:pt x="1370076" y="6096"/>
                  </a:lnTo>
                  <a:lnTo>
                    <a:pt x="1368551" y="6096"/>
                  </a:lnTo>
                  <a:close/>
                </a:path>
                <a:path w="4074159" h="7620">
                  <a:moveTo>
                    <a:pt x="1408176" y="4572"/>
                  </a:moveTo>
                  <a:lnTo>
                    <a:pt x="1408176" y="3048"/>
                  </a:lnTo>
                  <a:lnTo>
                    <a:pt x="1411224" y="0"/>
                  </a:lnTo>
                  <a:lnTo>
                    <a:pt x="1414271" y="0"/>
                  </a:lnTo>
                  <a:lnTo>
                    <a:pt x="1417319" y="3048"/>
                  </a:lnTo>
                  <a:lnTo>
                    <a:pt x="1417319" y="4572"/>
                  </a:lnTo>
                  <a:lnTo>
                    <a:pt x="1414271" y="7620"/>
                  </a:lnTo>
                  <a:lnTo>
                    <a:pt x="1411224" y="7620"/>
                  </a:lnTo>
                  <a:lnTo>
                    <a:pt x="1408176" y="4572"/>
                  </a:lnTo>
                  <a:close/>
                </a:path>
                <a:path w="4074159" h="7620">
                  <a:moveTo>
                    <a:pt x="1455419" y="6096"/>
                  </a:moveTo>
                  <a:lnTo>
                    <a:pt x="1455419" y="1524"/>
                  </a:lnTo>
                  <a:lnTo>
                    <a:pt x="1456943" y="1524"/>
                  </a:lnTo>
                  <a:lnTo>
                    <a:pt x="1456943" y="6096"/>
                  </a:lnTo>
                  <a:lnTo>
                    <a:pt x="1455419" y="6096"/>
                  </a:lnTo>
                  <a:close/>
                </a:path>
                <a:path w="4074159" h="7620">
                  <a:moveTo>
                    <a:pt x="1450848" y="7620"/>
                  </a:moveTo>
                  <a:lnTo>
                    <a:pt x="1450848" y="0"/>
                  </a:lnTo>
                  <a:lnTo>
                    <a:pt x="1455419" y="0"/>
                  </a:lnTo>
                  <a:lnTo>
                    <a:pt x="1455419" y="7620"/>
                  </a:lnTo>
                  <a:lnTo>
                    <a:pt x="1450848" y="7620"/>
                  </a:lnTo>
                  <a:close/>
                </a:path>
                <a:path w="4074159" h="7620">
                  <a:moveTo>
                    <a:pt x="1449324" y="6096"/>
                  </a:moveTo>
                  <a:lnTo>
                    <a:pt x="1449324" y="1524"/>
                  </a:lnTo>
                  <a:lnTo>
                    <a:pt x="1450848" y="1524"/>
                  </a:lnTo>
                  <a:lnTo>
                    <a:pt x="1450848" y="6096"/>
                  </a:lnTo>
                  <a:lnTo>
                    <a:pt x="1449324" y="6096"/>
                  </a:lnTo>
                  <a:close/>
                </a:path>
                <a:path w="4074159" h="7620">
                  <a:moveTo>
                    <a:pt x="1490471" y="7620"/>
                  </a:moveTo>
                  <a:lnTo>
                    <a:pt x="1490471" y="0"/>
                  </a:lnTo>
                  <a:lnTo>
                    <a:pt x="1495043" y="0"/>
                  </a:lnTo>
                  <a:lnTo>
                    <a:pt x="1496567" y="1524"/>
                  </a:lnTo>
                  <a:lnTo>
                    <a:pt x="1496567" y="6096"/>
                  </a:lnTo>
                  <a:lnTo>
                    <a:pt x="1495043" y="7620"/>
                  </a:lnTo>
                  <a:lnTo>
                    <a:pt x="1490471" y="7620"/>
                  </a:lnTo>
                  <a:close/>
                </a:path>
                <a:path w="4074159" h="7620">
                  <a:moveTo>
                    <a:pt x="1488948" y="6096"/>
                  </a:moveTo>
                  <a:lnTo>
                    <a:pt x="1488948" y="1524"/>
                  </a:lnTo>
                  <a:lnTo>
                    <a:pt x="1490471" y="1524"/>
                  </a:lnTo>
                  <a:lnTo>
                    <a:pt x="1490471" y="6096"/>
                  </a:lnTo>
                  <a:lnTo>
                    <a:pt x="1488948" y="6096"/>
                  </a:lnTo>
                  <a:close/>
                </a:path>
                <a:path w="4074159" h="7620">
                  <a:moveTo>
                    <a:pt x="1536192" y="6096"/>
                  </a:moveTo>
                  <a:lnTo>
                    <a:pt x="1536192" y="1524"/>
                  </a:lnTo>
                  <a:lnTo>
                    <a:pt x="1537716" y="1524"/>
                  </a:lnTo>
                  <a:lnTo>
                    <a:pt x="1537716" y="6096"/>
                  </a:lnTo>
                  <a:lnTo>
                    <a:pt x="1536192" y="6096"/>
                  </a:lnTo>
                  <a:close/>
                </a:path>
                <a:path w="4074159" h="7620">
                  <a:moveTo>
                    <a:pt x="1530095" y="6096"/>
                  </a:moveTo>
                  <a:lnTo>
                    <a:pt x="1530095" y="1524"/>
                  </a:lnTo>
                  <a:lnTo>
                    <a:pt x="1531619" y="0"/>
                  </a:lnTo>
                  <a:lnTo>
                    <a:pt x="1536192" y="0"/>
                  </a:lnTo>
                  <a:lnTo>
                    <a:pt x="1536192" y="7620"/>
                  </a:lnTo>
                  <a:lnTo>
                    <a:pt x="1531619" y="7620"/>
                  </a:lnTo>
                  <a:lnTo>
                    <a:pt x="1530095" y="6096"/>
                  </a:lnTo>
                  <a:close/>
                </a:path>
                <a:path w="4074159" h="7620">
                  <a:moveTo>
                    <a:pt x="1571243" y="7620"/>
                  </a:moveTo>
                  <a:lnTo>
                    <a:pt x="1571243" y="0"/>
                  </a:lnTo>
                  <a:lnTo>
                    <a:pt x="1575816" y="0"/>
                  </a:lnTo>
                  <a:lnTo>
                    <a:pt x="1577340" y="1524"/>
                  </a:lnTo>
                  <a:lnTo>
                    <a:pt x="1577340" y="6096"/>
                  </a:lnTo>
                  <a:lnTo>
                    <a:pt x="1575816" y="7620"/>
                  </a:lnTo>
                  <a:lnTo>
                    <a:pt x="1571243" y="7620"/>
                  </a:lnTo>
                  <a:close/>
                </a:path>
                <a:path w="4074159" h="7620">
                  <a:moveTo>
                    <a:pt x="1569719" y="6096"/>
                  </a:moveTo>
                  <a:lnTo>
                    <a:pt x="1569719" y="1524"/>
                  </a:lnTo>
                  <a:lnTo>
                    <a:pt x="1571243" y="1524"/>
                  </a:lnTo>
                  <a:lnTo>
                    <a:pt x="1571243" y="6096"/>
                  </a:lnTo>
                  <a:lnTo>
                    <a:pt x="1569719" y="6096"/>
                  </a:lnTo>
                  <a:close/>
                </a:path>
                <a:path w="4074159" h="7620">
                  <a:moveTo>
                    <a:pt x="1609343" y="4572"/>
                  </a:moveTo>
                  <a:lnTo>
                    <a:pt x="1609343" y="3048"/>
                  </a:lnTo>
                  <a:lnTo>
                    <a:pt x="1612392" y="0"/>
                  </a:lnTo>
                  <a:lnTo>
                    <a:pt x="1615440" y="0"/>
                  </a:lnTo>
                  <a:lnTo>
                    <a:pt x="1618487" y="3048"/>
                  </a:lnTo>
                  <a:lnTo>
                    <a:pt x="1618487" y="4572"/>
                  </a:lnTo>
                  <a:lnTo>
                    <a:pt x="1615440" y="7620"/>
                  </a:lnTo>
                  <a:lnTo>
                    <a:pt x="1612392" y="7620"/>
                  </a:lnTo>
                  <a:lnTo>
                    <a:pt x="1609343" y="4572"/>
                  </a:lnTo>
                  <a:close/>
                </a:path>
                <a:path w="4074159" h="7620">
                  <a:moveTo>
                    <a:pt x="1656587" y="6096"/>
                  </a:moveTo>
                  <a:lnTo>
                    <a:pt x="1656587" y="1524"/>
                  </a:lnTo>
                  <a:lnTo>
                    <a:pt x="1658111" y="1524"/>
                  </a:lnTo>
                  <a:lnTo>
                    <a:pt x="1658111" y="6096"/>
                  </a:lnTo>
                  <a:lnTo>
                    <a:pt x="1656587" y="6096"/>
                  </a:lnTo>
                  <a:close/>
                </a:path>
                <a:path w="4074159" h="7620">
                  <a:moveTo>
                    <a:pt x="1652016" y="7620"/>
                  </a:moveTo>
                  <a:lnTo>
                    <a:pt x="1652016" y="0"/>
                  </a:lnTo>
                  <a:lnTo>
                    <a:pt x="1656587" y="0"/>
                  </a:lnTo>
                  <a:lnTo>
                    <a:pt x="1656587" y="7620"/>
                  </a:lnTo>
                  <a:lnTo>
                    <a:pt x="1652016" y="7620"/>
                  </a:lnTo>
                  <a:close/>
                </a:path>
                <a:path w="4074159" h="7620">
                  <a:moveTo>
                    <a:pt x="1650492" y="6096"/>
                  </a:moveTo>
                  <a:lnTo>
                    <a:pt x="1650492" y="1524"/>
                  </a:lnTo>
                  <a:lnTo>
                    <a:pt x="1652016" y="1524"/>
                  </a:lnTo>
                  <a:lnTo>
                    <a:pt x="1652016" y="6096"/>
                  </a:lnTo>
                  <a:lnTo>
                    <a:pt x="1650492" y="6096"/>
                  </a:lnTo>
                  <a:close/>
                </a:path>
                <a:path w="4074159" h="7620">
                  <a:moveTo>
                    <a:pt x="1690116" y="4572"/>
                  </a:moveTo>
                  <a:lnTo>
                    <a:pt x="1690116" y="3048"/>
                  </a:lnTo>
                  <a:lnTo>
                    <a:pt x="1693163" y="0"/>
                  </a:lnTo>
                  <a:lnTo>
                    <a:pt x="1696211" y="0"/>
                  </a:lnTo>
                  <a:lnTo>
                    <a:pt x="1699259" y="3048"/>
                  </a:lnTo>
                  <a:lnTo>
                    <a:pt x="1699259" y="4572"/>
                  </a:lnTo>
                  <a:lnTo>
                    <a:pt x="1696211" y="7620"/>
                  </a:lnTo>
                  <a:lnTo>
                    <a:pt x="1693163" y="7620"/>
                  </a:lnTo>
                  <a:lnTo>
                    <a:pt x="1690116" y="4572"/>
                  </a:lnTo>
                  <a:close/>
                </a:path>
                <a:path w="4074159" h="7620">
                  <a:moveTo>
                    <a:pt x="1737359" y="6096"/>
                  </a:moveTo>
                  <a:lnTo>
                    <a:pt x="1737359" y="1524"/>
                  </a:lnTo>
                  <a:lnTo>
                    <a:pt x="1738884" y="1524"/>
                  </a:lnTo>
                  <a:lnTo>
                    <a:pt x="1738884" y="6096"/>
                  </a:lnTo>
                  <a:lnTo>
                    <a:pt x="1737359" y="6096"/>
                  </a:lnTo>
                  <a:close/>
                </a:path>
                <a:path w="4074159" h="7620">
                  <a:moveTo>
                    <a:pt x="1731263" y="6096"/>
                  </a:moveTo>
                  <a:lnTo>
                    <a:pt x="1731263" y="1524"/>
                  </a:lnTo>
                  <a:lnTo>
                    <a:pt x="1732787" y="0"/>
                  </a:lnTo>
                  <a:lnTo>
                    <a:pt x="1737359" y="0"/>
                  </a:lnTo>
                  <a:lnTo>
                    <a:pt x="1737359" y="7620"/>
                  </a:lnTo>
                  <a:lnTo>
                    <a:pt x="1732787" y="7620"/>
                  </a:lnTo>
                  <a:lnTo>
                    <a:pt x="1731263" y="6096"/>
                  </a:lnTo>
                  <a:close/>
                </a:path>
                <a:path w="4074159" h="7620">
                  <a:moveTo>
                    <a:pt x="1772411" y="7620"/>
                  </a:moveTo>
                  <a:lnTo>
                    <a:pt x="1772411" y="0"/>
                  </a:lnTo>
                  <a:lnTo>
                    <a:pt x="1776984" y="0"/>
                  </a:lnTo>
                  <a:lnTo>
                    <a:pt x="1778508" y="1524"/>
                  </a:lnTo>
                  <a:lnTo>
                    <a:pt x="1778508" y="6096"/>
                  </a:lnTo>
                  <a:lnTo>
                    <a:pt x="1776984" y="7620"/>
                  </a:lnTo>
                  <a:lnTo>
                    <a:pt x="1772411" y="7620"/>
                  </a:lnTo>
                  <a:close/>
                </a:path>
                <a:path w="4074159" h="7620">
                  <a:moveTo>
                    <a:pt x="1770887" y="6096"/>
                  </a:moveTo>
                  <a:lnTo>
                    <a:pt x="1770887" y="1524"/>
                  </a:lnTo>
                  <a:lnTo>
                    <a:pt x="1772411" y="1524"/>
                  </a:lnTo>
                  <a:lnTo>
                    <a:pt x="1772411" y="6096"/>
                  </a:lnTo>
                  <a:lnTo>
                    <a:pt x="1770887" y="6096"/>
                  </a:lnTo>
                  <a:close/>
                </a:path>
                <a:path w="4074159" h="7620">
                  <a:moveTo>
                    <a:pt x="1818132" y="6096"/>
                  </a:moveTo>
                  <a:lnTo>
                    <a:pt x="1818132" y="1524"/>
                  </a:lnTo>
                  <a:lnTo>
                    <a:pt x="1819655" y="1524"/>
                  </a:lnTo>
                  <a:lnTo>
                    <a:pt x="1819655" y="6096"/>
                  </a:lnTo>
                  <a:lnTo>
                    <a:pt x="1818132" y="6096"/>
                  </a:lnTo>
                  <a:close/>
                </a:path>
                <a:path w="4074159" h="7620">
                  <a:moveTo>
                    <a:pt x="1812035" y="6096"/>
                  </a:moveTo>
                  <a:lnTo>
                    <a:pt x="1812035" y="1524"/>
                  </a:lnTo>
                  <a:lnTo>
                    <a:pt x="1813559" y="0"/>
                  </a:lnTo>
                  <a:lnTo>
                    <a:pt x="1818132" y="0"/>
                  </a:lnTo>
                  <a:lnTo>
                    <a:pt x="1818132" y="7620"/>
                  </a:lnTo>
                  <a:lnTo>
                    <a:pt x="1813559" y="7620"/>
                  </a:lnTo>
                  <a:lnTo>
                    <a:pt x="1812035" y="6096"/>
                  </a:lnTo>
                  <a:close/>
                </a:path>
                <a:path w="4074159" h="7620">
                  <a:moveTo>
                    <a:pt x="1857755" y="6096"/>
                  </a:moveTo>
                  <a:lnTo>
                    <a:pt x="1857755" y="1524"/>
                  </a:lnTo>
                  <a:lnTo>
                    <a:pt x="1859279" y="1524"/>
                  </a:lnTo>
                  <a:lnTo>
                    <a:pt x="1859279" y="6096"/>
                  </a:lnTo>
                  <a:lnTo>
                    <a:pt x="1857755" y="6096"/>
                  </a:lnTo>
                  <a:close/>
                </a:path>
                <a:path w="4074159" h="7620">
                  <a:moveTo>
                    <a:pt x="1853184" y="7620"/>
                  </a:moveTo>
                  <a:lnTo>
                    <a:pt x="1853184" y="0"/>
                  </a:lnTo>
                  <a:lnTo>
                    <a:pt x="1857755" y="0"/>
                  </a:lnTo>
                  <a:lnTo>
                    <a:pt x="1857755" y="7620"/>
                  </a:lnTo>
                  <a:lnTo>
                    <a:pt x="1853184" y="7620"/>
                  </a:lnTo>
                  <a:close/>
                </a:path>
                <a:path w="4074159" h="7620">
                  <a:moveTo>
                    <a:pt x="1851659" y="6096"/>
                  </a:moveTo>
                  <a:lnTo>
                    <a:pt x="1851659" y="1524"/>
                  </a:lnTo>
                  <a:lnTo>
                    <a:pt x="1853184" y="1524"/>
                  </a:lnTo>
                  <a:lnTo>
                    <a:pt x="1853184" y="6096"/>
                  </a:lnTo>
                  <a:lnTo>
                    <a:pt x="1851659" y="6096"/>
                  </a:lnTo>
                  <a:close/>
                </a:path>
                <a:path w="4074159" h="7620">
                  <a:moveTo>
                    <a:pt x="1891284" y="4572"/>
                  </a:moveTo>
                  <a:lnTo>
                    <a:pt x="1891284" y="3048"/>
                  </a:lnTo>
                  <a:lnTo>
                    <a:pt x="1894332" y="0"/>
                  </a:lnTo>
                  <a:lnTo>
                    <a:pt x="1897379" y="0"/>
                  </a:lnTo>
                  <a:lnTo>
                    <a:pt x="1900427" y="3048"/>
                  </a:lnTo>
                  <a:lnTo>
                    <a:pt x="1900427" y="4572"/>
                  </a:lnTo>
                  <a:lnTo>
                    <a:pt x="1897379" y="7620"/>
                  </a:lnTo>
                  <a:lnTo>
                    <a:pt x="1894332" y="7620"/>
                  </a:lnTo>
                  <a:lnTo>
                    <a:pt x="1891284" y="4572"/>
                  </a:lnTo>
                  <a:close/>
                </a:path>
                <a:path w="4074159" h="7620">
                  <a:moveTo>
                    <a:pt x="1938527" y="6096"/>
                  </a:moveTo>
                  <a:lnTo>
                    <a:pt x="1938527" y="1524"/>
                  </a:lnTo>
                  <a:lnTo>
                    <a:pt x="1940051" y="1524"/>
                  </a:lnTo>
                  <a:lnTo>
                    <a:pt x="1940051" y="6096"/>
                  </a:lnTo>
                  <a:lnTo>
                    <a:pt x="1938527" y="6096"/>
                  </a:lnTo>
                  <a:close/>
                </a:path>
                <a:path w="4074159" h="7620">
                  <a:moveTo>
                    <a:pt x="1933955" y="7620"/>
                  </a:moveTo>
                  <a:lnTo>
                    <a:pt x="1933955" y="0"/>
                  </a:lnTo>
                  <a:lnTo>
                    <a:pt x="1938527" y="0"/>
                  </a:lnTo>
                  <a:lnTo>
                    <a:pt x="1938527" y="7620"/>
                  </a:lnTo>
                  <a:lnTo>
                    <a:pt x="1933955" y="7620"/>
                  </a:lnTo>
                  <a:close/>
                </a:path>
                <a:path w="4074159" h="7620">
                  <a:moveTo>
                    <a:pt x="1932432" y="6096"/>
                  </a:moveTo>
                  <a:lnTo>
                    <a:pt x="1932432" y="1524"/>
                  </a:lnTo>
                  <a:lnTo>
                    <a:pt x="1933955" y="1524"/>
                  </a:lnTo>
                  <a:lnTo>
                    <a:pt x="1933955" y="6096"/>
                  </a:lnTo>
                  <a:lnTo>
                    <a:pt x="1932432" y="6096"/>
                  </a:lnTo>
                  <a:close/>
                </a:path>
                <a:path w="4074159" h="7620">
                  <a:moveTo>
                    <a:pt x="1973579" y="7620"/>
                  </a:moveTo>
                  <a:lnTo>
                    <a:pt x="1973579" y="0"/>
                  </a:lnTo>
                  <a:lnTo>
                    <a:pt x="1978151" y="0"/>
                  </a:lnTo>
                  <a:lnTo>
                    <a:pt x="1979676" y="1524"/>
                  </a:lnTo>
                  <a:lnTo>
                    <a:pt x="1979676" y="6096"/>
                  </a:lnTo>
                  <a:lnTo>
                    <a:pt x="1978151" y="7620"/>
                  </a:lnTo>
                  <a:lnTo>
                    <a:pt x="1973579" y="7620"/>
                  </a:lnTo>
                  <a:close/>
                </a:path>
                <a:path w="4074159" h="7620">
                  <a:moveTo>
                    <a:pt x="1972055" y="6096"/>
                  </a:moveTo>
                  <a:lnTo>
                    <a:pt x="1972055" y="1524"/>
                  </a:lnTo>
                  <a:lnTo>
                    <a:pt x="1973579" y="1524"/>
                  </a:lnTo>
                  <a:lnTo>
                    <a:pt x="1973579" y="6096"/>
                  </a:lnTo>
                  <a:lnTo>
                    <a:pt x="1972055" y="6096"/>
                  </a:lnTo>
                  <a:close/>
                </a:path>
                <a:path w="4074159" h="7620">
                  <a:moveTo>
                    <a:pt x="2019300" y="6096"/>
                  </a:moveTo>
                  <a:lnTo>
                    <a:pt x="2019300" y="1524"/>
                  </a:lnTo>
                  <a:lnTo>
                    <a:pt x="2020824" y="1524"/>
                  </a:lnTo>
                  <a:lnTo>
                    <a:pt x="2020824" y="6096"/>
                  </a:lnTo>
                  <a:lnTo>
                    <a:pt x="2019300" y="6096"/>
                  </a:lnTo>
                  <a:close/>
                </a:path>
                <a:path w="4074159" h="7620">
                  <a:moveTo>
                    <a:pt x="2013203" y="6096"/>
                  </a:moveTo>
                  <a:lnTo>
                    <a:pt x="2013203" y="1524"/>
                  </a:lnTo>
                  <a:lnTo>
                    <a:pt x="2014727" y="0"/>
                  </a:lnTo>
                  <a:lnTo>
                    <a:pt x="2019300" y="0"/>
                  </a:lnTo>
                  <a:lnTo>
                    <a:pt x="2019300" y="7620"/>
                  </a:lnTo>
                  <a:lnTo>
                    <a:pt x="2014727" y="7620"/>
                  </a:lnTo>
                  <a:lnTo>
                    <a:pt x="2013203" y="6096"/>
                  </a:lnTo>
                  <a:close/>
                </a:path>
                <a:path w="4074159" h="7620">
                  <a:moveTo>
                    <a:pt x="2054351" y="7620"/>
                  </a:moveTo>
                  <a:lnTo>
                    <a:pt x="2054351" y="0"/>
                  </a:lnTo>
                  <a:lnTo>
                    <a:pt x="2058924" y="0"/>
                  </a:lnTo>
                  <a:lnTo>
                    <a:pt x="2060448" y="1524"/>
                  </a:lnTo>
                  <a:lnTo>
                    <a:pt x="2060448" y="6096"/>
                  </a:lnTo>
                  <a:lnTo>
                    <a:pt x="2058924" y="7620"/>
                  </a:lnTo>
                  <a:lnTo>
                    <a:pt x="2054351" y="7620"/>
                  </a:lnTo>
                  <a:close/>
                </a:path>
                <a:path w="4074159" h="7620">
                  <a:moveTo>
                    <a:pt x="2052827" y="6096"/>
                  </a:moveTo>
                  <a:lnTo>
                    <a:pt x="2052827" y="1524"/>
                  </a:lnTo>
                  <a:lnTo>
                    <a:pt x="2054351" y="1524"/>
                  </a:lnTo>
                  <a:lnTo>
                    <a:pt x="2054351" y="6096"/>
                  </a:lnTo>
                  <a:lnTo>
                    <a:pt x="2052827" y="6096"/>
                  </a:lnTo>
                  <a:close/>
                </a:path>
                <a:path w="4074159" h="7620">
                  <a:moveTo>
                    <a:pt x="2092451" y="4572"/>
                  </a:moveTo>
                  <a:lnTo>
                    <a:pt x="2092451" y="3048"/>
                  </a:lnTo>
                  <a:lnTo>
                    <a:pt x="2095500" y="0"/>
                  </a:lnTo>
                  <a:lnTo>
                    <a:pt x="2098548" y="0"/>
                  </a:lnTo>
                  <a:lnTo>
                    <a:pt x="2101595" y="3048"/>
                  </a:lnTo>
                  <a:lnTo>
                    <a:pt x="2101595" y="4572"/>
                  </a:lnTo>
                  <a:lnTo>
                    <a:pt x="2098548" y="7620"/>
                  </a:lnTo>
                  <a:lnTo>
                    <a:pt x="2095500" y="7620"/>
                  </a:lnTo>
                  <a:lnTo>
                    <a:pt x="2092451" y="4572"/>
                  </a:lnTo>
                  <a:close/>
                </a:path>
                <a:path w="4074159" h="7620">
                  <a:moveTo>
                    <a:pt x="2139696" y="6096"/>
                  </a:moveTo>
                  <a:lnTo>
                    <a:pt x="2139696" y="1524"/>
                  </a:lnTo>
                  <a:lnTo>
                    <a:pt x="2141219" y="1524"/>
                  </a:lnTo>
                  <a:lnTo>
                    <a:pt x="2141219" y="6096"/>
                  </a:lnTo>
                  <a:lnTo>
                    <a:pt x="2139696" y="6096"/>
                  </a:lnTo>
                  <a:close/>
                </a:path>
                <a:path w="4074159" h="7620">
                  <a:moveTo>
                    <a:pt x="2135123" y="7620"/>
                  </a:moveTo>
                  <a:lnTo>
                    <a:pt x="2135123" y="0"/>
                  </a:lnTo>
                  <a:lnTo>
                    <a:pt x="2139696" y="0"/>
                  </a:lnTo>
                  <a:lnTo>
                    <a:pt x="2139696" y="7620"/>
                  </a:lnTo>
                  <a:lnTo>
                    <a:pt x="2135123" y="7620"/>
                  </a:lnTo>
                  <a:close/>
                </a:path>
                <a:path w="4074159" h="7620">
                  <a:moveTo>
                    <a:pt x="2133600" y="6096"/>
                  </a:moveTo>
                  <a:lnTo>
                    <a:pt x="2133600" y="1524"/>
                  </a:lnTo>
                  <a:lnTo>
                    <a:pt x="2135123" y="1524"/>
                  </a:lnTo>
                  <a:lnTo>
                    <a:pt x="2135123" y="6096"/>
                  </a:lnTo>
                  <a:lnTo>
                    <a:pt x="2133600" y="6096"/>
                  </a:lnTo>
                  <a:close/>
                </a:path>
                <a:path w="4074159" h="7620">
                  <a:moveTo>
                    <a:pt x="2173223" y="4572"/>
                  </a:moveTo>
                  <a:lnTo>
                    <a:pt x="2173223" y="3048"/>
                  </a:lnTo>
                  <a:lnTo>
                    <a:pt x="2176272" y="0"/>
                  </a:lnTo>
                  <a:lnTo>
                    <a:pt x="2179319" y="0"/>
                  </a:lnTo>
                  <a:lnTo>
                    <a:pt x="2182368" y="3048"/>
                  </a:lnTo>
                  <a:lnTo>
                    <a:pt x="2182368" y="4572"/>
                  </a:lnTo>
                  <a:lnTo>
                    <a:pt x="2179319" y="7620"/>
                  </a:lnTo>
                  <a:lnTo>
                    <a:pt x="2176272" y="7620"/>
                  </a:lnTo>
                  <a:lnTo>
                    <a:pt x="2173223" y="4572"/>
                  </a:lnTo>
                  <a:close/>
                </a:path>
                <a:path w="4074159" h="7620">
                  <a:moveTo>
                    <a:pt x="2220468" y="6096"/>
                  </a:moveTo>
                  <a:lnTo>
                    <a:pt x="2220468" y="1524"/>
                  </a:lnTo>
                  <a:lnTo>
                    <a:pt x="2221992" y="1524"/>
                  </a:lnTo>
                  <a:lnTo>
                    <a:pt x="2221992" y="6096"/>
                  </a:lnTo>
                  <a:lnTo>
                    <a:pt x="2220468" y="6096"/>
                  </a:lnTo>
                  <a:close/>
                </a:path>
                <a:path w="4074159" h="7620">
                  <a:moveTo>
                    <a:pt x="2214372" y="6096"/>
                  </a:moveTo>
                  <a:lnTo>
                    <a:pt x="2214372" y="1524"/>
                  </a:lnTo>
                  <a:lnTo>
                    <a:pt x="2215896" y="0"/>
                  </a:lnTo>
                  <a:lnTo>
                    <a:pt x="2220468" y="0"/>
                  </a:lnTo>
                  <a:lnTo>
                    <a:pt x="2220468" y="7620"/>
                  </a:lnTo>
                  <a:lnTo>
                    <a:pt x="2215896" y="7620"/>
                  </a:lnTo>
                  <a:lnTo>
                    <a:pt x="2214372" y="6096"/>
                  </a:lnTo>
                  <a:close/>
                </a:path>
                <a:path w="4074159" h="7620">
                  <a:moveTo>
                    <a:pt x="2255519" y="7620"/>
                  </a:moveTo>
                  <a:lnTo>
                    <a:pt x="2255519" y="0"/>
                  </a:lnTo>
                  <a:lnTo>
                    <a:pt x="2260092" y="0"/>
                  </a:lnTo>
                  <a:lnTo>
                    <a:pt x="2261615" y="1524"/>
                  </a:lnTo>
                  <a:lnTo>
                    <a:pt x="2261615" y="6096"/>
                  </a:lnTo>
                  <a:lnTo>
                    <a:pt x="2260092" y="7620"/>
                  </a:lnTo>
                  <a:lnTo>
                    <a:pt x="2255519" y="7620"/>
                  </a:lnTo>
                  <a:close/>
                </a:path>
                <a:path w="4074159" h="7620">
                  <a:moveTo>
                    <a:pt x="2253996" y="6096"/>
                  </a:moveTo>
                  <a:lnTo>
                    <a:pt x="2253996" y="1524"/>
                  </a:lnTo>
                  <a:lnTo>
                    <a:pt x="2255519" y="1524"/>
                  </a:lnTo>
                  <a:lnTo>
                    <a:pt x="2255519" y="6096"/>
                  </a:lnTo>
                  <a:lnTo>
                    <a:pt x="2253996" y="6096"/>
                  </a:lnTo>
                  <a:close/>
                </a:path>
                <a:path w="4074159" h="7620">
                  <a:moveTo>
                    <a:pt x="2301239" y="6096"/>
                  </a:moveTo>
                  <a:lnTo>
                    <a:pt x="2301239" y="1524"/>
                  </a:lnTo>
                  <a:lnTo>
                    <a:pt x="2302764" y="1524"/>
                  </a:lnTo>
                  <a:lnTo>
                    <a:pt x="2302764" y="6096"/>
                  </a:lnTo>
                  <a:lnTo>
                    <a:pt x="2301239" y="6096"/>
                  </a:lnTo>
                  <a:close/>
                </a:path>
                <a:path w="4074159" h="7620">
                  <a:moveTo>
                    <a:pt x="2295143" y="6096"/>
                  </a:moveTo>
                  <a:lnTo>
                    <a:pt x="2295143" y="1524"/>
                  </a:lnTo>
                  <a:lnTo>
                    <a:pt x="2296668" y="0"/>
                  </a:lnTo>
                  <a:lnTo>
                    <a:pt x="2301239" y="0"/>
                  </a:lnTo>
                  <a:lnTo>
                    <a:pt x="2301239" y="7620"/>
                  </a:lnTo>
                  <a:lnTo>
                    <a:pt x="2296668" y="7620"/>
                  </a:lnTo>
                  <a:lnTo>
                    <a:pt x="2295143" y="6096"/>
                  </a:lnTo>
                  <a:close/>
                </a:path>
                <a:path w="4074159" h="7620">
                  <a:moveTo>
                    <a:pt x="2340864" y="6096"/>
                  </a:moveTo>
                  <a:lnTo>
                    <a:pt x="2340864" y="1524"/>
                  </a:lnTo>
                  <a:lnTo>
                    <a:pt x="2342388" y="1524"/>
                  </a:lnTo>
                  <a:lnTo>
                    <a:pt x="2342388" y="6096"/>
                  </a:lnTo>
                  <a:lnTo>
                    <a:pt x="2340864" y="6096"/>
                  </a:lnTo>
                  <a:close/>
                </a:path>
                <a:path w="4074159" h="7620">
                  <a:moveTo>
                    <a:pt x="2336292" y="7620"/>
                  </a:moveTo>
                  <a:lnTo>
                    <a:pt x="2336292" y="0"/>
                  </a:lnTo>
                  <a:lnTo>
                    <a:pt x="2340864" y="0"/>
                  </a:lnTo>
                  <a:lnTo>
                    <a:pt x="2340864" y="7620"/>
                  </a:lnTo>
                  <a:lnTo>
                    <a:pt x="2336292" y="7620"/>
                  </a:lnTo>
                  <a:close/>
                </a:path>
                <a:path w="4074159" h="7620">
                  <a:moveTo>
                    <a:pt x="2334768" y="6096"/>
                  </a:moveTo>
                  <a:lnTo>
                    <a:pt x="2334768" y="1524"/>
                  </a:lnTo>
                  <a:lnTo>
                    <a:pt x="2336292" y="1524"/>
                  </a:lnTo>
                  <a:lnTo>
                    <a:pt x="2336292" y="6096"/>
                  </a:lnTo>
                  <a:lnTo>
                    <a:pt x="2334768" y="6096"/>
                  </a:lnTo>
                  <a:close/>
                </a:path>
                <a:path w="4074159" h="7620">
                  <a:moveTo>
                    <a:pt x="2374392" y="4572"/>
                  </a:moveTo>
                  <a:lnTo>
                    <a:pt x="2374392" y="3048"/>
                  </a:lnTo>
                  <a:lnTo>
                    <a:pt x="2377439" y="0"/>
                  </a:lnTo>
                  <a:lnTo>
                    <a:pt x="2380488" y="0"/>
                  </a:lnTo>
                  <a:lnTo>
                    <a:pt x="2383535" y="3048"/>
                  </a:lnTo>
                  <a:lnTo>
                    <a:pt x="2383535" y="4572"/>
                  </a:lnTo>
                  <a:lnTo>
                    <a:pt x="2380488" y="7620"/>
                  </a:lnTo>
                  <a:lnTo>
                    <a:pt x="2377439" y="7620"/>
                  </a:lnTo>
                  <a:lnTo>
                    <a:pt x="2374392" y="4572"/>
                  </a:lnTo>
                  <a:close/>
                </a:path>
                <a:path w="4074159" h="7620">
                  <a:moveTo>
                    <a:pt x="2421635" y="6096"/>
                  </a:moveTo>
                  <a:lnTo>
                    <a:pt x="2421635" y="1524"/>
                  </a:lnTo>
                  <a:lnTo>
                    <a:pt x="2423160" y="1524"/>
                  </a:lnTo>
                  <a:lnTo>
                    <a:pt x="2423160" y="6096"/>
                  </a:lnTo>
                  <a:lnTo>
                    <a:pt x="2421635" y="6096"/>
                  </a:lnTo>
                  <a:close/>
                </a:path>
                <a:path w="4074159" h="7620">
                  <a:moveTo>
                    <a:pt x="2417064" y="7620"/>
                  </a:moveTo>
                  <a:lnTo>
                    <a:pt x="2417064" y="0"/>
                  </a:lnTo>
                  <a:lnTo>
                    <a:pt x="2421635" y="0"/>
                  </a:lnTo>
                  <a:lnTo>
                    <a:pt x="2421635" y="7620"/>
                  </a:lnTo>
                  <a:lnTo>
                    <a:pt x="2417064" y="7620"/>
                  </a:lnTo>
                  <a:close/>
                </a:path>
                <a:path w="4074159" h="7620">
                  <a:moveTo>
                    <a:pt x="2415539" y="6096"/>
                  </a:moveTo>
                  <a:lnTo>
                    <a:pt x="2415539" y="1524"/>
                  </a:lnTo>
                  <a:lnTo>
                    <a:pt x="2417064" y="1524"/>
                  </a:lnTo>
                  <a:lnTo>
                    <a:pt x="2417064" y="6096"/>
                  </a:lnTo>
                  <a:lnTo>
                    <a:pt x="2415539" y="6096"/>
                  </a:lnTo>
                  <a:close/>
                </a:path>
                <a:path w="4074159" h="7620">
                  <a:moveTo>
                    <a:pt x="2456688" y="7620"/>
                  </a:moveTo>
                  <a:lnTo>
                    <a:pt x="2456688" y="0"/>
                  </a:lnTo>
                  <a:lnTo>
                    <a:pt x="2461260" y="0"/>
                  </a:lnTo>
                  <a:lnTo>
                    <a:pt x="2462784" y="1524"/>
                  </a:lnTo>
                  <a:lnTo>
                    <a:pt x="2462784" y="6096"/>
                  </a:lnTo>
                  <a:lnTo>
                    <a:pt x="2461260" y="7620"/>
                  </a:lnTo>
                  <a:lnTo>
                    <a:pt x="2456688" y="7620"/>
                  </a:lnTo>
                  <a:close/>
                </a:path>
                <a:path w="4074159" h="7620">
                  <a:moveTo>
                    <a:pt x="2455164" y="6096"/>
                  </a:moveTo>
                  <a:lnTo>
                    <a:pt x="2455164" y="1524"/>
                  </a:lnTo>
                  <a:lnTo>
                    <a:pt x="2456688" y="1524"/>
                  </a:lnTo>
                  <a:lnTo>
                    <a:pt x="2456688" y="6096"/>
                  </a:lnTo>
                  <a:lnTo>
                    <a:pt x="2455164" y="6096"/>
                  </a:lnTo>
                  <a:close/>
                </a:path>
                <a:path w="4074159" h="7620">
                  <a:moveTo>
                    <a:pt x="2502407" y="6096"/>
                  </a:moveTo>
                  <a:lnTo>
                    <a:pt x="2502407" y="1524"/>
                  </a:lnTo>
                  <a:lnTo>
                    <a:pt x="2503931" y="1524"/>
                  </a:lnTo>
                  <a:lnTo>
                    <a:pt x="2503931" y="6096"/>
                  </a:lnTo>
                  <a:lnTo>
                    <a:pt x="2502407" y="6096"/>
                  </a:lnTo>
                  <a:close/>
                </a:path>
                <a:path w="4074159" h="7620">
                  <a:moveTo>
                    <a:pt x="2496311" y="6096"/>
                  </a:moveTo>
                  <a:lnTo>
                    <a:pt x="2496311" y="1524"/>
                  </a:lnTo>
                  <a:lnTo>
                    <a:pt x="2497835" y="0"/>
                  </a:lnTo>
                  <a:lnTo>
                    <a:pt x="2502407" y="0"/>
                  </a:lnTo>
                  <a:lnTo>
                    <a:pt x="2502407" y="7620"/>
                  </a:lnTo>
                  <a:lnTo>
                    <a:pt x="2497835" y="7620"/>
                  </a:lnTo>
                  <a:lnTo>
                    <a:pt x="2496311" y="6096"/>
                  </a:lnTo>
                  <a:close/>
                </a:path>
                <a:path w="4074159" h="7620">
                  <a:moveTo>
                    <a:pt x="2537460" y="7620"/>
                  </a:moveTo>
                  <a:lnTo>
                    <a:pt x="2537460" y="0"/>
                  </a:lnTo>
                  <a:lnTo>
                    <a:pt x="2542031" y="0"/>
                  </a:lnTo>
                  <a:lnTo>
                    <a:pt x="2543556" y="1524"/>
                  </a:lnTo>
                  <a:lnTo>
                    <a:pt x="2543556" y="6096"/>
                  </a:lnTo>
                  <a:lnTo>
                    <a:pt x="2542031" y="7620"/>
                  </a:lnTo>
                  <a:lnTo>
                    <a:pt x="2537460" y="7620"/>
                  </a:lnTo>
                  <a:close/>
                </a:path>
                <a:path w="4074159" h="7620">
                  <a:moveTo>
                    <a:pt x="2535935" y="6096"/>
                  </a:moveTo>
                  <a:lnTo>
                    <a:pt x="2535935" y="1524"/>
                  </a:lnTo>
                  <a:lnTo>
                    <a:pt x="2537460" y="1524"/>
                  </a:lnTo>
                  <a:lnTo>
                    <a:pt x="2537460" y="6096"/>
                  </a:lnTo>
                  <a:lnTo>
                    <a:pt x="2535935" y="6096"/>
                  </a:lnTo>
                  <a:close/>
                </a:path>
                <a:path w="4074159" h="7620">
                  <a:moveTo>
                    <a:pt x="2575560" y="4572"/>
                  </a:moveTo>
                  <a:lnTo>
                    <a:pt x="2575560" y="3048"/>
                  </a:lnTo>
                  <a:lnTo>
                    <a:pt x="2578607" y="0"/>
                  </a:lnTo>
                  <a:lnTo>
                    <a:pt x="2581656" y="0"/>
                  </a:lnTo>
                  <a:lnTo>
                    <a:pt x="2584703" y="3048"/>
                  </a:lnTo>
                  <a:lnTo>
                    <a:pt x="2584703" y="4572"/>
                  </a:lnTo>
                  <a:lnTo>
                    <a:pt x="2581656" y="7620"/>
                  </a:lnTo>
                  <a:lnTo>
                    <a:pt x="2578607" y="7620"/>
                  </a:lnTo>
                  <a:lnTo>
                    <a:pt x="2575560" y="4572"/>
                  </a:lnTo>
                  <a:close/>
                </a:path>
                <a:path w="4074159" h="7620">
                  <a:moveTo>
                    <a:pt x="2622803" y="6096"/>
                  </a:moveTo>
                  <a:lnTo>
                    <a:pt x="2622803" y="1524"/>
                  </a:lnTo>
                  <a:lnTo>
                    <a:pt x="2624327" y="1524"/>
                  </a:lnTo>
                  <a:lnTo>
                    <a:pt x="2624327" y="6096"/>
                  </a:lnTo>
                  <a:lnTo>
                    <a:pt x="2622803" y="6096"/>
                  </a:lnTo>
                  <a:close/>
                </a:path>
                <a:path w="4074159" h="7620">
                  <a:moveTo>
                    <a:pt x="2618231" y="7620"/>
                  </a:moveTo>
                  <a:lnTo>
                    <a:pt x="2618231" y="0"/>
                  </a:lnTo>
                  <a:lnTo>
                    <a:pt x="2622803" y="0"/>
                  </a:lnTo>
                  <a:lnTo>
                    <a:pt x="2622803" y="7620"/>
                  </a:lnTo>
                  <a:lnTo>
                    <a:pt x="2618231" y="7620"/>
                  </a:lnTo>
                  <a:close/>
                </a:path>
                <a:path w="4074159" h="7620">
                  <a:moveTo>
                    <a:pt x="2616707" y="6096"/>
                  </a:moveTo>
                  <a:lnTo>
                    <a:pt x="2616707" y="1524"/>
                  </a:lnTo>
                  <a:lnTo>
                    <a:pt x="2618231" y="1524"/>
                  </a:lnTo>
                  <a:lnTo>
                    <a:pt x="2618231" y="6096"/>
                  </a:lnTo>
                  <a:lnTo>
                    <a:pt x="2616707" y="6096"/>
                  </a:lnTo>
                  <a:close/>
                </a:path>
                <a:path w="4074159" h="7620">
                  <a:moveTo>
                    <a:pt x="2656331" y="4572"/>
                  </a:moveTo>
                  <a:lnTo>
                    <a:pt x="2656331" y="3048"/>
                  </a:lnTo>
                  <a:lnTo>
                    <a:pt x="2659380" y="0"/>
                  </a:lnTo>
                  <a:lnTo>
                    <a:pt x="2662427" y="0"/>
                  </a:lnTo>
                  <a:lnTo>
                    <a:pt x="2665476" y="3048"/>
                  </a:lnTo>
                  <a:lnTo>
                    <a:pt x="2665476" y="4572"/>
                  </a:lnTo>
                  <a:lnTo>
                    <a:pt x="2662427" y="7620"/>
                  </a:lnTo>
                  <a:lnTo>
                    <a:pt x="2659380" y="7620"/>
                  </a:lnTo>
                  <a:lnTo>
                    <a:pt x="2656331" y="4572"/>
                  </a:lnTo>
                  <a:close/>
                </a:path>
                <a:path w="4074159" h="7620">
                  <a:moveTo>
                    <a:pt x="2703576" y="6096"/>
                  </a:moveTo>
                  <a:lnTo>
                    <a:pt x="2703576" y="1524"/>
                  </a:lnTo>
                  <a:lnTo>
                    <a:pt x="2705100" y="1524"/>
                  </a:lnTo>
                  <a:lnTo>
                    <a:pt x="2705100" y="6096"/>
                  </a:lnTo>
                  <a:lnTo>
                    <a:pt x="2703576" y="6096"/>
                  </a:lnTo>
                  <a:close/>
                </a:path>
                <a:path w="4074159" h="7620">
                  <a:moveTo>
                    <a:pt x="2697480" y="6096"/>
                  </a:moveTo>
                  <a:lnTo>
                    <a:pt x="2697480" y="1524"/>
                  </a:lnTo>
                  <a:lnTo>
                    <a:pt x="2699003" y="0"/>
                  </a:lnTo>
                  <a:lnTo>
                    <a:pt x="2703576" y="0"/>
                  </a:lnTo>
                  <a:lnTo>
                    <a:pt x="2703576" y="7620"/>
                  </a:lnTo>
                  <a:lnTo>
                    <a:pt x="2699003" y="7620"/>
                  </a:lnTo>
                  <a:lnTo>
                    <a:pt x="2697480" y="6096"/>
                  </a:lnTo>
                  <a:close/>
                </a:path>
                <a:path w="4074159" h="7620">
                  <a:moveTo>
                    <a:pt x="2738627" y="7620"/>
                  </a:moveTo>
                  <a:lnTo>
                    <a:pt x="2738627" y="0"/>
                  </a:lnTo>
                  <a:lnTo>
                    <a:pt x="2743200" y="0"/>
                  </a:lnTo>
                  <a:lnTo>
                    <a:pt x="2744723" y="1524"/>
                  </a:lnTo>
                  <a:lnTo>
                    <a:pt x="2744723" y="6096"/>
                  </a:lnTo>
                  <a:lnTo>
                    <a:pt x="2743200" y="7620"/>
                  </a:lnTo>
                  <a:lnTo>
                    <a:pt x="2738627" y="7620"/>
                  </a:lnTo>
                  <a:close/>
                </a:path>
                <a:path w="4074159" h="7620">
                  <a:moveTo>
                    <a:pt x="2737103" y="6096"/>
                  </a:moveTo>
                  <a:lnTo>
                    <a:pt x="2737103" y="1524"/>
                  </a:lnTo>
                  <a:lnTo>
                    <a:pt x="2738627" y="1524"/>
                  </a:lnTo>
                  <a:lnTo>
                    <a:pt x="2738627" y="6096"/>
                  </a:lnTo>
                  <a:lnTo>
                    <a:pt x="2737103" y="6096"/>
                  </a:lnTo>
                  <a:close/>
                </a:path>
                <a:path w="4074159" h="7620">
                  <a:moveTo>
                    <a:pt x="2778252" y="6096"/>
                  </a:moveTo>
                  <a:lnTo>
                    <a:pt x="2778252" y="1524"/>
                  </a:lnTo>
                  <a:lnTo>
                    <a:pt x="2779776" y="0"/>
                  </a:lnTo>
                  <a:lnTo>
                    <a:pt x="2782823" y="0"/>
                  </a:lnTo>
                  <a:lnTo>
                    <a:pt x="2784348" y="1524"/>
                  </a:lnTo>
                  <a:lnTo>
                    <a:pt x="2785872" y="1524"/>
                  </a:lnTo>
                  <a:lnTo>
                    <a:pt x="2785872" y="6096"/>
                  </a:lnTo>
                  <a:lnTo>
                    <a:pt x="2784348" y="6096"/>
                  </a:lnTo>
                  <a:lnTo>
                    <a:pt x="2782823" y="7620"/>
                  </a:lnTo>
                  <a:lnTo>
                    <a:pt x="2779776" y="7620"/>
                  </a:lnTo>
                  <a:lnTo>
                    <a:pt x="2778252" y="6096"/>
                  </a:lnTo>
                  <a:close/>
                </a:path>
                <a:path w="4074159" h="7620">
                  <a:moveTo>
                    <a:pt x="2823972" y="6096"/>
                  </a:moveTo>
                  <a:lnTo>
                    <a:pt x="2823972" y="1524"/>
                  </a:lnTo>
                  <a:lnTo>
                    <a:pt x="2825496" y="1524"/>
                  </a:lnTo>
                  <a:lnTo>
                    <a:pt x="2825496" y="6096"/>
                  </a:lnTo>
                  <a:lnTo>
                    <a:pt x="2823972" y="6096"/>
                  </a:lnTo>
                  <a:close/>
                </a:path>
                <a:path w="4074159" h="7620">
                  <a:moveTo>
                    <a:pt x="2819400" y="7620"/>
                  </a:moveTo>
                  <a:lnTo>
                    <a:pt x="2819400" y="0"/>
                  </a:lnTo>
                  <a:lnTo>
                    <a:pt x="2823972" y="0"/>
                  </a:lnTo>
                  <a:lnTo>
                    <a:pt x="2823972" y="7620"/>
                  </a:lnTo>
                  <a:lnTo>
                    <a:pt x="2819400" y="7620"/>
                  </a:lnTo>
                  <a:close/>
                </a:path>
                <a:path w="4074159" h="7620">
                  <a:moveTo>
                    <a:pt x="2817876" y="6096"/>
                  </a:moveTo>
                  <a:lnTo>
                    <a:pt x="2817876" y="1524"/>
                  </a:lnTo>
                  <a:lnTo>
                    <a:pt x="2819400" y="1524"/>
                  </a:lnTo>
                  <a:lnTo>
                    <a:pt x="2819400" y="6096"/>
                  </a:lnTo>
                  <a:lnTo>
                    <a:pt x="2817876" y="6096"/>
                  </a:lnTo>
                  <a:close/>
                </a:path>
                <a:path w="4074159" h="7620">
                  <a:moveTo>
                    <a:pt x="2857500" y="4572"/>
                  </a:moveTo>
                  <a:lnTo>
                    <a:pt x="2857500" y="3048"/>
                  </a:lnTo>
                  <a:lnTo>
                    <a:pt x="2860548" y="0"/>
                  </a:lnTo>
                  <a:lnTo>
                    <a:pt x="2863596" y="0"/>
                  </a:lnTo>
                  <a:lnTo>
                    <a:pt x="2866644" y="3048"/>
                  </a:lnTo>
                  <a:lnTo>
                    <a:pt x="2866644" y="4572"/>
                  </a:lnTo>
                  <a:lnTo>
                    <a:pt x="2863596" y="7620"/>
                  </a:lnTo>
                  <a:lnTo>
                    <a:pt x="2860548" y="7620"/>
                  </a:lnTo>
                  <a:lnTo>
                    <a:pt x="2857500" y="4572"/>
                  </a:lnTo>
                  <a:close/>
                </a:path>
                <a:path w="4074159" h="7620">
                  <a:moveTo>
                    <a:pt x="2904744" y="6096"/>
                  </a:moveTo>
                  <a:lnTo>
                    <a:pt x="2904744" y="1524"/>
                  </a:lnTo>
                  <a:lnTo>
                    <a:pt x="2906268" y="1524"/>
                  </a:lnTo>
                  <a:lnTo>
                    <a:pt x="2906268" y="6096"/>
                  </a:lnTo>
                  <a:lnTo>
                    <a:pt x="2904744" y="6096"/>
                  </a:lnTo>
                  <a:close/>
                </a:path>
                <a:path w="4074159" h="7620">
                  <a:moveTo>
                    <a:pt x="2900172" y="7620"/>
                  </a:moveTo>
                  <a:lnTo>
                    <a:pt x="2900172" y="0"/>
                  </a:lnTo>
                  <a:lnTo>
                    <a:pt x="2904744" y="0"/>
                  </a:lnTo>
                  <a:lnTo>
                    <a:pt x="2904744" y="7620"/>
                  </a:lnTo>
                  <a:lnTo>
                    <a:pt x="2900172" y="7620"/>
                  </a:lnTo>
                  <a:close/>
                </a:path>
                <a:path w="4074159" h="7620">
                  <a:moveTo>
                    <a:pt x="2898648" y="6096"/>
                  </a:moveTo>
                  <a:lnTo>
                    <a:pt x="2898648" y="1524"/>
                  </a:lnTo>
                  <a:lnTo>
                    <a:pt x="2900172" y="1524"/>
                  </a:lnTo>
                  <a:lnTo>
                    <a:pt x="2900172" y="6096"/>
                  </a:lnTo>
                  <a:lnTo>
                    <a:pt x="2898648" y="6096"/>
                  </a:lnTo>
                  <a:close/>
                </a:path>
                <a:path w="4074159" h="7620">
                  <a:moveTo>
                    <a:pt x="2939796" y="7620"/>
                  </a:moveTo>
                  <a:lnTo>
                    <a:pt x="2939796" y="0"/>
                  </a:lnTo>
                  <a:lnTo>
                    <a:pt x="2944368" y="0"/>
                  </a:lnTo>
                  <a:lnTo>
                    <a:pt x="2945892" y="1524"/>
                  </a:lnTo>
                  <a:lnTo>
                    <a:pt x="2945892" y="6096"/>
                  </a:lnTo>
                  <a:lnTo>
                    <a:pt x="2944368" y="7620"/>
                  </a:lnTo>
                  <a:lnTo>
                    <a:pt x="2939796" y="7620"/>
                  </a:lnTo>
                  <a:close/>
                </a:path>
                <a:path w="4074159" h="7620">
                  <a:moveTo>
                    <a:pt x="2938272" y="6096"/>
                  </a:moveTo>
                  <a:lnTo>
                    <a:pt x="2938272" y="1524"/>
                  </a:lnTo>
                  <a:lnTo>
                    <a:pt x="2939796" y="1524"/>
                  </a:lnTo>
                  <a:lnTo>
                    <a:pt x="2939796" y="6096"/>
                  </a:lnTo>
                  <a:lnTo>
                    <a:pt x="2938272" y="6096"/>
                  </a:lnTo>
                  <a:close/>
                </a:path>
                <a:path w="4074159" h="7620">
                  <a:moveTo>
                    <a:pt x="2985515" y="6096"/>
                  </a:moveTo>
                  <a:lnTo>
                    <a:pt x="2985515" y="1524"/>
                  </a:lnTo>
                  <a:lnTo>
                    <a:pt x="2987040" y="1524"/>
                  </a:lnTo>
                  <a:lnTo>
                    <a:pt x="2987040" y="6096"/>
                  </a:lnTo>
                  <a:lnTo>
                    <a:pt x="2985515" y="6096"/>
                  </a:lnTo>
                  <a:close/>
                </a:path>
                <a:path w="4074159" h="7620">
                  <a:moveTo>
                    <a:pt x="2979419" y="6096"/>
                  </a:moveTo>
                  <a:lnTo>
                    <a:pt x="2979419" y="1524"/>
                  </a:lnTo>
                  <a:lnTo>
                    <a:pt x="2980944" y="0"/>
                  </a:lnTo>
                  <a:lnTo>
                    <a:pt x="2985515" y="0"/>
                  </a:lnTo>
                  <a:lnTo>
                    <a:pt x="2985515" y="7620"/>
                  </a:lnTo>
                  <a:lnTo>
                    <a:pt x="2980944" y="7620"/>
                  </a:lnTo>
                  <a:lnTo>
                    <a:pt x="2979419" y="6096"/>
                  </a:lnTo>
                  <a:close/>
                </a:path>
                <a:path w="4074159" h="7620">
                  <a:moveTo>
                    <a:pt x="3020568" y="7620"/>
                  </a:moveTo>
                  <a:lnTo>
                    <a:pt x="3020568" y="0"/>
                  </a:lnTo>
                  <a:lnTo>
                    <a:pt x="3025140" y="0"/>
                  </a:lnTo>
                  <a:lnTo>
                    <a:pt x="3026664" y="1524"/>
                  </a:lnTo>
                  <a:lnTo>
                    <a:pt x="3026664" y="6096"/>
                  </a:lnTo>
                  <a:lnTo>
                    <a:pt x="3025140" y="7620"/>
                  </a:lnTo>
                  <a:lnTo>
                    <a:pt x="3020568" y="7620"/>
                  </a:lnTo>
                  <a:close/>
                </a:path>
                <a:path w="4074159" h="7620">
                  <a:moveTo>
                    <a:pt x="3019044" y="6096"/>
                  </a:moveTo>
                  <a:lnTo>
                    <a:pt x="3019044" y="1524"/>
                  </a:lnTo>
                  <a:lnTo>
                    <a:pt x="3020568" y="1524"/>
                  </a:lnTo>
                  <a:lnTo>
                    <a:pt x="3020568" y="6096"/>
                  </a:lnTo>
                  <a:lnTo>
                    <a:pt x="3019044" y="6096"/>
                  </a:lnTo>
                  <a:close/>
                </a:path>
                <a:path w="4074159" h="7620">
                  <a:moveTo>
                    <a:pt x="3058668" y="4572"/>
                  </a:moveTo>
                  <a:lnTo>
                    <a:pt x="3058668" y="3048"/>
                  </a:lnTo>
                  <a:lnTo>
                    <a:pt x="3061715" y="0"/>
                  </a:lnTo>
                  <a:lnTo>
                    <a:pt x="3064764" y="0"/>
                  </a:lnTo>
                  <a:lnTo>
                    <a:pt x="3067811" y="3048"/>
                  </a:lnTo>
                  <a:lnTo>
                    <a:pt x="3067811" y="4572"/>
                  </a:lnTo>
                  <a:lnTo>
                    <a:pt x="3064764" y="7620"/>
                  </a:lnTo>
                  <a:lnTo>
                    <a:pt x="3061715" y="7620"/>
                  </a:lnTo>
                  <a:lnTo>
                    <a:pt x="3058668" y="4572"/>
                  </a:lnTo>
                  <a:close/>
                </a:path>
                <a:path w="4074159" h="7620">
                  <a:moveTo>
                    <a:pt x="3105911" y="6096"/>
                  </a:moveTo>
                  <a:lnTo>
                    <a:pt x="3105911" y="1524"/>
                  </a:lnTo>
                  <a:lnTo>
                    <a:pt x="3107436" y="1524"/>
                  </a:lnTo>
                  <a:lnTo>
                    <a:pt x="3107436" y="6096"/>
                  </a:lnTo>
                  <a:lnTo>
                    <a:pt x="3105911" y="6096"/>
                  </a:lnTo>
                  <a:close/>
                </a:path>
                <a:path w="4074159" h="7620">
                  <a:moveTo>
                    <a:pt x="3101340" y="7620"/>
                  </a:moveTo>
                  <a:lnTo>
                    <a:pt x="3101340" y="0"/>
                  </a:lnTo>
                  <a:lnTo>
                    <a:pt x="3105911" y="0"/>
                  </a:lnTo>
                  <a:lnTo>
                    <a:pt x="3105911" y="7620"/>
                  </a:lnTo>
                  <a:lnTo>
                    <a:pt x="3101340" y="7620"/>
                  </a:lnTo>
                  <a:close/>
                </a:path>
                <a:path w="4074159" h="7620">
                  <a:moveTo>
                    <a:pt x="3099815" y="6096"/>
                  </a:moveTo>
                  <a:lnTo>
                    <a:pt x="3099815" y="1524"/>
                  </a:lnTo>
                  <a:lnTo>
                    <a:pt x="3101340" y="1524"/>
                  </a:lnTo>
                  <a:lnTo>
                    <a:pt x="3101340" y="6096"/>
                  </a:lnTo>
                  <a:lnTo>
                    <a:pt x="3099815" y="6096"/>
                  </a:lnTo>
                  <a:close/>
                </a:path>
                <a:path w="4074159" h="7620">
                  <a:moveTo>
                    <a:pt x="3139440" y="4572"/>
                  </a:moveTo>
                  <a:lnTo>
                    <a:pt x="3139440" y="3048"/>
                  </a:lnTo>
                  <a:lnTo>
                    <a:pt x="3142488" y="0"/>
                  </a:lnTo>
                  <a:lnTo>
                    <a:pt x="3145536" y="0"/>
                  </a:lnTo>
                  <a:lnTo>
                    <a:pt x="3148584" y="3048"/>
                  </a:lnTo>
                  <a:lnTo>
                    <a:pt x="3148584" y="4572"/>
                  </a:lnTo>
                  <a:lnTo>
                    <a:pt x="3145536" y="7620"/>
                  </a:lnTo>
                  <a:lnTo>
                    <a:pt x="3142488" y="7620"/>
                  </a:lnTo>
                  <a:lnTo>
                    <a:pt x="3139440" y="4572"/>
                  </a:lnTo>
                  <a:close/>
                </a:path>
                <a:path w="4074159" h="7620">
                  <a:moveTo>
                    <a:pt x="3186684" y="6096"/>
                  </a:moveTo>
                  <a:lnTo>
                    <a:pt x="3186684" y="1524"/>
                  </a:lnTo>
                  <a:lnTo>
                    <a:pt x="3188207" y="1524"/>
                  </a:lnTo>
                  <a:lnTo>
                    <a:pt x="3188207" y="6096"/>
                  </a:lnTo>
                  <a:lnTo>
                    <a:pt x="3186684" y="6096"/>
                  </a:lnTo>
                  <a:close/>
                </a:path>
                <a:path w="4074159" h="7620">
                  <a:moveTo>
                    <a:pt x="3180588" y="6096"/>
                  </a:moveTo>
                  <a:lnTo>
                    <a:pt x="3180588" y="1524"/>
                  </a:lnTo>
                  <a:lnTo>
                    <a:pt x="3182111" y="0"/>
                  </a:lnTo>
                  <a:lnTo>
                    <a:pt x="3186684" y="0"/>
                  </a:lnTo>
                  <a:lnTo>
                    <a:pt x="3186684" y="7620"/>
                  </a:lnTo>
                  <a:lnTo>
                    <a:pt x="3182111" y="7620"/>
                  </a:lnTo>
                  <a:lnTo>
                    <a:pt x="3180588" y="6096"/>
                  </a:lnTo>
                  <a:close/>
                </a:path>
                <a:path w="4074159" h="7620">
                  <a:moveTo>
                    <a:pt x="3221736" y="7620"/>
                  </a:moveTo>
                  <a:lnTo>
                    <a:pt x="3221736" y="0"/>
                  </a:lnTo>
                  <a:lnTo>
                    <a:pt x="3226307" y="0"/>
                  </a:lnTo>
                  <a:lnTo>
                    <a:pt x="3227832" y="1524"/>
                  </a:lnTo>
                  <a:lnTo>
                    <a:pt x="3227832" y="6096"/>
                  </a:lnTo>
                  <a:lnTo>
                    <a:pt x="3226307" y="7620"/>
                  </a:lnTo>
                  <a:lnTo>
                    <a:pt x="3221736" y="7620"/>
                  </a:lnTo>
                  <a:close/>
                </a:path>
                <a:path w="4074159" h="7620">
                  <a:moveTo>
                    <a:pt x="3220211" y="6096"/>
                  </a:moveTo>
                  <a:lnTo>
                    <a:pt x="3220211" y="1524"/>
                  </a:lnTo>
                  <a:lnTo>
                    <a:pt x="3221736" y="1524"/>
                  </a:lnTo>
                  <a:lnTo>
                    <a:pt x="3221736" y="6096"/>
                  </a:lnTo>
                  <a:lnTo>
                    <a:pt x="3220211" y="6096"/>
                  </a:lnTo>
                  <a:close/>
                </a:path>
                <a:path w="4074159" h="7620">
                  <a:moveTo>
                    <a:pt x="3259836" y="4572"/>
                  </a:moveTo>
                  <a:lnTo>
                    <a:pt x="3259836" y="3048"/>
                  </a:lnTo>
                  <a:lnTo>
                    <a:pt x="3262884" y="0"/>
                  </a:lnTo>
                  <a:lnTo>
                    <a:pt x="3265932" y="0"/>
                  </a:lnTo>
                  <a:lnTo>
                    <a:pt x="3267456" y="1524"/>
                  </a:lnTo>
                  <a:lnTo>
                    <a:pt x="3268980" y="1524"/>
                  </a:lnTo>
                  <a:lnTo>
                    <a:pt x="3268980" y="6096"/>
                  </a:lnTo>
                  <a:lnTo>
                    <a:pt x="3267456" y="6096"/>
                  </a:lnTo>
                  <a:lnTo>
                    <a:pt x="3265932" y="7620"/>
                  </a:lnTo>
                  <a:lnTo>
                    <a:pt x="3262884" y="7620"/>
                  </a:lnTo>
                  <a:lnTo>
                    <a:pt x="3259836" y="4572"/>
                  </a:lnTo>
                  <a:close/>
                </a:path>
                <a:path w="4074159" h="7620">
                  <a:moveTo>
                    <a:pt x="3307080" y="6096"/>
                  </a:moveTo>
                  <a:lnTo>
                    <a:pt x="3307080" y="1524"/>
                  </a:lnTo>
                  <a:lnTo>
                    <a:pt x="3308603" y="1524"/>
                  </a:lnTo>
                  <a:lnTo>
                    <a:pt x="3308603" y="6096"/>
                  </a:lnTo>
                  <a:lnTo>
                    <a:pt x="3307080" y="6096"/>
                  </a:lnTo>
                  <a:close/>
                </a:path>
                <a:path w="4074159" h="7620">
                  <a:moveTo>
                    <a:pt x="3302507" y="7620"/>
                  </a:moveTo>
                  <a:lnTo>
                    <a:pt x="3302507" y="0"/>
                  </a:lnTo>
                  <a:lnTo>
                    <a:pt x="3307080" y="0"/>
                  </a:lnTo>
                  <a:lnTo>
                    <a:pt x="3307080" y="7620"/>
                  </a:lnTo>
                  <a:lnTo>
                    <a:pt x="3302507" y="7620"/>
                  </a:lnTo>
                  <a:close/>
                </a:path>
                <a:path w="4074159" h="7620">
                  <a:moveTo>
                    <a:pt x="3300984" y="6096"/>
                  </a:moveTo>
                  <a:lnTo>
                    <a:pt x="3300984" y="1524"/>
                  </a:lnTo>
                  <a:lnTo>
                    <a:pt x="3302507" y="1524"/>
                  </a:lnTo>
                  <a:lnTo>
                    <a:pt x="3302507" y="6096"/>
                  </a:lnTo>
                  <a:lnTo>
                    <a:pt x="3300984" y="6096"/>
                  </a:lnTo>
                  <a:close/>
                </a:path>
                <a:path w="4074159" h="7620">
                  <a:moveTo>
                    <a:pt x="3340607" y="4572"/>
                  </a:moveTo>
                  <a:lnTo>
                    <a:pt x="3340607" y="3048"/>
                  </a:lnTo>
                  <a:lnTo>
                    <a:pt x="3343656" y="0"/>
                  </a:lnTo>
                  <a:lnTo>
                    <a:pt x="3346703" y="0"/>
                  </a:lnTo>
                  <a:lnTo>
                    <a:pt x="3349752" y="3048"/>
                  </a:lnTo>
                  <a:lnTo>
                    <a:pt x="3349752" y="4572"/>
                  </a:lnTo>
                  <a:lnTo>
                    <a:pt x="3346703" y="7620"/>
                  </a:lnTo>
                  <a:lnTo>
                    <a:pt x="3343656" y="7620"/>
                  </a:lnTo>
                  <a:lnTo>
                    <a:pt x="3340607" y="4572"/>
                  </a:lnTo>
                  <a:close/>
                </a:path>
                <a:path w="4074159" h="7620">
                  <a:moveTo>
                    <a:pt x="3387852" y="6096"/>
                  </a:moveTo>
                  <a:lnTo>
                    <a:pt x="3387852" y="1524"/>
                  </a:lnTo>
                  <a:lnTo>
                    <a:pt x="3389376" y="1524"/>
                  </a:lnTo>
                  <a:lnTo>
                    <a:pt x="3389376" y="6096"/>
                  </a:lnTo>
                  <a:lnTo>
                    <a:pt x="3387852" y="6096"/>
                  </a:lnTo>
                  <a:close/>
                </a:path>
                <a:path w="4074159" h="7620">
                  <a:moveTo>
                    <a:pt x="3383280" y="7620"/>
                  </a:moveTo>
                  <a:lnTo>
                    <a:pt x="3383280" y="0"/>
                  </a:lnTo>
                  <a:lnTo>
                    <a:pt x="3387852" y="0"/>
                  </a:lnTo>
                  <a:lnTo>
                    <a:pt x="3387852" y="7620"/>
                  </a:lnTo>
                  <a:lnTo>
                    <a:pt x="3383280" y="7620"/>
                  </a:lnTo>
                  <a:close/>
                </a:path>
                <a:path w="4074159" h="7620">
                  <a:moveTo>
                    <a:pt x="3381756" y="6096"/>
                  </a:moveTo>
                  <a:lnTo>
                    <a:pt x="3381756" y="1524"/>
                  </a:lnTo>
                  <a:lnTo>
                    <a:pt x="3383280" y="1524"/>
                  </a:lnTo>
                  <a:lnTo>
                    <a:pt x="3383280" y="6096"/>
                  </a:lnTo>
                  <a:lnTo>
                    <a:pt x="3381756" y="6096"/>
                  </a:lnTo>
                  <a:close/>
                </a:path>
                <a:path w="4074159" h="7620">
                  <a:moveTo>
                    <a:pt x="3422904" y="7620"/>
                  </a:moveTo>
                  <a:lnTo>
                    <a:pt x="3422904" y="0"/>
                  </a:lnTo>
                  <a:lnTo>
                    <a:pt x="3427476" y="0"/>
                  </a:lnTo>
                  <a:lnTo>
                    <a:pt x="3429000" y="1524"/>
                  </a:lnTo>
                  <a:lnTo>
                    <a:pt x="3429000" y="6096"/>
                  </a:lnTo>
                  <a:lnTo>
                    <a:pt x="3427476" y="7620"/>
                  </a:lnTo>
                  <a:lnTo>
                    <a:pt x="3422904" y="7620"/>
                  </a:lnTo>
                  <a:close/>
                </a:path>
                <a:path w="4074159" h="7620">
                  <a:moveTo>
                    <a:pt x="3421380" y="6096"/>
                  </a:moveTo>
                  <a:lnTo>
                    <a:pt x="3421380" y="1524"/>
                  </a:lnTo>
                  <a:lnTo>
                    <a:pt x="3422904" y="1524"/>
                  </a:lnTo>
                  <a:lnTo>
                    <a:pt x="3422904" y="6096"/>
                  </a:lnTo>
                  <a:lnTo>
                    <a:pt x="3421380" y="6096"/>
                  </a:lnTo>
                  <a:close/>
                </a:path>
                <a:path w="4074159" h="7620">
                  <a:moveTo>
                    <a:pt x="3468624" y="6096"/>
                  </a:moveTo>
                  <a:lnTo>
                    <a:pt x="3468624" y="1524"/>
                  </a:lnTo>
                  <a:lnTo>
                    <a:pt x="3470148" y="1524"/>
                  </a:lnTo>
                  <a:lnTo>
                    <a:pt x="3470148" y="6096"/>
                  </a:lnTo>
                  <a:lnTo>
                    <a:pt x="3468624" y="6096"/>
                  </a:lnTo>
                  <a:close/>
                </a:path>
                <a:path w="4074159" h="7620">
                  <a:moveTo>
                    <a:pt x="3462527" y="6096"/>
                  </a:moveTo>
                  <a:lnTo>
                    <a:pt x="3462527" y="1524"/>
                  </a:lnTo>
                  <a:lnTo>
                    <a:pt x="3464052" y="0"/>
                  </a:lnTo>
                  <a:lnTo>
                    <a:pt x="3468624" y="0"/>
                  </a:lnTo>
                  <a:lnTo>
                    <a:pt x="3468624" y="7620"/>
                  </a:lnTo>
                  <a:lnTo>
                    <a:pt x="3464052" y="7620"/>
                  </a:lnTo>
                  <a:lnTo>
                    <a:pt x="3462527" y="6096"/>
                  </a:lnTo>
                  <a:close/>
                </a:path>
                <a:path w="4074159" h="7620">
                  <a:moveTo>
                    <a:pt x="3508248" y="6096"/>
                  </a:moveTo>
                  <a:lnTo>
                    <a:pt x="3508248" y="1524"/>
                  </a:lnTo>
                  <a:lnTo>
                    <a:pt x="3509772" y="1524"/>
                  </a:lnTo>
                  <a:lnTo>
                    <a:pt x="3509772" y="6096"/>
                  </a:lnTo>
                  <a:lnTo>
                    <a:pt x="3508248" y="6096"/>
                  </a:lnTo>
                  <a:close/>
                </a:path>
                <a:path w="4074159" h="7620">
                  <a:moveTo>
                    <a:pt x="3503676" y="7620"/>
                  </a:moveTo>
                  <a:lnTo>
                    <a:pt x="3503676" y="0"/>
                  </a:lnTo>
                  <a:lnTo>
                    <a:pt x="3508248" y="0"/>
                  </a:lnTo>
                  <a:lnTo>
                    <a:pt x="3508248" y="7620"/>
                  </a:lnTo>
                  <a:lnTo>
                    <a:pt x="3503676" y="7620"/>
                  </a:lnTo>
                  <a:close/>
                </a:path>
                <a:path w="4074159" h="7620">
                  <a:moveTo>
                    <a:pt x="3502152" y="6096"/>
                  </a:moveTo>
                  <a:lnTo>
                    <a:pt x="3502152" y="1524"/>
                  </a:lnTo>
                  <a:lnTo>
                    <a:pt x="3503676" y="1524"/>
                  </a:lnTo>
                  <a:lnTo>
                    <a:pt x="3503676" y="6096"/>
                  </a:lnTo>
                  <a:lnTo>
                    <a:pt x="3502152" y="6096"/>
                  </a:lnTo>
                  <a:close/>
                </a:path>
                <a:path w="4074159" h="7620">
                  <a:moveTo>
                    <a:pt x="3541776" y="4572"/>
                  </a:moveTo>
                  <a:lnTo>
                    <a:pt x="3541776" y="3048"/>
                  </a:lnTo>
                  <a:lnTo>
                    <a:pt x="3544824" y="0"/>
                  </a:lnTo>
                  <a:lnTo>
                    <a:pt x="3547872" y="0"/>
                  </a:lnTo>
                  <a:lnTo>
                    <a:pt x="3550920" y="3048"/>
                  </a:lnTo>
                  <a:lnTo>
                    <a:pt x="3550920" y="4572"/>
                  </a:lnTo>
                  <a:lnTo>
                    <a:pt x="3547872" y="7620"/>
                  </a:lnTo>
                  <a:lnTo>
                    <a:pt x="3544824" y="7620"/>
                  </a:lnTo>
                  <a:lnTo>
                    <a:pt x="3541776" y="4572"/>
                  </a:lnTo>
                  <a:close/>
                </a:path>
                <a:path w="4074159" h="7620">
                  <a:moveTo>
                    <a:pt x="3589020" y="6096"/>
                  </a:moveTo>
                  <a:lnTo>
                    <a:pt x="3589020" y="1524"/>
                  </a:lnTo>
                  <a:lnTo>
                    <a:pt x="3590544" y="1524"/>
                  </a:lnTo>
                  <a:lnTo>
                    <a:pt x="3590544" y="6096"/>
                  </a:lnTo>
                  <a:lnTo>
                    <a:pt x="3589020" y="6096"/>
                  </a:lnTo>
                  <a:close/>
                </a:path>
                <a:path w="4074159" h="7620">
                  <a:moveTo>
                    <a:pt x="3584448" y="7620"/>
                  </a:moveTo>
                  <a:lnTo>
                    <a:pt x="3584448" y="0"/>
                  </a:lnTo>
                  <a:lnTo>
                    <a:pt x="3589020" y="0"/>
                  </a:lnTo>
                  <a:lnTo>
                    <a:pt x="3589020" y="7620"/>
                  </a:lnTo>
                  <a:lnTo>
                    <a:pt x="3584448" y="7620"/>
                  </a:lnTo>
                  <a:close/>
                </a:path>
                <a:path w="4074159" h="7620">
                  <a:moveTo>
                    <a:pt x="3582924" y="6096"/>
                  </a:moveTo>
                  <a:lnTo>
                    <a:pt x="3582924" y="1524"/>
                  </a:lnTo>
                  <a:lnTo>
                    <a:pt x="3584448" y="1524"/>
                  </a:lnTo>
                  <a:lnTo>
                    <a:pt x="3584448" y="6096"/>
                  </a:lnTo>
                  <a:lnTo>
                    <a:pt x="3582924" y="6096"/>
                  </a:lnTo>
                  <a:close/>
                </a:path>
                <a:path w="4074159" h="7620">
                  <a:moveTo>
                    <a:pt x="3622548" y="6096"/>
                  </a:moveTo>
                  <a:lnTo>
                    <a:pt x="3622548" y="1524"/>
                  </a:lnTo>
                  <a:lnTo>
                    <a:pt x="3624072" y="1524"/>
                  </a:lnTo>
                  <a:lnTo>
                    <a:pt x="3625596" y="0"/>
                  </a:lnTo>
                  <a:lnTo>
                    <a:pt x="3628644" y="0"/>
                  </a:lnTo>
                  <a:lnTo>
                    <a:pt x="3631692" y="3048"/>
                  </a:lnTo>
                  <a:lnTo>
                    <a:pt x="3631692" y="4572"/>
                  </a:lnTo>
                  <a:lnTo>
                    <a:pt x="3628644" y="7620"/>
                  </a:lnTo>
                  <a:lnTo>
                    <a:pt x="3625596" y="7620"/>
                  </a:lnTo>
                  <a:lnTo>
                    <a:pt x="3624072" y="6096"/>
                  </a:lnTo>
                  <a:lnTo>
                    <a:pt x="3622548" y="6096"/>
                  </a:lnTo>
                  <a:close/>
                </a:path>
                <a:path w="4074159" h="7620">
                  <a:moveTo>
                    <a:pt x="3669792" y="6096"/>
                  </a:moveTo>
                  <a:lnTo>
                    <a:pt x="3669792" y="1524"/>
                  </a:lnTo>
                  <a:lnTo>
                    <a:pt x="3671316" y="1524"/>
                  </a:lnTo>
                  <a:lnTo>
                    <a:pt x="3671316" y="6096"/>
                  </a:lnTo>
                  <a:lnTo>
                    <a:pt x="3669792" y="6096"/>
                  </a:lnTo>
                  <a:close/>
                </a:path>
                <a:path w="4074159" h="7620">
                  <a:moveTo>
                    <a:pt x="3663696" y="6096"/>
                  </a:moveTo>
                  <a:lnTo>
                    <a:pt x="3663696" y="1524"/>
                  </a:lnTo>
                  <a:lnTo>
                    <a:pt x="3665220" y="0"/>
                  </a:lnTo>
                  <a:lnTo>
                    <a:pt x="3669792" y="0"/>
                  </a:lnTo>
                  <a:lnTo>
                    <a:pt x="3669792" y="7620"/>
                  </a:lnTo>
                  <a:lnTo>
                    <a:pt x="3665220" y="7620"/>
                  </a:lnTo>
                  <a:lnTo>
                    <a:pt x="3663696" y="6096"/>
                  </a:lnTo>
                  <a:close/>
                </a:path>
                <a:path w="4074159" h="7620">
                  <a:moveTo>
                    <a:pt x="3704844" y="7620"/>
                  </a:moveTo>
                  <a:lnTo>
                    <a:pt x="3704844" y="0"/>
                  </a:lnTo>
                  <a:lnTo>
                    <a:pt x="3709416" y="0"/>
                  </a:lnTo>
                  <a:lnTo>
                    <a:pt x="3710940" y="1524"/>
                  </a:lnTo>
                  <a:lnTo>
                    <a:pt x="3710940" y="6096"/>
                  </a:lnTo>
                  <a:lnTo>
                    <a:pt x="3709416" y="7620"/>
                  </a:lnTo>
                  <a:lnTo>
                    <a:pt x="3704844" y="7620"/>
                  </a:lnTo>
                  <a:close/>
                </a:path>
                <a:path w="4074159" h="7620">
                  <a:moveTo>
                    <a:pt x="3703320" y="6096"/>
                  </a:moveTo>
                  <a:lnTo>
                    <a:pt x="3703320" y="1524"/>
                  </a:lnTo>
                  <a:lnTo>
                    <a:pt x="3704844" y="1524"/>
                  </a:lnTo>
                  <a:lnTo>
                    <a:pt x="3704844" y="6096"/>
                  </a:lnTo>
                  <a:lnTo>
                    <a:pt x="3703320" y="6096"/>
                  </a:lnTo>
                  <a:close/>
                </a:path>
                <a:path w="4074159" h="7620">
                  <a:moveTo>
                    <a:pt x="3742944" y="4572"/>
                  </a:moveTo>
                  <a:lnTo>
                    <a:pt x="3742944" y="3048"/>
                  </a:lnTo>
                  <a:lnTo>
                    <a:pt x="3745992" y="0"/>
                  </a:lnTo>
                  <a:lnTo>
                    <a:pt x="3749040" y="0"/>
                  </a:lnTo>
                  <a:lnTo>
                    <a:pt x="3750564" y="1524"/>
                  </a:lnTo>
                  <a:lnTo>
                    <a:pt x="3752088" y="1524"/>
                  </a:lnTo>
                  <a:lnTo>
                    <a:pt x="3752088" y="6096"/>
                  </a:lnTo>
                  <a:lnTo>
                    <a:pt x="3750564" y="6096"/>
                  </a:lnTo>
                  <a:lnTo>
                    <a:pt x="3749040" y="7620"/>
                  </a:lnTo>
                  <a:lnTo>
                    <a:pt x="3745992" y="7620"/>
                  </a:lnTo>
                  <a:lnTo>
                    <a:pt x="3742944" y="4572"/>
                  </a:lnTo>
                  <a:close/>
                </a:path>
                <a:path w="4074159" h="7620">
                  <a:moveTo>
                    <a:pt x="3790188" y="6096"/>
                  </a:moveTo>
                  <a:lnTo>
                    <a:pt x="3790188" y="1524"/>
                  </a:lnTo>
                  <a:lnTo>
                    <a:pt x="3791712" y="1524"/>
                  </a:lnTo>
                  <a:lnTo>
                    <a:pt x="3791712" y="6096"/>
                  </a:lnTo>
                  <a:lnTo>
                    <a:pt x="3790188" y="6096"/>
                  </a:lnTo>
                  <a:close/>
                </a:path>
                <a:path w="4074159" h="7620">
                  <a:moveTo>
                    <a:pt x="3785616" y="7620"/>
                  </a:moveTo>
                  <a:lnTo>
                    <a:pt x="3785616" y="0"/>
                  </a:lnTo>
                  <a:lnTo>
                    <a:pt x="3790188" y="0"/>
                  </a:lnTo>
                  <a:lnTo>
                    <a:pt x="3790188" y="7620"/>
                  </a:lnTo>
                  <a:lnTo>
                    <a:pt x="3785616" y="7620"/>
                  </a:lnTo>
                  <a:close/>
                </a:path>
                <a:path w="4074159" h="7620">
                  <a:moveTo>
                    <a:pt x="3784092" y="6096"/>
                  </a:moveTo>
                  <a:lnTo>
                    <a:pt x="3784092" y="1524"/>
                  </a:lnTo>
                  <a:lnTo>
                    <a:pt x="3785616" y="1524"/>
                  </a:lnTo>
                  <a:lnTo>
                    <a:pt x="3785616" y="6096"/>
                  </a:lnTo>
                  <a:lnTo>
                    <a:pt x="3784092" y="6096"/>
                  </a:lnTo>
                  <a:close/>
                </a:path>
                <a:path w="4074159" h="7620">
                  <a:moveTo>
                    <a:pt x="3823716" y="4572"/>
                  </a:moveTo>
                  <a:lnTo>
                    <a:pt x="3823716" y="3048"/>
                  </a:lnTo>
                  <a:lnTo>
                    <a:pt x="3826764" y="0"/>
                  </a:lnTo>
                  <a:lnTo>
                    <a:pt x="3829812" y="0"/>
                  </a:lnTo>
                  <a:lnTo>
                    <a:pt x="3832860" y="3048"/>
                  </a:lnTo>
                  <a:lnTo>
                    <a:pt x="3832860" y="4572"/>
                  </a:lnTo>
                  <a:lnTo>
                    <a:pt x="3829812" y="7620"/>
                  </a:lnTo>
                  <a:lnTo>
                    <a:pt x="3826764" y="7620"/>
                  </a:lnTo>
                  <a:lnTo>
                    <a:pt x="3823716" y="4572"/>
                  </a:lnTo>
                  <a:close/>
                </a:path>
                <a:path w="4074159" h="7620">
                  <a:moveTo>
                    <a:pt x="3870960" y="6096"/>
                  </a:moveTo>
                  <a:lnTo>
                    <a:pt x="3870960" y="1524"/>
                  </a:lnTo>
                  <a:lnTo>
                    <a:pt x="3872484" y="1524"/>
                  </a:lnTo>
                  <a:lnTo>
                    <a:pt x="3872484" y="6096"/>
                  </a:lnTo>
                  <a:lnTo>
                    <a:pt x="3870960" y="6096"/>
                  </a:lnTo>
                  <a:close/>
                </a:path>
                <a:path w="4074159" h="7620">
                  <a:moveTo>
                    <a:pt x="3864864" y="6096"/>
                  </a:moveTo>
                  <a:lnTo>
                    <a:pt x="3864864" y="1524"/>
                  </a:lnTo>
                  <a:lnTo>
                    <a:pt x="3866388" y="0"/>
                  </a:lnTo>
                  <a:lnTo>
                    <a:pt x="3870960" y="0"/>
                  </a:lnTo>
                  <a:lnTo>
                    <a:pt x="3870960" y="7620"/>
                  </a:lnTo>
                  <a:lnTo>
                    <a:pt x="3866388" y="7620"/>
                  </a:lnTo>
                  <a:lnTo>
                    <a:pt x="3864864" y="6096"/>
                  </a:lnTo>
                  <a:close/>
                </a:path>
                <a:path w="4074159" h="7620">
                  <a:moveTo>
                    <a:pt x="3906012" y="7620"/>
                  </a:moveTo>
                  <a:lnTo>
                    <a:pt x="3906012" y="0"/>
                  </a:lnTo>
                  <a:lnTo>
                    <a:pt x="3910584" y="0"/>
                  </a:lnTo>
                  <a:lnTo>
                    <a:pt x="3912108" y="1524"/>
                  </a:lnTo>
                  <a:lnTo>
                    <a:pt x="3912108" y="6096"/>
                  </a:lnTo>
                  <a:lnTo>
                    <a:pt x="3910584" y="7620"/>
                  </a:lnTo>
                  <a:lnTo>
                    <a:pt x="3906012" y="7620"/>
                  </a:lnTo>
                  <a:close/>
                </a:path>
                <a:path w="4074159" h="7620">
                  <a:moveTo>
                    <a:pt x="3904488" y="6096"/>
                  </a:moveTo>
                  <a:lnTo>
                    <a:pt x="3904488" y="1524"/>
                  </a:lnTo>
                  <a:lnTo>
                    <a:pt x="3906012" y="1524"/>
                  </a:lnTo>
                  <a:lnTo>
                    <a:pt x="3906012" y="6096"/>
                  </a:lnTo>
                  <a:lnTo>
                    <a:pt x="3904488" y="6096"/>
                  </a:lnTo>
                  <a:close/>
                </a:path>
                <a:path w="4074159" h="7620">
                  <a:moveTo>
                    <a:pt x="3951732" y="6096"/>
                  </a:moveTo>
                  <a:lnTo>
                    <a:pt x="3951732" y="1524"/>
                  </a:lnTo>
                  <a:lnTo>
                    <a:pt x="3953256" y="1524"/>
                  </a:lnTo>
                  <a:lnTo>
                    <a:pt x="3953256" y="6096"/>
                  </a:lnTo>
                  <a:lnTo>
                    <a:pt x="3951732" y="6096"/>
                  </a:lnTo>
                  <a:close/>
                </a:path>
                <a:path w="4074159" h="7620">
                  <a:moveTo>
                    <a:pt x="3945636" y="6096"/>
                  </a:moveTo>
                  <a:lnTo>
                    <a:pt x="3945636" y="1524"/>
                  </a:lnTo>
                  <a:lnTo>
                    <a:pt x="3947160" y="0"/>
                  </a:lnTo>
                  <a:lnTo>
                    <a:pt x="3951732" y="0"/>
                  </a:lnTo>
                  <a:lnTo>
                    <a:pt x="3951732" y="7620"/>
                  </a:lnTo>
                  <a:lnTo>
                    <a:pt x="3947160" y="7620"/>
                  </a:lnTo>
                  <a:lnTo>
                    <a:pt x="3945636" y="6096"/>
                  </a:lnTo>
                  <a:close/>
                </a:path>
                <a:path w="4074159" h="7620">
                  <a:moveTo>
                    <a:pt x="3991356" y="6096"/>
                  </a:moveTo>
                  <a:lnTo>
                    <a:pt x="3991356" y="1524"/>
                  </a:lnTo>
                  <a:lnTo>
                    <a:pt x="3992880" y="1524"/>
                  </a:lnTo>
                  <a:lnTo>
                    <a:pt x="3992880" y="6096"/>
                  </a:lnTo>
                  <a:lnTo>
                    <a:pt x="3991356" y="6096"/>
                  </a:lnTo>
                  <a:close/>
                </a:path>
                <a:path w="4074159" h="7620">
                  <a:moveTo>
                    <a:pt x="3986784" y="7620"/>
                  </a:moveTo>
                  <a:lnTo>
                    <a:pt x="3986784" y="0"/>
                  </a:lnTo>
                  <a:lnTo>
                    <a:pt x="3991356" y="0"/>
                  </a:lnTo>
                  <a:lnTo>
                    <a:pt x="3991356" y="7620"/>
                  </a:lnTo>
                  <a:lnTo>
                    <a:pt x="3986784" y="7620"/>
                  </a:lnTo>
                  <a:close/>
                </a:path>
                <a:path w="4074159" h="7620">
                  <a:moveTo>
                    <a:pt x="3985260" y="6096"/>
                  </a:moveTo>
                  <a:lnTo>
                    <a:pt x="3985260" y="1524"/>
                  </a:lnTo>
                  <a:lnTo>
                    <a:pt x="3986784" y="1524"/>
                  </a:lnTo>
                  <a:lnTo>
                    <a:pt x="3986784" y="6096"/>
                  </a:lnTo>
                  <a:lnTo>
                    <a:pt x="3985260" y="6096"/>
                  </a:lnTo>
                  <a:close/>
                </a:path>
                <a:path w="4074159" h="7620">
                  <a:moveTo>
                    <a:pt x="4024884" y="4572"/>
                  </a:moveTo>
                  <a:lnTo>
                    <a:pt x="4024884" y="3048"/>
                  </a:lnTo>
                  <a:lnTo>
                    <a:pt x="4027932" y="0"/>
                  </a:lnTo>
                  <a:lnTo>
                    <a:pt x="4030980" y="0"/>
                  </a:lnTo>
                  <a:lnTo>
                    <a:pt x="4034028" y="3048"/>
                  </a:lnTo>
                  <a:lnTo>
                    <a:pt x="4034028" y="4572"/>
                  </a:lnTo>
                  <a:lnTo>
                    <a:pt x="4030980" y="7620"/>
                  </a:lnTo>
                  <a:lnTo>
                    <a:pt x="4027932" y="7620"/>
                  </a:lnTo>
                  <a:lnTo>
                    <a:pt x="4024884" y="4572"/>
                  </a:lnTo>
                  <a:close/>
                </a:path>
                <a:path w="4074159" h="7620">
                  <a:moveTo>
                    <a:pt x="4072128" y="6096"/>
                  </a:moveTo>
                  <a:lnTo>
                    <a:pt x="4072128" y="1524"/>
                  </a:lnTo>
                  <a:lnTo>
                    <a:pt x="4073652" y="1524"/>
                  </a:lnTo>
                  <a:lnTo>
                    <a:pt x="4073652" y="6096"/>
                  </a:lnTo>
                  <a:lnTo>
                    <a:pt x="4072128" y="6096"/>
                  </a:lnTo>
                  <a:close/>
                </a:path>
                <a:path w="4074159" h="7620">
                  <a:moveTo>
                    <a:pt x="4067556" y="7620"/>
                  </a:moveTo>
                  <a:lnTo>
                    <a:pt x="4067556" y="0"/>
                  </a:lnTo>
                  <a:lnTo>
                    <a:pt x="4072128" y="0"/>
                  </a:lnTo>
                  <a:lnTo>
                    <a:pt x="4072128" y="7620"/>
                  </a:lnTo>
                  <a:lnTo>
                    <a:pt x="4067556" y="7620"/>
                  </a:lnTo>
                  <a:close/>
                </a:path>
                <a:path w="4074159" h="7620">
                  <a:moveTo>
                    <a:pt x="4066032" y="6096"/>
                  </a:moveTo>
                  <a:lnTo>
                    <a:pt x="4066032" y="1524"/>
                  </a:lnTo>
                  <a:lnTo>
                    <a:pt x="4067556" y="1524"/>
                  </a:lnTo>
                  <a:lnTo>
                    <a:pt x="4067556" y="6096"/>
                  </a:lnTo>
                  <a:lnTo>
                    <a:pt x="4066032" y="6096"/>
                  </a:lnTo>
                  <a:close/>
                </a:path>
              </a:pathLst>
            </a:custGeom>
            <a:solidFill>
              <a:srgbClr val="C8C6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5862828" y="6192012"/>
              <a:ext cx="43180" cy="70485"/>
            </a:xfrm>
            <a:custGeom>
              <a:avLst/>
              <a:gdLst/>
              <a:ahLst/>
              <a:cxnLst/>
              <a:rect l="l" t="t" r="r" b="b"/>
              <a:pathLst>
                <a:path w="43179" h="70485">
                  <a:moveTo>
                    <a:pt x="1524" y="54864"/>
                  </a:moveTo>
                  <a:lnTo>
                    <a:pt x="1524" y="15240"/>
                  </a:lnTo>
                  <a:lnTo>
                    <a:pt x="3048" y="12192"/>
                  </a:lnTo>
                  <a:lnTo>
                    <a:pt x="6096" y="9144"/>
                  </a:lnTo>
                  <a:lnTo>
                    <a:pt x="9144" y="3048"/>
                  </a:lnTo>
                  <a:lnTo>
                    <a:pt x="13716" y="762"/>
                  </a:lnTo>
                  <a:lnTo>
                    <a:pt x="15335" y="0"/>
                  </a:lnTo>
                  <a:lnTo>
                    <a:pt x="21336" y="0"/>
                  </a:lnTo>
                  <a:lnTo>
                    <a:pt x="30456" y="2047"/>
                  </a:lnTo>
                  <a:lnTo>
                    <a:pt x="37147" y="8382"/>
                  </a:lnTo>
                  <a:lnTo>
                    <a:pt x="41267" y="19288"/>
                  </a:lnTo>
                  <a:lnTo>
                    <a:pt x="42672" y="35052"/>
                  </a:lnTo>
                  <a:lnTo>
                    <a:pt x="42672" y="39624"/>
                  </a:lnTo>
                  <a:lnTo>
                    <a:pt x="41267" y="45243"/>
                  </a:lnTo>
                  <a:lnTo>
                    <a:pt x="41267" y="48410"/>
                  </a:lnTo>
                  <a:lnTo>
                    <a:pt x="38100" y="57912"/>
                  </a:lnTo>
                  <a:lnTo>
                    <a:pt x="35052" y="64008"/>
                  </a:lnTo>
                  <a:lnTo>
                    <a:pt x="35052" y="35052"/>
                  </a:lnTo>
                  <a:lnTo>
                    <a:pt x="34194" y="22169"/>
                  </a:lnTo>
                  <a:lnTo>
                    <a:pt x="31623" y="13144"/>
                  </a:lnTo>
                  <a:lnTo>
                    <a:pt x="27432" y="7952"/>
                  </a:lnTo>
                  <a:lnTo>
                    <a:pt x="24384" y="6978"/>
                  </a:lnTo>
                  <a:lnTo>
                    <a:pt x="21336" y="6096"/>
                  </a:lnTo>
                  <a:lnTo>
                    <a:pt x="15335" y="7834"/>
                  </a:lnTo>
                  <a:lnTo>
                    <a:pt x="11049" y="13144"/>
                  </a:lnTo>
                  <a:lnTo>
                    <a:pt x="8477" y="22169"/>
                  </a:lnTo>
                  <a:lnTo>
                    <a:pt x="7620" y="35052"/>
                  </a:lnTo>
                  <a:lnTo>
                    <a:pt x="7620" y="64770"/>
                  </a:lnTo>
                  <a:lnTo>
                    <a:pt x="6096" y="64008"/>
                  </a:lnTo>
                  <a:lnTo>
                    <a:pt x="1524" y="54864"/>
                  </a:lnTo>
                  <a:close/>
                </a:path>
                <a:path w="43179" h="70485">
                  <a:moveTo>
                    <a:pt x="7620" y="64770"/>
                  </a:moveTo>
                  <a:lnTo>
                    <a:pt x="7620" y="35052"/>
                  </a:lnTo>
                  <a:lnTo>
                    <a:pt x="8477" y="47934"/>
                  </a:lnTo>
                  <a:lnTo>
                    <a:pt x="11049" y="56959"/>
                  </a:lnTo>
                  <a:lnTo>
                    <a:pt x="15335" y="62269"/>
                  </a:lnTo>
                  <a:lnTo>
                    <a:pt x="21336" y="64008"/>
                  </a:lnTo>
                  <a:lnTo>
                    <a:pt x="24384" y="63125"/>
                  </a:lnTo>
                  <a:lnTo>
                    <a:pt x="27432" y="62151"/>
                  </a:lnTo>
                  <a:lnTo>
                    <a:pt x="31623" y="56959"/>
                  </a:lnTo>
                  <a:lnTo>
                    <a:pt x="34194" y="47934"/>
                  </a:lnTo>
                  <a:lnTo>
                    <a:pt x="35052" y="35052"/>
                  </a:lnTo>
                  <a:lnTo>
                    <a:pt x="35052" y="64008"/>
                  </a:lnTo>
                  <a:lnTo>
                    <a:pt x="28956" y="67056"/>
                  </a:lnTo>
                  <a:lnTo>
                    <a:pt x="27432" y="68580"/>
                  </a:lnTo>
                  <a:lnTo>
                    <a:pt x="24384" y="70104"/>
                  </a:lnTo>
                  <a:lnTo>
                    <a:pt x="16764" y="70104"/>
                  </a:lnTo>
                  <a:lnTo>
                    <a:pt x="13716" y="68580"/>
                  </a:lnTo>
                  <a:lnTo>
                    <a:pt x="12192" y="67056"/>
                  </a:lnTo>
                  <a:lnTo>
                    <a:pt x="7620" y="64770"/>
                  </a:lnTo>
                  <a:close/>
                </a:path>
                <a:path w="43179" h="70485">
                  <a:moveTo>
                    <a:pt x="0" y="45720"/>
                  </a:moveTo>
                  <a:lnTo>
                    <a:pt x="0" y="24384"/>
                  </a:lnTo>
                  <a:lnTo>
                    <a:pt x="1524" y="19812"/>
                  </a:lnTo>
                  <a:lnTo>
                    <a:pt x="1524" y="50292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945124" y="6188963"/>
              <a:ext cx="94487" cy="71628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6123432" y="5843016"/>
              <a:ext cx="4074160" cy="9525"/>
            </a:xfrm>
            <a:custGeom>
              <a:avLst/>
              <a:gdLst/>
              <a:ahLst/>
              <a:cxnLst/>
              <a:rect l="l" t="t" r="r" b="b"/>
              <a:pathLst>
                <a:path w="4074159" h="9525">
                  <a:moveTo>
                    <a:pt x="0" y="6096"/>
                  </a:moveTo>
                  <a:lnTo>
                    <a:pt x="0" y="3048"/>
                  </a:lnTo>
                  <a:lnTo>
                    <a:pt x="3048" y="0"/>
                  </a:lnTo>
                  <a:lnTo>
                    <a:pt x="4571" y="0"/>
                  </a:lnTo>
                  <a:lnTo>
                    <a:pt x="7619" y="3048"/>
                  </a:lnTo>
                  <a:lnTo>
                    <a:pt x="7619" y="6096"/>
                  </a:lnTo>
                  <a:lnTo>
                    <a:pt x="4571" y="9144"/>
                  </a:lnTo>
                  <a:lnTo>
                    <a:pt x="3048" y="9144"/>
                  </a:lnTo>
                  <a:lnTo>
                    <a:pt x="0" y="6096"/>
                  </a:lnTo>
                  <a:close/>
                </a:path>
                <a:path w="4074159" h="9525">
                  <a:moveTo>
                    <a:pt x="47243" y="6096"/>
                  </a:moveTo>
                  <a:lnTo>
                    <a:pt x="47243" y="3048"/>
                  </a:lnTo>
                  <a:lnTo>
                    <a:pt x="48767" y="3048"/>
                  </a:lnTo>
                  <a:lnTo>
                    <a:pt x="48767" y="6096"/>
                  </a:lnTo>
                  <a:lnTo>
                    <a:pt x="47243" y="6096"/>
                  </a:lnTo>
                  <a:close/>
                </a:path>
                <a:path w="4074159" h="9525">
                  <a:moveTo>
                    <a:pt x="45719" y="7619"/>
                  </a:moveTo>
                  <a:lnTo>
                    <a:pt x="45719" y="1523"/>
                  </a:lnTo>
                  <a:lnTo>
                    <a:pt x="47243" y="1523"/>
                  </a:lnTo>
                  <a:lnTo>
                    <a:pt x="47243" y="7619"/>
                  </a:lnTo>
                  <a:lnTo>
                    <a:pt x="45719" y="7619"/>
                  </a:lnTo>
                  <a:close/>
                </a:path>
                <a:path w="4074159" h="9525">
                  <a:moveTo>
                    <a:pt x="42671" y="9144"/>
                  </a:moveTo>
                  <a:lnTo>
                    <a:pt x="42671" y="0"/>
                  </a:lnTo>
                  <a:lnTo>
                    <a:pt x="45719" y="0"/>
                  </a:lnTo>
                  <a:lnTo>
                    <a:pt x="45719" y="9144"/>
                  </a:lnTo>
                  <a:lnTo>
                    <a:pt x="42671" y="9144"/>
                  </a:lnTo>
                  <a:close/>
                </a:path>
                <a:path w="4074159" h="9525">
                  <a:moveTo>
                    <a:pt x="39624" y="6096"/>
                  </a:moveTo>
                  <a:lnTo>
                    <a:pt x="39624" y="3048"/>
                  </a:lnTo>
                  <a:lnTo>
                    <a:pt x="41148" y="1523"/>
                  </a:lnTo>
                  <a:lnTo>
                    <a:pt x="42671" y="1523"/>
                  </a:lnTo>
                  <a:lnTo>
                    <a:pt x="42671" y="7619"/>
                  </a:lnTo>
                  <a:lnTo>
                    <a:pt x="41148" y="7619"/>
                  </a:lnTo>
                  <a:lnTo>
                    <a:pt x="39624" y="6096"/>
                  </a:lnTo>
                  <a:close/>
                </a:path>
                <a:path w="4074159" h="9525">
                  <a:moveTo>
                    <a:pt x="80771" y="7619"/>
                  </a:moveTo>
                  <a:lnTo>
                    <a:pt x="80771" y="1523"/>
                  </a:lnTo>
                  <a:lnTo>
                    <a:pt x="82295" y="1523"/>
                  </a:lnTo>
                  <a:lnTo>
                    <a:pt x="83819" y="0"/>
                  </a:lnTo>
                  <a:lnTo>
                    <a:pt x="85343" y="0"/>
                  </a:lnTo>
                  <a:lnTo>
                    <a:pt x="88391" y="3048"/>
                  </a:lnTo>
                  <a:lnTo>
                    <a:pt x="88391" y="6096"/>
                  </a:lnTo>
                  <a:lnTo>
                    <a:pt x="85343" y="9144"/>
                  </a:lnTo>
                  <a:lnTo>
                    <a:pt x="83819" y="9144"/>
                  </a:lnTo>
                  <a:lnTo>
                    <a:pt x="82295" y="7619"/>
                  </a:lnTo>
                  <a:lnTo>
                    <a:pt x="80771" y="7619"/>
                  </a:lnTo>
                  <a:close/>
                </a:path>
                <a:path w="4074159" h="9525">
                  <a:moveTo>
                    <a:pt x="120395" y="6096"/>
                  </a:moveTo>
                  <a:lnTo>
                    <a:pt x="120395" y="3048"/>
                  </a:lnTo>
                  <a:lnTo>
                    <a:pt x="123443" y="0"/>
                  </a:lnTo>
                  <a:lnTo>
                    <a:pt x="124967" y="0"/>
                  </a:lnTo>
                  <a:lnTo>
                    <a:pt x="126491" y="1523"/>
                  </a:lnTo>
                  <a:lnTo>
                    <a:pt x="128016" y="1523"/>
                  </a:lnTo>
                  <a:lnTo>
                    <a:pt x="128016" y="7619"/>
                  </a:lnTo>
                  <a:lnTo>
                    <a:pt x="126491" y="7619"/>
                  </a:lnTo>
                  <a:lnTo>
                    <a:pt x="124967" y="9144"/>
                  </a:lnTo>
                  <a:lnTo>
                    <a:pt x="123443" y="9144"/>
                  </a:lnTo>
                  <a:lnTo>
                    <a:pt x="120395" y="6096"/>
                  </a:lnTo>
                  <a:close/>
                </a:path>
                <a:path w="4074159" h="9525">
                  <a:moveTo>
                    <a:pt x="166116" y="7619"/>
                  </a:moveTo>
                  <a:lnTo>
                    <a:pt x="166116" y="1523"/>
                  </a:lnTo>
                  <a:lnTo>
                    <a:pt x="167640" y="1523"/>
                  </a:lnTo>
                  <a:lnTo>
                    <a:pt x="169163" y="3048"/>
                  </a:lnTo>
                  <a:lnTo>
                    <a:pt x="169163" y="6096"/>
                  </a:lnTo>
                  <a:lnTo>
                    <a:pt x="167640" y="7619"/>
                  </a:lnTo>
                  <a:lnTo>
                    <a:pt x="166116" y="7619"/>
                  </a:lnTo>
                  <a:close/>
                </a:path>
                <a:path w="4074159" h="9525">
                  <a:moveTo>
                    <a:pt x="163067" y="9144"/>
                  </a:moveTo>
                  <a:lnTo>
                    <a:pt x="163067" y="0"/>
                  </a:lnTo>
                  <a:lnTo>
                    <a:pt x="166116" y="0"/>
                  </a:lnTo>
                  <a:lnTo>
                    <a:pt x="166116" y="9144"/>
                  </a:lnTo>
                  <a:lnTo>
                    <a:pt x="163067" y="9144"/>
                  </a:lnTo>
                  <a:close/>
                </a:path>
                <a:path w="4074159" h="9525">
                  <a:moveTo>
                    <a:pt x="161543" y="7619"/>
                  </a:moveTo>
                  <a:lnTo>
                    <a:pt x="161543" y="1523"/>
                  </a:lnTo>
                  <a:lnTo>
                    <a:pt x="163067" y="1523"/>
                  </a:lnTo>
                  <a:lnTo>
                    <a:pt x="163067" y="7619"/>
                  </a:lnTo>
                  <a:lnTo>
                    <a:pt x="161543" y="7619"/>
                  </a:lnTo>
                  <a:close/>
                </a:path>
                <a:path w="4074159" h="9525">
                  <a:moveTo>
                    <a:pt x="160019" y="6096"/>
                  </a:moveTo>
                  <a:lnTo>
                    <a:pt x="160019" y="3048"/>
                  </a:lnTo>
                  <a:lnTo>
                    <a:pt x="161543" y="3048"/>
                  </a:lnTo>
                  <a:lnTo>
                    <a:pt x="161543" y="6096"/>
                  </a:lnTo>
                  <a:lnTo>
                    <a:pt x="160019" y="6096"/>
                  </a:lnTo>
                  <a:close/>
                </a:path>
                <a:path w="4074159" h="9525">
                  <a:moveTo>
                    <a:pt x="201167" y="6096"/>
                  </a:moveTo>
                  <a:lnTo>
                    <a:pt x="201167" y="3048"/>
                  </a:lnTo>
                  <a:lnTo>
                    <a:pt x="204216" y="0"/>
                  </a:lnTo>
                  <a:lnTo>
                    <a:pt x="205740" y="0"/>
                  </a:lnTo>
                  <a:lnTo>
                    <a:pt x="208787" y="3048"/>
                  </a:lnTo>
                  <a:lnTo>
                    <a:pt x="208787" y="6096"/>
                  </a:lnTo>
                  <a:lnTo>
                    <a:pt x="205740" y="9144"/>
                  </a:lnTo>
                  <a:lnTo>
                    <a:pt x="204216" y="9144"/>
                  </a:lnTo>
                  <a:lnTo>
                    <a:pt x="201167" y="6096"/>
                  </a:lnTo>
                  <a:close/>
                </a:path>
                <a:path w="4074159" h="9525">
                  <a:moveTo>
                    <a:pt x="248411" y="6096"/>
                  </a:moveTo>
                  <a:lnTo>
                    <a:pt x="248411" y="3048"/>
                  </a:lnTo>
                  <a:lnTo>
                    <a:pt x="249935" y="3048"/>
                  </a:lnTo>
                  <a:lnTo>
                    <a:pt x="249935" y="6096"/>
                  </a:lnTo>
                  <a:lnTo>
                    <a:pt x="248411" y="6096"/>
                  </a:lnTo>
                  <a:close/>
                </a:path>
                <a:path w="4074159" h="9525">
                  <a:moveTo>
                    <a:pt x="246887" y="7619"/>
                  </a:moveTo>
                  <a:lnTo>
                    <a:pt x="246887" y="1523"/>
                  </a:lnTo>
                  <a:lnTo>
                    <a:pt x="248411" y="1523"/>
                  </a:lnTo>
                  <a:lnTo>
                    <a:pt x="248411" y="7619"/>
                  </a:lnTo>
                  <a:lnTo>
                    <a:pt x="246887" y="7619"/>
                  </a:lnTo>
                  <a:close/>
                </a:path>
                <a:path w="4074159" h="9525">
                  <a:moveTo>
                    <a:pt x="243840" y="9144"/>
                  </a:moveTo>
                  <a:lnTo>
                    <a:pt x="243840" y="0"/>
                  </a:lnTo>
                  <a:lnTo>
                    <a:pt x="246887" y="0"/>
                  </a:lnTo>
                  <a:lnTo>
                    <a:pt x="246887" y="9144"/>
                  </a:lnTo>
                  <a:lnTo>
                    <a:pt x="243840" y="9144"/>
                  </a:lnTo>
                  <a:close/>
                </a:path>
                <a:path w="4074159" h="9525">
                  <a:moveTo>
                    <a:pt x="242316" y="7619"/>
                  </a:moveTo>
                  <a:lnTo>
                    <a:pt x="242316" y="1523"/>
                  </a:lnTo>
                  <a:lnTo>
                    <a:pt x="243840" y="1523"/>
                  </a:lnTo>
                  <a:lnTo>
                    <a:pt x="243840" y="7619"/>
                  </a:lnTo>
                  <a:lnTo>
                    <a:pt x="242316" y="7619"/>
                  </a:lnTo>
                  <a:close/>
                </a:path>
                <a:path w="4074159" h="9525">
                  <a:moveTo>
                    <a:pt x="240791" y="6096"/>
                  </a:moveTo>
                  <a:lnTo>
                    <a:pt x="240791" y="3048"/>
                  </a:lnTo>
                  <a:lnTo>
                    <a:pt x="242316" y="3048"/>
                  </a:lnTo>
                  <a:lnTo>
                    <a:pt x="242316" y="6096"/>
                  </a:lnTo>
                  <a:lnTo>
                    <a:pt x="240791" y="6096"/>
                  </a:lnTo>
                  <a:close/>
                </a:path>
                <a:path w="4074159" h="9525">
                  <a:moveTo>
                    <a:pt x="281940" y="6096"/>
                  </a:moveTo>
                  <a:lnTo>
                    <a:pt x="281940" y="3048"/>
                  </a:lnTo>
                  <a:lnTo>
                    <a:pt x="284987" y="0"/>
                  </a:lnTo>
                  <a:lnTo>
                    <a:pt x="286511" y="0"/>
                  </a:lnTo>
                  <a:lnTo>
                    <a:pt x="289559" y="3048"/>
                  </a:lnTo>
                  <a:lnTo>
                    <a:pt x="289559" y="6096"/>
                  </a:lnTo>
                  <a:lnTo>
                    <a:pt x="286511" y="9144"/>
                  </a:lnTo>
                  <a:lnTo>
                    <a:pt x="284987" y="9144"/>
                  </a:lnTo>
                  <a:lnTo>
                    <a:pt x="281940" y="6096"/>
                  </a:lnTo>
                  <a:close/>
                </a:path>
                <a:path w="4074159" h="9525">
                  <a:moveTo>
                    <a:pt x="327659" y="7619"/>
                  </a:moveTo>
                  <a:lnTo>
                    <a:pt x="327659" y="1523"/>
                  </a:lnTo>
                  <a:lnTo>
                    <a:pt x="329183" y="1523"/>
                  </a:lnTo>
                  <a:lnTo>
                    <a:pt x="329183" y="7619"/>
                  </a:lnTo>
                  <a:lnTo>
                    <a:pt x="327659" y="7619"/>
                  </a:lnTo>
                  <a:close/>
                </a:path>
                <a:path w="4074159" h="9525">
                  <a:moveTo>
                    <a:pt x="321563" y="6096"/>
                  </a:moveTo>
                  <a:lnTo>
                    <a:pt x="321563" y="3048"/>
                  </a:lnTo>
                  <a:lnTo>
                    <a:pt x="324611" y="0"/>
                  </a:lnTo>
                  <a:lnTo>
                    <a:pt x="327659" y="0"/>
                  </a:lnTo>
                  <a:lnTo>
                    <a:pt x="327659" y="9144"/>
                  </a:lnTo>
                  <a:lnTo>
                    <a:pt x="324611" y="9144"/>
                  </a:lnTo>
                  <a:lnTo>
                    <a:pt x="321563" y="6096"/>
                  </a:lnTo>
                  <a:close/>
                </a:path>
                <a:path w="4074159" h="9525">
                  <a:moveTo>
                    <a:pt x="364235" y="9144"/>
                  </a:moveTo>
                  <a:lnTo>
                    <a:pt x="364235" y="0"/>
                  </a:lnTo>
                  <a:lnTo>
                    <a:pt x="367283" y="0"/>
                  </a:lnTo>
                  <a:lnTo>
                    <a:pt x="370332" y="3048"/>
                  </a:lnTo>
                  <a:lnTo>
                    <a:pt x="370332" y="6096"/>
                  </a:lnTo>
                  <a:lnTo>
                    <a:pt x="367283" y="9144"/>
                  </a:lnTo>
                  <a:lnTo>
                    <a:pt x="364235" y="9144"/>
                  </a:lnTo>
                  <a:close/>
                </a:path>
                <a:path w="4074159" h="9525">
                  <a:moveTo>
                    <a:pt x="362711" y="7619"/>
                  </a:moveTo>
                  <a:lnTo>
                    <a:pt x="362711" y="1523"/>
                  </a:lnTo>
                  <a:lnTo>
                    <a:pt x="364235" y="1523"/>
                  </a:lnTo>
                  <a:lnTo>
                    <a:pt x="364235" y="7619"/>
                  </a:lnTo>
                  <a:lnTo>
                    <a:pt x="362711" y="7619"/>
                  </a:lnTo>
                  <a:close/>
                </a:path>
                <a:path w="4074159" h="9525">
                  <a:moveTo>
                    <a:pt x="402335" y="6096"/>
                  </a:moveTo>
                  <a:lnTo>
                    <a:pt x="402335" y="3048"/>
                  </a:lnTo>
                  <a:lnTo>
                    <a:pt x="405383" y="0"/>
                  </a:lnTo>
                  <a:lnTo>
                    <a:pt x="406908" y="0"/>
                  </a:lnTo>
                  <a:lnTo>
                    <a:pt x="409955" y="3048"/>
                  </a:lnTo>
                  <a:lnTo>
                    <a:pt x="409955" y="6096"/>
                  </a:lnTo>
                  <a:lnTo>
                    <a:pt x="406908" y="9144"/>
                  </a:lnTo>
                  <a:lnTo>
                    <a:pt x="405383" y="9144"/>
                  </a:lnTo>
                  <a:lnTo>
                    <a:pt x="402335" y="6096"/>
                  </a:lnTo>
                  <a:close/>
                </a:path>
                <a:path w="4074159" h="9525">
                  <a:moveTo>
                    <a:pt x="449579" y="6096"/>
                  </a:moveTo>
                  <a:lnTo>
                    <a:pt x="449579" y="3048"/>
                  </a:lnTo>
                  <a:lnTo>
                    <a:pt x="451103" y="3048"/>
                  </a:lnTo>
                  <a:lnTo>
                    <a:pt x="451103" y="6096"/>
                  </a:lnTo>
                  <a:lnTo>
                    <a:pt x="449579" y="6096"/>
                  </a:lnTo>
                  <a:close/>
                </a:path>
                <a:path w="4074159" h="9525">
                  <a:moveTo>
                    <a:pt x="448055" y="7619"/>
                  </a:moveTo>
                  <a:lnTo>
                    <a:pt x="448055" y="1523"/>
                  </a:lnTo>
                  <a:lnTo>
                    <a:pt x="449579" y="1523"/>
                  </a:lnTo>
                  <a:lnTo>
                    <a:pt x="449579" y="7619"/>
                  </a:lnTo>
                  <a:lnTo>
                    <a:pt x="448055" y="7619"/>
                  </a:lnTo>
                  <a:close/>
                </a:path>
                <a:path w="4074159" h="9525">
                  <a:moveTo>
                    <a:pt x="445008" y="9144"/>
                  </a:moveTo>
                  <a:lnTo>
                    <a:pt x="445008" y="0"/>
                  </a:lnTo>
                  <a:lnTo>
                    <a:pt x="448055" y="0"/>
                  </a:lnTo>
                  <a:lnTo>
                    <a:pt x="448055" y="9144"/>
                  </a:lnTo>
                  <a:lnTo>
                    <a:pt x="445008" y="9144"/>
                  </a:lnTo>
                  <a:close/>
                </a:path>
                <a:path w="4074159" h="9525">
                  <a:moveTo>
                    <a:pt x="443483" y="7619"/>
                  </a:moveTo>
                  <a:lnTo>
                    <a:pt x="443483" y="1523"/>
                  </a:lnTo>
                  <a:lnTo>
                    <a:pt x="445008" y="1523"/>
                  </a:lnTo>
                  <a:lnTo>
                    <a:pt x="445008" y="7619"/>
                  </a:lnTo>
                  <a:lnTo>
                    <a:pt x="443483" y="7619"/>
                  </a:lnTo>
                  <a:close/>
                </a:path>
                <a:path w="4074159" h="9525">
                  <a:moveTo>
                    <a:pt x="441959" y="6096"/>
                  </a:moveTo>
                  <a:lnTo>
                    <a:pt x="441959" y="3048"/>
                  </a:lnTo>
                  <a:lnTo>
                    <a:pt x="443483" y="3048"/>
                  </a:lnTo>
                  <a:lnTo>
                    <a:pt x="443483" y="6096"/>
                  </a:lnTo>
                  <a:lnTo>
                    <a:pt x="441959" y="6096"/>
                  </a:lnTo>
                  <a:close/>
                </a:path>
                <a:path w="4074159" h="9525">
                  <a:moveTo>
                    <a:pt x="483108" y="6096"/>
                  </a:moveTo>
                  <a:lnTo>
                    <a:pt x="483108" y="3048"/>
                  </a:lnTo>
                  <a:lnTo>
                    <a:pt x="486155" y="0"/>
                  </a:lnTo>
                  <a:lnTo>
                    <a:pt x="487679" y="0"/>
                  </a:lnTo>
                  <a:lnTo>
                    <a:pt x="490727" y="3048"/>
                  </a:lnTo>
                  <a:lnTo>
                    <a:pt x="490727" y="6096"/>
                  </a:lnTo>
                  <a:lnTo>
                    <a:pt x="487679" y="9144"/>
                  </a:lnTo>
                  <a:lnTo>
                    <a:pt x="486155" y="9144"/>
                  </a:lnTo>
                  <a:lnTo>
                    <a:pt x="483108" y="6096"/>
                  </a:lnTo>
                  <a:close/>
                </a:path>
                <a:path w="4074159" h="9525">
                  <a:moveTo>
                    <a:pt x="530351" y="6096"/>
                  </a:moveTo>
                  <a:lnTo>
                    <a:pt x="530351" y="3048"/>
                  </a:lnTo>
                  <a:lnTo>
                    <a:pt x="531875" y="3048"/>
                  </a:lnTo>
                  <a:lnTo>
                    <a:pt x="531875" y="6096"/>
                  </a:lnTo>
                  <a:lnTo>
                    <a:pt x="530351" y="6096"/>
                  </a:lnTo>
                  <a:close/>
                </a:path>
                <a:path w="4074159" h="9525">
                  <a:moveTo>
                    <a:pt x="528827" y="7619"/>
                  </a:moveTo>
                  <a:lnTo>
                    <a:pt x="528827" y="1523"/>
                  </a:lnTo>
                  <a:lnTo>
                    <a:pt x="530351" y="1523"/>
                  </a:lnTo>
                  <a:lnTo>
                    <a:pt x="530351" y="7619"/>
                  </a:lnTo>
                  <a:lnTo>
                    <a:pt x="528827" y="7619"/>
                  </a:lnTo>
                  <a:close/>
                </a:path>
                <a:path w="4074159" h="9525">
                  <a:moveTo>
                    <a:pt x="525779" y="9144"/>
                  </a:moveTo>
                  <a:lnTo>
                    <a:pt x="525779" y="0"/>
                  </a:lnTo>
                  <a:lnTo>
                    <a:pt x="528827" y="0"/>
                  </a:lnTo>
                  <a:lnTo>
                    <a:pt x="528827" y="9144"/>
                  </a:lnTo>
                  <a:lnTo>
                    <a:pt x="525779" y="9144"/>
                  </a:lnTo>
                  <a:close/>
                </a:path>
                <a:path w="4074159" h="9525">
                  <a:moveTo>
                    <a:pt x="522732" y="6096"/>
                  </a:moveTo>
                  <a:lnTo>
                    <a:pt x="522732" y="3048"/>
                  </a:lnTo>
                  <a:lnTo>
                    <a:pt x="524255" y="1523"/>
                  </a:lnTo>
                  <a:lnTo>
                    <a:pt x="525779" y="1523"/>
                  </a:lnTo>
                  <a:lnTo>
                    <a:pt x="525779" y="7619"/>
                  </a:lnTo>
                  <a:lnTo>
                    <a:pt x="524255" y="7619"/>
                  </a:lnTo>
                  <a:lnTo>
                    <a:pt x="522732" y="6096"/>
                  </a:lnTo>
                  <a:close/>
                </a:path>
                <a:path w="4074159" h="9525">
                  <a:moveTo>
                    <a:pt x="563879" y="7619"/>
                  </a:moveTo>
                  <a:lnTo>
                    <a:pt x="563879" y="1523"/>
                  </a:lnTo>
                  <a:lnTo>
                    <a:pt x="565403" y="1523"/>
                  </a:lnTo>
                  <a:lnTo>
                    <a:pt x="566927" y="0"/>
                  </a:lnTo>
                  <a:lnTo>
                    <a:pt x="568451" y="0"/>
                  </a:lnTo>
                  <a:lnTo>
                    <a:pt x="571500" y="3048"/>
                  </a:lnTo>
                  <a:lnTo>
                    <a:pt x="571500" y="6096"/>
                  </a:lnTo>
                  <a:lnTo>
                    <a:pt x="568451" y="9144"/>
                  </a:lnTo>
                  <a:lnTo>
                    <a:pt x="566927" y="9144"/>
                  </a:lnTo>
                  <a:lnTo>
                    <a:pt x="565403" y="7619"/>
                  </a:lnTo>
                  <a:lnTo>
                    <a:pt x="563879" y="7619"/>
                  </a:lnTo>
                  <a:close/>
                </a:path>
                <a:path w="4074159" h="9525">
                  <a:moveTo>
                    <a:pt x="603503" y="6096"/>
                  </a:moveTo>
                  <a:lnTo>
                    <a:pt x="603503" y="3048"/>
                  </a:lnTo>
                  <a:lnTo>
                    <a:pt x="606551" y="0"/>
                  </a:lnTo>
                  <a:lnTo>
                    <a:pt x="608075" y="0"/>
                  </a:lnTo>
                  <a:lnTo>
                    <a:pt x="609600" y="1523"/>
                  </a:lnTo>
                  <a:lnTo>
                    <a:pt x="611124" y="1523"/>
                  </a:lnTo>
                  <a:lnTo>
                    <a:pt x="611124" y="7619"/>
                  </a:lnTo>
                  <a:lnTo>
                    <a:pt x="609600" y="7619"/>
                  </a:lnTo>
                  <a:lnTo>
                    <a:pt x="608075" y="9144"/>
                  </a:lnTo>
                  <a:lnTo>
                    <a:pt x="606551" y="9144"/>
                  </a:lnTo>
                  <a:lnTo>
                    <a:pt x="603503" y="6096"/>
                  </a:lnTo>
                  <a:close/>
                </a:path>
                <a:path w="4074159" h="9525">
                  <a:moveTo>
                    <a:pt x="650748" y="6096"/>
                  </a:moveTo>
                  <a:lnTo>
                    <a:pt x="650748" y="3048"/>
                  </a:lnTo>
                  <a:lnTo>
                    <a:pt x="652271" y="3048"/>
                  </a:lnTo>
                  <a:lnTo>
                    <a:pt x="652271" y="6096"/>
                  </a:lnTo>
                  <a:lnTo>
                    <a:pt x="650748" y="6096"/>
                  </a:lnTo>
                  <a:close/>
                </a:path>
                <a:path w="4074159" h="9525">
                  <a:moveTo>
                    <a:pt x="649224" y="7619"/>
                  </a:moveTo>
                  <a:lnTo>
                    <a:pt x="649224" y="1523"/>
                  </a:lnTo>
                  <a:lnTo>
                    <a:pt x="650748" y="1523"/>
                  </a:lnTo>
                  <a:lnTo>
                    <a:pt x="650748" y="7619"/>
                  </a:lnTo>
                  <a:lnTo>
                    <a:pt x="649224" y="7619"/>
                  </a:lnTo>
                  <a:close/>
                </a:path>
                <a:path w="4074159" h="9525">
                  <a:moveTo>
                    <a:pt x="646175" y="9144"/>
                  </a:moveTo>
                  <a:lnTo>
                    <a:pt x="646175" y="0"/>
                  </a:lnTo>
                  <a:lnTo>
                    <a:pt x="649224" y="0"/>
                  </a:lnTo>
                  <a:lnTo>
                    <a:pt x="649224" y="9144"/>
                  </a:lnTo>
                  <a:lnTo>
                    <a:pt x="646175" y="9144"/>
                  </a:lnTo>
                  <a:close/>
                </a:path>
                <a:path w="4074159" h="9525">
                  <a:moveTo>
                    <a:pt x="644651" y="7619"/>
                  </a:moveTo>
                  <a:lnTo>
                    <a:pt x="644651" y="1523"/>
                  </a:lnTo>
                  <a:lnTo>
                    <a:pt x="646175" y="1523"/>
                  </a:lnTo>
                  <a:lnTo>
                    <a:pt x="646175" y="7619"/>
                  </a:lnTo>
                  <a:lnTo>
                    <a:pt x="644651" y="7619"/>
                  </a:lnTo>
                  <a:close/>
                </a:path>
                <a:path w="4074159" h="9525">
                  <a:moveTo>
                    <a:pt x="643127" y="6096"/>
                  </a:moveTo>
                  <a:lnTo>
                    <a:pt x="643127" y="3048"/>
                  </a:lnTo>
                  <a:lnTo>
                    <a:pt x="644651" y="3048"/>
                  </a:lnTo>
                  <a:lnTo>
                    <a:pt x="644651" y="6096"/>
                  </a:lnTo>
                  <a:lnTo>
                    <a:pt x="643127" y="6096"/>
                  </a:lnTo>
                  <a:close/>
                </a:path>
                <a:path w="4074159" h="9525">
                  <a:moveTo>
                    <a:pt x="684275" y="6096"/>
                  </a:moveTo>
                  <a:lnTo>
                    <a:pt x="684275" y="3048"/>
                  </a:lnTo>
                  <a:lnTo>
                    <a:pt x="687324" y="0"/>
                  </a:lnTo>
                  <a:lnTo>
                    <a:pt x="688848" y="0"/>
                  </a:lnTo>
                  <a:lnTo>
                    <a:pt x="691895" y="3048"/>
                  </a:lnTo>
                  <a:lnTo>
                    <a:pt x="691895" y="6096"/>
                  </a:lnTo>
                  <a:lnTo>
                    <a:pt x="688848" y="9144"/>
                  </a:lnTo>
                  <a:lnTo>
                    <a:pt x="687324" y="9144"/>
                  </a:lnTo>
                  <a:lnTo>
                    <a:pt x="684275" y="6096"/>
                  </a:lnTo>
                  <a:close/>
                </a:path>
                <a:path w="4074159" h="9525">
                  <a:moveTo>
                    <a:pt x="731519" y="6096"/>
                  </a:moveTo>
                  <a:lnTo>
                    <a:pt x="731519" y="3048"/>
                  </a:lnTo>
                  <a:lnTo>
                    <a:pt x="733043" y="3048"/>
                  </a:lnTo>
                  <a:lnTo>
                    <a:pt x="733043" y="6096"/>
                  </a:lnTo>
                  <a:lnTo>
                    <a:pt x="731519" y="6096"/>
                  </a:lnTo>
                  <a:close/>
                </a:path>
                <a:path w="4074159" h="9525">
                  <a:moveTo>
                    <a:pt x="729995" y="7619"/>
                  </a:moveTo>
                  <a:lnTo>
                    <a:pt x="729995" y="1523"/>
                  </a:lnTo>
                  <a:lnTo>
                    <a:pt x="731519" y="1523"/>
                  </a:lnTo>
                  <a:lnTo>
                    <a:pt x="731519" y="7619"/>
                  </a:lnTo>
                  <a:lnTo>
                    <a:pt x="729995" y="7619"/>
                  </a:lnTo>
                  <a:close/>
                </a:path>
                <a:path w="4074159" h="9525">
                  <a:moveTo>
                    <a:pt x="726948" y="9144"/>
                  </a:moveTo>
                  <a:lnTo>
                    <a:pt x="726948" y="0"/>
                  </a:lnTo>
                  <a:lnTo>
                    <a:pt x="729995" y="0"/>
                  </a:lnTo>
                  <a:lnTo>
                    <a:pt x="729995" y="9144"/>
                  </a:lnTo>
                  <a:lnTo>
                    <a:pt x="726948" y="9144"/>
                  </a:lnTo>
                  <a:close/>
                </a:path>
                <a:path w="4074159" h="9525">
                  <a:moveTo>
                    <a:pt x="725424" y="7619"/>
                  </a:moveTo>
                  <a:lnTo>
                    <a:pt x="725424" y="1523"/>
                  </a:lnTo>
                  <a:lnTo>
                    <a:pt x="726948" y="1523"/>
                  </a:lnTo>
                  <a:lnTo>
                    <a:pt x="726948" y="7619"/>
                  </a:lnTo>
                  <a:lnTo>
                    <a:pt x="725424" y="7619"/>
                  </a:lnTo>
                  <a:close/>
                </a:path>
                <a:path w="4074159" h="9525">
                  <a:moveTo>
                    <a:pt x="723900" y="6096"/>
                  </a:moveTo>
                  <a:lnTo>
                    <a:pt x="723900" y="3048"/>
                  </a:lnTo>
                  <a:lnTo>
                    <a:pt x="725424" y="3048"/>
                  </a:lnTo>
                  <a:lnTo>
                    <a:pt x="725424" y="6096"/>
                  </a:lnTo>
                  <a:lnTo>
                    <a:pt x="723900" y="6096"/>
                  </a:lnTo>
                  <a:close/>
                </a:path>
                <a:path w="4074159" h="9525">
                  <a:moveTo>
                    <a:pt x="765048" y="7619"/>
                  </a:moveTo>
                  <a:lnTo>
                    <a:pt x="765048" y="1523"/>
                  </a:lnTo>
                  <a:lnTo>
                    <a:pt x="766571" y="1523"/>
                  </a:lnTo>
                  <a:lnTo>
                    <a:pt x="768095" y="0"/>
                  </a:lnTo>
                  <a:lnTo>
                    <a:pt x="769619" y="0"/>
                  </a:lnTo>
                  <a:lnTo>
                    <a:pt x="772667" y="3048"/>
                  </a:lnTo>
                  <a:lnTo>
                    <a:pt x="772667" y="6096"/>
                  </a:lnTo>
                  <a:lnTo>
                    <a:pt x="769619" y="9144"/>
                  </a:lnTo>
                  <a:lnTo>
                    <a:pt x="768095" y="9144"/>
                  </a:lnTo>
                  <a:lnTo>
                    <a:pt x="766571" y="7619"/>
                  </a:lnTo>
                  <a:lnTo>
                    <a:pt x="765048" y="7619"/>
                  </a:lnTo>
                  <a:close/>
                </a:path>
                <a:path w="4074159" h="9525">
                  <a:moveTo>
                    <a:pt x="810767" y="7619"/>
                  </a:moveTo>
                  <a:lnTo>
                    <a:pt x="810767" y="1523"/>
                  </a:lnTo>
                  <a:lnTo>
                    <a:pt x="812292" y="1523"/>
                  </a:lnTo>
                  <a:lnTo>
                    <a:pt x="812292" y="7619"/>
                  </a:lnTo>
                  <a:lnTo>
                    <a:pt x="810767" y="7619"/>
                  </a:lnTo>
                  <a:close/>
                </a:path>
                <a:path w="4074159" h="9525">
                  <a:moveTo>
                    <a:pt x="804671" y="6096"/>
                  </a:moveTo>
                  <a:lnTo>
                    <a:pt x="804671" y="3048"/>
                  </a:lnTo>
                  <a:lnTo>
                    <a:pt x="807719" y="0"/>
                  </a:lnTo>
                  <a:lnTo>
                    <a:pt x="810767" y="0"/>
                  </a:lnTo>
                  <a:lnTo>
                    <a:pt x="810767" y="9144"/>
                  </a:lnTo>
                  <a:lnTo>
                    <a:pt x="807719" y="9144"/>
                  </a:lnTo>
                  <a:lnTo>
                    <a:pt x="804671" y="6096"/>
                  </a:lnTo>
                  <a:close/>
                </a:path>
                <a:path w="4074159" h="9525">
                  <a:moveTo>
                    <a:pt x="847343" y="9144"/>
                  </a:moveTo>
                  <a:lnTo>
                    <a:pt x="847343" y="0"/>
                  </a:lnTo>
                  <a:lnTo>
                    <a:pt x="850392" y="0"/>
                  </a:lnTo>
                  <a:lnTo>
                    <a:pt x="853440" y="3048"/>
                  </a:lnTo>
                  <a:lnTo>
                    <a:pt x="853440" y="6096"/>
                  </a:lnTo>
                  <a:lnTo>
                    <a:pt x="850392" y="9144"/>
                  </a:lnTo>
                  <a:lnTo>
                    <a:pt x="847343" y="9144"/>
                  </a:lnTo>
                  <a:close/>
                </a:path>
                <a:path w="4074159" h="9525">
                  <a:moveTo>
                    <a:pt x="845819" y="7619"/>
                  </a:moveTo>
                  <a:lnTo>
                    <a:pt x="845819" y="1523"/>
                  </a:lnTo>
                  <a:lnTo>
                    <a:pt x="847343" y="1523"/>
                  </a:lnTo>
                  <a:lnTo>
                    <a:pt x="847343" y="7619"/>
                  </a:lnTo>
                  <a:lnTo>
                    <a:pt x="845819" y="7619"/>
                  </a:lnTo>
                  <a:close/>
                </a:path>
                <a:path w="4074159" h="9525">
                  <a:moveTo>
                    <a:pt x="885443" y="6096"/>
                  </a:moveTo>
                  <a:lnTo>
                    <a:pt x="885443" y="3048"/>
                  </a:lnTo>
                  <a:lnTo>
                    <a:pt x="888492" y="0"/>
                  </a:lnTo>
                  <a:lnTo>
                    <a:pt x="890016" y="0"/>
                  </a:lnTo>
                  <a:lnTo>
                    <a:pt x="893063" y="3048"/>
                  </a:lnTo>
                  <a:lnTo>
                    <a:pt x="893063" y="6096"/>
                  </a:lnTo>
                  <a:lnTo>
                    <a:pt x="890016" y="9144"/>
                  </a:lnTo>
                  <a:lnTo>
                    <a:pt x="888492" y="9144"/>
                  </a:lnTo>
                  <a:lnTo>
                    <a:pt x="885443" y="6096"/>
                  </a:lnTo>
                  <a:close/>
                </a:path>
                <a:path w="4074159" h="9525">
                  <a:moveTo>
                    <a:pt x="932687" y="6096"/>
                  </a:moveTo>
                  <a:lnTo>
                    <a:pt x="932687" y="3048"/>
                  </a:lnTo>
                  <a:lnTo>
                    <a:pt x="934211" y="3048"/>
                  </a:lnTo>
                  <a:lnTo>
                    <a:pt x="934211" y="6096"/>
                  </a:lnTo>
                  <a:lnTo>
                    <a:pt x="932687" y="6096"/>
                  </a:lnTo>
                  <a:close/>
                </a:path>
                <a:path w="4074159" h="9525">
                  <a:moveTo>
                    <a:pt x="931163" y="7619"/>
                  </a:moveTo>
                  <a:lnTo>
                    <a:pt x="931163" y="1523"/>
                  </a:lnTo>
                  <a:lnTo>
                    <a:pt x="932687" y="1523"/>
                  </a:lnTo>
                  <a:lnTo>
                    <a:pt x="932687" y="7619"/>
                  </a:lnTo>
                  <a:lnTo>
                    <a:pt x="931163" y="7619"/>
                  </a:lnTo>
                  <a:close/>
                </a:path>
                <a:path w="4074159" h="9525">
                  <a:moveTo>
                    <a:pt x="928116" y="9144"/>
                  </a:moveTo>
                  <a:lnTo>
                    <a:pt x="928116" y="0"/>
                  </a:lnTo>
                  <a:lnTo>
                    <a:pt x="931163" y="0"/>
                  </a:lnTo>
                  <a:lnTo>
                    <a:pt x="931163" y="9144"/>
                  </a:lnTo>
                  <a:lnTo>
                    <a:pt x="928116" y="9144"/>
                  </a:lnTo>
                  <a:close/>
                </a:path>
                <a:path w="4074159" h="9525">
                  <a:moveTo>
                    <a:pt x="926592" y="7619"/>
                  </a:moveTo>
                  <a:lnTo>
                    <a:pt x="926592" y="1523"/>
                  </a:lnTo>
                  <a:lnTo>
                    <a:pt x="928116" y="1523"/>
                  </a:lnTo>
                  <a:lnTo>
                    <a:pt x="928116" y="7619"/>
                  </a:lnTo>
                  <a:lnTo>
                    <a:pt x="926592" y="7619"/>
                  </a:lnTo>
                  <a:close/>
                </a:path>
                <a:path w="4074159" h="9525">
                  <a:moveTo>
                    <a:pt x="925067" y="6096"/>
                  </a:moveTo>
                  <a:lnTo>
                    <a:pt x="925067" y="3048"/>
                  </a:lnTo>
                  <a:lnTo>
                    <a:pt x="926592" y="3048"/>
                  </a:lnTo>
                  <a:lnTo>
                    <a:pt x="926592" y="6096"/>
                  </a:lnTo>
                  <a:lnTo>
                    <a:pt x="925067" y="6096"/>
                  </a:lnTo>
                  <a:close/>
                </a:path>
                <a:path w="4074159" h="9525">
                  <a:moveTo>
                    <a:pt x="966216" y="6096"/>
                  </a:moveTo>
                  <a:lnTo>
                    <a:pt x="966216" y="3048"/>
                  </a:lnTo>
                  <a:lnTo>
                    <a:pt x="969263" y="0"/>
                  </a:lnTo>
                  <a:lnTo>
                    <a:pt x="970787" y="0"/>
                  </a:lnTo>
                  <a:lnTo>
                    <a:pt x="973835" y="3048"/>
                  </a:lnTo>
                  <a:lnTo>
                    <a:pt x="973835" y="6096"/>
                  </a:lnTo>
                  <a:lnTo>
                    <a:pt x="970787" y="9144"/>
                  </a:lnTo>
                  <a:lnTo>
                    <a:pt x="969263" y="9144"/>
                  </a:lnTo>
                  <a:lnTo>
                    <a:pt x="966216" y="6096"/>
                  </a:lnTo>
                  <a:close/>
                </a:path>
                <a:path w="4074159" h="9525">
                  <a:moveTo>
                    <a:pt x="1011935" y="7619"/>
                  </a:moveTo>
                  <a:lnTo>
                    <a:pt x="1011935" y="1523"/>
                  </a:lnTo>
                  <a:lnTo>
                    <a:pt x="1013459" y="1523"/>
                  </a:lnTo>
                  <a:lnTo>
                    <a:pt x="1013459" y="7619"/>
                  </a:lnTo>
                  <a:lnTo>
                    <a:pt x="1011935" y="7619"/>
                  </a:lnTo>
                  <a:close/>
                </a:path>
                <a:path w="4074159" h="9525">
                  <a:moveTo>
                    <a:pt x="1008887" y="9144"/>
                  </a:moveTo>
                  <a:lnTo>
                    <a:pt x="1008887" y="0"/>
                  </a:lnTo>
                  <a:lnTo>
                    <a:pt x="1011935" y="0"/>
                  </a:lnTo>
                  <a:lnTo>
                    <a:pt x="1011935" y="9144"/>
                  </a:lnTo>
                  <a:lnTo>
                    <a:pt x="1008887" y="9144"/>
                  </a:lnTo>
                  <a:close/>
                </a:path>
                <a:path w="4074159" h="9525">
                  <a:moveTo>
                    <a:pt x="1005840" y="6096"/>
                  </a:moveTo>
                  <a:lnTo>
                    <a:pt x="1005840" y="3048"/>
                  </a:lnTo>
                  <a:lnTo>
                    <a:pt x="1007363" y="1523"/>
                  </a:lnTo>
                  <a:lnTo>
                    <a:pt x="1008887" y="1523"/>
                  </a:lnTo>
                  <a:lnTo>
                    <a:pt x="1008887" y="7619"/>
                  </a:lnTo>
                  <a:lnTo>
                    <a:pt x="1007363" y="7619"/>
                  </a:lnTo>
                  <a:lnTo>
                    <a:pt x="1005840" y="6096"/>
                  </a:lnTo>
                  <a:close/>
                </a:path>
                <a:path w="4074159" h="9525">
                  <a:moveTo>
                    <a:pt x="1046987" y="7619"/>
                  </a:moveTo>
                  <a:lnTo>
                    <a:pt x="1046987" y="1523"/>
                  </a:lnTo>
                  <a:lnTo>
                    <a:pt x="1048511" y="1523"/>
                  </a:lnTo>
                  <a:lnTo>
                    <a:pt x="1050035" y="0"/>
                  </a:lnTo>
                  <a:lnTo>
                    <a:pt x="1051559" y="0"/>
                  </a:lnTo>
                  <a:lnTo>
                    <a:pt x="1054608" y="3048"/>
                  </a:lnTo>
                  <a:lnTo>
                    <a:pt x="1054608" y="6096"/>
                  </a:lnTo>
                  <a:lnTo>
                    <a:pt x="1051559" y="9144"/>
                  </a:lnTo>
                  <a:lnTo>
                    <a:pt x="1050035" y="9144"/>
                  </a:lnTo>
                  <a:lnTo>
                    <a:pt x="1048511" y="7619"/>
                  </a:lnTo>
                  <a:lnTo>
                    <a:pt x="1046987" y="7619"/>
                  </a:lnTo>
                  <a:close/>
                </a:path>
                <a:path w="4074159" h="9525">
                  <a:moveTo>
                    <a:pt x="1086611" y="6096"/>
                  </a:moveTo>
                  <a:lnTo>
                    <a:pt x="1086611" y="3048"/>
                  </a:lnTo>
                  <a:lnTo>
                    <a:pt x="1089659" y="0"/>
                  </a:lnTo>
                  <a:lnTo>
                    <a:pt x="1091184" y="0"/>
                  </a:lnTo>
                  <a:lnTo>
                    <a:pt x="1092708" y="1523"/>
                  </a:lnTo>
                  <a:lnTo>
                    <a:pt x="1094232" y="1523"/>
                  </a:lnTo>
                  <a:lnTo>
                    <a:pt x="1094232" y="7619"/>
                  </a:lnTo>
                  <a:lnTo>
                    <a:pt x="1092708" y="7619"/>
                  </a:lnTo>
                  <a:lnTo>
                    <a:pt x="1091184" y="9144"/>
                  </a:lnTo>
                  <a:lnTo>
                    <a:pt x="1089659" y="9144"/>
                  </a:lnTo>
                  <a:lnTo>
                    <a:pt x="1086611" y="6096"/>
                  </a:lnTo>
                  <a:close/>
                </a:path>
                <a:path w="4074159" h="9525">
                  <a:moveTo>
                    <a:pt x="1133855" y="6096"/>
                  </a:moveTo>
                  <a:lnTo>
                    <a:pt x="1133855" y="3048"/>
                  </a:lnTo>
                  <a:lnTo>
                    <a:pt x="1135379" y="3048"/>
                  </a:lnTo>
                  <a:lnTo>
                    <a:pt x="1135379" y="6096"/>
                  </a:lnTo>
                  <a:lnTo>
                    <a:pt x="1133855" y="6096"/>
                  </a:lnTo>
                  <a:close/>
                </a:path>
                <a:path w="4074159" h="9525">
                  <a:moveTo>
                    <a:pt x="1132332" y="7619"/>
                  </a:moveTo>
                  <a:lnTo>
                    <a:pt x="1132332" y="1523"/>
                  </a:lnTo>
                  <a:lnTo>
                    <a:pt x="1133855" y="1523"/>
                  </a:lnTo>
                  <a:lnTo>
                    <a:pt x="1133855" y="7619"/>
                  </a:lnTo>
                  <a:lnTo>
                    <a:pt x="1132332" y="7619"/>
                  </a:lnTo>
                  <a:close/>
                </a:path>
                <a:path w="4074159" h="9525">
                  <a:moveTo>
                    <a:pt x="1129284" y="9144"/>
                  </a:moveTo>
                  <a:lnTo>
                    <a:pt x="1129284" y="0"/>
                  </a:lnTo>
                  <a:lnTo>
                    <a:pt x="1132332" y="0"/>
                  </a:lnTo>
                  <a:lnTo>
                    <a:pt x="1132332" y="9144"/>
                  </a:lnTo>
                  <a:lnTo>
                    <a:pt x="1129284" y="9144"/>
                  </a:lnTo>
                  <a:close/>
                </a:path>
                <a:path w="4074159" h="9525">
                  <a:moveTo>
                    <a:pt x="1127759" y="7619"/>
                  </a:moveTo>
                  <a:lnTo>
                    <a:pt x="1127759" y="1523"/>
                  </a:lnTo>
                  <a:lnTo>
                    <a:pt x="1129284" y="1523"/>
                  </a:lnTo>
                  <a:lnTo>
                    <a:pt x="1129284" y="7619"/>
                  </a:lnTo>
                  <a:lnTo>
                    <a:pt x="1127759" y="7619"/>
                  </a:lnTo>
                  <a:close/>
                </a:path>
                <a:path w="4074159" h="9525">
                  <a:moveTo>
                    <a:pt x="1126235" y="6096"/>
                  </a:moveTo>
                  <a:lnTo>
                    <a:pt x="1126235" y="3048"/>
                  </a:lnTo>
                  <a:lnTo>
                    <a:pt x="1127759" y="3048"/>
                  </a:lnTo>
                  <a:lnTo>
                    <a:pt x="1127759" y="6096"/>
                  </a:lnTo>
                  <a:lnTo>
                    <a:pt x="1126235" y="6096"/>
                  </a:lnTo>
                  <a:close/>
                </a:path>
                <a:path w="4074159" h="9525">
                  <a:moveTo>
                    <a:pt x="1167384" y="6096"/>
                  </a:moveTo>
                  <a:lnTo>
                    <a:pt x="1167384" y="3048"/>
                  </a:lnTo>
                  <a:lnTo>
                    <a:pt x="1170432" y="0"/>
                  </a:lnTo>
                  <a:lnTo>
                    <a:pt x="1171955" y="0"/>
                  </a:lnTo>
                  <a:lnTo>
                    <a:pt x="1175003" y="3048"/>
                  </a:lnTo>
                  <a:lnTo>
                    <a:pt x="1175003" y="6096"/>
                  </a:lnTo>
                  <a:lnTo>
                    <a:pt x="1171955" y="9144"/>
                  </a:lnTo>
                  <a:lnTo>
                    <a:pt x="1170432" y="9144"/>
                  </a:lnTo>
                  <a:lnTo>
                    <a:pt x="1167384" y="6096"/>
                  </a:lnTo>
                  <a:close/>
                </a:path>
                <a:path w="4074159" h="9525">
                  <a:moveTo>
                    <a:pt x="1214627" y="6096"/>
                  </a:moveTo>
                  <a:lnTo>
                    <a:pt x="1214627" y="3048"/>
                  </a:lnTo>
                  <a:lnTo>
                    <a:pt x="1216151" y="3048"/>
                  </a:lnTo>
                  <a:lnTo>
                    <a:pt x="1216151" y="6096"/>
                  </a:lnTo>
                  <a:lnTo>
                    <a:pt x="1214627" y="6096"/>
                  </a:lnTo>
                  <a:close/>
                </a:path>
                <a:path w="4074159" h="9525">
                  <a:moveTo>
                    <a:pt x="1213103" y="7619"/>
                  </a:moveTo>
                  <a:lnTo>
                    <a:pt x="1213103" y="1523"/>
                  </a:lnTo>
                  <a:lnTo>
                    <a:pt x="1214627" y="1523"/>
                  </a:lnTo>
                  <a:lnTo>
                    <a:pt x="1214627" y="7619"/>
                  </a:lnTo>
                  <a:lnTo>
                    <a:pt x="1213103" y="7619"/>
                  </a:lnTo>
                  <a:close/>
                </a:path>
                <a:path w="4074159" h="9525">
                  <a:moveTo>
                    <a:pt x="1210055" y="9144"/>
                  </a:moveTo>
                  <a:lnTo>
                    <a:pt x="1210055" y="0"/>
                  </a:lnTo>
                  <a:lnTo>
                    <a:pt x="1213103" y="0"/>
                  </a:lnTo>
                  <a:lnTo>
                    <a:pt x="1213103" y="9144"/>
                  </a:lnTo>
                  <a:lnTo>
                    <a:pt x="1210055" y="9144"/>
                  </a:lnTo>
                  <a:close/>
                </a:path>
                <a:path w="4074159" h="9525">
                  <a:moveTo>
                    <a:pt x="1208532" y="7619"/>
                  </a:moveTo>
                  <a:lnTo>
                    <a:pt x="1208532" y="1523"/>
                  </a:lnTo>
                  <a:lnTo>
                    <a:pt x="1210055" y="1523"/>
                  </a:lnTo>
                  <a:lnTo>
                    <a:pt x="1210055" y="7619"/>
                  </a:lnTo>
                  <a:lnTo>
                    <a:pt x="1208532" y="7619"/>
                  </a:lnTo>
                  <a:close/>
                </a:path>
                <a:path w="4074159" h="9525">
                  <a:moveTo>
                    <a:pt x="1207008" y="6096"/>
                  </a:moveTo>
                  <a:lnTo>
                    <a:pt x="1207008" y="3048"/>
                  </a:lnTo>
                  <a:lnTo>
                    <a:pt x="1208532" y="3048"/>
                  </a:lnTo>
                  <a:lnTo>
                    <a:pt x="1208532" y="6096"/>
                  </a:lnTo>
                  <a:lnTo>
                    <a:pt x="1207008" y="6096"/>
                  </a:lnTo>
                  <a:close/>
                </a:path>
                <a:path w="4074159" h="9525">
                  <a:moveTo>
                    <a:pt x="1248155" y="7619"/>
                  </a:moveTo>
                  <a:lnTo>
                    <a:pt x="1248155" y="1523"/>
                  </a:lnTo>
                  <a:lnTo>
                    <a:pt x="1249679" y="1523"/>
                  </a:lnTo>
                  <a:lnTo>
                    <a:pt x="1251203" y="0"/>
                  </a:lnTo>
                  <a:lnTo>
                    <a:pt x="1252727" y="0"/>
                  </a:lnTo>
                  <a:lnTo>
                    <a:pt x="1255776" y="3048"/>
                  </a:lnTo>
                  <a:lnTo>
                    <a:pt x="1255776" y="6096"/>
                  </a:lnTo>
                  <a:lnTo>
                    <a:pt x="1252727" y="9144"/>
                  </a:lnTo>
                  <a:lnTo>
                    <a:pt x="1251203" y="9144"/>
                  </a:lnTo>
                  <a:lnTo>
                    <a:pt x="1249679" y="7619"/>
                  </a:lnTo>
                  <a:lnTo>
                    <a:pt x="1248155" y="7619"/>
                  </a:lnTo>
                  <a:close/>
                </a:path>
                <a:path w="4074159" h="9525">
                  <a:moveTo>
                    <a:pt x="1287779" y="6096"/>
                  </a:moveTo>
                  <a:lnTo>
                    <a:pt x="1287779" y="3048"/>
                  </a:lnTo>
                  <a:lnTo>
                    <a:pt x="1290827" y="0"/>
                  </a:lnTo>
                  <a:lnTo>
                    <a:pt x="1292351" y="0"/>
                  </a:lnTo>
                  <a:lnTo>
                    <a:pt x="1293876" y="1523"/>
                  </a:lnTo>
                  <a:lnTo>
                    <a:pt x="1295400" y="1523"/>
                  </a:lnTo>
                  <a:lnTo>
                    <a:pt x="1295400" y="7619"/>
                  </a:lnTo>
                  <a:lnTo>
                    <a:pt x="1293876" y="7619"/>
                  </a:lnTo>
                  <a:lnTo>
                    <a:pt x="1292351" y="9144"/>
                  </a:lnTo>
                  <a:lnTo>
                    <a:pt x="1290827" y="9144"/>
                  </a:lnTo>
                  <a:lnTo>
                    <a:pt x="1287779" y="6096"/>
                  </a:lnTo>
                  <a:close/>
                </a:path>
                <a:path w="4074159" h="9525">
                  <a:moveTo>
                    <a:pt x="1330451" y="9144"/>
                  </a:moveTo>
                  <a:lnTo>
                    <a:pt x="1330451" y="0"/>
                  </a:lnTo>
                  <a:lnTo>
                    <a:pt x="1333500" y="0"/>
                  </a:lnTo>
                  <a:lnTo>
                    <a:pt x="1336548" y="3048"/>
                  </a:lnTo>
                  <a:lnTo>
                    <a:pt x="1336548" y="6096"/>
                  </a:lnTo>
                  <a:lnTo>
                    <a:pt x="1333500" y="9144"/>
                  </a:lnTo>
                  <a:lnTo>
                    <a:pt x="1330451" y="9144"/>
                  </a:lnTo>
                  <a:close/>
                </a:path>
                <a:path w="4074159" h="9525">
                  <a:moveTo>
                    <a:pt x="1328927" y="7619"/>
                  </a:moveTo>
                  <a:lnTo>
                    <a:pt x="1328927" y="1523"/>
                  </a:lnTo>
                  <a:lnTo>
                    <a:pt x="1330451" y="1523"/>
                  </a:lnTo>
                  <a:lnTo>
                    <a:pt x="1330451" y="7619"/>
                  </a:lnTo>
                  <a:lnTo>
                    <a:pt x="1328927" y="7619"/>
                  </a:lnTo>
                  <a:close/>
                </a:path>
                <a:path w="4074159" h="9525">
                  <a:moveTo>
                    <a:pt x="1368551" y="6096"/>
                  </a:moveTo>
                  <a:lnTo>
                    <a:pt x="1368551" y="3048"/>
                  </a:lnTo>
                  <a:lnTo>
                    <a:pt x="1371600" y="0"/>
                  </a:lnTo>
                  <a:lnTo>
                    <a:pt x="1373124" y="0"/>
                  </a:lnTo>
                  <a:lnTo>
                    <a:pt x="1376171" y="3048"/>
                  </a:lnTo>
                  <a:lnTo>
                    <a:pt x="1376171" y="6096"/>
                  </a:lnTo>
                  <a:lnTo>
                    <a:pt x="1373124" y="9144"/>
                  </a:lnTo>
                  <a:lnTo>
                    <a:pt x="1371600" y="9144"/>
                  </a:lnTo>
                  <a:lnTo>
                    <a:pt x="1368551" y="6096"/>
                  </a:lnTo>
                  <a:close/>
                </a:path>
                <a:path w="4074159" h="9525">
                  <a:moveTo>
                    <a:pt x="1415795" y="6096"/>
                  </a:moveTo>
                  <a:lnTo>
                    <a:pt x="1415795" y="3048"/>
                  </a:lnTo>
                  <a:lnTo>
                    <a:pt x="1417319" y="3048"/>
                  </a:lnTo>
                  <a:lnTo>
                    <a:pt x="1417319" y="6096"/>
                  </a:lnTo>
                  <a:lnTo>
                    <a:pt x="1415795" y="6096"/>
                  </a:lnTo>
                  <a:close/>
                </a:path>
                <a:path w="4074159" h="9525">
                  <a:moveTo>
                    <a:pt x="1414271" y="7619"/>
                  </a:moveTo>
                  <a:lnTo>
                    <a:pt x="1414271" y="1523"/>
                  </a:lnTo>
                  <a:lnTo>
                    <a:pt x="1415795" y="1523"/>
                  </a:lnTo>
                  <a:lnTo>
                    <a:pt x="1415795" y="7619"/>
                  </a:lnTo>
                  <a:lnTo>
                    <a:pt x="1414271" y="7619"/>
                  </a:lnTo>
                  <a:close/>
                </a:path>
                <a:path w="4074159" h="9525">
                  <a:moveTo>
                    <a:pt x="1411224" y="9144"/>
                  </a:moveTo>
                  <a:lnTo>
                    <a:pt x="1411224" y="0"/>
                  </a:lnTo>
                  <a:lnTo>
                    <a:pt x="1414271" y="0"/>
                  </a:lnTo>
                  <a:lnTo>
                    <a:pt x="1414271" y="9144"/>
                  </a:lnTo>
                  <a:lnTo>
                    <a:pt x="1411224" y="9144"/>
                  </a:lnTo>
                  <a:close/>
                </a:path>
                <a:path w="4074159" h="9525">
                  <a:moveTo>
                    <a:pt x="1409700" y="7619"/>
                  </a:moveTo>
                  <a:lnTo>
                    <a:pt x="1409700" y="1523"/>
                  </a:lnTo>
                  <a:lnTo>
                    <a:pt x="1411224" y="1523"/>
                  </a:lnTo>
                  <a:lnTo>
                    <a:pt x="1411224" y="7619"/>
                  </a:lnTo>
                  <a:lnTo>
                    <a:pt x="1409700" y="7619"/>
                  </a:lnTo>
                  <a:close/>
                </a:path>
                <a:path w="4074159" h="9525">
                  <a:moveTo>
                    <a:pt x="1408176" y="6096"/>
                  </a:moveTo>
                  <a:lnTo>
                    <a:pt x="1408176" y="3048"/>
                  </a:lnTo>
                  <a:lnTo>
                    <a:pt x="1409700" y="3048"/>
                  </a:lnTo>
                  <a:lnTo>
                    <a:pt x="1409700" y="6096"/>
                  </a:lnTo>
                  <a:lnTo>
                    <a:pt x="1408176" y="6096"/>
                  </a:lnTo>
                  <a:close/>
                </a:path>
                <a:path w="4074159" h="9525">
                  <a:moveTo>
                    <a:pt x="1449324" y="6096"/>
                  </a:moveTo>
                  <a:lnTo>
                    <a:pt x="1449324" y="3048"/>
                  </a:lnTo>
                  <a:lnTo>
                    <a:pt x="1452371" y="0"/>
                  </a:lnTo>
                  <a:lnTo>
                    <a:pt x="1453895" y="0"/>
                  </a:lnTo>
                  <a:lnTo>
                    <a:pt x="1456943" y="3048"/>
                  </a:lnTo>
                  <a:lnTo>
                    <a:pt x="1456943" y="6096"/>
                  </a:lnTo>
                  <a:lnTo>
                    <a:pt x="1453895" y="9144"/>
                  </a:lnTo>
                  <a:lnTo>
                    <a:pt x="1452371" y="9144"/>
                  </a:lnTo>
                  <a:lnTo>
                    <a:pt x="1449324" y="6096"/>
                  </a:lnTo>
                  <a:close/>
                </a:path>
                <a:path w="4074159" h="9525">
                  <a:moveTo>
                    <a:pt x="1495043" y="7619"/>
                  </a:moveTo>
                  <a:lnTo>
                    <a:pt x="1495043" y="1523"/>
                  </a:lnTo>
                  <a:lnTo>
                    <a:pt x="1496567" y="1523"/>
                  </a:lnTo>
                  <a:lnTo>
                    <a:pt x="1496567" y="7619"/>
                  </a:lnTo>
                  <a:lnTo>
                    <a:pt x="1495043" y="7619"/>
                  </a:lnTo>
                  <a:close/>
                </a:path>
                <a:path w="4074159" h="9525">
                  <a:moveTo>
                    <a:pt x="1488948" y="6096"/>
                  </a:moveTo>
                  <a:lnTo>
                    <a:pt x="1488948" y="3048"/>
                  </a:lnTo>
                  <a:lnTo>
                    <a:pt x="1491995" y="0"/>
                  </a:lnTo>
                  <a:lnTo>
                    <a:pt x="1495043" y="0"/>
                  </a:lnTo>
                  <a:lnTo>
                    <a:pt x="1495043" y="9144"/>
                  </a:lnTo>
                  <a:lnTo>
                    <a:pt x="1491995" y="9144"/>
                  </a:lnTo>
                  <a:lnTo>
                    <a:pt x="1488948" y="6096"/>
                  </a:lnTo>
                  <a:close/>
                </a:path>
                <a:path w="4074159" h="9525">
                  <a:moveTo>
                    <a:pt x="1530095" y="7619"/>
                  </a:moveTo>
                  <a:lnTo>
                    <a:pt x="1530095" y="1523"/>
                  </a:lnTo>
                  <a:lnTo>
                    <a:pt x="1531619" y="1523"/>
                  </a:lnTo>
                  <a:lnTo>
                    <a:pt x="1533143" y="0"/>
                  </a:lnTo>
                  <a:lnTo>
                    <a:pt x="1534667" y="0"/>
                  </a:lnTo>
                  <a:lnTo>
                    <a:pt x="1537716" y="3048"/>
                  </a:lnTo>
                  <a:lnTo>
                    <a:pt x="1537716" y="6096"/>
                  </a:lnTo>
                  <a:lnTo>
                    <a:pt x="1534667" y="9144"/>
                  </a:lnTo>
                  <a:lnTo>
                    <a:pt x="1533143" y="9144"/>
                  </a:lnTo>
                  <a:lnTo>
                    <a:pt x="1531619" y="7619"/>
                  </a:lnTo>
                  <a:lnTo>
                    <a:pt x="1530095" y="7619"/>
                  </a:lnTo>
                  <a:close/>
                </a:path>
                <a:path w="4074159" h="9525">
                  <a:moveTo>
                    <a:pt x="1569719" y="6096"/>
                  </a:moveTo>
                  <a:lnTo>
                    <a:pt x="1569719" y="3048"/>
                  </a:lnTo>
                  <a:lnTo>
                    <a:pt x="1572767" y="0"/>
                  </a:lnTo>
                  <a:lnTo>
                    <a:pt x="1574292" y="0"/>
                  </a:lnTo>
                  <a:lnTo>
                    <a:pt x="1575816" y="1523"/>
                  </a:lnTo>
                  <a:lnTo>
                    <a:pt x="1577340" y="1523"/>
                  </a:lnTo>
                  <a:lnTo>
                    <a:pt x="1577340" y="7619"/>
                  </a:lnTo>
                  <a:lnTo>
                    <a:pt x="1575816" y="7619"/>
                  </a:lnTo>
                  <a:lnTo>
                    <a:pt x="1574292" y="9144"/>
                  </a:lnTo>
                  <a:lnTo>
                    <a:pt x="1572767" y="9144"/>
                  </a:lnTo>
                  <a:lnTo>
                    <a:pt x="1569719" y="6096"/>
                  </a:lnTo>
                  <a:close/>
                </a:path>
                <a:path w="4074159" h="9525">
                  <a:moveTo>
                    <a:pt x="1616963" y="6096"/>
                  </a:moveTo>
                  <a:lnTo>
                    <a:pt x="1616963" y="3048"/>
                  </a:lnTo>
                  <a:lnTo>
                    <a:pt x="1618487" y="3048"/>
                  </a:lnTo>
                  <a:lnTo>
                    <a:pt x="1618487" y="6096"/>
                  </a:lnTo>
                  <a:lnTo>
                    <a:pt x="1616963" y="6096"/>
                  </a:lnTo>
                  <a:close/>
                </a:path>
                <a:path w="4074159" h="9525">
                  <a:moveTo>
                    <a:pt x="1615440" y="7619"/>
                  </a:moveTo>
                  <a:lnTo>
                    <a:pt x="1615440" y="1523"/>
                  </a:lnTo>
                  <a:lnTo>
                    <a:pt x="1616963" y="1523"/>
                  </a:lnTo>
                  <a:lnTo>
                    <a:pt x="1616963" y="7619"/>
                  </a:lnTo>
                  <a:lnTo>
                    <a:pt x="1615440" y="7619"/>
                  </a:lnTo>
                  <a:close/>
                </a:path>
                <a:path w="4074159" h="9525">
                  <a:moveTo>
                    <a:pt x="1612392" y="9144"/>
                  </a:moveTo>
                  <a:lnTo>
                    <a:pt x="1612392" y="0"/>
                  </a:lnTo>
                  <a:lnTo>
                    <a:pt x="1615440" y="0"/>
                  </a:lnTo>
                  <a:lnTo>
                    <a:pt x="1615440" y="9144"/>
                  </a:lnTo>
                  <a:lnTo>
                    <a:pt x="1612392" y="9144"/>
                  </a:lnTo>
                  <a:close/>
                </a:path>
                <a:path w="4074159" h="9525">
                  <a:moveTo>
                    <a:pt x="1610868" y="7619"/>
                  </a:moveTo>
                  <a:lnTo>
                    <a:pt x="1610868" y="1523"/>
                  </a:lnTo>
                  <a:lnTo>
                    <a:pt x="1612392" y="1523"/>
                  </a:lnTo>
                  <a:lnTo>
                    <a:pt x="1612392" y="7619"/>
                  </a:lnTo>
                  <a:lnTo>
                    <a:pt x="1610868" y="7619"/>
                  </a:lnTo>
                  <a:close/>
                </a:path>
                <a:path w="4074159" h="9525">
                  <a:moveTo>
                    <a:pt x="1609343" y="6096"/>
                  </a:moveTo>
                  <a:lnTo>
                    <a:pt x="1609343" y="3048"/>
                  </a:lnTo>
                  <a:lnTo>
                    <a:pt x="1610868" y="3048"/>
                  </a:lnTo>
                  <a:lnTo>
                    <a:pt x="1610868" y="6096"/>
                  </a:lnTo>
                  <a:lnTo>
                    <a:pt x="1609343" y="6096"/>
                  </a:lnTo>
                  <a:close/>
                </a:path>
                <a:path w="4074159" h="9525">
                  <a:moveTo>
                    <a:pt x="1650492" y="6096"/>
                  </a:moveTo>
                  <a:lnTo>
                    <a:pt x="1650492" y="3048"/>
                  </a:lnTo>
                  <a:lnTo>
                    <a:pt x="1653540" y="0"/>
                  </a:lnTo>
                  <a:lnTo>
                    <a:pt x="1655063" y="0"/>
                  </a:lnTo>
                  <a:lnTo>
                    <a:pt x="1658111" y="3048"/>
                  </a:lnTo>
                  <a:lnTo>
                    <a:pt x="1658111" y="6096"/>
                  </a:lnTo>
                  <a:lnTo>
                    <a:pt x="1655063" y="9144"/>
                  </a:lnTo>
                  <a:lnTo>
                    <a:pt x="1653540" y="9144"/>
                  </a:lnTo>
                  <a:lnTo>
                    <a:pt x="1650492" y="6096"/>
                  </a:lnTo>
                  <a:close/>
                </a:path>
                <a:path w="4074159" h="9525">
                  <a:moveTo>
                    <a:pt x="1697735" y="6096"/>
                  </a:moveTo>
                  <a:lnTo>
                    <a:pt x="1697735" y="3048"/>
                  </a:lnTo>
                  <a:lnTo>
                    <a:pt x="1699259" y="3048"/>
                  </a:lnTo>
                  <a:lnTo>
                    <a:pt x="1699259" y="6096"/>
                  </a:lnTo>
                  <a:lnTo>
                    <a:pt x="1697735" y="6096"/>
                  </a:lnTo>
                  <a:close/>
                </a:path>
                <a:path w="4074159" h="9525">
                  <a:moveTo>
                    <a:pt x="1696211" y="7619"/>
                  </a:moveTo>
                  <a:lnTo>
                    <a:pt x="1696211" y="1523"/>
                  </a:lnTo>
                  <a:lnTo>
                    <a:pt x="1697735" y="1523"/>
                  </a:lnTo>
                  <a:lnTo>
                    <a:pt x="1697735" y="7619"/>
                  </a:lnTo>
                  <a:lnTo>
                    <a:pt x="1696211" y="7619"/>
                  </a:lnTo>
                  <a:close/>
                </a:path>
                <a:path w="4074159" h="9525">
                  <a:moveTo>
                    <a:pt x="1693163" y="9144"/>
                  </a:moveTo>
                  <a:lnTo>
                    <a:pt x="1693163" y="0"/>
                  </a:lnTo>
                  <a:lnTo>
                    <a:pt x="1696211" y="0"/>
                  </a:lnTo>
                  <a:lnTo>
                    <a:pt x="1696211" y="9144"/>
                  </a:lnTo>
                  <a:lnTo>
                    <a:pt x="1693163" y="9144"/>
                  </a:lnTo>
                  <a:close/>
                </a:path>
                <a:path w="4074159" h="9525">
                  <a:moveTo>
                    <a:pt x="1691640" y="7619"/>
                  </a:moveTo>
                  <a:lnTo>
                    <a:pt x="1691640" y="1523"/>
                  </a:lnTo>
                  <a:lnTo>
                    <a:pt x="1693163" y="1523"/>
                  </a:lnTo>
                  <a:lnTo>
                    <a:pt x="1693163" y="7619"/>
                  </a:lnTo>
                  <a:lnTo>
                    <a:pt x="1691640" y="7619"/>
                  </a:lnTo>
                  <a:close/>
                </a:path>
                <a:path w="4074159" h="9525">
                  <a:moveTo>
                    <a:pt x="1690116" y="6096"/>
                  </a:moveTo>
                  <a:lnTo>
                    <a:pt x="1690116" y="3048"/>
                  </a:lnTo>
                  <a:lnTo>
                    <a:pt x="1691640" y="3048"/>
                  </a:lnTo>
                  <a:lnTo>
                    <a:pt x="1691640" y="6096"/>
                  </a:lnTo>
                  <a:lnTo>
                    <a:pt x="1690116" y="6096"/>
                  </a:lnTo>
                  <a:close/>
                </a:path>
                <a:path w="4074159" h="9525">
                  <a:moveTo>
                    <a:pt x="1731263" y="7619"/>
                  </a:moveTo>
                  <a:lnTo>
                    <a:pt x="1731263" y="1523"/>
                  </a:lnTo>
                  <a:lnTo>
                    <a:pt x="1732787" y="1523"/>
                  </a:lnTo>
                  <a:lnTo>
                    <a:pt x="1734311" y="0"/>
                  </a:lnTo>
                  <a:lnTo>
                    <a:pt x="1735835" y="0"/>
                  </a:lnTo>
                  <a:lnTo>
                    <a:pt x="1738884" y="3048"/>
                  </a:lnTo>
                  <a:lnTo>
                    <a:pt x="1738884" y="6096"/>
                  </a:lnTo>
                  <a:lnTo>
                    <a:pt x="1735835" y="9144"/>
                  </a:lnTo>
                  <a:lnTo>
                    <a:pt x="1734311" y="9144"/>
                  </a:lnTo>
                  <a:lnTo>
                    <a:pt x="1732787" y="7619"/>
                  </a:lnTo>
                  <a:lnTo>
                    <a:pt x="1731263" y="7619"/>
                  </a:lnTo>
                  <a:close/>
                </a:path>
                <a:path w="4074159" h="9525">
                  <a:moveTo>
                    <a:pt x="1770887" y="6096"/>
                  </a:moveTo>
                  <a:lnTo>
                    <a:pt x="1770887" y="3048"/>
                  </a:lnTo>
                  <a:lnTo>
                    <a:pt x="1773935" y="0"/>
                  </a:lnTo>
                  <a:lnTo>
                    <a:pt x="1775459" y="0"/>
                  </a:lnTo>
                  <a:lnTo>
                    <a:pt x="1776984" y="1523"/>
                  </a:lnTo>
                  <a:lnTo>
                    <a:pt x="1778508" y="1523"/>
                  </a:lnTo>
                  <a:lnTo>
                    <a:pt x="1778508" y="7619"/>
                  </a:lnTo>
                  <a:lnTo>
                    <a:pt x="1776984" y="7619"/>
                  </a:lnTo>
                  <a:lnTo>
                    <a:pt x="1775459" y="9144"/>
                  </a:lnTo>
                  <a:lnTo>
                    <a:pt x="1773935" y="9144"/>
                  </a:lnTo>
                  <a:lnTo>
                    <a:pt x="1770887" y="6096"/>
                  </a:lnTo>
                  <a:close/>
                </a:path>
                <a:path w="4074159" h="9525">
                  <a:moveTo>
                    <a:pt x="1813559" y="9144"/>
                  </a:moveTo>
                  <a:lnTo>
                    <a:pt x="1813559" y="0"/>
                  </a:lnTo>
                  <a:lnTo>
                    <a:pt x="1816608" y="0"/>
                  </a:lnTo>
                  <a:lnTo>
                    <a:pt x="1819655" y="3048"/>
                  </a:lnTo>
                  <a:lnTo>
                    <a:pt x="1819655" y="6096"/>
                  </a:lnTo>
                  <a:lnTo>
                    <a:pt x="1816608" y="9144"/>
                  </a:lnTo>
                  <a:lnTo>
                    <a:pt x="1813559" y="9144"/>
                  </a:lnTo>
                  <a:close/>
                </a:path>
                <a:path w="4074159" h="9525">
                  <a:moveTo>
                    <a:pt x="1812035" y="7619"/>
                  </a:moveTo>
                  <a:lnTo>
                    <a:pt x="1812035" y="1523"/>
                  </a:lnTo>
                  <a:lnTo>
                    <a:pt x="1813559" y="1523"/>
                  </a:lnTo>
                  <a:lnTo>
                    <a:pt x="1813559" y="7619"/>
                  </a:lnTo>
                  <a:lnTo>
                    <a:pt x="1812035" y="7619"/>
                  </a:lnTo>
                  <a:close/>
                </a:path>
                <a:path w="4074159" h="9525">
                  <a:moveTo>
                    <a:pt x="1851659" y="6096"/>
                  </a:moveTo>
                  <a:lnTo>
                    <a:pt x="1851659" y="3048"/>
                  </a:lnTo>
                  <a:lnTo>
                    <a:pt x="1854708" y="0"/>
                  </a:lnTo>
                  <a:lnTo>
                    <a:pt x="1856232" y="0"/>
                  </a:lnTo>
                  <a:lnTo>
                    <a:pt x="1859279" y="3048"/>
                  </a:lnTo>
                  <a:lnTo>
                    <a:pt x="1859279" y="6096"/>
                  </a:lnTo>
                  <a:lnTo>
                    <a:pt x="1856232" y="9144"/>
                  </a:lnTo>
                  <a:lnTo>
                    <a:pt x="1854708" y="9144"/>
                  </a:lnTo>
                  <a:lnTo>
                    <a:pt x="1851659" y="6096"/>
                  </a:lnTo>
                  <a:close/>
                </a:path>
                <a:path w="4074159" h="9525">
                  <a:moveTo>
                    <a:pt x="1898903" y="6096"/>
                  </a:moveTo>
                  <a:lnTo>
                    <a:pt x="1898903" y="3048"/>
                  </a:lnTo>
                  <a:lnTo>
                    <a:pt x="1900427" y="3048"/>
                  </a:lnTo>
                  <a:lnTo>
                    <a:pt x="1900427" y="6096"/>
                  </a:lnTo>
                  <a:lnTo>
                    <a:pt x="1898903" y="6096"/>
                  </a:lnTo>
                  <a:close/>
                </a:path>
                <a:path w="4074159" h="9525">
                  <a:moveTo>
                    <a:pt x="1897379" y="7619"/>
                  </a:moveTo>
                  <a:lnTo>
                    <a:pt x="1897379" y="1523"/>
                  </a:lnTo>
                  <a:lnTo>
                    <a:pt x="1898903" y="1523"/>
                  </a:lnTo>
                  <a:lnTo>
                    <a:pt x="1898903" y="7619"/>
                  </a:lnTo>
                  <a:lnTo>
                    <a:pt x="1897379" y="7619"/>
                  </a:lnTo>
                  <a:close/>
                </a:path>
                <a:path w="4074159" h="9525">
                  <a:moveTo>
                    <a:pt x="1894332" y="9144"/>
                  </a:moveTo>
                  <a:lnTo>
                    <a:pt x="1894332" y="0"/>
                  </a:lnTo>
                  <a:lnTo>
                    <a:pt x="1897379" y="0"/>
                  </a:lnTo>
                  <a:lnTo>
                    <a:pt x="1897379" y="9144"/>
                  </a:lnTo>
                  <a:lnTo>
                    <a:pt x="1894332" y="9144"/>
                  </a:lnTo>
                  <a:close/>
                </a:path>
                <a:path w="4074159" h="9525">
                  <a:moveTo>
                    <a:pt x="1892808" y="7619"/>
                  </a:moveTo>
                  <a:lnTo>
                    <a:pt x="1892808" y="1523"/>
                  </a:lnTo>
                  <a:lnTo>
                    <a:pt x="1894332" y="1523"/>
                  </a:lnTo>
                  <a:lnTo>
                    <a:pt x="1894332" y="7619"/>
                  </a:lnTo>
                  <a:lnTo>
                    <a:pt x="1892808" y="7619"/>
                  </a:lnTo>
                  <a:close/>
                </a:path>
                <a:path w="4074159" h="9525">
                  <a:moveTo>
                    <a:pt x="1891284" y="6096"/>
                  </a:moveTo>
                  <a:lnTo>
                    <a:pt x="1891284" y="3048"/>
                  </a:lnTo>
                  <a:lnTo>
                    <a:pt x="1892808" y="3048"/>
                  </a:lnTo>
                  <a:lnTo>
                    <a:pt x="1892808" y="6096"/>
                  </a:lnTo>
                  <a:lnTo>
                    <a:pt x="1891284" y="6096"/>
                  </a:lnTo>
                  <a:close/>
                </a:path>
                <a:path w="4074159" h="9525">
                  <a:moveTo>
                    <a:pt x="1932432" y="6096"/>
                  </a:moveTo>
                  <a:lnTo>
                    <a:pt x="1932432" y="3048"/>
                  </a:lnTo>
                  <a:lnTo>
                    <a:pt x="1935479" y="0"/>
                  </a:lnTo>
                  <a:lnTo>
                    <a:pt x="1937003" y="0"/>
                  </a:lnTo>
                  <a:lnTo>
                    <a:pt x="1940051" y="3048"/>
                  </a:lnTo>
                  <a:lnTo>
                    <a:pt x="1940051" y="6096"/>
                  </a:lnTo>
                  <a:lnTo>
                    <a:pt x="1937003" y="9144"/>
                  </a:lnTo>
                  <a:lnTo>
                    <a:pt x="1935479" y="9144"/>
                  </a:lnTo>
                  <a:lnTo>
                    <a:pt x="1932432" y="6096"/>
                  </a:lnTo>
                  <a:close/>
                </a:path>
                <a:path w="4074159" h="9525">
                  <a:moveTo>
                    <a:pt x="1978151" y="7619"/>
                  </a:moveTo>
                  <a:lnTo>
                    <a:pt x="1978151" y="1523"/>
                  </a:lnTo>
                  <a:lnTo>
                    <a:pt x="1979676" y="1523"/>
                  </a:lnTo>
                  <a:lnTo>
                    <a:pt x="1979676" y="7619"/>
                  </a:lnTo>
                  <a:lnTo>
                    <a:pt x="1978151" y="7619"/>
                  </a:lnTo>
                  <a:close/>
                </a:path>
                <a:path w="4074159" h="9525">
                  <a:moveTo>
                    <a:pt x="1972055" y="6096"/>
                  </a:moveTo>
                  <a:lnTo>
                    <a:pt x="1972055" y="3048"/>
                  </a:lnTo>
                  <a:lnTo>
                    <a:pt x="1975103" y="0"/>
                  </a:lnTo>
                  <a:lnTo>
                    <a:pt x="1978151" y="0"/>
                  </a:lnTo>
                  <a:lnTo>
                    <a:pt x="1978151" y="9144"/>
                  </a:lnTo>
                  <a:lnTo>
                    <a:pt x="1975103" y="9144"/>
                  </a:lnTo>
                  <a:lnTo>
                    <a:pt x="1972055" y="6096"/>
                  </a:lnTo>
                  <a:close/>
                </a:path>
                <a:path w="4074159" h="9525">
                  <a:moveTo>
                    <a:pt x="2013203" y="7619"/>
                  </a:moveTo>
                  <a:lnTo>
                    <a:pt x="2013203" y="1523"/>
                  </a:lnTo>
                  <a:lnTo>
                    <a:pt x="2014727" y="1523"/>
                  </a:lnTo>
                  <a:lnTo>
                    <a:pt x="2016251" y="0"/>
                  </a:lnTo>
                  <a:lnTo>
                    <a:pt x="2017776" y="0"/>
                  </a:lnTo>
                  <a:lnTo>
                    <a:pt x="2020824" y="3048"/>
                  </a:lnTo>
                  <a:lnTo>
                    <a:pt x="2020824" y="6096"/>
                  </a:lnTo>
                  <a:lnTo>
                    <a:pt x="2017776" y="9144"/>
                  </a:lnTo>
                  <a:lnTo>
                    <a:pt x="2016251" y="9144"/>
                  </a:lnTo>
                  <a:lnTo>
                    <a:pt x="2014727" y="7619"/>
                  </a:lnTo>
                  <a:lnTo>
                    <a:pt x="2013203" y="7619"/>
                  </a:lnTo>
                  <a:close/>
                </a:path>
                <a:path w="4074159" h="9525">
                  <a:moveTo>
                    <a:pt x="2052827" y="6096"/>
                  </a:moveTo>
                  <a:lnTo>
                    <a:pt x="2052827" y="3048"/>
                  </a:lnTo>
                  <a:lnTo>
                    <a:pt x="2055876" y="0"/>
                  </a:lnTo>
                  <a:lnTo>
                    <a:pt x="2057400" y="0"/>
                  </a:lnTo>
                  <a:lnTo>
                    <a:pt x="2058924" y="1523"/>
                  </a:lnTo>
                  <a:lnTo>
                    <a:pt x="2060448" y="1523"/>
                  </a:lnTo>
                  <a:lnTo>
                    <a:pt x="2060448" y="7619"/>
                  </a:lnTo>
                  <a:lnTo>
                    <a:pt x="2058924" y="7619"/>
                  </a:lnTo>
                  <a:lnTo>
                    <a:pt x="2057400" y="9144"/>
                  </a:lnTo>
                  <a:lnTo>
                    <a:pt x="2055876" y="9144"/>
                  </a:lnTo>
                  <a:lnTo>
                    <a:pt x="2052827" y="6096"/>
                  </a:lnTo>
                  <a:close/>
                </a:path>
                <a:path w="4074159" h="9525">
                  <a:moveTo>
                    <a:pt x="2100071" y="6096"/>
                  </a:moveTo>
                  <a:lnTo>
                    <a:pt x="2100071" y="3048"/>
                  </a:lnTo>
                  <a:lnTo>
                    <a:pt x="2101595" y="3048"/>
                  </a:lnTo>
                  <a:lnTo>
                    <a:pt x="2101595" y="6096"/>
                  </a:lnTo>
                  <a:lnTo>
                    <a:pt x="2100071" y="6096"/>
                  </a:lnTo>
                  <a:close/>
                </a:path>
                <a:path w="4074159" h="9525">
                  <a:moveTo>
                    <a:pt x="2098548" y="7619"/>
                  </a:moveTo>
                  <a:lnTo>
                    <a:pt x="2098548" y="1523"/>
                  </a:lnTo>
                  <a:lnTo>
                    <a:pt x="2100071" y="1523"/>
                  </a:lnTo>
                  <a:lnTo>
                    <a:pt x="2100071" y="7619"/>
                  </a:lnTo>
                  <a:lnTo>
                    <a:pt x="2098548" y="7619"/>
                  </a:lnTo>
                  <a:close/>
                </a:path>
                <a:path w="4074159" h="9525">
                  <a:moveTo>
                    <a:pt x="2095500" y="9144"/>
                  </a:moveTo>
                  <a:lnTo>
                    <a:pt x="2095500" y="0"/>
                  </a:lnTo>
                  <a:lnTo>
                    <a:pt x="2098548" y="0"/>
                  </a:lnTo>
                  <a:lnTo>
                    <a:pt x="2098548" y="9144"/>
                  </a:lnTo>
                  <a:lnTo>
                    <a:pt x="2095500" y="9144"/>
                  </a:lnTo>
                  <a:close/>
                </a:path>
                <a:path w="4074159" h="9525">
                  <a:moveTo>
                    <a:pt x="2093976" y="7619"/>
                  </a:moveTo>
                  <a:lnTo>
                    <a:pt x="2093976" y="1523"/>
                  </a:lnTo>
                  <a:lnTo>
                    <a:pt x="2095500" y="1523"/>
                  </a:lnTo>
                  <a:lnTo>
                    <a:pt x="2095500" y="7619"/>
                  </a:lnTo>
                  <a:lnTo>
                    <a:pt x="2093976" y="7619"/>
                  </a:lnTo>
                  <a:close/>
                </a:path>
                <a:path w="4074159" h="9525">
                  <a:moveTo>
                    <a:pt x="2092451" y="6096"/>
                  </a:moveTo>
                  <a:lnTo>
                    <a:pt x="2092451" y="3048"/>
                  </a:lnTo>
                  <a:lnTo>
                    <a:pt x="2093976" y="3048"/>
                  </a:lnTo>
                  <a:lnTo>
                    <a:pt x="2093976" y="6096"/>
                  </a:lnTo>
                  <a:lnTo>
                    <a:pt x="2092451" y="6096"/>
                  </a:lnTo>
                  <a:close/>
                </a:path>
                <a:path w="4074159" h="9525">
                  <a:moveTo>
                    <a:pt x="2133600" y="6096"/>
                  </a:moveTo>
                  <a:lnTo>
                    <a:pt x="2133600" y="3048"/>
                  </a:lnTo>
                  <a:lnTo>
                    <a:pt x="2136647" y="0"/>
                  </a:lnTo>
                  <a:lnTo>
                    <a:pt x="2138172" y="0"/>
                  </a:lnTo>
                  <a:lnTo>
                    <a:pt x="2141219" y="3048"/>
                  </a:lnTo>
                  <a:lnTo>
                    <a:pt x="2141219" y="6096"/>
                  </a:lnTo>
                  <a:lnTo>
                    <a:pt x="2138172" y="9144"/>
                  </a:lnTo>
                  <a:lnTo>
                    <a:pt x="2136647" y="9144"/>
                  </a:lnTo>
                  <a:lnTo>
                    <a:pt x="2133600" y="6096"/>
                  </a:lnTo>
                  <a:close/>
                </a:path>
                <a:path w="4074159" h="9525">
                  <a:moveTo>
                    <a:pt x="2180843" y="6096"/>
                  </a:moveTo>
                  <a:lnTo>
                    <a:pt x="2180843" y="3048"/>
                  </a:lnTo>
                  <a:lnTo>
                    <a:pt x="2182368" y="3048"/>
                  </a:lnTo>
                  <a:lnTo>
                    <a:pt x="2182368" y="6096"/>
                  </a:lnTo>
                  <a:lnTo>
                    <a:pt x="2180843" y="6096"/>
                  </a:lnTo>
                  <a:close/>
                </a:path>
                <a:path w="4074159" h="9525">
                  <a:moveTo>
                    <a:pt x="2179319" y="7619"/>
                  </a:moveTo>
                  <a:lnTo>
                    <a:pt x="2179319" y="1523"/>
                  </a:lnTo>
                  <a:lnTo>
                    <a:pt x="2180843" y="1523"/>
                  </a:lnTo>
                  <a:lnTo>
                    <a:pt x="2180843" y="7619"/>
                  </a:lnTo>
                  <a:lnTo>
                    <a:pt x="2179319" y="7619"/>
                  </a:lnTo>
                  <a:close/>
                </a:path>
                <a:path w="4074159" h="9525">
                  <a:moveTo>
                    <a:pt x="2176272" y="9144"/>
                  </a:moveTo>
                  <a:lnTo>
                    <a:pt x="2176272" y="0"/>
                  </a:lnTo>
                  <a:lnTo>
                    <a:pt x="2179319" y="0"/>
                  </a:lnTo>
                  <a:lnTo>
                    <a:pt x="2179319" y="9144"/>
                  </a:lnTo>
                  <a:lnTo>
                    <a:pt x="2176272" y="9144"/>
                  </a:lnTo>
                  <a:close/>
                </a:path>
                <a:path w="4074159" h="9525">
                  <a:moveTo>
                    <a:pt x="2174747" y="7619"/>
                  </a:moveTo>
                  <a:lnTo>
                    <a:pt x="2174747" y="1523"/>
                  </a:lnTo>
                  <a:lnTo>
                    <a:pt x="2176272" y="1523"/>
                  </a:lnTo>
                  <a:lnTo>
                    <a:pt x="2176272" y="7619"/>
                  </a:lnTo>
                  <a:lnTo>
                    <a:pt x="2174747" y="7619"/>
                  </a:lnTo>
                  <a:close/>
                </a:path>
                <a:path w="4074159" h="9525">
                  <a:moveTo>
                    <a:pt x="2173223" y="6096"/>
                  </a:moveTo>
                  <a:lnTo>
                    <a:pt x="2173223" y="3048"/>
                  </a:lnTo>
                  <a:lnTo>
                    <a:pt x="2174747" y="3048"/>
                  </a:lnTo>
                  <a:lnTo>
                    <a:pt x="2174747" y="6096"/>
                  </a:lnTo>
                  <a:lnTo>
                    <a:pt x="2173223" y="6096"/>
                  </a:lnTo>
                  <a:close/>
                </a:path>
                <a:path w="4074159" h="9525">
                  <a:moveTo>
                    <a:pt x="2214372" y="7619"/>
                  </a:moveTo>
                  <a:lnTo>
                    <a:pt x="2214372" y="1523"/>
                  </a:lnTo>
                  <a:lnTo>
                    <a:pt x="2215896" y="1523"/>
                  </a:lnTo>
                  <a:lnTo>
                    <a:pt x="2217419" y="0"/>
                  </a:lnTo>
                  <a:lnTo>
                    <a:pt x="2218943" y="0"/>
                  </a:lnTo>
                  <a:lnTo>
                    <a:pt x="2221992" y="3048"/>
                  </a:lnTo>
                  <a:lnTo>
                    <a:pt x="2221992" y="6096"/>
                  </a:lnTo>
                  <a:lnTo>
                    <a:pt x="2218943" y="9144"/>
                  </a:lnTo>
                  <a:lnTo>
                    <a:pt x="2217419" y="9144"/>
                  </a:lnTo>
                  <a:lnTo>
                    <a:pt x="2215896" y="7619"/>
                  </a:lnTo>
                  <a:lnTo>
                    <a:pt x="2214372" y="7619"/>
                  </a:lnTo>
                  <a:close/>
                </a:path>
                <a:path w="4074159" h="9525">
                  <a:moveTo>
                    <a:pt x="2253996" y="6096"/>
                  </a:moveTo>
                  <a:lnTo>
                    <a:pt x="2253996" y="3048"/>
                  </a:lnTo>
                  <a:lnTo>
                    <a:pt x="2257043" y="0"/>
                  </a:lnTo>
                  <a:lnTo>
                    <a:pt x="2258568" y="0"/>
                  </a:lnTo>
                  <a:lnTo>
                    <a:pt x="2260092" y="1523"/>
                  </a:lnTo>
                  <a:lnTo>
                    <a:pt x="2261615" y="1523"/>
                  </a:lnTo>
                  <a:lnTo>
                    <a:pt x="2261615" y="7619"/>
                  </a:lnTo>
                  <a:lnTo>
                    <a:pt x="2260092" y="7619"/>
                  </a:lnTo>
                  <a:lnTo>
                    <a:pt x="2258568" y="9144"/>
                  </a:lnTo>
                  <a:lnTo>
                    <a:pt x="2257043" y="9144"/>
                  </a:lnTo>
                  <a:lnTo>
                    <a:pt x="2253996" y="6096"/>
                  </a:lnTo>
                  <a:close/>
                </a:path>
                <a:path w="4074159" h="9525">
                  <a:moveTo>
                    <a:pt x="2296668" y="9144"/>
                  </a:moveTo>
                  <a:lnTo>
                    <a:pt x="2296668" y="0"/>
                  </a:lnTo>
                  <a:lnTo>
                    <a:pt x="2299715" y="0"/>
                  </a:lnTo>
                  <a:lnTo>
                    <a:pt x="2302764" y="3048"/>
                  </a:lnTo>
                  <a:lnTo>
                    <a:pt x="2302764" y="6096"/>
                  </a:lnTo>
                  <a:lnTo>
                    <a:pt x="2299715" y="9144"/>
                  </a:lnTo>
                  <a:lnTo>
                    <a:pt x="2296668" y="9144"/>
                  </a:lnTo>
                  <a:close/>
                </a:path>
                <a:path w="4074159" h="9525">
                  <a:moveTo>
                    <a:pt x="2295143" y="7619"/>
                  </a:moveTo>
                  <a:lnTo>
                    <a:pt x="2295143" y="1523"/>
                  </a:lnTo>
                  <a:lnTo>
                    <a:pt x="2296668" y="1523"/>
                  </a:lnTo>
                  <a:lnTo>
                    <a:pt x="2296668" y="7619"/>
                  </a:lnTo>
                  <a:lnTo>
                    <a:pt x="2295143" y="7619"/>
                  </a:lnTo>
                  <a:close/>
                </a:path>
                <a:path w="4074159" h="9525">
                  <a:moveTo>
                    <a:pt x="2334768" y="6096"/>
                  </a:moveTo>
                  <a:lnTo>
                    <a:pt x="2334768" y="3048"/>
                  </a:lnTo>
                  <a:lnTo>
                    <a:pt x="2337815" y="0"/>
                  </a:lnTo>
                  <a:lnTo>
                    <a:pt x="2339339" y="0"/>
                  </a:lnTo>
                  <a:lnTo>
                    <a:pt x="2342388" y="3048"/>
                  </a:lnTo>
                  <a:lnTo>
                    <a:pt x="2342388" y="6096"/>
                  </a:lnTo>
                  <a:lnTo>
                    <a:pt x="2339339" y="9144"/>
                  </a:lnTo>
                  <a:lnTo>
                    <a:pt x="2337815" y="9144"/>
                  </a:lnTo>
                  <a:lnTo>
                    <a:pt x="2334768" y="6096"/>
                  </a:lnTo>
                  <a:close/>
                </a:path>
                <a:path w="4074159" h="9525">
                  <a:moveTo>
                    <a:pt x="2382011" y="6096"/>
                  </a:moveTo>
                  <a:lnTo>
                    <a:pt x="2382011" y="3048"/>
                  </a:lnTo>
                  <a:lnTo>
                    <a:pt x="2383535" y="3048"/>
                  </a:lnTo>
                  <a:lnTo>
                    <a:pt x="2383535" y="6096"/>
                  </a:lnTo>
                  <a:lnTo>
                    <a:pt x="2382011" y="6096"/>
                  </a:lnTo>
                  <a:close/>
                </a:path>
                <a:path w="4074159" h="9525">
                  <a:moveTo>
                    <a:pt x="2380488" y="7619"/>
                  </a:moveTo>
                  <a:lnTo>
                    <a:pt x="2380488" y="1523"/>
                  </a:lnTo>
                  <a:lnTo>
                    <a:pt x="2382011" y="1523"/>
                  </a:lnTo>
                  <a:lnTo>
                    <a:pt x="2382011" y="7619"/>
                  </a:lnTo>
                  <a:lnTo>
                    <a:pt x="2380488" y="7619"/>
                  </a:lnTo>
                  <a:close/>
                </a:path>
                <a:path w="4074159" h="9525">
                  <a:moveTo>
                    <a:pt x="2377439" y="9144"/>
                  </a:moveTo>
                  <a:lnTo>
                    <a:pt x="2377439" y="0"/>
                  </a:lnTo>
                  <a:lnTo>
                    <a:pt x="2380488" y="0"/>
                  </a:lnTo>
                  <a:lnTo>
                    <a:pt x="2380488" y="9144"/>
                  </a:lnTo>
                  <a:lnTo>
                    <a:pt x="2377439" y="9144"/>
                  </a:lnTo>
                  <a:close/>
                </a:path>
                <a:path w="4074159" h="9525">
                  <a:moveTo>
                    <a:pt x="2375915" y="7619"/>
                  </a:moveTo>
                  <a:lnTo>
                    <a:pt x="2375915" y="1523"/>
                  </a:lnTo>
                  <a:lnTo>
                    <a:pt x="2377439" y="1523"/>
                  </a:lnTo>
                  <a:lnTo>
                    <a:pt x="2377439" y="7619"/>
                  </a:lnTo>
                  <a:lnTo>
                    <a:pt x="2375915" y="7619"/>
                  </a:lnTo>
                  <a:close/>
                </a:path>
                <a:path w="4074159" h="9525">
                  <a:moveTo>
                    <a:pt x="2374392" y="6096"/>
                  </a:moveTo>
                  <a:lnTo>
                    <a:pt x="2374392" y="3048"/>
                  </a:lnTo>
                  <a:lnTo>
                    <a:pt x="2375915" y="3048"/>
                  </a:lnTo>
                  <a:lnTo>
                    <a:pt x="2375915" y="6096"/>
                  </a:lnTo>
                  <a:lnTo>
                    <a:pt x="2374392" y="6096"/>
                  </a:lnTo>
                  <a:close/>
                </a:path>
                <a:path w="4074159" h="9525">
                  <a:moveTo>
                    <a:pt x="2415539" y="6096"/>
                  </a:moveTo>
                  <a:lnTo>
                    <a:pt x="2415539" y="3048"/>
                  </a:lnTo>
                  <a:lnTo>
                    <a:pt x="2418588" y="0"/>
                  </a:lnTo>
                  <a:lnTo>
                    <a:pt x="2420111" y="0"/>
                  </a:lnTo>
                  <a:lnTo>
                    <a:pt x="2423160" y="3048"/>
                  </a:lnTo>
                  <a:lnTo>
                    <a:pt x="2423160" y="6096"/>
                  </a:lnTo>
                  <a:lnTo>
                    <a:pt x="2420111" y="9144"/>
                  </a:lnTo>
                  <a:lnTo>
                    <a:pt x="2418588" y="9144"/>
                  </a:lnTo>
                  <a:lnTo>
                    <a:pt x="2415539" y="6096"/>
                  </a:lnTo>
                  <a:close/>
                </a:path>
                <a:path w="4074159" h="9525">
                  <a:moveTo>
                    <a:pt x="2461260" y="7619"/>
                  </a:moveTo>
                  <a:lnTo>
                    <a:pt x="2461260" y="1523"/>
                  </a:lnTo>
                  <a:lnTo>
                    <a:pt x="2462784" y="1523"/>
                  </a:lnTo>
                  <a:lnTo>
                    <a:pt x="2462784" y="7619"/>
                  </a:lnTo>
                  <a:lnTo>
                    <a:pt x="2461260" y="7619"/>
                  </a:lnTo>
                  <a:close/>
                </a:path>
                <a:path w="4074159" h="9525">
                  <a:moveTo>
                    <a:pt x="2455164" y="6096"/>
                  </a:moveTo>
                  <a:lnTo>
                    <a:pt x="2455164" y="3048"/>
                  </a:lnTo>
                  <a:lnTo>
                    <a:pt x="2458211" y="0"/>
                  </a:lnTo>
                  <a:lnTo>
                    <a:pt x="2461260" y="0"/>
                  </a:lnTo>
                  <a:lnTo>
                    <a:pt x="2461260" y="9144"/>
                  </a:lnTo>
                  <a:lnTo>
                    <a:pt x="2458211" y="9144"/>
                  </a:lnTo>
                  <a:lnTo>
                    <a:pt x="2455164" y="6096"/>
                  </a:lnTo>
                  <a:close/>
                </a:path>
                <a:path w="4074159" h="9525">
                  <a:moveTo>
                    <a:pt x="2496311" y="7619"/>
                  </a:moveTo>
                  <a:lnTo>
                    <a:pt x="2496311" y="1523"/>
                  </a:lnTo>
                  <a:lnTo>
                    <a:pt x="2497835" y="1523"/>
                  </a:lnTo>
                  <a:lnTo>
                    <a:pt x="2499360" y="0"/>
                  </a:lnTo>
                  <a:lnTo>
                    <a:pt x="2500884" y="0"/>
                  </a:lnTo>
                  <a:lnTo>
                    <a:pt x="2503931" y="3048"/>
                  </a:lnTo>
                  <a:lnTo>
                    <a:pt x="2503931" y="6096"/>
                  </a:lnTo>
                  <a:lnTo>
                    <a:pt x="2500884" y="9144"/>
                  </a:lnTo>
                  <a:lnTo>
                    <a:pt x="2499360" y="9144"/>
                  </a:lnTo>
                  <a:lnTo>
                    <a:pt x="2497835" y="7619"/>
                  </a:lnTo>
                  <a:lnTo>
                    <a:pt x="2496311" y="7619"/>
                  </a:lnTo>
                  <a:close/>
                </a:path>
                <a:path w="4074159" h="9525">
                  <a:moveTo>
                    <a:pt x="2535935" y="6096"/>
                  </a:moveTo>
                  <a:lnTo>
                    <a:pt x="2535935" y="3048"/>
                  </a:lnTo>
                  <a:lnTo>
                    <a:pt x="2538984" y="0"/>
                  </a:lnTo>
                  <a:lnTo>
                    <a:pt x="2540507" y="0"/>
                  </a:lnTo>
                  <a:lnTo>
                    <a:pt x="2542031" y="1523"/>
                  </a:lnTo>
                  <a:lnTo>
                    <a:pt x="2543556" y="1523"/>
                  </a:lnTo>
                  <a:lnTo>
                    <a:pt x="2543556" y="7619"/>
                  </a:lnTo>
                  <a:lnTo>
                    <a:pt x="2542031" y="7619"/>
                  </a:lnTo>
                  <a:lnTo>
                    <a:pt x="2540507" y="9144"/>
                  </a:lnTo>
                  <a:lnTo>
                    <a:pt x="2538984" y="9144"/>
                  </a:lnTo>
                  <a:lnTo>
                    <a:pt x="2535935" y="6096"/>
                  </a:lnTo>
                  <a:close/>
                </a:path>
                <a:path w="4074159" h="9525">
                  <a:moveTo>
                    <a:pt x="2583180" y="6096"/>
                  </a:moveTo>
                  <a:lnTo>
                    <a:pt x="2583180" y="3048"/>
                  </a:lnTo>
                  <a:lnTo>
                    <a:pt x="2584703" y="3048"/>
                  </a:lnTo>
                  <a:lnTo>
                    <a:pt x="2584703" y="6096"/>
                  </a:lnTo>
                  <a:lnTo>
                    <a:pt x="2583180" y="6096"/>
                  </a:lnTo>
                  <a:close/>
                </a:path>
                <a:path w="4074159" h="9525">
                  <a:moveTo>
                    <a:pt x="2581656" y="7619"/>
                  </a:moveTo>
                  <a:lnTo>
                    <a:pt x="2581656" y="1523"/>
                  </a:lnTo>
                  <a:lnTo>
                    <a:pt x="2583180" y="1523"/>
                  </a:lnTo>
                  <a:lnTo>
                    <a:pt x="2583180" y="7619"/>
                  </a:lnTo>
                  <a:lnTo>
                    <a:pt x="2581656" y="7619"/>
                  </a:lnTo>
                  <a:close/>
                </a:path>
                <a:path w="4074159" h="9525">
                  <a:moveTo>
                    <a:pt x="2578607" y="9144"/>
                  </a:moveTo>
                  <a:lnTo>
                    <a:pt x="2578607" y="0"/>
                  </a:lnTo>
                  <a:lnTo>
                    <a:pt x="2581656" y="0"/>
                  </a:lnTo>
                  <a:lnTo>
                    <a:pt x="2581656" y="9144"/>
                  </a:lnTo>
                  <a:lnTo>
                    <a:pt x="2578607" y="9144"/>
                  </a:lnTo>
                  <a:close/>
                </a:path>
                <a:path w="4074159" h="9525">
                  <a:moveTo>
                    <a:pt x="2577084" y="7619"/>
                  </a:moveTo>
                  <a:lnTo>
                    <a:pt x="2577084" y="1523"/>
                  </a:lnTo>
                  <a:lnTo>
                    <a:pt x="2578607" y="1523"/>
                  </a:lnTo>
                  <a:lnTo>
                    <a:pt x="2578607" y="7619"/>
                  </a:lnTo>
                  <a:lnTo>
                    <a:pt x="2577084" y="7619"/>
                  </a:lnTo>
                  <a:close/>
                </a:path>
                <a:path w="4074159" h="9525">
                  <a:moveTo>
                    <a:pt x="2575560" y="6096"/>
                  </a:moveTo>
                  <a:lnTo>
                    <a:pt x="2575560" y="3048"/>
                  </a:lnTo>
                  <a:lnTo>
                    <a:pt x="2577084" y="3048"/>
                  </a:lnTo>
                  <a:lnTo>
                    <a:pt x="2577084" y="6096"/>
                  </a:lnTo>
                  <a:lnTo>
                    <a:pt x="2575560" y="6096"/>
                  </a:lnTo>
                  <a:close/>
                </a:path>
                <a:path w="4074159" h="9525">
                  <a:moveTo>
                    <a:pt x="2616707" y="6096"/>
                  </a:moveTo>
                  <a:lnTo>
                    <a:pt x="2616707" y="3048"/>
                  </a:lnTo>
                  <a:lnTo>
                    <a:pt x="2619756" y="0"/>
                  </a:lnTo>
                  <a:lnTo>
                    <a:pt x="2621280" y="0"/>
                  </a:lnTo>
                  <a:lnTo>
                    <a:pt x="2624327" y="3048"/>
                  </a:lnTo>
                  <a:lnTo>
                    <a:pt x="2624327" y="6096"/>
                  </a:lnTo>
                  <a:lnTo>
                    <a:pt x="2621280" y="9144"/>
                  </a:lnTo>
                  <a:lnTo>
                    <a:pt x="2619756" y="9144"/>
                  </a:lnTo>
                  <a:lnTo>
                    <a:pt x="2616707" y="6096"/>
                  </a:lnTo>
                  <a:close/>
                </a:path>
                <a:path w="4074159" h="9525">
                  <a:moveTo>
                    <a:pt x="2663952" y="6096"/>
                  </a:moveTo>
                  <a:lnTo>
                    <a:pt x="2663952" y="3048"/>
                  </a:lnTo>
                  <a:lnTo>
                    <a:pt x="2665476" y="3048"/>
                  </a:lnTo>
                  <a:lnTo>
                    <a:pt x="2665476" y="6096"/>
                  </a:lnTo>
                  <a:lnTo>
                    <a:pt x="2663952" y="6096"/>
                  </a:lnTo>
                  <a:close/>
                </a:path>
                <a:path w="4074159" h="9525">
                  <a:moveTo>
                    <a:pt x="2662427" y="7619"/>
                  </a:moveTo>
                  <a:lnTo>
                    <a:pt x="2662427" y="1523"/>
                  </a:lnTo>
                  <a:lnTo>
                    <a:pt x="2663952" y="1523"/>
                  </a:lnTo>
                  <a:lnTo>
                    <a:pt x="2663952" y="7619"/>
                  </a:lnTo>
                  <a:lnTo>
                    <a:pt x="2662427" y="7619"/>
                  </a:lnTo>
                  <a:close/>
                </a:path>
                <a:path w="4074159" h="9525">
                  <a:moveTo>
                    <a:pt x="2659380" y="9144"/>
                  </a:moveTo>
                  <a:lnTo>
                    <a:pt x="2659380" y="0"/>
                  </a:lnTo>
                  <a:lnTo>
                    <a:pt x="2662427" y="0"/>
                  </a:lnTo>
                  <a:lnTo>
                    <a:pt x="2662427" y="9144"/>
                  </a:lnTo>
                  <a:lnTo>
                    <a:pt x="2659380" y="9144"/>
                  </a:lnTo>
                  <a:close/>
                </a:path>
                <a:path w="4074159" h="9525">
                  <a:moveTo>
                    <a:pt x="2657856" y="7619"/>
                  </a:moveTo>
                  <a:lnTo>
                    <a:pt x="2657856" y="1523"/>
                  </a:lnTo>
                  <a:lnTo>
                    <a:pt x="2659380" y="1523"/>
                  </a:lnTo>
                  <a:lnTo>
                    <a:pt x="2659380" y="7619"/>
                  </a:lnTo>
                  <a:lnTo>
                    <a:pt x="2657856" y="7619"/>
                  </a:lnTo>
                  <a:close/>
                </a:path>
                <a:path w="4074159" h="9525">
                  <a:moveTo>
                    <a:pt x="2656331" y="6096"/>
                  </a:moveTo>
                  <a:lnTo>
                    <a:pt x="2656331" y="3048"/>
                  </a:lnTo>
                  <a:lnTo>
                    <a:pt x="2657856" y="3048"/>
                  </a:lnTo>
                  <a:lnTo>
                    <a:pt x="2657856" y="6096"/>
                  </a:lnTo>
                  <a:lnTo>
                    <a:pt x="2656331" y="6096"/>
                  </a:lnTo>
                  <a:close/>
                </a:path>
                <a:path w="4074159" h="9525">
                  <a:moveTo>
                    <a:pt x="2697480" y="7619"/>
                  </a:moveTo>
                  <a:lnTo>
                    <a:pt x="2697480" y="1523"/>
                  </a:lnTo>
                  <a:lnTo>
                    <a:pt x="2699003" y="1523"/>
                  </a:lnTo>
                  <a:lnTo>
                    <a:pt x="2700527" y="0"/>
                  </a:lnTo>
                  <a:lnTo>
                    <a:pt x="2702052" y="0"/>
                  </a:lnTo>
                  <a:lnTo>
                    <a:pt x="2705100" y="3048"/>
                  </a:lnTo>
                  <a:lnTo>
                    <a:pt x="2705100" y="6096"/>
                  </a:lnTo>
                  <a:lnTo>
                    <a:pt x="2702052" y="9144"/>
                  </a:lnTo>
                  <a:lnTo>
                    <a:pt x="2700527" y="9144"/>
                  </a:lnTo>
                  <a:lnTo>
                    <a:pt x="2699003" y="7619"/>
                  </a:lnTo>
                  <a:lnTo>
                    <a:pt x="2697480" y="7619"/>
                  </a:lnTo>
                  <a:close/>
                </a:path>
                <a:path w="4074159" h="9525">
                  <a:moveTo>
                    <a:pt x="2737103" y="6096"/>
                  </a:moveTo>
                  <a:lnTo>
                    <a:pt x="2737103" y="3048"/>
                  </a:lnTo>
                  <a:lnTo>
                    <a:pt x="2740152" y="0"/>
                  </a:lnTo>
                  <a:lnTo>
                    <a:pt x="2741676" y="0"/>
                  </a:lnTo>
                  <a:lnTo>
                    <a:pt x="2743200" y="1523"/>
                  </a:lnTo>
                  <a:lnTo>
                    <a:pt x="2744723" y="1523"/>
                  </a:lnTo>
                  <a:lnTo>
                    <a:pt x="2744723" y="7619"/>
                  </a:lnTo>
                  <a:lnTo>
                    <a:pt x="2743200" y="7619"/>
                  </a:lnTo>
                  <a:lnTo>
                    <a:pt x="2741676" y="9144"/>
                  </a:lnTo>
                  <a:lnTo>
                    <a:pt x="2740152" y="9144"/>
                  </a:lnTo>
                  <a:lnTo>
                    <a:pt x="2737103" y="6096"/>
                  </a:lnTo>
                  <a:close/>
                </a:path>
                <a:path w="4074159" h="9525">
                  <a:moveTo>
                    <a:pt x="2782823" y="7619"/>
                  </a:moveTo>
                  <a:lnTo>
                    <a:pt x="2782823" y="1523"/>
                  </a:lnTo>
                  <a:lnTo>
                    <a:pt x="2784348" y="1523"/>
                  </a:lnTo>
                  <a:lnTo>
                    <a:pt x="2785872" y="3048"/>
                  </a:lnTo>
                  <a:lnTo>
                    <a:pt x="2785872" y="6096"/>
                  </a:lnTo>
                  <a:lnTo>
                    <a:pt x="2784348" y="7619"/>
                  </a:lnTo>
                  <a:lnTo>
                    <a:pt x="2782823" y="7619"/>
                  </a:lnTo>
                  <a:close/>
                </a:path>
                <a:path w="4074159" h="9525">
                  <a:moveTo>
                    <a:pt x="2779776" y="9144"/>
                  </a:moveTo>
                  <a:lnTo>
                    <a:pt x="2779776" y="0"/>
                  </a:lnTo>
                  <a:lnTo>
                    <a:pt x="2782823" y="0"/>
                  </a:lnTo>
                  <a:lnTo>
                    <a:pt x="2782823" y="9144"/>
                  </a:lnTo>
                  <a:lnTo>
                    <a:pt x="2779776" y="9144"/>
                  </a:lnTo>
                  <a:close/>
                </a:path>
                <a:path w="4074159" h="9525">
                  <a:moveTo>
                    <a:pt x="2778252" y="7619"/>
                  </a:moveTo>
                  <a:lnTo>
                    <a:pt x="2778252" y="1523"/>
                  </a:lnTo>
                  <a:lnTo>
                    <a:pt x="2779776" y="1523"/>
                  </a:lnTo>
                  <a:lnTo>
                    <a:pt x="2779776" y="7619"/>
                  </a:lnTo>
                  <a:lnTo>
                    <a:pt x="2778252" y="7619"/>
                  </a:lnTo>
                  <a:close/>
                </a:path>
                <a:path w="4074159" h="9525">
                  <a:moveTo>
                    <a:pt x="2817876" y="6096"/>
                  </a:moveTo>
                  <a:lnTo>
                    <a:pt x="2817876" y="3048"/>
                  </a:lnTo>
                  <a:lnTo>
                    <a:pt x="2820923" y="0"/>
                  </a:lnTo>
                  <a:lnTo>
                    <a:pt x="2822448" y="0"/>
                  </a:lnTo>
                  <a:lnTo>
                    <a:pt x="2825496" y="3048"/>
                  </a:lnTo>
                  <a:lnTo>
                    <a:pt x="2825496" y="6096"/>
                  </a:lnTo>
                  <a:lnTo>
                    <a:pt x="2822448" y="9144"/>
                  </a:lnTo>
                  <a:lnTo>
                    <a:pt x="2820923" y="9144"/>
                  </a:lnTo>
                  <a:lnTo>
                    <a:pt x="2817876" y="6096"/>
                  </a:lnTo>
                  <a:close/>
                </a:path>
                <a:path w="4074159" h="9525">
                  <a:moveTo>
                    <a:pt x="2865119" y="6096"/>
                  </a:moveTo>
                  <a:lnTo>
                    <a:pt x="2865119" y="3048"/>
                  </a:lnTo>
                  <a:lnTo>
                    <a:pt x="2866644" y="3048"/>
                  </a:lnTo>
                  <a:lnTo>
                    <a:pt x="2866644" y="6096"/>
                  </a:lnTo>
                  <a:lnTo>
                    <a:pt x="2865119" y="6096"/>
                  </a:lnTo>
                  <a:close/>
                </a:path>
                <a:path w="4074159" h="9525">
                  <a:moveTo>
                    <a:pt x="2863596" y="7619"/>
                  </a:moveTo>
                  <a:lnTo>
                    <a:pt x="2863596" y="1523"/>
                  </a:lnTo>
                  <a:lnTo>
                    <a:pt x="2865119" y="1523"/>
                  </a:lnTo>
                  <a:lnTo>
                    <a:pt x="2865119" y="7619"/>
                  </a:lnTo>
                  <a:lnTo>
                    <a:pt x="2863596" y="7619"/>
                  </a:lnTo>
                  <a:close/>
                </a:path>
                <a:path w="4074159" h="9525">
                  <a:moveTo>
                    <a:pt x="2860548" y="9144"/>
                  </a:moveTo>
                  <a:lnTo>
                    <a:pt x="2860548" y="0"/>
                  </a:lnTo>
                  <a:lnTo>
                    <a:pt x="2863596" y="0"/>
                  </a:lnTo>
                  <a:lnTo>
                    <a:pt x="2863596" y="9144"/>
                  </a:lnTo>
                  <a:lnTo>
                    <a:pt x="2860548" y="9144"/>
                  </a:lnTo>
                  <a:close/>
                </a:path>
                <a:path w="4074159" h="9525">
                  <a:moveTo>
                    <a:pt x="2859023" y="7619"/>
                  </a:moveTo>
                  <a:lnTo>
                    <a:pt x="2859023" y="1523"/>
                  </a:lnTo>
                  <a:lnTo>
                    <a:pt x="2860548" y="1523"/>
                  </a:lnTo>
                  <a:lnTo>
                    <a:pt x="2860548" y="7619"/>
                  </a:lnTo>
                  <a:lnTo>
                    <a:pt x="2859023" y="7619"/>
                  </a:lnTo>
                  <a:close/>
                </a:path>
                <a:path w="4074159" h="9525">
                  <a:moveTo>
                    <a:pt x="2857500" y="6096"/>
                  </a:moveTo>
                  <a:lnTo>
                    <a:pt x="2857500" y="3048"/>
                  </a:lnTo>
                  <a:lnTo>
                    <a:pt x="2859023" y="3048"/>
                  </a:lnTo>
                  <a:lnTo>
                    <a:pt x="2859023" y="6096"/>
                  </a:lnTo>
                  <a:lnTo>
                    <a:pt x="2857500" y="6096"/>
                  </a:lnTo>
                  <a:close/>
                </a:path>
                <a:path w="4074159" h="9525">
                  <a:moveTo>
                    <a:pt x="2898648" y="6096"/>
                  </a:moveTo>
                  <a:lnTo>
                    <a:pt x="2898648" y="3048"/>
                  </a:lnTo>
                  <a:lnTo>
                    <a:pt x="2901696" y="0"/>
                  </a:lnTo>
                  <a:lnTo>
                    <a:pt x="2903219" y="0"/>
                  </a:lnTo>
                  <a:lnTo>
                    <a:pt x="2906268" y="3048"/>
                  </a:lnTo>
                  <a:lnTo>
                    <a:pt x="2906268" y="6096"/>
                  </a:lnTo>
                  <a:lnTo>
                    <a:pt x="2903219" y="9144"/>
                  </a:lnTo>
                  <a:lnTo>
                    <a:pt x="2901696" y="9144"/>
                  </a:lnTo>
                  <a:lnTo>
                    <a:pt x="2898648" y="6096"/>
                  </a:lnTo>
                  <a:close/>
                </a:path>
                <a:path w="4074159" h="9525">
                  <a:moveTo>
                    <a:pt x="2944368" y="7619"/>
                  </a:moveTo>
                  <a:lnTo>
                    <a:pt x="2944368" y="1523"/>
                  </a:lnTo>
                  <a:lnTo>
                    <a:pt x="2945892" y="1523"/>
                  </a:lnTo>
                  <a:lnTo>
                    <a:pt x="2945892" y="7619"/>
                  </a:lnTo>
                  <a:lnTo>
                    <a:pt x="2944368" y="7619"/>
                  </a:lnTo>
                  <a:close/>
                </a:path>
                <a:path w="4074159" h="9525">
                  <a:moveTo>
                    <a:pt x="2938272" y="6096"/>
                  </a:moveTo>
                  <a:lnTo>
                    <a:pt x="2938272" y="3048"/>
                  </a:lnTo>
                  <a:lnTo>
                    <a:pt x="2941319" y="0"/>
                  </a:lnTo>
                  <a:lnTo>
                    <a:pt x="2944368" y="0"/>
                  </a:lnTo>
                  <a:lnTo>
                    <a:pt x="2944368" y="9144"/>
                  </a:lnTo>
                  <a:lnTo>
                    <a:pt x="2941319" y="9144"/>
                  </a:lnTo>
                  <a:lnTo>
                    <a:pt x="2938272" y="6096"/>
                  </a:lnTo>
                  <a:close/>
                </a:path>
                <a:path w="4074159" h="9525">
                  <a:moveTo>
                    <a:pt x="2980944" y="9144"/>
                  </a:moveTo>
                  <a:lnTo>
                    <a:pt x="2980944" y="0"/>
                  </a:lnTo>
                  <a:lnTo>
                    <a:pt x="2983992" y="0"/>
                  </a:lnTo>
                  <a:lnTo>
                    <a:pt x="2987040" y="3048"/>
                  </a:lnTo>
                  <a:lnTo>
                    <a:pt x="2987040" y="6096"/>
                  </a:lnTo>
                  <a:lnTo>
                    <a:pt x="2983992" y="9144"/>
                  </a:lnTo>
                  <a:lnTo>
                    <a:pt x="2980944" y="9144"/>
                  </a:lnTo>
                  <a:close/>
                </a:path>
                <a:path w="4074159" h="9525">
                  <a:moveTo>
                    <a:pt x="2979419" y="7619"/>
                  </a:moveTo>
                  <a:lnTo>
                    <a:pt x="2979419" y="1523"/>
                  </a:lnTo>
                  <a:lnTo>
                    <a:pt x="2980944" y="1523"/>
                  </a:lnTo>
                  <a:lnTo>
                    <a:pt x="2980944" y="7619"/>
                  </a:lnTo>
                  <a:lnTo>
                    <a:pt x="2979419" y="7619"/>
                  </a:lnTo>
                  <a:close/>
                </a:path>
                <a:path w="4074159" h="9525">
                  <a:moveTo>
                    <a:pt x="3019044" y="6096"/>
                  </a:moveTo>
                  <a:lnTo>
                    <a:pt x="3019044" y="3048"/>
                  </a:lnTo>
                  <a:lnTo>
                    <a:pt x="3022092" y="0"/>
                  </a:lnTo>
                  <a:lnTo>
                    <a:pt x="3023615" y="0"/>
                  </a:lnTo>
                  <a:lnTo>
                    <a:pt x="3025140" y="1523"/>
                  </a:lnTo>
                  <a:lnTo>
                    <a:pt x="3026664" y="1523"/>
                  </a:lnTo>
                  <a:lnTo>
                    <a:pt x="3026664" y="7619"/>
                  </a:lnTo>
                  <a:lnTo>
                    <a:pt x="3025140" y="7619"/>
                  </a:lnTo>
                  <a:lnTo>
                    <a:pt x="3023615" y="9144"/>
                  </a:lnTo>
                  <a:lnTo>
                    <a:pt x="3022092" y="9144"/>
                  </a:lnTo>
                  <a:lnTo>
                    <a:pt x="3019044" y="6096"/>
                  </a:lnTo>
                  <a:close/>
                </a:path>
                <a:path w="4074159" h="9525">
                  <a:moveTo>
                    <a:pt x="3066288" y="6096"/>
                  </a:moveTo>
                  <a:lnTo>
                    <a:pt x="3066288" y="3048"/>
                  </a:lnTo>
                  <a:lnTo>
                    <a:pt x="3067811" y="3048"/>
                  </a:lnTo>
                  <a:lnTo>
                    <a:pt x="3067811" y="6096"/>
                  </a:lnTo>
                  <a:lnTo>
                    <a:pt x="3066288" y="6096"/>
                  </a:lnTo>
                  <a:close/>
                </a:path>
                <a:path w="4074159" h="9525">
                  <a:moveTo>
                    <a:pt x="3064764" y="7619"/>
                  </a:moveTo>
                  <a:lnTo>
                    <a:pt x="3064764" y="1523"/>
                  </a:lnTo>
                  <a:lnTo>
                    <a:pt x="3066288" y="1523"/>
                  </a:lnTo>
                  <a:lnTo>
                    <a:pt x="3066288" y="7619"/>
                  </a:lnTo>
                  <a:lnTo>
                    <a:pt x="3064764" y="7619"/>
                  </a:lnTo>
                  <a:close/>
                </a:path>
                <a:path w="4074159" h="9525">
                  <a:moveTo>
                    <a:pt x="3061715" y="9144"/>
                  </a:moveTo>
                  <a:lnTo>
                    <a:pt x="3061715" y="0"/>
                  </a:lnTo>
                  <a:lnTo>
                    <a:pt x="3064764" y="0"/>
                  </a:lnTo>
                  <a:lnTo>
                    <a:pt x="3064764" y="9144"/>
                  </a:lnTo>
                  <a:lnTo>
                    <a:pt x="3061715" y="9144"/>
                  </a:lnTo>
                  <a:close/>
                </a:path>
                <a:path w="4074159" h="9525">
                  <a:moveTo>
                    <a:pt x="3060192" y="7619"/>
                  </a:moveTo>
                  <a:lnTo>
                    <a:pt x="3060192" y="1523"/>
                  </a:lnTo>
                  <a:lnTo>
                    <a:pt x="3061715" y="1523"/>
                  </a:lnTo>
                  <a:lnTo>
                    <a:pt x="3061715" y="7619"/>
                  </a:lnTo>
                  <a:lnTo>
                    <a:pt x="3060192" y="7619"/>
                  </a:lnTo>
                  <a:close/>
                </a:path>
                <a:path w="4074159" h="9525">
                  <a:moveTo>
                    <a:pt x="3058668" y="6096"/>
                  </a:moveTo>
                  <a:lnTo>
                    <a:pt x="3058668" y="3048"/>
                  </a:lnTo>
                  <a:lnTo>
                    <a:pt x="3060192" y="3048"/>
                  </a:lnTo>
                  <a:lnTo>
                    <a:pt x="3060192" y="6096"/>
                  </a:lnTo>
                  <a:lnTo>
                    <a:pt x="3058668" y="6096"/>
                  </a:lnTo>
                  <a:close/>
                </a:path>
                <a:path w="4074159" h="9525">
                  <a:moveTo>
                    <a:pt x="3099815" y="6096"/>
                  </a:moveTo>
                  <a:lnTo>
                    <a:pt x="3099815" y="3048"/>
                  </a:lnTo>
                  <a:lnTo>
                    <a:pt x="3102864" y="0"/>
                  </a:lnTo>
                  <a:lnTo>
                    <a:pt x="3104388" y="0"/>
                  </a:lnTo>
                  <a:lnTo>
                    <a:pt x="3107436" y="3048"/>
                  </a:lnTo>
                  <a:lnTo>
                    <a:pt x="3107436" y="6096"/>
                  </a:lnTo>
                  <a:lnTo>
                    <a:pt x="3104388" y="9144"/>
                  </a:lnTo>
                  <a:lnTo>
                    <a:pt x="3102864" y="9144"/>
                  </a:lnTo>
                  <a:lnTo>
                    <a:pt x="3099815" y="6096"/>
                  </a:lnTo>
                  <a:close/>
                </a:path>
                <a:path w="4074159" h="9525">
                  <a:moveTo>
                    <a:pt x="3147060" y="6096"/>
                  </a:moveTo>
                  <a:lnTo>
                    <a:pt x="3147060" y="3048"/>
                  </a:lnTo>
                  <a:lnTo>
                    <a:pt x="3148584" y="3048"/>
                  </a:lnTo>
                  <a:lnTo>
                    <a:pt x="3148584" y="6096"/>
                  </a:lnTo>
                  <a:lnTo>
                    <a:pt x="3147060" y="6096"/>
                  </a:lnTo>
                  <a:close/>
                </a:path>
                <a:path w="4074159" h="9525">
                  <a:moveTo>
                    <a:pt x="3145536" y="7619"/>
                  </a:moveTo>
                  <a:lnTo>
                    <a:pt x="3145536" y="1523"/>
                  </a:lnTo>
                  <a:lnTo>
                    <a:pt x="3147060" y="1523"/>
                  </a:lnTo>
                  <a:lnTo>
                    <a:pt x="3147060" y="7619"/>
                  </a:lnTo>
                  <a:lnTo>
                    <a:pt x="3145536" y="7619"/>
                  </a:lnTo>
                  <a:close/>
                </a:path>
                <a:path w="4074159" h="9525">
                  <a:moveTo>
                    <a:pt x="3142488" y="9144"/>
                  </a:moveTo>
                  <a:lnTo>
                    <a:pt x="3142488" y="0"/>
                  </a:lnTo>
                  <a:lnTo>
                    <a:pt x="3145536" y="0"/>
                  </a:lnTo>
                  <a:lnTo>
                    <a:pt x="3145536" y="9144"/>
                  </a:lnTo>
                  <a:lnTo>
                    <a:pt x="3142488" y="9144"/>
                  </a:lnTo>
                  <a:close/>
                </a:path>
                <a:path w="4074159" h="9525">
                  <a:moveTo>
                    <a:pt x="3140964" y="7619"/>
                  </a:moveTo>
                  <a:lnTo>
                    <a:pt x="3140964" y="1523"/>
                  </a:lnTo>
                  <a:lnTo>
                    <a:pt x="3142488" y="1523"/>
                  </a:lnTo>
                  <a:lnTo>
                    <a:pt x="3142488" y="7619"/>
                  </a:lnTo>
                  <a:lnTo>
                    <a:pt x="3140964" y="7619"/>
                  </a:lnTo>
                  <a:close/>
                </a:path>
                <a:path w="4074159" h="9525">
                  <a:moveTo>
                    <a:pt x="3139440" y="6096"/>
                  </a:moveTo>
                  <a:lnTo>
                    <a:pt x="3139440" y="3048"/>
                  </a:lnTo>
                  <a:lnTo>
                    <a:pt x="3140964" y="3048"/>
                  </a:lnTo>
                  <a:lnTo>
                    <a:pt x="3140964" y="6096"/>
                  </a:lnTo>
                  <a:lnTo>
                    <a:pt x="3139440" y="6096"/>
                  </a:lnTo>
                  <a:close/>
                </a:path>
                <a:path w="4074159" h="9525">
                  <a:moveTo>
                    <a:pt x="3180588" y="7619"/>
                  </a:moveTo>
                  <a:lnTo>
                    <a:pt x="3180588" y="1523"/>
                  </a:lnTo>
                  <a:lnTo>
                    <a:pt x="3182111" y="1523"/>
                  </a:lnTo>
                  <a:lnTo>
                    <a:pt x="3183636" y="0"/>
                  </a:lnTo>
                  <a:lnTo>
                    <a:pt x="3185160" y="0"/>
                  </a:lnTo>
                  <a:lnTo>
                    <a:pt x="3188207" y="3048"/>
                  </a:lnTo>
                  <a:lnTo>
                    <a:pt x="3188207" y="6096"/>
                  </a:lnTo>
                  <a:lnTo>
                    <a:pt x="3185160" y="9144"/>
                  </a:lnTo>
                  <a:lnTo>
                    <a:pt x="3183636" y="9144"/>
                  </a:lnTo>
                  <a:lnTo>
                    <a:pt x="3182111" y="7619"/>
                  </a:lnTo>
                  <a:lnTo>
                    <a:pt x="3180588" y="7619"/>
                  </a:lnTo>
                  <a:close/>
                </a:path>
                <a:path w="4074159" h="9525">
                  <a:moveTo>
                    <a:pt x="3220211" y="6096"/>
                  </a:moveTo>
                  <a:lnTo>
                    <a:pt x="3220211" y="3048"/>
                  </a:lnTo>
                  <a:lnTo>
                    <a:pt x="3223260" y="0"/>
                  </a:lnTo>
                  <a:lnTo>
                    <a:pt x="3224784" y="0"/>
                  </a:lnTo>
                  <a:lnTo>
                    <a:pt x="3226307" y="1523"/>
                  </a:lnTo>
                  <a:lnTo>
                    <a:pt x="3227832" y="1523"/>
                  </a:lnTo>
                  <a:lnTo>
                    <a:pt x="3227832" y="7619"/>
                  </a:lnTo>
                  <a:lnTo>
                    <a:pt x="3226307" y="7619"/>
                  </a:lnTo>
                  <a:lnTo>
                    <a:pt x="3224784" y="9144"/>
                  </a:lnTo>
                  <a:lnTo>
                    <a:pt x="3223260" y="9144"/>
                  </a:lnTo>
                  <a:lnTo>
                    <a:pt x="3220211" y="6096"/>
                  </a:lnTo>
                  <a:close/>
                </a:path>
                <a:path w="4074159" h="9525">
                  <a:moveTo>
                    <a:pt x="3265932" y="7619"/>
                  </a:moveTo>
                  <a:lnTo>
                    <a:pt x="3265932" y="1523"/>
                  </a:lnTo>
                  <a:lnTo>
                    <a:pt x="3267456" y="1523"/>
                  </a:lnTo>
                  <a:lnTo>
                    <a:pt x="3268980" y="3048"/>
                  </a:lnTo>
                  <a:lnTo>
                    <a:pt x="3268980" y="6096"/>
                  </a:lnTo>
                  <a:lnTo>
                    <a:pt x="3267456" y="7619"/>
                  </a:lnTo>
                  <a:lnTo>
                    <a:pt x="3265932" y="7619"/>
                  </a:lnTo>
                  <a:close/>
                </a:path>
                <a:path w="4074159" h="9525">
                  <a:moveTo>
                    <a:pt x="3262884" y="9144"/>
                  </a:moveTo>
                  <a:lnTo>
                    <a:pt x="3262884" y="0"/>
                  </a:lnTo>
                  <a:lnTo>
                    <a:pt x="3265932" y="0"/>
                  </a:lnTo>
                  <a:lnTo>
                    <a:pt x="3265932" y="9144"/>
                  </a:lnTo>
                  <a:lnTo>
                    <a:pt x="3262884" y="9144"/>
                  </a:lnTo>
                  <a:close/>
                </a:path>
                <a:path w="4074159" h="9525">
                  <a:moveTo>
                    <a:pt x="3261360" y="7619"/>
                  </a:moveTo>
                  <a:lnTo>
                    <a:pt x="3261360" y="1523"/>
                  </a:lnTo>
                  <a:lnTo>
                    <a:pt x="3262884" y="1523"/>
                  </a:lnTo>
                  <a:lnTo>
                    <a:pt x="3262884" y="7619"/>
                  </a:lnTo>
                  <a:lnTo>
                    <a:pt x="3261360" y="7619"/>
                  </a:lnTo>
                  <a:close/>
                </a:path>
                <a:path w="4074159" h="9525">
                  <a:moveTo>
                    <a:pt x="3259836" y="6096"/>
                  </a:moveTo>
                  <a:lnTo>
                    <a:pt x="3259836" y="3048"/>
                  </a:lnTo>
                  <a:lnTo>
                    <a:pt x="3261360" y="3048"/>
                  </a:lnTo>
                  <a:lnTo>
                    <a:pt x="3261360" y="6096"/>
                  </a:lnTo>
                  <a:lnTo>
                    <a:pt x="3259836" y="6096"/>
                  </a:lnTo>
                  <a:close/>
                </a:path>
                <a:path w="4074159" h="9525">
                  <a:moveTo>
                    <a:pt x="3300984" y="6096"/>
                  </a:moveTo>
                  <a:lnTo>
                    <a:pt x="3300984" y="3048"/>
                  </a:lnTo>
                  <a:lnTo>
                    <a:pt x="3304032" y="0"/>
                  </a:lnTo>
                  <a:lnTo>
                    <a:pt x="3305556" y="0"/>
                  </a:lnTo>
                  <a:lnTo>
                    <a:pt x="3308603" y="3048"/>
                  </a:lnTo>
                  <a:lnTo>
                    <a:pt x="3308603" y="6096"/>
                  </a:lnTo>
                  <a:lnTo>
                    <a:pt x="3305556" y="9144"/>
                  </a:lnTo>
                  <a:lnTo>
                    <a:pt x="3304032" y="9144"/>
                  </a:lnTo>
                  <a:lnTo>
                    <a:pt x="3300984" y="6096"/>
                  </a:lnTo>
                  <a:close/>
                </a:path>
                <a:path w="4074159" h="9525">
                  <a:moveTo>
                    <a:pt x="3348227" y="6096"/>
                  </a:moveTo>
                  <a:lnTo>
                    <a:pt x="3348227" y="3048"/>
                  </a:lnTo>
                  <a:lnTo>
                    <a:pt x="3349752" y="3048"/>
                  </a:lnTo>
                  <a:lnTo>
                    <a:pt x="3349752" y="6096"/>
                  </a:lnTo>
                  <a:lnTo>
                    <a:pt x="3348227" y="6096"/>
                  </a:lnTo>
                  <a:close/>
                </a:path>
                <a:path w="4074159" h="9525">
                  <a:moveTo>
                    <a:pt x="3346703" y="7619"/>
                  </a:moveTo>
                  <a:lnTo>
                    <a:pt x="3346703" y="1523"/>
                  </a:lnTo>
                  <a:lnTo>
                    <a:pt x="3348227" y="1523"/>
                  </a:lnTo>
                  <a:lnTo>
                    <a:pt x="3348227" y="7619"/>
                  </a:lnTo>
                  <a:lnTo>
                    <a:pt x="3346703" y="7619"/>
                  </a:lnTo>
                  <a:close/>
                </a:path>
                <a:path w="4074159" h="9525">
                  <a:moveTo>
                    <a:pt x="3343656" y="9144"/>
                  </a:moveTo>
                  <a:lnTo>
                    <a:pt x="3343656" y="0"/>
                  </a:lnTo>
                  <a:lnTo>
                    <a:pt x="3346703" y="0"/>
                  </a:lnTo>
                  <a:lnTo>
                    <a:pt x="3346703" y="9144"/>
                  </a:lnTo>
                  <a:lnTo>
                    <a:pt x="3343656" y="9144"/>
                  </a:lnTo>
                  <a:close/>
                </a:path>
                <a:path w="4074159" h="9525">
                  <a:moveTo>
                    <a:pt x="3342132" y="7619"/>
                  </a:moveTo>
                  <a:lnTo>
                    <a:pt x="3342132" y="1523"/>
                  </a:lnTo>
                  <a:lnTo>
                    <a:pt x="3343656" y="1523"/>
                  </a:lnTo>
                  <a:lnTo>
                    <a:pt x="3343656" y="7619"/>
                  </a:lnTo>
                  <a:lnTo>
                    <a:pt x="3342132" y="7619"/>
                  </a:lnTo>
                  <a:close/>
                </a:path>
                <a:path w="4074159" h="9525">
                  <a:moveTo>
                    <a:pt x="3340607" y="6096"/>
                  </a:moveTo>
                  <a:lnTo>
                    <a:pt x="3340607" y="3048"/>
                  </a:lnTo>
                  <a:lnTo>
                    <a:pt x="3342132" y="3048"/>
                  </a:lnTo>
                  <a:lnTo>
                    <a:pt x="3342132" y="6096"/>
                  </a:lnTo>
                  <a:lnTo>
                    <a:pt x="3340607" y="6096"/>
                  </a:lnTo>
                  <a:close/>
                </a:path>
                <a:path w="4074159" h="9525">
                  <a:moveTo>
                    <a:pt x="3381756" y="6096"/>
                  </a:moveTo>
                  <a:lnTo>
                    <a:pt x="3381756" y="3048"/>
                  </a:lnTo>
                  <a:lnTo>
                    <a:pt x="3384804" y="0"/>
                  </a:lnTo>
                  <a:lnTo>
                    <a:pt x="3386327" y="0"/>
                  </a:lnTo>
                  <a:lnTo>
                    <a:pt x="3389376" y="3048"/>
                  </a:lnTo>
                  <a:lnTo>
                    <a:pt x="3389376" y="6096"/>
                  </a:lnTo>
                  <a:lnTo>
                    <a:pt x="3386327" y="9144"/>
                  </a:lnTo>
                  <a:lnTo>
                    <a:pt x="3384804" y="9144"/>
                  </a:lnTo>
                  <a:lnTo>
                    <a:pt x="3381756" y="6096"/>
                  </a:lnTo>
                  <a:close/>
                </a:path>
                <a:path w="4074159" h="9525">
                  <a:moveTo>
                    <a:pt x="3427476" y="7619"/>
                  </a:moveTo>
                  <a:lnTo>
                    <a:pt x="3427476" y="1523"/>
                  </a:lnTo>
                  <a:lnTo>
                    <a:pt x="3429000" y="1523"/>
                  </a:lnTo>
                  <a:lnTo>
                    <a:pt x="3429000" y="7619"/>
                  </a:lnTo>
                  <a:lnTo>
                    <a:pt x="3427476" y="7619"/>
                  </a:lnTo>
                  <a:close/>
                </a:path>
                <a:path w="4074159" h="9525">
                  <a:moveTo>
                    <a:pt x="3421380" y="6096"/>
                  </a:moveTo>
                  <a:lnTo>
                    <a:pt x="3421380" y="3048"/>
                  </a:lnTo>
                  <a:lnTo>
                    <a:pt x="3424427" y="0"/>
                  </a:lnTo>
                  <a:lnTo>
                    <a:pt x="3427476" y="0"/>
                  </a:lnTo>
                  <a:lnTo>
                    <a:pt x="3427476" y="9144"/>
                  </a:lnTo>
                  <a:lnTo>
                    <a:pt x="3424427" y="9144"/>
                  </a:lnTo>
                  <a:lnTo>
                    <a:pt x="3421380" y="6096"/>
                  </a:lnTo>
                  <a:close/>
                </a:path>
                <a:path w="4074159" h="9525">
                  <a:moveTo>
                    <a:pt x="3464052" y="9144"/>
                  </a:moveTo>
                  <a:lnTo>
                    <a:pt x="3464052" y="0"/>
                  </a:lnTo>
                  <a:lnTo>
                    <a:pt x="3467100" y="0"/>
                  </a:lnTo>
                  <a:lnTo>
                    <a:pt x="3470148" y="3048"/>
                  </a:lnTo>
                  <a:lnTo>
                    <a:pt x="3470148" y="6096"/>
                  </a:lnTo>
                  <a:lnTo>
                    <a:pt x="3467100" y="9144"/>
                  </a:lnTo>
                  <a:lnTo>
                    <a:pt x="3464052" y="9144"/>
                  </a:lnTo>
                  <a:close/>
                </a:path>
                <a:path w="4074159" h="9525">
                  <a:moveTo>
                    <a:pt x="3462527" y="7619"/>
                  </a:moveTo>
                  <a:lnTo>
                    <a:pt x="3462527" y="1523"/>
                  </a:lnTo>
                  <a:lnTo>
                    <a:pt x="3464052" y="1523"/>
                  </a:lnTo>
                  <a:lnTo>
                    <a:pt x="3464052" y="7619"/>
                  </a:lnTo>
                  <a:lnTo>
                    <a:pt x="3462527" y="7619"/>
                  </a:lnTo>
                  <a:close/>
                </a:path>
                <a:path w="4074159" h="9525">
                  <a:moveTo>
                    <a:pt x="3502152" y="6096"/>
                  </a:moveTo>
                  <a:lnTo>
                    <a:pt x="3502152" y="3048"/>
                  </a:lnTo>
                  <a:lnTo>
                    <a:pt x="3505200" y="0"/>
                  </a:lnTo>
                  <a:lnTo>
                    <a:pt x="3506724" y="0"/>
                  </a:lnTo>
                  <a:lnTo>
                    <a:pt x="3509772" y="3048"/>
                  </a:lnTo>
                  <a:lnTo>
                    <a:pt x="3509772" y="6096"/>
                  </a:lnTo>
                  <a:lnTo>
                    <a:pt x="3506724" y="9144"/>
                  </a:lnTo>
                  <a:lnTo>
                    <a:pt x="3505200" y="9144"/>
                  </a:lnTo>
                  <a:lnTo>
                    <a:pt x="3502152" y="6096"/>
                  </a:lnTo>
                  <a:close/>
                </a:path>
                <a:path w="4074159" h="9525">
                  <a:moveTo>
                    <a:pt x="3549396" y="6096"/>
                  </a:moveTo>
                  <a:lnTo>
                    <a:pt x="3549396" y="3048"/>
                  </a:lnTo>
                  <a:lnTo>
                    <a:pt x="3550920" y="3048"/>
                  </a:lnTo>
                  <a:lnTo>
                    <a:pt x="3550920" y="6096"/>
                  </a:lnTo>
                  <a:lnTo>
                    <a:pt x="3549396" y="6096"/>
                  </a:lnTo>
                  <a:close/>
                </a:path>
                <a:path w="4074159" h="9525">
                  <a:moveTo>
                    <a:pt x="3547872" y="7619"/>
                  </a:moveTo>
                  <a:lnTo>
                    <a:pt x="3547872" y="1523"/>
                  </a:lnTo>
                  <a:lnTo>
                    <a:pt x="3549396" y="1523"/>
                  </a:lnTo>
                  <a:lnTo>
                    <a:pt x="3549396" y="7619"/>
                  </a:lnTo>
                  <a:lnTo>
                    <a:pt x="3547872" y="7619"/>
                  </a:lnTo>
                  <a:close/>
                </a:path>
                <a:path w="4074159" h="9525">
                  <a:moveTo>
                    <a:pt x="3544824" y="9144"/>
                  </a:moveTo>
                  <a:lnTo>
                    <a:pt x="3544824" y="0"/>
                  </a:lnTo>
                  <a:lnTo>
                    <a:pt x="3547872" y="0"/>
                  </a:lnTo>
                  <a:lnTo>
                    <a:pt x="3547872" y="9144"/>
                  </a:lnTo>
                  <a:lnTo>
                    <a:pt x="3544824" y="9144"/>
                  </a:lnTo>
                  <a:close/>
                </a:path>
                <a:path w="4074159" h="9525">
                  <a:moveTo>
                    <a:pt x="3543300" y="7619"/>
                  </a:moveTo>
                  <a:lnTo>
                    <a:pt x="3543300" y="1523"/>
                  </a:lnTo>
                  <a:lnTo>
                    <a:pt x="3544824" y="1523"/>
                  </a:lnTo>
                  <a:lnTo>
                    <a:pt x="3544824" y="7619"/>
                  </a:lnTo>
                  <a:lnTo>
                    <a:pt x="3543300" y="7619"/>
                  </a:lnTo>
                  <a:close/>
                </a:path>
                <a:path w="4074159" h="9525">
                  <a:moveTo>
                    <a:pt x="3541776" y="6096"/>
                  </a:moveTo>
                  <a:lnTo>
                    <a:pt x="3541776" y="3048"/>
                  </a:lnTo>
                  <a:lnTo>
                    <a:pt x="3543300" y="3048"/>
                  </a:lnTo>
                  <a:lnTo>
                    <a:pt x="3543300" y="6096"/>
                  </a:lnTo>
                  <a:lnTo>
                    <a:pt x="3541776" y="6096"/>
                  </a:lnTo>
                  <a:close/>
                </a:path>
                <a:path w="4074159" h="9525">
                  <a:moveTo>
                    <a:pt x="3582924" y="6096"/>
                  </a:moveTo>
                  <a:lnTo>
                    <a:pt x="3582924" y="3048"/>
                  </a:lnTo>
                  <a:lnTo>
                    <a:pt x="3585972" y="0"/>
                  </a:lnTo>
                  <a:lnTo>
                    <a:pt x="3587496" y="0"/>
                  </a:lnTo>
                  <a:lnTo>
                    <a:pt x="3590544" y="3048"/>
                  </a:lnTo>
                  <a:lnTo>
                    <a:pt x="3590544" y="6096"/>
                  </a:lnTo>
                  <a:lnTo>
                    <a:pt x="3587496" y="9144"/>
                  </a:lnTo>
                  <a:lnTo>
                    <a:pt x="3585972" y="9144"/>
                  </a:lnTo>
                  <a:lnTo>
                    <a:pt x="3582924" y="6096"/>
                  </a:lnTo>
                  <a:close/>
                </a:path>
                <a:path w="4074159" h="9525">
                  <a:moveTo>
                    <a:pt x="3630168" y="6096"/>
                  </a:moveTo>
                  <a:lnTo>
                    <a:pt x="3630168" y="3048"/>
                  </a:lnTo>
                  <a:lnTo>
                    <a:pt x="3631692" y="3048"/>
                  </a:lnTo>
                  <a:lnTo>
                    <a:pt x="3631692" y="6096"/>
                  </a:lnTo>
                  <a:lnTo>
                    <a:pt x="3630168" y="6096"/>
                  </a:lnTo>
                  <a:close/>
                </a:path>
                <a:path w="4074159" h="9525">
                  <a:moveTo>
                    <a:pt x="3628644" y="7619"/>
                  </a:moveTo>
                  <a:lnTo>
                    <a:pt x="3628644" y="1523"/>
                  </a:lnTo>
                  <a:lnTo>
                    <a:pt x="3630168" y="1523"/>
                  </a:lnTo>
                  <a:lnTo>
                    <a:pt x="3630168" y="7619"/>
                  </a:lnTo>
                  <a:lnTo>
                    <a:pt x="3628644" y="7619"/>
                  </a:lnTo>
                  <a:close/>
                </a:path>
                <a:path w="4074159" h="9525">
                  <a:moveTo>
                    <a:pt x="3625596" y="9144"/>
                  </a:moveTo>
                  <a:lnTo>
                    <a:pt x="3625596" y="0"/>
                  </a:lnTo>
                  <a:lnTo>
                    <a:pt x="3628644" y="0"/>
                  </a:lnTo>
                  <a:lnTo>
                    <a:pt x="3628644" y="9144"/>
                  </a:lnTo>
                  <a:lnTo>
                    <a:pt x="3625596" y="9144"/>
                  </a:lnTo>
                  <a:close/>
                </a:path>
                <a:path w="4074159" h="9525">
                  <a:moveTo>
                    <a:pt x="3622548" y="6096"/>
                  </a:moveTo>
                  <a:lnTo>
                    <a:pt x="3622548" y="3048"/>
                  </a:lnTo>
                  <a:lnTo>
                    <a:pt x="3624072" y="1523"/>
                  </a:lnTo>
                  <a:lnTo>
                    <a:pt x="3625596" y="1523"/>
                  </a:lnTo>
                  <a:lnTo>
                    <a:pt x="3625596" y="7619"/>
                  </a:lnTo>
                  <a:lnTo>
                    <a:pt x="3624072" y="7619"/>
                  </a:lnTo>
                  <a:lnTo>
                    <a:pt x="3622548" y="6096"/>
                  </a:lnTo>
                  <a:close/>
                </a:path>
                <a:path w="4074159" h="9525">
                  <a:moveTo>
                    <a:pt x="3663696" y="7619"/>
                  </a:moveTo>
                  <a:lnTo>
                    <a:pt x="3663696" y="1523"/>
                  </a:lnTo>
                  <a:lnTo>
                    <a:pt x="3665220" y="1523"/>
                  </a:lnTo>
                  <a:lnTo>
                    <a:pt x="3666744" y="0"/>
                  </a:lnTo>
                  <a:lnTo>
                    <a:pt x="3668268" y="0"/>
                  </a:lnTo>
                  <a:lnTo>
                    <a:pt x="3671316" y="3048"/>
                  </a:lnTo>
                  <a:lnTo>
                    <a:pt x="3671316" y="6096"/>
                  </a:lnTo>
                  <a:lnTo>
                    <a:pt x="3668268" y="9144"/>
                  </a:lnTo>
                  <a:lnTo>
                    <a:pt x="3666744" y="9144"/>
                  </a:lnTo>
                  <a:lnTo>
                    <a:pt x="3665220" y="7619"/>
                  </a:lnTo>
                  <a:lnTo>
                    <a:pt x="3663696" y="7619"/>
                  </a:lnTo>
                  <a:close/>
                </a:path>
                <a:path w="4074159" h="9525">
                  <a:moveTo>
                    <a:pt x="3703320" y="6096"/>
                  </a:moveTo>
                  <a:lnTo>
                    <a:pt x="3703320" y="3048"/>
                  </a:lnTo>
                  <a:lnTo>
                    <a:pt x="3706368" y="0"/>
                  </a:lnTo>
                  <a:lnTo>
                    <a:pt x="3707892" y="0"/>
                  </a:lnTo>
                  <a:lnTo>
                    <a:pt x="3709416" y="1523"/>
                  </a:lnTo>
                  <a:lnTo>
                    <a:pt x="3710940" y="1523"/>
                  </a:lnTo>
                  <a:lnTo>
                    <a:pt x="3710940" y="7619"/>
                  </a:lnTo>
                  <a:lnTo>
                    <a:pt x="3709416" y="7619"/>
                  </a:lnTo>
                  <a:lnTo>
                    <a:pt x="3707892" y="9144"/>
                  </a:lnTo>
                  <a:lnTo>
                    <a:pt x="3706368" y="9144"/>
                  </a:lnTo>
                  <a:lnTo>
                    <a:pt x="3703320" y="6096"/>
                  </a:lnTo>
                  <a:close/>
                </a:path>
                <a:path w="4074159" h="9525">
                  <a:moveTo>
                    <a:pt x="3749040" y="7619"/>
                  </a:moveTo>
                  <a:lnTo>
                    <a:pt x="3749040" y="1523"/>
                  </a:lnTo>
                  <a:lnTo>
                    <a:pt x="3750564" y="1523"/>
                  </a:lnTo>
                  <a:lnTo>
                    <a:pt x="3752088" y="3048"/>
                  </a:lnTo>
                  <a:lnTo>
                    <a:pt x="3752088" y="6096"/>
                  </a:lnTo>
                  <a:lnTo>
                    <a:pt x="3750564" y="7619"/>
                  </a:lnTo>
                  <a:lnTo>
                    <a:pt x="3749040" y="7619"/>
                  </a:lnTo>
                  <a:close/>
                </a:path>
                <a:path w="4074159" h="9525">
                  <a:moveTo>
                    <a:pt x="3745992" y="9144"/>
                  </a:moveTo>
                  <a:lnTo>
                    <a:pt x="3745992" y="0"/>
                  </a:lnTo>
                  <a:lnTo>
                    <a:pt x="3749040" y="0"/>
                  </a:lnTo>
                  <a:lnTo>
                    <a:pt x="3749040" y="9144"/>
                  </a:lnTo>
                  <a:lnTo>
                    <a:pt x="3745992" y="9144"/>
                  </a:lnTo>
                  <a:close/>
                </a:path>
                <a:path w="4074159" h="9525">
                  <a:moveTo>
                    <a:pt x="3744468" y="7619"/>
                  </a:moveTo>
                  <a:lnTo>
                    <a:pt x="3744468" y="1523"/>
                  </a:lnTo>
                  <a:lnTo>
                    <a:pt x="3745992" y="1523"/>
                  </a:lnTo>
                  <a:lnTo>
                    <a:pt x="3745992" y="7619"/>
                  </a:lnTo>
                  <a:lnTo>
                    <a:pt x="3744468" y="7619"/>
                  </a:lnTo>
                  <a:close/>
                </a:path>
                <a:path w="4074159" h="9525">
                  <a:moveTo>
                    <a:pt x="3742944" y="6096"/>
                  </a:moveTo>
                  <a:lnTo>
                    <a:pt x="3742944" y="3048"/>
                  </a:lnTo>
                  <a:lnTo>
                    <a:pt x="3744468" y="3048"/>
                  </a:lnTo>
                  <a:lnTo>
                    <a:pt x="3744468" y="6096"/>
                  </a:lnTo>
                  <a:lnTo>
                    <a:pt x="3742944" y="6096"/>
                  </a:lnTo>
                  <a:close/>
                </a:path>
                <a:path w="4074159" h="9525">
                  <a:moveTo>
                    <a:pt x="3784092" y="6096"/>
                  </a:moveTo>
                  <a:lnTo>
                    <a:pt x="3784092" y="3048"/>
                  </a:lnTo>
                  <a:lnTo>
                    <a:pt x="3787140" y="0"/>
                  </a:lnTo>
                  <a:lnTo>
                    <a:pt x="3788664" y="0"/>
                  </a:lnTo>
                  <a:lnTo>
                    <a:pt x="3791712" y="3048"/>
                  </a:lnTo>
                  <a:lnTo>
                    <a:pt x="3791712" y="6096"/>
                  </a:lnTo>
                  <a:lnTo>
                    <a:pt x="3788664" y="9144"/>
                  </a:lnTo>
                  <a:lnTo>
                    <a:pt x="3787140" y="9144"/>
                  </a:lnTo>
                  <a:lnTo>
                    <a:pt x="3784092" y="6096"/>
                  </a:lnTo>
                  <a:close/>
                </a:path>
                <a:path w="4074159" h="9525">
                  <a:moveTo>
                    <a:pt x="3831336" y="6096"/>
                  </a:moveTo>
                  <a:lnTo>
                    <a:pt x="3831336" y="3048"/>
                  </a:lnTo>
                  <a:lnTo>
                    <a:pt x="3832860" y="3048"/>
                  </a:lnTo>
                  <a:lnTo>
                    <a:pt x="3832860" y="6096"/>
                  </a:lnTo>
                  <a:lnTo>
                    <a:pt x="3831336" y="6096"/>
                  </a:lnTo>
                  <a:close/>
                </a:path>
                <a:path w="4074159" h="9525">
                  <a:moveTo>
                    <a:pt x="3829812" y="7619"/>
                  </a:moveTo>
                  <a:lnTo>
                    <a:pt x="3829812" y="1523"/>
                  </a:lnTo>
                  <a:lnTo>
                    <a:pt x="3831336" y="1523"/>
                  </a:lnTo>
                  <a:lnTo>
                    <a:pt x="3831336" y="7619"/>
                  </a:lnTo>
                  <a:lnTo>
                    <a:pt x="3829812" y="7619"/>
                  </a:lnTo>
                  <a:close/>
                </a:path>
                <a:path w="4074159" h="9525">
                  <a:moveTo>
                    <a:pt x="3826764" y="9144"/>
                  </a:moveTo>
                  <a:lnTo>
                    <a:pt x="3826764" y="0"/>
                  </a:lnTo>
                  <a:lnTo>
                    <a:pt x="3829812" y="0"/>
                  </a:lnTo>
                  <a:lnTo>
                    <a:pt x="3829812" y="9144"/>
                  </a:lnTo>
                  <a:lnTo>
                    <a:pt x="3826764" y="9144"/>
                  </a:lnTo>
                  <a:close/>
                </a:path>
                <a:path w="4074159" h="9525">
                  <a:moveTo>
                    <a:pt x="3825240" y="7619"/>
                  </a:moveTo>
                  <a:lnTo>
                    <a:pt x="3825240" y="1523"/>
                  </a:lnTo>
                  <a:lnTo>
                    <a:pt x="3826764" y="1523"/>
                  </a:lnTo>
                  <a:lnTo>
                    <a:pt x="3826764" y="7619"/>
                  </a:lnTo>
                  <a:lnTo>
                    <a:pt x="3825240" y="7619"/>
                  </a:lnTo>
                  <a:close/>
                </a:path>
                <a:path w="4074159" h="9525">
                  <a:moveTo>
                    <a:pt x="3823716" y="6096"/>
                  </a:moveTo>
                  <a:lnTo>
                    <a:pt x="3823716" y="3048"/>
                  </a:lnTo>
                  <a:lnTo>
                    <a:pt x="3825240" y="3048"/>
                  </a:lnTo>
                  <a:lnTo>
                    <a:pt x="3825240" y="6096"/>
                  </a:lnTo>
                  <a:lnTo>
                    <a:pt x="3823716" y="6096"/>
                  </a:lnTo>
                  <a:close/>
                </a:path>
                <a:path w="4074159" h="9525">
                  <a:moveTo>
                    <a:pt x="3864864" y="7619"/>
                  </a:moveTo>
                  <a:lnTo>
                    <a:pt x="3864864" y="1523"/>
                  </a:lnTo>
                  <a:lnTo>
                    <a:pt x="3866388" y="1523"/>
                  </a:lnTo>
                  <a:lnTo>
                    <a:pt x="3867912" y="0"/>
                  </a:lnTo>
                  <a:lnTo>
                    <a:pt x="3869436" y="0"/>
                  </a:lnTo>
                  <a:lnTo>
                    <a:pt x="3872484" y="3048"/>
                  </a:lnTo>
                  <a:lnTo>
                    <a:pt x="3872484" y="6096"/>
                  </a:lnTo>
                  <a:lnTo>
                    <a:pt x="3869436" y="9144"/>
                  </a:lnTo>
                  <a:lnTo>
                    <a:pt x="3867912" y="9144"/>
                  </a:lnTo>
                  <a:lnTo>
                    <a:pt x="3866388" y="7619"/>
                  </a:lnTo>
                  <a:lnTo>
                    <a:pt x="3864864" y="7619"/>
                  </a:lnTo>
                  <a:close/>
                </a:path>
                <a:path w="4074159" h="9525">
                  <a:moveTo>
                    <a:pt x="3910584" y="7619"/>
                  </a:moveTo>
                  <a:lnTo>
                    <a:pt x="3910584" y="1523"/>
                  </a:lnTo>
                  <a:lnTo>
                    <a:pt x="3912108" y="1523"/>
                  </a:lnTo>
                  <a:lnTo>
                    <a:pt x="3912108" y="7619"/>
                  </a:lnTo>
                  <a:lnTo>
                    <a:pt x="3910584" y="7619"/>
                  </a:lnTo>
                  <a:close/>
                </a:path>
                <a:path w="4074159" h="9525">
                  <a:moveTo>
                    <a:pt x="3904488" y="6096"/>
                  </a:moveTo>
                  <a:lnTo>
                    <a:pt x="3904488" y="3048"/>
                  </a:lnTo>
                  <a:lnTo>
                    <a:pt x="3907536" y="0"/>
                  </a:lnTo>
                  <a:lnTo>
                    <a:pt x="3910584" y="0"/>
                  </a:lnTo>
                  <a:lnTo>
                    <a:pt x="3910584" y="9144"/>
                  </a:lnTo>
                  <a:lnTo>
                    <a:pt x="3907536" y="9144"/>
                  </a:lnTo>
                  <a:lnTo>
                    <a:pt x="3904488" y="6096"/>
                  </a:lnTo>
                  <a:close/>
                </a:path>
                <a:path w="4074159" h="9525">
                  <a:moveTo>
                    <a:pt x="3947160" y="9144"/>
                  </a:moveTo>
                  <a:lnTo>
                    <a:pt x="3947160" y="0"/>
                  </a:lnTo>
                  <a:lnTo>
                    <a:pt x="3950208" y="0"/>
                  </a:lnTo>
                  <a:lnTo>
                    <a:pt x="3953256" y="3048"/>
                  </a:lnTo>
                  <a:lnTo>
                    <a:pt x="3953256" y="6096"/>
                  </a:lnTo>
                  <a:lnTo>
                    <a:pt x="3950208" y="9144"/>
                  </a:lnTo>
                  <a:lnTo>
                    <a:pt x="3947160" y="9144"/>
                  </a:lnTo>
                  <a:close/>
                </a:path>
                <a:path w="4074159" h="9525">
                  <a:moveTo>
                    <a:pt x="3945636" y="7619"/>
                  </a:moveTo>
                  <a:lnTo>
                    <a:pt x="3945636" y="1523"/>
                  </a:lnTo>
                  <a:lnTo>
                    <a:pt x="3947160" y="1523"/>
                  </a:lnTo>
                  <a:lnTo>
                    <a:pt x="3947160" y="7619"/>
                  </a:lnTo>
                  <a:lnTo>
                    <a:pt x="3945636" y="7619"/>
                  </a:lnTo>
                  <a:close/>
                </a:path>
                <a:path w="4074159" h="9525">
                  <a:moveTo>
                    <a:pt x="3985260" y="6096"/>
                  </a:moveTo>
                  <a:lnTo>
                    <a:pt x="3985260" y="3048"/>
                  </a:lnTo>
                  <a:lnTo>
                    <a:pt x="3988308" y="0"/>
                  </a:lnTo>
                  <a:lnTo>
                    <a:pt x="3989832" y="0"/>
                  </a:lnTo>
                  <a:lnTo>
                    <a:pt x="3992880" y="3048"/>
                  </a:lnTo>
                  <a:lnTo>
                    <a:pt x="3992880" y="6096"/>
                  </a:lnTo>
                  <a:lnTo>
                    <a:pt x="3989832" y="9144"/>
                  </a:lnTo>
                  <a:lnTo>
                    <a:pt x="3988308" y="9144"/>
                  </a:lnTo>
                  <a:lnTo>
                    <a:pt x="3985260" y="6096"/>
                  </a:lnTo>
                  <a:close/>
                </a:path>
                <a:path w="4074159" h="9525">
                  <a:moveTo>
                    <a:pt x="4032504" y="6096"/>
                  </a:moveTo>
                  <a:lnTo>
                    <a:pt x="4032504" y="3048"/>
                  </a:lnTo>
                  <a:lnTo>
                    <a:pt x="4034028" y="3048"/>
                  </a:lnTo>
                  <a:lnTo>
                    <a:pt x="4034028" y="6096"/>
                  </a:lnTo>
                  <a:lnTo>
                    <a:pt x="4032504" y="6096"/>
                  </a:lnTo>
                  <a:close/>
                </a:path>
                <a:path w="4074159" h="9525">
                  <a:moveTo>
                    <a:pt x="4030980" y="7619"/>
                  </a:moveTo>
                  <a:lnTo>
                    <a:pt x="4030980" y="1523"/>
                  </a:lnTo>
                  <a:lnTo>
                    <a:pt x="4032504" y="1523"/>
                  </a:lnTo>
                  <a:lnTo>
                    <a:pt x="4032504" y="7619"/>
                  </a:lnTo>
                  <a:lnTo>
                    <a:pt x="4030980" y="7619"/>
                  </a:lnTo>
                  <a:close/>
                </a:path>
                <a:path w="4074159" h="9525">
                  <a:moveTo>
                    <a:pt x="4027932" y="9144"/>
                  </a:moveTo>
                  <a:lnTo>
                    <a:pt x="4027932" y="0"/>
                  </a:lnTo>
                  <a:lnTo>
                    <a:pt x="4030980" y="0"/>
                  </a:lnTo>
                  <a:lnTo>
                    <a:pt x="4030980" y="9144"/>
                  </a:lnTo>
                  <a:lnTo>
                    <a:pt x="4027932" y="9144"/>
                  </a:lnTo>
                  <a:close/>
                </a:path>
                <a:path w="4074159" h="9525">
                  <a:moveTo>
                    <a:pt x="4026408" y="7619"/>
                  </a:moveTo>
                  <a:lnTo>
                    <a:pt x="4026408" y="1523"/>
                  </a:lnTo>
                  <a:lnTo>
                    <a:pt x="4027932" y="1523"/>
                  </a:lnTo>
                  <a:lnTo>
                    <a:pt x="4027932" y="7619"/>
                  </a:lnTo>
                  <a:lnTo>
                    <a:pt x="4026408" y="7619"/>
                  </a:lnTo>
                  <a:close/>
                </a:path>
                <a:path w="4074159" h="9525">
                  <a:moveTo>
                    <a:pt x="4024884" y="6096"/>
                  </a:moveTo>
                  <a:lnTo>
                    <a:pt x="4024884" y="3048"/>
                  </a:lnTo>
                  <a:lnTo>
                    <a:pt x="4026408" y="3048"/>
                  </a:lnTo>
                  <a:lnTo>
                    <a:pt x="4026408" y="6096"/>
                  </a:lnTo>
                  <a:lnTo>
                    <a:pt x="4024884" y="6096"/>
                  </a:lnTo>
                  <a:close/>
                </a:path>
                <a:path w="4074159" h="9525">
                  <a:moveTo>
                    <a:pt x="4066032" y="6096"/>
                  </a:moveTo>
                  <a:lnTo>
                    <a:pt x="4066032" y="3048"/>
                  </a:lnTo>
                  <a:lnTo>
                    <a:pt x="4069080" y="0"/>
                  </a:lnTo>
                  <a:lnTo>
                    <a:pt x="4070604" y="0"/>
                  </a:lnTo>
                  <a:lnTo>
                    <a:pt x="4073652" y="3048"/>
                  </a:lnTo>
                  <a:lnTo>
                    <a:pt x="4073652" y="6096"/>
                  </a:lnTo>
                  <a:lnTo>
                    <a:pt x="4070604" y="9144"/>
                  </a:lnTo>
                  <a:lnTo>
                    <a:pt x="4069080" y="9144"/>
                  </a:lnTo>
                  <a:lnTo>
                    <a:pt x="4066032" y="6096"/>
                  </a:lnTo>
                  <a:close/>
                </a:path>
              </a:pathLst>
            </a:custGeom>
            <a:solidFill>
              <a:srgbClr val="C8C6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5865876" y="5811011"/>
              <a:ext cx="38100" cy="68580"/>
            </a:xfrm>
            <a:custGeom>
              <a:avLst/>
              <a:gdLst/>
              <a:ahLst/>
              <a:cxnLst/>
              <a:rect l="l" t="t" r="r" b="b"/>
              <a:pathLst>
                <a:path w="38100" h="68579">
                  <a:moveTo>
                    <a:pt x="36576" y="53340"/>
                  </a:moveTo>
                  <a:lnTo>
                    <a:pt x="36576" y="41148"/>
                  </a:lnTo>
                  <a:lnTo>
                    <a:pt x="38100" y="44196"/>
                  </a:lnTo>
                  <a:lnTo>
                    <a:pt x="38100" y="50292"/>
                  </a:lnTo>
                  <a:lnTo>
                    <a:pt x="36576" y="53340"/>
                  </a:lnTo>
                  <a:close/>
                </a:path>
                <a:path w="38100" h="68579">
                  <a:moveTo>
                    <a:pt x="9144" y="33528"/>
                  </a:moveTo>
                  <a:lnTo>
                    <a:pt x="9144" y="27432"/>
                  </a:lnTo>
                  <a:lnTo>
                    <a:pt x="18288" y="27432"/>
                  </a:lnTo>
                  <a:lnTo>
                    <a:pt x="21336" y="28956"/>
                  </a:lnTo>
                  <a:lnTo>
                    <a:pt x="24384" y="28956"/>
                  </a:lnTo>
                  <a:lnTo>
                    <a:pt x="30480" y="32004"/>
                  </a:lnTo>
                  <a:lnTo>
                    <a:pt x="35052" y="36576"/>
                  </a:lnTo>
                  <a:lnTo>
                    <a:pt x="36576" y="39624"/>
                  </a:lnTo>
                  <a:lnTo>
                    <a:pt x="36576" y="56388"/>
                  </a:lnTo>
                  <a:lnTo>
                    <a:pt x="35052" y="59436"/>
                  </a:lnTo>
                  <a:lnTo>
                    <a:pt x="30480" y="64008"/>
                  </a:lnTo>
                  <a:lnTo>
                    <a:pt x="30480" y="44196"/>
                  </a:lnTo>
                  <a:lnTo>
                    <a:pt x="28956" y="39624"/>
                  </a:lnTo>
                  <a:lnTo>
                    <a:pt x="25908" y="38100"/>
                  </a:lnTo>
                  <a:lnTo>
                    <a:pt x="22860" y="35052"/>
                  </a:lnTo>
                  <a:lnTo>
                    <a:pt x="18288" y="33528"/>
                  </a:lnTo>
                  <a:lnTo>
                    <a:pt x="9144" y="33528"/>
                  </a:lnTo>
                  <a:close/>
                </a:path>
                <a:path w="38100" h="68579">
                  <a:moveTo>
                    <a:pt x="1524" y="35052"/>
                  </a:moveTo>
                  <a:lnTo>
                    <a:pt x="3048" y="0"/>
                  </a:lnTo>
                  <a:lnTo>
                    <a:pt x="35052" y="0"/>
                  </a:lnTo>
                  <a:lnTo>
                    <a:pt x="35052" y="7620"/>
                  </a:lnTo>
                  <a:lnTo>
                    <a:pt x="10668" y="7620"/>
                  </a:lnTo>
                  <a:lnTo>
                    <a:pt x="9144" y="27432"/>
                  </a:lnTo>
                  <a:lnTo>
                    <a:pt x="9144" y="33528"/>
                  </a:lnTo>
                  <a:lnTo>
                    <a:pt x="4572" y="33528"/>
                  </a:lnTo>
                  <a:lnTo>
                    <a:pt x="3048" y="35052"/>
                  </a:lnTo>
                  <a:lnTo>
                    <a:pt x="1524" y="35052"/>
                  </a:lnTo>
                  <a:close/>
                </a:path>
                <a:path w="38100" h="68579">
                  <a:moveTo>
                    <a:pt x="0" y="65532"/>
                  </a:moveTo>
                  <a:lnTo>
                    <a:pt x="0" y="57912"/>
                  </a:lnTo>
                  <a:lnTo>
                    <a:pt x="4572" y="60960"/>
                  </a:lnTo>
                  <a:lnTo>
                    <a:pt x="9144" y="62484"/>
                  </a:lnTo>
                  <a:lnTo>
                    <a:pt x="21336" y="62484"/>
                  </a:lnTo>
                  <a:lnTo>
                    <a:pt x="24384" y="59436"/>
                  </a:lnTo>
                  <a:lnTo>
                    <a:pt x="25908" y="59436"/>
                  </a:lnTo>
                  <a:lnTo>
                    <a:pt x="28956" y="56388"/>
                  </a:lnTo>
                  <a:lnTo>
                    <a:pt x="28956" y="53340"/>
                  </a:lnTo>
                  <a:lnTo>
                    <a:pt x="30480" y="51816"/>
                  </a:lnTo>
                  <a:lnTo>
                    <a:pt x="30480" y="64008"/>
                  </a:lnTo>
                  <a:lnTo>
                    <a:pt x="28956" y="65532"/>
                  </a:lnTo>
                  <a:lnTo>
                    <a:pt x="25908" y="67056"/>
                  </a:lnTo>
                  <a:lnTo>
                    <a:pt x="24384" y="67056"/>
                  </a:lnTo>
                  <a:lnTo>
                    <a:pt x="21336" y="68580"/>
                  </a:lnTo>
                  <a:lnTo>
                    <a:pt x="3048" y="68580"/>
                  </a:lnTo>
                  <a:lnTo>
                    <a:pt x="0" y="65532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45124" y="5806439"/>
              <a:ext cx="94487" cy="71628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6123432" y="5462016"/>
              <a:ext cx="4074160" cy="7620"/>
            </a:xfrm>
            <a:custGeom>
              <a:avLst/>
              <a:gdLst/>
              <a:ahLst/>
              <a:cxnLst/>
              <a:rect l="l" t="t" r="r" b="b"/>
              <a:pathLst>
                <a:path w="4074159" h="7620">
                  <a:moveTo>
                    <a:pt x="6095" y="6096"/>
                  </a:moveTo>
                  <a:lnTo>
                    <a:pt x="6095" y="1523"/>
                  </a:lnTo>
                  <a:lnTo>
                    <a:pt x="7619" y="1523"/>
                  </a:lnTo>
                  <a:lnTo>
                    <a:pt x="7619" y="6096"/>
                  </a:lnTo>
                  <a:lnTo>
                    <a:pt x="6095" y="6096"/>
                  </a:lnTo>
                  <a:close/>
                </a:path>
                <a:path w="4074159" h="7620">
                  <a:moveTo>
                    <a:pt x="1524" y="7619"/>
                  </a:moveTo>
                  <a:lnTo>
                    <a:pt x="1524" y="0"/>
                  </a:lnTo>
                  <a:lnTo>
                    <a:pt x="6095" y="0"/>
                  </a:lnTo>
                  <a:lnTo>
                    <a:pt x="6095" y="7619"/>
                  </a:lnTo>
                  <a:lnTo>
                    <a:pt x="1524" y="7619"/>
                  </a:lnTo>
                  <a:close/>
                </a:path>
                <a:path w="4074159" h="7620">
                  <a:moveTo>
                    <a:pt x="0" y="6096"/>
                  </a:moveTo>
                  <a:lnTo>
                    <a:pt x="0" y="1523"/>
                  </a:lnTo>
                  <a:lnTo>
                    <a:pt x="1524" y="1523"/>
                  </a:lnTo>
                  <a:lnTo>
                    <a:pt x="1524" y="6096"/>
                  </a:lnTo>
                  <a:lnTo>
                    <a:pt x="0" y="6096"/>
                  </a:lnTo>
                  <a:close/>
                </a:path>
                <a:path w="4074159" h="7620">
                  <a:moveTo>
                    <a:pt x="39624" y="6096"/>
                  </a:moveTo>
                  <a:lnTo>
                    <a:pt x="39624" y="1523"/>
                  </a:lnTo>
                  <a:lnTo>
                    <a:pt x="41148" y="1523"/>
                  </a:lnTo>
                  <a:lnTo>
                    <a:pt x="42671" y="0"/>
                  </a:lnTo>
                  <a:lnTo>
                    <a:pt x="45719" y="0"/>
                  </a:lnTo>
                  <a:lnTo>
                    <a:pt x="48767" y="3048"/>
                  </a:lnTo>
                  <a:lnTo>
                    <a:pt x="48767" y="4571"/>
                  </a:lnTo>
                  <a:lnTo>
                    <a:pt x="45719" y="7619"/>
                  </a:lnTo>
                  <a:lnTo>
                    <a:pt x="42671" y="7619"/>
                  </a:lnTo>
                  <a:lnTo>
                    <a:pt x="41148" y="6096"/>
                  </a:lnTo>
                  <a:lnTo>
                    <a:pt x="39624" y="6096"/>
                  </a:lnTo>
                  <a:close/>
                </a:path>
                <a:path w="4074159" h="7620">
                  <a:moveTo>
                    <a:pt x="86867" y="6096"/>
                  </a:moveTo>
                  <a:lnTo>
                    <a:pt x="86867" y="1523"/>
                  </a:lnTo>
                  <a:lnTo>
                    <a:pt x="88391" y="1523"/>
                  </a:lnTo>
                  <a:lnTo>
                    <a:pt x="88391" y="6096"/>
                  </a:lnTo>
                  <a:lnTo>
                    <a:pt x="86867" y="6096"/>
                  </a:lnTo>
                  <a:close/>
                </a:path>
                <a:path w="4074159" h="7620">
                  <a:moveTo>
                    <a:pt x="80771" y="6096"/>
                  </a:moveTo>
                  <a:lnTo>
                    <a:pt x="80771" y="1523"/>
                  </a:lnTo>
                  <a:lnTo>
                    <a:pt x="82295" y="0"/>
                  </a:lnTo>
                  <a:lnTo>
                    <a:pt x="86867" y="0"/>
                  </a:lnTo>
                  <a:lnTo>
                    <a:pt x="86867" y="7619"/>
                  </a:lnTo>
                  <a:lnTo>
                    <a:pt x="82295" y="7619"/>
                  </a:lnTo>
                  <a:lnTo>
                    <a:pt x="80771" y="6096"/>
                  </a:lnTo>
                  <a:close/>
                </a:path>
                <a:path w="4074159" h="7620">
                  <a:moveTo>
                    <a:pt x="121919" y="7619"/>
                  </a:moveTo>
                  <a:lnTo>
                    <a:pt x="121919" y="0"/>
                  </a:lnTo>
                  <a:lnTo>
                    <a:pt x="126491" y="0"/>
                  </a:lnTo>
                  <a:lnTo>
                    <a:pt x="128016" y="1523"/>
                  </a:lnTo>
                  <a:lnTo>
                    <a:pt x="128016" y="6096"/>
                  </a:lnTo>
                  <a:lnTo>
                    <a:pt x="126491" y="7619"/>
                  </a:lnTo>
                  <a:lnTo>
                    <a:pt x="121919" y="7619"/>
                  </a:lnTo>
                  <a:close/>
                </a:path>
                <a:path w="4074159" h="7620">
                  <a:moveTo>
                    <a:pt x="120395" y="6096"/>
                  </a:moveTo>
                  <a:lnTo>
                    <a:pt x="120395" y="1523"/>
                  </a:lnTo>
                  <a:lnTo>
                    <a:pt x="121919" y="1523"/>
                  </a:lnTo>
                  <a:lnTo>
                    <a:pt x="121919" y="6096"/>
                  </a:lnTo>
                  <a:lnTo>
                    <a:pt x="120395" y="6096"/>
                  </a:lnTo>
                  <a:close/>
                </a:path>
                <a:path w="4074159" h="7620">
                  <a:moveTo>
                    <a:pt x="160019" y="4571"/>
                  </a:moveTo>
                  <a:lnTo>
                    <a:pt x="160019" y="3048"/>
                  </a:lnTo>
                  <a:lnTo>
                    <a:pt x="163067" y="0"/>
                  </a:lnTo>
                  <a:lnTo>
                    <a:pt x="166116" y="0"/>
                  </a:lnTo>
                  <a:lnTo>
                    <a:pt x="167640" y="1523"/>
                  </a:lnTo>
                  <a:lnTo>
                    <a:pt x="169163" y="1523"/>
                  </a:lnTo>
                  <a:lnTo>
                    <a:pt x="169163" y="6096"/>
                  </a:lnTo>
                  <a:lnTo>
                    <a:pt x="167640" y="6096"/>
                  </a:lnTo>
                  <a:lnTo>
                    <a:pt x="166116" y="7619"/>
                  </a:lnTo>
                  <a:lnTo>
                    <a:pt x="163067" y="7619"/>
                  </a:lnTo>
                  <a:lnTo>
                    <a:pt x="160019" y="4571"/>
                  </a:lnTo>
                  <a:close/>
                </a:path>
                <a:path w="4074159" h="7620">
                  <a:moveTo>
                    <a:pt x="207263" y="6096"/>
                  </a:moveTo>
                  <a:lnTo>
                    <a:pt x="207263" y="1523"/>
                  </a:lnTo>
                  <a:lnTo>
                    <a:pt x="208787" y="1523"/>
                  </a:lnTo>
                  <a:lnTo>
                    <a:pt x="208787" y="6096"/>
                  </a:lnTo>
                  <a:lnTo>
                    <a:pt x="207263" y="6096"/>
                  </a:lnTo>
                  <a:close/>
                </a:path>
                <a:path w="4074159" h="7620">
                  <a:moveTo>
                    <a:pt x="202691" y="7619"/>
                  </a:moveTo>
                  <a:lnTo>
                    <a:pt x="202691" y="0"/>
                  </a:lnTo>
                  <a:lnTo>
                    <a:pt x="207263" y="0"/>
                  </a:lnTo>
                  <a:lnTo>
                    <a:pt x="207263" y="7619"/>
                  </a:lnTo>
                  <a:lnTo>
                    <a:pt x="202691" y="7619"/>
                  </a:lnTo>
                  <a:close/>
                </a:path>
                <a:path w="4074159" h="7620">
                  <a:moveTo>
                    <a:pt x="201167" y="6096"/>
                  </a:moveTo>
                  <a:lnTo>
                    <a:pt x="201167" y="1523"/>
                  </a:lnTo>
                  <a:lnTo>
                    <a:pt x="202691" y="1523"/>
                  </a:lnTo>
                  <a:lnTo>
                    <a:pt x="202691" y="6096"/>
                  </a:lnTo>
                  <a:lnTo>
                    <a:pt x="201167" y="6096"/>
                  </a:lnTo>
                  <a:close/>
                </a:path>
                <a:path w="4074159" h="7620">
                  <a:moveTo>
                    <a:pt x="240791" y="4571"/>
                  </a:moveTo>
                  <a:lnTo>
                    <a:pt x="240791" y="3048"/>
                  </a:lnTo>
                  <a:lnTo>
                    <a:pt x="243840" y="0"/>
                  </a:lnTo>
                  <a:lnTo>
                    <a:pt x="246887" y="0"/>
                  </a:lnTo>
                  <a:lnTo>
                    <a:pt x="249935" y="3048"/>
                  </a:lnTo>
                  <a:lnTo>
                    <a:pt x="249935" y="4571"/>
                  </a:lnTo>
                  <a:lnTo>
                    <a:pt x="246887" y="7619"/>
                  </a:lnTo>
                  <a:lnTo>
                    <a:pt x="243840" y="7619"/>
                  </a:lnTo>
                  <a:lnTo>
                    <a:pt x="240791" y="4571"/>
                  </a:lnTo>
                  <a:close/>
                </a:path>
                <a:path w="4074159" h="7620">
                  <a:moveTo>
                    <a:pt x="288035" y="6096"/>
                  </a:moveTo>
                  <a:lnTo>
                    <a:pt x="288035" y="1523"/>
                  </a:lnTo>
                  <a:lnTo>
                    <a:pt x="289559" y="1523"/>
                  </a:lnTo>
                  <a:lnTo>
                    <a:pt x="289559" y="6096"/>
                  </a:lnTo>
                  <a:lnTo>
                    <a:pt x="288035" y="6096"/>
                  </a:lnTo>
                  <a:close/>
                </a:path>
                <a:path w="4074159" h="7620">
                  <a:moveTo>
                    <a:pt x="283463" y="7619"/>
                  </a:moveTo>
                  <a:lnTo>
                    <a:pt x="283463" y="0"/>
                  </a:lnTo>
                  <a:lnTo>
                    <a:pt x="288035" y="0"/>
                  </a:lnTo>
                  <a:lnTo>
                    <a:pt x="288035" y="7619"/>
                  </a:lnTo>
                  <a:lnTo>
                    <a:pt x="283463" y="7619"/>
                  </a:lnTo>
                  <a:close/>
                </a:path>
                <a:path w="4074159" h="7620">
                  <a:moveTo>
                    <a:pt x="281940" y="6096"/>
                  </a:moveTo>
                  <a:lnTo>
                    <a:pt x="281940" y="1523"/>
                  </a:lnTo>
                  <a:lnTo>
                    <a:pt x="283463" y="1523"/>
                  </a:lnTo>
                  <a:lnTo>
                    <a:pt x="283463" y="6096"/>
                  </a:lnTo>
                  <a:lnTo>
                    <a:pt x="281940" y="6096"/>
                  </a:lnTo>
                  <a:close/>
                </a:path>
                <a:path w="4074159" h="7620">
                  <a:moveTo>
                    <a:pt x="323087" y="7619"/>
                  </a:moveTo>
                  <a:lnTo>
                    <a:pt x="323087" y="0"/>
                  </a:lnTo>
                  <a:lnTo>
                    <a:pt x="327659" y="0"/>
                  </a:lnTo>
                  <a:lnTo>
                    <a:pt x="329183" y="1523"/>
                  </a:lnTo>
                  <a:lnTo>
                    <a:pt x="329183" y="6096"/>
                  </a:lnTo>
                  <a:lnTo>
                    <a:pt x="327659" y="7619"/>
                  </a:lnTo>
                  <a:lnTo>
                    <a:pt x="323087" y="7619"/>
                  </a:lnTo>
                  <a:close/>
                </a:path>
                <a:path w="4074159" h="7620">
                  <a:moveTo>
                    <a:pt x="321563" y="6096"/>
                  </a:moveTo>
                  <a:lnTo>
                    <a:pt x="321563" y="1523"/>
                  </a:lnTo>
                  <a:lnTo>
                    <a:pt x="323087" y="1523"/>
                  </a:lnTo>
                  <a:lnTo>
                    <a:pt x="323087" y="6096"/>
                  </a:lnTo>
                  <a:lnTo>
                    <a:pt x="321563" y="6096"/>
                  </a:lnTo>
                  <a:close/>
                </a:path>
                <a:path w="4074159" h="7620">
                  <a:moveTo>
                    <a:pt x="368808" y="6096"/>
                  </a:moveTo>
                  <a:lnTo>
                    <a:pt x="368808" y="1523"/>
                  </a:lnTo>
                  <a:lnTo>
                    <a:pt x="370332" y="1523"/>
                  </a:lnTo>
                  <a:lnTo>
                    <a:pt x="370332" y="6096"/>
                  </a:lnTo>
                  <a:lnTo>
                    <a:pt x="368808" y="6096"/>
                  </a:lnTo>
                  <a:close/>
                </a:path>
                <a:path w="4074159" h="7620">
                  <a:moveTo>
                    <a:pt x="362711" y="6096"/>
                  </a:moveTo>
                  <a:lnTo>
                    <a:pt x="362711" y="1523"/>
                  </a:lnTo>
                  <a:lnTo>
                    <a:pt x="364235" y="0"/>
                  </a:lnTo>
                  <a:lnTo>
                    <a:pt x="368808" y="0"/>
                  </a:lnTo>
                  <a:lnTo>
                    <a:pt x="368808" y="7619"/>
                  </a:lnTo>
                  <a:lnTo>
                    <a:pt x="364235" y="7619"/>
                  </a:lnTo>
                  <a:lnTo>
                    <a:pt x="362711" y="6096"/>
                  </a:lnTo>
                  <a:close/>
                </a:path>
                <a:path w="4074159" h="7620">
                  <a:moveTo>
                    <a:pt x="408432" y="6096"/>
                  </a:moveTo>
                  <a:lnTo>
                    <a:pt x="408432" y="1523"/>
                  </a:lnTo>
                  <a:lnTo>
                    <a:pt x="409955" y="1523"/>
                  </a:lnTo>
                  <a:lnTo>
                    <a:pt x="409955" y="6096"/>
                  </a:lnTo>
                  <a:lnTo>
                    <a:pt x="408432" y="6096"/>
                  </a:lnTo>
                  <a:close/>
                </a:path>
                <a:path w="4074159" h="7620">
                  <a:moveTo>
                    <a:pt x="403859" y="7619"/>
                  </a:moveTo>
                  <a:lnTo>
                    <a:pt x="403859" y="0"/>
                  </a:lnTo>
                  <a:lnTo>
                    <a:pt x="408432" y="0"/>
                  </a:lnTo>
                  <a:lnTo>
                    <a:pt x="408432" y="7619"/>
                  </a:lnTo>
                  <a:lnTo>
                    <a:pt x="403859" y="7619"/>
                  </a:lnTo>
                  <a:close/>
                </a:path>
                <a:path w="4074159" h="7620">
                  <a:moveTo>
                    <a:pt x="402335" y="6096"/>
                  </a:moveTo>
                  <a:lnTo>
                    <a:pt x="402335" y="1523"/>
                  </a:lnTo>
                  <a:lnTo>
                    <a:pt x="403859" y="1523"/>
                  </a:lnTo>
                  <a:lnTo>
                    <a:pt x="403859" y="6096"/>
                  </a:lnTo>
                  <a:lnTo>
                    <a:pt x="402335" y="6096"/>
                  </a:lnTo>
                  <a:close/>
                </a:path>
                <a:path w="4074159" h="7620">
                  <a:moveTo>
                    <a:pt x="441959" y="4571"/>
                  </a:moveTo>
                  <a:lnTo>
                    <a:pt x="441959" y="3048"/>
                  </a:lnTo>
                  <a:lnTo>
                    <a:pt x="445008" y="0"/>
                  </a:lnTo>
                  <a:lnTo>
                    <a:pt x="448055" y="0"/>
                  </a:lnTo>
                  <a:lnTo>
                    <a:pt x="451103" y="3048"/>
                  </a:lnTo>
                  <a:lnTo>
                    <a:pt x="451103" y="4571"/>
                  </a:lnTo>
                  <a:lnTo>
                    <a:pt x="448055" y="7619"/>
                  </a:lnTo>
                  <a:lnTo>
                    <a:pt x="445008" y="7619"/>
                  </a:lnTo>
                  <a:lnTo>
                    <a:pt x="441959" y="4571"/>
                  </a:lnTo>
                  <a:close/>
                </a:path>
                <a:path w="4074159" h="7620">
                  <a:moveTo>
                    <a:pt x="489203" y="6096"/>
                  </a:moveTo>
                  <a:lnTo>
                    <a:pt x="489203" y="1523"/>
                  </a:lnTo>
                  <a:lnTo>
                    <a:pt x="490727" y="1523"/>
                  </a:lnTo>
                  <a:lnTo>
                    <a:pt x="490727" y="6096"/>
                  </a:lnTo>
                  <a:lnTo>
                    <a:pt x="489203" y="6096"/>
                  </a:lnTo>
                  <a:close/>
                </a:path>
                <a:path w="4074159" h="7620">
                  <a:moveTo>
                    <a:pt x="484632" y="7619"/>
                  </a:moveTo>
                  <a:lnTo>
                    <a:pt x="484632" y="0"/>
                  </a:lnTo>
                  <a:lnTo>
                    <a:pt x="489203" y="0"/>
                  </a:lnTo>
                  <a:lnTo>
                    <a:pt x="489203" y="7619"/>
                  </a:lnTo>
                  <a:lnTo>
                    <a:pt x="484632" y="7619"/>
                  </a:lnTo>
                  <a:close/>
                </a:path>
                <a:path w="4074159" h="7620">
                  <a:moveTo>
                    <a:pt x="483108" y="6096"/>
                  </a:moveTo>
                  <a:lnTo>
                    <a:pt x="483108" y="1523"/>
                  </a:lnTo>
                  <a:lnTo>
                    <a:pt x="484632" y="1523"/>
                  </a:lnTo>
                  <a:lnTo>
                    <a:pt x="484632" y="6096"/>
                  </a:lnTo>
                  <a:lnTo>
                    <a:pt x="483108" y="6096"/>
                  </a:lnTo>
                  <a:close/>
                </a:path>
                <a:path w="4074159" h="7620">
                  <a:moveTo>
                    <a:pt x="522732" y="6096"/>
                  </a:moveTo>
                  <a:lnTo>
                    <a:pt x="522732" y="1523"/>
                  </a:lnTo>
                  <a:lnTo>
                    <a:pt x="524255" y="1523"/>
                  </a:lnTo>
                  <a:lnTo>
                    <a:pt x="525779" y="0"/>
                  </a:lnTo>
                  <a:lnTo>
                    <a:pt x="528827" y="0"/>
                  </a:lnTo>
                  <a:lnTo>
                    <a:pt x="531875" y="3048"/>
                  </a:lnTo>
                  <a:lnTo>
                    <a:pt x="531875" y="4571"/>
                  </a:lnTo>
                  <a:lnTo>
                    <a:pt x="528827" y="7619"/>
                  </a:lnTo>
                  <a:lnTo>
                    <a:pt x="525779" y="7619"/>
                  </a:lnTo>
                  <a:lnTo>
                    <a:pt x="524255" y="6096"/>
                  </a:lnTo>
                  <a:lnTo>
                    <a:pt x="522732" y="6096"/>
                  </a:lnTo>
                  <a:close/>
                </a:path>
                <a:path w="4074159" h="7620">
                  <a:moveTo>
                    <a:pt x="569975" y="6096"/>
                  </a:moveTo>
                  <a:lnTo>
                    <a:pt x="569975" y="1523"/>
                  </a:lnTo>
                  <a:lnTo>
                    <a:pt x="571500" y="1523"/>
                  </a:lnTo>
                  <a:lnTo>
                    <a:pt x="571500" y="6096"/>
                  </a:lnTo>
                  <a:lnTo>
                    <a:pt x="569975" y="6096"/>
                  </a:lnTo>
                  <a:close/>
                </a:path>
                <a:path w="4074159" h="7620">
                  <a:moveTo>
                    <a:pt x="563879" y="6096"/>
                  </a:moveTo>
                  <a:lnTo>
                    <a:pt x="563879" y="1523"/>
                  </a:lnTo>
                  <a:lnTo>
                    <a:pt x="565403" y="0"/>
                  </a:lnTo>
                  <a:lnTo>
                    <a:pt x="569975" y="0"/>
                  </a:lnTo>
                  <a:lnTo>
                    <a:pt x="569975" y="7619"/>
                  </a:lnTo>
                  <a:lnTo>
                    <a:pt x="565403" y="7619"/>
                  </a:lnTo>
                  <a:lnTo>
                    <a:pt x="563879" y="6096"/>
                  </a:lnTo>
                  <a:close/>
                </a:path>
                <a:path w="4074159" h="7620">
                  <a:moveTo>
                    <a:pt x="605027" y="7619"/>
                  </a:moveTo>
                  <a:lnTo>
                    <a:pt x="605027" y="0"/>
                  </a:lnTo>
                  <a:lnTo>
                    <a:pt x="609600" y="0"/>
                  </a:lnTo>
                  <a:lnTo>
                    <a:pt x="611124" y="1523"/>
                  </a:lnTo>
                  <a:lnTo>
                    <a:pt x="611124" y="6096"/>
                  </a:lnTo>
                  <a:lnTo>
                    <a:pt x="609600" y="7619"/>
                  </a:lnTo>
                  <a:lnTo>
                    <a:pt x="605027" y="7619"/>
                  </a:lnTo>
                  <a:close/>
                </a:path>
                <a:path w="4074159" h="7620">
                  <a:moveTo>
                    <a:pt x="603503" y="6096"/>
                  </a:moveTo>
                  <a:lnTo>
                    <a:pt x="603503" y="1523"/>
                  </a:lnTo>
                  <a:lnTo>
                    <a:pt x="605027" y="1523"/>
                  </a:lnTo>
                  <a:lnTo>
                    <a:pt x="605027" y="6096"/>
                  </a:lnTo>
                  <a:lnTo>
                    <a:pt x="603503" y="6096"/>
                  </a:lnTo>
                  <a:close/>
                </a:path>
                <a:path w="4074159" h="7620">
                  <a:moveTo>
                    <a:pt x="643127" y="4571"/>
                  </a:moveTo>
                  <a:lnTo>
                    <a:pt x="643127" y="3048"/>
                  </a:lnTo>
                  <a:lnTo>
                    <a:pt x="646175" y="0"/>
                  </a:lnTo>
                  <a:lnTo>
                    <a:pt x="649224" y="0"/>
                  </a:lnTo>
                  <a:lnTo>
                    <a:pt x="652271" y="3048"/>
                  </a:lnTo>
                  <a:lnTo>
                    <a:pt x="652271" y="4571"/>
                  </a:lnTo>
                  <a:lnTo>
                    <a:pt x="649224" y="7619"/>
                  </a:lnTo>
                  <a:lnTo>
                    <a:pt x="646175" y="7619"/>
                  </a:lnTo>
                  <a:lnTo>
                    <a:pt x="643127" y="4571"/>
                  </a:lnTo>
                  <a:close/>
                </a:path>
                <a:path w="4074159" h="7620">
                  <a:moveTo>
                    <a:pt x="690371" y="6096"/>
                  </a:moveTo>
                  <a:lnTo>
                    <a:pt x="690371" y="1523"/>
                  </a:lnTo>
                  <a:lnTo>
                    <a:pt x="691895" y="1523"/>
                  </a:lnTo>
                  <a:lnTo>
                    <a:pt x="691895" y="6096"/>
                  </a:lnTo>
                  <a:lnTo>
                    <a:pt x="690371" y="6096"/>
                  </a:lnTo>
                  <a:close/>
                </a:path>
                <a:path w="4074159" h="7620">
                  <a:moveTo>
                    <a:pt x="685800" y="7619"/>
                  </a:moveTo>
                  <a:lnTo>
                    <a:pt x="685800" y="0"/>
                  </a:lnTo>
                  <a:lnTo>
                    <a:pt x="690371" y="0"/>
                  </a:lnTo>
                  <a:lnTo>
                    <a:pt x="690371" y="7619"/>
                  </a:lnTo>
                  <a:lnTo>
                    <a:pt x="685800" y="7619"/>
                  </a:lnTo>
                  <a:close/>
                </a:path>
                <a:path w="4074159" h="7620">
                  <a:moveTo>
                    <a:pt x="684275" y="6096"/>
                  </a:moveTo>
                  <a:lnTo>
                    <a:pt x="684275" y="1523"/>
                  </a:lnTo>
                  <a:lnTo>
                    <a:pt x="685800" y="1523"/>
                  </a:lnTo>
                  <a:lnTo>
                    <a:pt x="685800" y="6096"/>
                  </a:lnTo>
                  <a:lnTo>
                    <a:pt x="684275" y="6096"/>
                  </a:lnTo>
                  <a:close/>
                </a:path>
                <a:path w="4074159" h="7620">
                  <a:moveTo>
                    <a:pt x="723900" y="4571"/>
                  </a:moveTo>
                  <a:lnTo>
                    <a:pt x="723900" y="3048"/>
                  </a:lnTo>
                  <a:lnTo>
                    <a:pt x="726948" y="0"/>
                  </a:lnTo>
                  <a:lnTo>
                    <a:pt x="729995" y="0"/>
                  </a:lnTo>
                  <a:lnTo>
                    <a:pt x="733043" y="3048"/>
                  </a:lnTo>
                  <a:lnTo>
                    <a:pt x="733043" y="4571"/>
                  </a:lnTo>
                  <a:lnTo>
                    <a:pt x="729995" y="7619"/>
                  </a:lnTo>
                  <a:lnTo>
                    <a:pt x="726948" y="7619"/>
                  </a:lnTo>
                  <a:lnTo>
                    <a:pt x="723900" y="4571"/>
                  </a:lnTo>
                  <a:close/>
                </a:path>
                <a:path w="4074159" h="7620">
                  <a:moveTo>
                    <a:pt x="771143" y="6096"/>
                  </a:moveTo>
                  <a:lnTo>
                    <a:pt x="771143" y="1523"/>
                  </a:lnTo>
                  <a:lnTo>
                    <a:pt x="772667" y="1523"/>
                  </a:lnTo>
                  <a:lnTo>
                    <a:pt x="772667" y="6096"/>
                  </a:lnTo>
                  <a:lnTo>
                    <a:pt x="771143" y="6096"/>
                  </a:lnTo>
                  <a:close/>
                </a:path>
                <a:path w="4074159" h="7620">
                  <a:moveTo>
                    <a:pt x="765048" y="6096"/>
                  </a:moveTo>
                  <a:lnTo>
                    <a:pt x="765048" y="1523"/>
                  </a:lnTo>
                  <a:lnTo>
                    <a:pt x="766571" y="0"/>
                  </a:lnTo>
                  <a:lnTo>
                    <a:pt x="771143" y="0"/>
                  </a:lnTo>
                  <a:lnTo>
                    <a:pt x="771143" y="7619"/>
                  </a:lnTo>
                  <a:lnTo>
                    <a:pt x="766571" y="7619"/>
                  </a:lnTo>
                  <a:lnTo>
                    <a:pt x="765048" y="6096"/>
                  </a:lnTo>
                  <a:close/>
                </a:path>
                <a:path w="4074159" h="7620">
                  <a:moveTo>
                    <a:pt x="806195" y="7619"/>
                  </a:moveTo>
                  <a:lnTo>
                    <a:pt x="806195" y="0"/>
                  </a:lnTo>
                  <a:lnTo>
                    <a:pt x="810767" y="0"/>
                  </a:lnTo>
                  <a:lnTo>
                    <a:pt x="812292" y="1523"/>
                  </a:lnTo>
                  <a:lnTo>
                    <a:pt x="812292" y="6096"/>
                  </a:lnTo>
                  <a:lnTo>
                    <a:pt x="810767" y="7619"/>
                  </a:lnTo>
                  <a:lnTo>
                    <a:pt x="806195" y="7619"/>
                  </a:lnTo>
                  <a:close/>
                </a:path>
                <a:path w="4074159" h="7620">
                  <a:moveTo>
                    <a:pt x="804671" y="6096"/>
                  </a:moveTo>
                  <a:lnTo>
                    <a:pt x="804671" y="1523"/>
                  </a:lnTo>
                  <a:lnTo>
                    <a:pt x="806195" y="1523"/>
                  </a:lnTo>
                  <a:lnTo>
                    <a:pt x="806195" y="6096"/>
                  </a:lnTo>
                  <a:lnTo>
                    <a:pt x="804671" y="6096"/>
                  </a:lnTo>
                  <a:close/>
                </a:path>
                <a:path w="4074159" h="7620">
                  <a:moveTo>
                    <a:pt x="851916" y="6096"/>
                  </a:moveTo>
                  <a:lnTo>
                    <a:pt x="851916" y="1523"/>
                  </a:lnTo>
                  <a:lnTo>
                    <a:pt x="853440" y="1523"/>
                  </a:lnTo>
                  <a:lnTo>
                    <a:pt x="853440" y="6096"/>
                  </a:lnTo>
                  <a:lnTo>
                    <a:pt x="851916" y="6096"/>
                  </a:lnTo>
                  <a:close/>
                </a:path>
                <a:path w="4074159" h="7620">
                  <a:moveTo>
                    <a:pt x="845819" y="6096"/>
                  </a:moveTo>
                  <a:lnTo>
                    <a:pt x="845819" y="1523"/>
                  </a:lnTo>
                  <a:lnTo>
                    <a:pt x="847343" y="0"/>
                  </a:lnTo>
                  <a:lnTo>
                    <a:pt x="851916" y="0"/>
                  </a:lnTo>
                  <a:lnTo>
                    <a:pt x="851916" y="7619"/>
                  </a:lnTo>
                  <a:lnTo>
                    <a:pt x="847343" y="7619"/>
                  </a:lnTo>
                  <a:lnTo>
                    <a:pt x="845819" y="6096"/>
                  </a:lnTo>
                  <a:close/>
                </a:path>
                <a:path w="4074159" h="7620">
                  <a:moveTo>
                    <a:pt x="891540" y="6096"/>
                  </a:moveTo>
                  <a:lnTo>
                    <a:pt x="891540" y="1523"/>
                  </a:lnTo>
                  <a:lnTo>
                    <a:pt x="893063" y="1523"/>
                  </a:lnTo>
                  <a:lnTo>
                    <a:pt x="893063" y="6096"/>
                  </a:lnTo>
                  <a:lnTo>
                    <a:pt x="891540" y="6096"/>
                  </a:lnTo>
                  <a:close/>
                </a:path>
                <a:path w="4074159" h="7620">
                  <a:moveTo>
                    <a:pt x="886967" y="7619"/>
                  </a:moveTo>
                  <a:lnTo>
                    <a:pt x="886967" y="0"/>
                  </a:lnTo>
                  <a:lnTo>
                    <a:pt x="891540" y="0"/>
                  </a:lnTo>
                  <a:lnTo>
                    <a:pt x="891540" y="7619"/>
                  </a:lnTo>
                  <a:lnTo>
                    <a:pt x="886967" y="7619"/>
                  </a:lnTo>
                  <a:close/>
                </a:path>
                <a:path w="4074159" h="7620">
                  <a:moveTo>
                    <a:pt x="885443" y="6096"/>
                  </a:moveTo>
                  <a:lnTo>
                    <a:pt x="885443" y="1523"/>
                  </a:lnTo>
                  <a:lnTo>
                    <a:pt x="886967" y="1523"/>
                  </a:lnTo>
                  <a:lnTo>
                    <a:pt x="886967" y="6096"/>
                  </a:lnTo>
                  <a:lnTo>
                    <a:pt x="885443" y="6096"/>
                  </a:lnTo>
                  <a:close/>
                </a:path>
                <a:path w="4074159" h="7620">
                  <a:moveTo>
                    <a:pt x="925067" y="4571"/>
                  </a:moveTo>
                  <a:lnTo>
                    <a:pt x="925067" y="3048"/>
                  </a:lnTo>
                  <a:lnTo>
                    <a:pt x="928116" y="0"/>
                  </a:lnTo>
                  <a:lnTo>
                    <a:pt x="931163" y="0"/>
                  </a:lnTo>
                  <a:lnTo>
                    <a:pt x="934211" y="3048"/>
                  </a:lnTo>
                  <a:lnTo>
                    <a:pt x="934211" y="4571"/>
                  </a:lnTo>
                  <a:lnTo>
                    <a:pt x="931163" y="7619"/>
                  </a:lnTo>
                  <a:lnTo>
                    <a:pt x="928116" y="7619"/>
                  </a:lnTo>
                  <a:lnTo>
                    <a:pt x="925067" y="4571"/>
                  </a:lnTo>
                  <a:close/>
                </a:path>
                <a:path w="4074159" h="7620">
                  <a:moveTo>
                    <a:pt x="972311" y="6096"/>
                  </a:moveTo>
                  <a:lnTo>
                    <a:pt x="972311" y="1523"/>
                  </a:lnTo>
                  <a:lnTo>
                    <a:pt x="973835" y="1523"/>
                  </a:lnTo>
                  <a:lnTo>
                    <a:pt x="973835" y="6096"/>
                  </a:lnTo>
                  <a:lnTo>
                    <a:pt x="972311" y="6096"/>
                  </a:lnTo>
                  <a:close/>
                </a:path>
                <a:path w="4074159" h="7620">
                  <a:moveTo>
                    <a:pt x="967740" y="7619"/>
                  </a:moveTo>
                  <a:lnTo>
                    <a:pt x="967740" y="0"/>
                  </a:lnTo>
                  <a:lnTo>
                    <a:pt x="972311" y="0"/>
                  </a:lnTo>
                  <a:lnTo>
                    <a:pt x="972311" y="7619"/>
                  </a:lnTo>
                  <a:lnTo>
                    <a:pt x="967740" y="7619"/>
                  </a:lnTo>
                  <a:close/>
                </a:path>
                <a:path w="4074159" h="7620">
                  <a:moveTo>
                    <a:pt x="966216" y="6096"/>
                  </a:moveTo>
                  <a:lnTo>
                    <a:pt x="966216" y="1523"/>
                  </a:lnTo>
                  <a:lnTo>
                    <a:pt x="967740" y="1523"/>
                  </a:lnTo>
                  <a:lnTo>
                    <a:pt x="967740" y="6096"/>
                  </a:lnTo>
                  <a:lnTo>
                    <a:pt x="966216" y="6096"/>
                  </a:lnTo>
                  <a:close/>
                </a:path>
                <a:path w="4074159" h="7620">
                  <a:moveTo>
                    <a:pt x="1005840" y="6096"/>
                  </a:moveTo>
                  <a:lnTo>
                    <a:pt x="1005840" y="1523"/>
                  </a:lnTo>
                  <a:lnTo>
                    <a:pt x="1007363" y="1523"/>
                  </a:lnTo>
                  <a:lnTo>
                    <a:pt x="1008887" y="0"/>
                  </a:lnTo>
                  <a:lnTo>
                    <a:pt x="1011935" y="0"/>
                  </a:lnTo>
                  <a:lnTo>
                    <a:pt x="1013459" y="1523"/>
                  </a:lnTo>
                  <a:lnTo>
                    <a:pt x="1013459" y="6096"/>
                  </a:lnTo>
                  <a:lnTo>
                    <a:pt x="1011935" y="7619"/>
                  </a:lnTo>
                  <a:lnTo>
                    <a:pt x="1008887" y="7619"/>
                  </a:lnTo>
                  <a:lnTo>
                    <a:pt x="1007363" y="6096"/>
                  </a:lnTo>
                  <a:lnTo>
                    <a:pt x="1005840" y="6096"/>
                  </a:lnTo>
                  <a:close/>
                </a:path>
                <a:path w="4074159" h="7620">
                  <a:moveTo>
                    <a:pt x="1053084" y="6096"/>
                  </a:moveTo>
                  <a:lnTo>
                    <a:pt x="1053084" y="1523"/>
                  </a:lnTo>
                  <a:lnTo>
                    <a:pt x="1054608" y="1523"/>
                  </a:lnTo>
                  <a:lnTo>
                    <a:pt x="1054608" y="6096"/>
                  </a:lnTo>
                  <a:lnTo>
                    <a:pt x="1053084" y="6096"/>
                  </a:lnTo>
                  <a:close/>
                </a:path>
                <a:path w="4074159" h="7620">
                  <a:moveTo>
                    <a:pt x="1046987" y="6096"/>
                  </a:moveTo>
                  <a:lnTo>
                    <a:pt x="1046987" y="1523"/>
                  </a:lnTo>
                  <a:lnTo>
                    <a:pt x="1048511" y="0"/>
                  </a:lnTo>
                  <a:lnTo>
                    <a:pt x="1053084" y="0"/>
                  </a:lnTo>
                  <a:lnTo>
                    <a:pt x="1053084" y="7619"/>
                  </a:lnTo>
                  <a:lnTo>
                    <a:pt x="1048511" y="7619"/>
                  </a:lnTo>
                  <a:lnTo>
                    <a:pt x="1046987" y="6096"/>
                  </a:lnTo>
                  <a:close/>
                </a:path>
                <a:path w="4074159" h="7620">
                  <a:moveTo>
                    <a:pt x="1088135" y="7619"/>
                  </a:moveTo>
                  <a:lnTo>
                    <a:pt x="1088135" y="0"/>
                  </a:lnTo>
                  <a:lnTo>
                    <a:pt x="1092708" y="0"/>
                  </a:lnTo>
                  <a:lnTo>
                    <a:pt x="1094232" y="1523"/>
                  </a:lnTo>
                  <a:lnTo>
                    <a:pt x="1094232" y="6096"/>
                  </a:lnTo>
                  <a:lnTo>
                    <a:pt x="1092708" y="7619"/>
                  </a:lnTo>
                  <a:lnTo>
                    <a:pt x="1088135" y="7619"/>
                  </a:lnTo>
                  <a:close/>
                </a:path>
                <a:path w="4074159" h="7620">
                  <a:moveTo>
                    <a:pt x="1086611" y="6096"/>
                  </a:moveTo>
                  <a:lnTo>
                    <a:pt x="1086611" y="1523"/>
                  </a:lnTo>
                  <a:lnTo>
                    <a:pt x="1088135" y="1523"/>
                  </a:lnTo>
                  <a:lnTo>
                    <a:pt x="1088135" y="6096"/>
                  </a:lnTo>
                  <a:lnTo>
                    <a:pt x="1086611" y="6096"/>
                  </a:lnTo>
                  <a:close/>
                </a:path>
                <a:path w="4074159" h="7620">
                  <a:moveTo>
                    <a:pt x="1126235" y="4571"/>
                  </a:moveTo>
                  <a:lnTo>
                    <a:pt x="1126235" y="3048"/>
                  </a:lnTo>
                  <a:lnTo>
                    <a:pt x="1129284" y="0"/>
                  </a:lnTo>
                  <a:lnTo>
                    <a:pt x="1132332" y="0"/>
                  </a:lnTo>
                  <a:lnTo>
                    <a:pt x="1135379" y="3048"/>
                  </a:lnTo>
                  <a:lnTo>
                    <a:pt x="1135379" y="4571"/>
                  </a:lnTo>
                  <a:lnTo>
                    <a:pt x="1132332" y="7619"/>
                  </a:lnTo>
                  <a:lnTo>
                    <a:pt x="1129284" y="7619"/>
                  </a:lnTo>
                  <a:lnTo>
                    <a:pt x="1126235" y="4571"/>
                  </a:lnTo>
                  <a:close/>
                </a:path>
                <a:path w="4074159" h="7620">
                  <a:moveTo>
                    <a:pt x="1173479" y="6096"/>
                  </a:moveTo>
                  <a:lnTo>
                    <a:pt x="1173479" y="1523"/>
                  </a:lnTo>
                  <a:lnTo>
                    <a:pt x="1175003" y="1523"/>
                  </a:lnTo>
                  <a:lnTo>
                    <a:pt x="1175003" y="6096"/>
                  </a:lnTo>
                  <a:lnTo>
                    <a:pt x="1173479" y="6096"/>
                  </a:lnTo>
                  <a:close/>
                </a:path>
                <a:path w="4074159" h="7620">
                  <a:moveTo>
                    <a:pt x="1168908" y="7619"/>
                  </a:moveTo>
                  <a:lnTo>
                    <a:pt x="1168908" y="0"/>
                  </a:lnTo>
                  <a:lnTo>
                    <a:pt x="1173479" y="0"/>
                  </a:lnTo>
                  <a:lnTo>
                    <a:pt x="1173479" y="7619"/>
                  </a:lnTo>
                  <a:lnTo>
                    <a:pt x="1168908" y="7619"/>
                  </a:lnTo>
                  <a:close/>
                </a:path>
                <a:path w="4074159" h="7620">
                  <a:moveTo>
                    <a:pt x="1167384" y="6096"/>
                  </a:moveTo>
                  <a:lnTo>
                    <a:pt x="1167384" y="1523"/>
                  </a:lnTo>
                  <a:lnTo>
                    <a:pt x="1168908" y="1523"/>
                  </a:lnTo>
                  <a:lnTo>
                    <a:pt x="1168908" y="6096"/>
                  </a:lnTo>
                  <a:lnTo>
                    <a:pt x="1167384" y="6096"/>
                  </a:lnTo>
                  <a:close/>
                </a:path>
                <a:path w="4074159" h="7620">
                  <a:moveTo>
                    <a:pt x="1207008" y="4571"/>
                  </a:moveTo>
                  <a:lnTo>
                    <a:pt x="1207008" y="3048"/>
                  </a:lnTo>
                  <a:lnTo>
                    <a:pt x="1210055" y="0"/>
                  </a:lnTo>
                  <a:lnTo>
                    <a:pt x="1213103" y="0"/>
                  </a:lnTo>
                  <a:lnTo>
                    <a:pt x="1216151" y="3048"/>
                  </a:lnTo>
                  <a:lnTo>
                    <a:pt x="1216151" y="4571"/>
                  </a:lnTo>
                  <a:lnTo>
                    <a:pt x="1213103" y="7619"/>
                  </a:lnTo>
                  <a:lnTo>
                    <a:pt x="1210055" y="7619"/>
                  </a:lnTo>
                  <a:lnTo>
                    <a:pt x="1207008" y="4571"/>
                  </a:lnTo>
                  <a:close/>
                </a:path>
                <a:path w="4074159" h="7620">
                  <a:moveTo>
                    <a:pt x="1254251" y="6096"/>
                  </a:moveTo>
                  <a:lnTo>
                    <a:pt x="1254251" y="1523"/>
                  </a:lnTo>
                  <a:lnTo>
                    <a:pt x="1255776" y="1523"/>
                  </a:lnTo>
                  <a:lnTo>
                    <a:pt x="1255776" y="6096"/>
                  </a:lnTo>
                  <a:lnTo>
                    <a:pt x="1254251" y="6096"/>
                  </a:lnTo>
                  <a:close/>
                </a:path>
                <a:path w="4074159" h="7620">
                  <a:moveTo>
                    <a:pt x="1248155" y="6096"/>
                  </a:moveTo>
                  <a:lnTo>
                    <a:pt x="1248155" y="1523"/>
                  </a:lnTo>
                  <a:lnTo>
                    <a:pt x="1249679" y="0"/>
                  </a:lnTo>
                  <a:lnTo>
                    <a:pt x="1254251" y="0"/>
                  </a:lnTo>
                  <a:lnTo>
                    <a:pt x="1254251" y="7619"/>
                  </a:lnTo>
                  <a:lnTo>
                    <a:pt x="1249679" y="7619"/>
                  </a:lnTo>
                  <a:lnTo>
                    <a:pt x="1248155" y="6096"/>
                  </a:lnTo>
                  <a:close/>
                </a:path>
                <a:path w="4074159" h="7620">
                  <a:moveTo>
                    <a:pt x="1289303" y="7619"/>
                  </a:moveTo>
                  <a:lnTo>
                    <a:pt x="1289303" y="0"/>
                  </a:lnTo>
                  <a:lnTo>
                    <a:pt x="1293876" y="0"/>
                  </a:lnTo>
                  <a:lnTo>
                    <a:pt x="1295400" y="1523"/>
                  </a:lnTo>
                  <a:lnTo>
                    <a:pt x="1295400" y="6096"/>
                  </a:lnTo>
                  <a:lnTo>
                    <a:pt x="1293876" y="7619"/>
                  </a:lnTo>
                  <a:lnTo>
                    <a:pt x="1289303" y="7619"/>
                  </a:lnTo>
                  <a:close/>
                </a:path>
                <a:path w="4074159" h="7620">
                  <a:moveTo>
                    <a:pt x="1287779" y="6096"/>
                  </a:moveTo>
                  <a:lnTo>
                    <a:pt x="1287779" y="1523"/>
                  </a:lnTo>
                  <a:lnTo>
                    <a:pt x="1289303" y="1523"/>
                  </a:lnTo>
                  <a:lnTo>
                    <a:pt x="1289303" y="6096"/>
                  </a:lnTo>
                  <a:lnTo>
                    <a:pt x="1287779" y="6096"/>
                  </a:lnTo>
                  <a:close/>
                </a:path>
                <a:path w="4074159" h="7620">
                  <a:moveTo>
                    <a:pt x="1335024" y="6096"/>
                  </a:moveTo>
                  <a:lnTo>
                    <a:pt x="1335024" y="1523"/>
                  </a:lnTo>
                  <a:lnTo>
                    <a:pt x="1336548" y="1523"/>
                  </a:lnTo>
                  <a:lnTo>
                    <a:pt x="1336548" y="6096"/>
                  </a:lnTo>
                  <a:lnTo>
                    <a:pt x="1335024" y="6096"/>
                  </a:lnTo>
                  <a:close/>
                </a:path>
                <a:path w="4074159" h="7620">
                  <a:moveTo>
                    <a:pt x="1328927" y="6096"/>
                  </a:moveTo>
                  <a:lnTo>
                    <a:pt x="1328927" y="1523"/>
                  </a:lnTo>
                  <a:lnTo>
                    <a:pt x="1330451" y="0"/>
                  </a:lnTo>
                  <a:lnTo>
                    <a:pt x="1335024" y="0"/>
                  </a:lnTo>
                  <a:lnTo>
                    <a:pt x="1335024" y="7619"/>
                  </a:lnTo>
                  <a:lnTo>
                    <a:pt x="1330451" y="7619"/>
                  </a:lnTo>
                  <a:lnTo>
                    <a:pt x="1328927" y="6096"/>
                  </a:lnTo>
                  <a:close/>
                </a:path>
                <a:path w="4074159" h="7620">
                  <a:moveTo>
                    <a:pt x="1374648" y="6096"/>
                  </a:moveTo>
                  <a:lnTo>
                    <a:pt x="1374648" y="1523"/>
                  </a:lnTo>
                  <a:lnTo>
                    <a:pt x="1376171" y="1523"/>
                  </a:lnTo>
                  <a:lnTo>
                    <a:pt x="1376171" y="6096"/>
                  </a:lnTo>
                  <a:lnTo>
                    <a:pt x="1374648" y="6096"/>
                  </a:lnTo>
                  <a:close/>
                </a:path>
                <a:path w="4074159" h="7620">
                  <a:moveTo>
                    <a:pt x="1370076" y="7619"/>
                  </a:moveTo>
                  <a:lnTo>
                    <a:pt x="1370076" y="0"/>
                  </a:lnTo>
                  <a:lnTo>
                    <a:pt x="1374648" y="0"/>
                  </a:lnTo>
                  <a:lnTo>
                    <a:pt x="1374648" y="7619"/>
                  </a:lnTo>
                  <a:lnTo>
                    <a:pt x="1370076" y="7619"/>
                  </a:lnTo>
                  <a:close/>
                </a:path>
                <a:path w="4074159" h="7620">
                  <a:moveTo>
                    <a:pt x="1368551" y="6096"/>
                  </a:moveTo>
                  <a:lnTo>
                    <a:pt x="1368551" y="1523"/>
                  </a:lnTo>
                  <a:lnTo>
                    <a:pt x="1370076" y="1523"/>
                  </a:lnTo>
                  <a:lnTo>
                    <a:pt x="1370076" y="6096"/>
                  </a:lnTo>
                  <a:lnTo>
                    <a:pt x="1368551" y="6096"/>
                  </a:lnTo>
                  <a:close/>
                </a:path>
                <a:path w="4074159" h="7620">
                  <a:moveTo>
                    <a:pt x="1408176" y="4571"/>
                  </a:moveTo>
                  <a:lnTo>
                    <a:pt x="1408176" y="3048"/>
                  </a:lnTo>
                  <a:lnTo>
                    <a:pt x="1411224" y="0"/>
                  </a:lnTo>
                  <a:lnTo>
                    <a:pt x="1414271" y="0"/>
                  </a:lnTo>
                  <a:lnTo>
                    <a:pt x="1417319" y="3048"/>
                  </a:lnTo>
                  <a:lnTo>
                    <a:pt x="1417319" y="4571"/>
                  </a:lnTo>
                  <a:lnTo>
                    <a:pt x="1414271" y="7619"/>
                  </a:lnTo>
                  <a:lnTo>
                    <a:pt x="1411224" y="7619"/>
                  </a:lnTo>
                  <a:lnTo>
                    <a:pt x="1408176" y="4571"/>
                  </a:lnTo>
                  <a:close/>
                </a:path>
                <a:path w="4074159" h="7620">
                  <a:moveTo>
                    <a:pt x="1455419" y="6096"/>
                  </a:moveTo>
                  <a:lnTo>
                    <a:pt x="1455419" y="1523"/>
                  </a:lnTo>
                  <a:lnTo>
                    <a:pt x="1456943" y="1523"/>
                  </a:lnTo>
                  <a:lnTo>
                    <a:pt x="1456943" y="6096"/>
                  </a:lnTo>
                  <a:lnTo>
                    <a:pt x="1455419" y="6096"/>
                  </a:lnTo>
                  <a:close/>
                </a:path>
                <a:path w="4074159" h="7620">
                  <a:moveTo>
                    <a:pt x="1450848" y="7619"/>
                  </a:moveTo>
                  <a:lnTo>
                    <a:pt x="1450848" y="0"/>
                  </a:lnTo>
                  <a:lnTo>
                    <a:pt x="1455419" y="0"/>
                  </a:lnTo>
                  <a:lnTo>
                    <a:pt x="1455419" y="7619"/>
                  </a:lnTo>
                  <a:lnTo>
                    <a:pt x="1450848" y="7619"/>
                  </a:lnTo>
                  <a:close/>
                </a:path>
                <a:path w="4074159" h="7620">
                  <a:moveTo>
                    <a:pt x="1449324" y="6096"/>
                  </a:moveTo>
                  <a:lnTo>
                    <a:pt x="1449324" y="1523"/>
                  </a:lnTo>
                  <a:lnTo>
                    <a:pt x="1450848" y="1523"/>
                  </a:lnTo>
                  <a:lnTo>
                    <a:pt x="1450848" y="6096"/>
                  </a:lnTo>
                  <a:lnTo>
                    <a:pt x="1449324" y="6096"/>
                  </a:lnTo>
                  <a:close/>
                </a:path>
                <a:path w="4074159" h="7620">
                  <a:moveTo>
                    <a:pt x="1490471" y="7619"/>
                  </a:moveTo>
                  <a:lnTo>
                    <a:pt x="1490471" y="0"/>
                  </a:lnTo>
                  <a:lnTo>
                    <a:pt x="1495043" y="0"/>
                  </a:lnTo>
                  <a:lnTo>
                    <a:pt x="1496567" y="1523"/>
                  </a:lnTo>
                  <a:lnTo>
                    <a:pt x="1496567" y="6096"/>
                  </a:lnTo>
                  <a:lnTo>
                    <a:pt x="1495043" y="7619"/>
                  </a:lnTo>
                  <a:lnTo>
                    <a:pt x="1490471" y="7619"/>
                  </a:lnTo>
                  <a:close/>
                </a:path>
                <a:path w="4074159" h="7620">
                  <a:moveTo>
                    <a:pt x="1488948" y="6096"/>
                  </a:moveTo>
                  <a:lnTo>
                    <a:pt x="1488948" y="1523"/>
                  </a:lnTo>
                  <a:lnTo>
                    <a:pt x="1490471" y="1523"/>
                  </a:lnTo>
                  <a:lnTo>
                    <a:pt x="1490471" y="6096"/>
                  </a:lnTo>
                  <a:lnTo>
                    <a:pt x="1488948" y="6096"/>
                  </a:lnTo>
                  <a:close/>
                </a:path>
                <a:path w="4074159" h="7620">
                  <a:moveTo>
                    <a:pt x="1536192" y="6096"/>
                  </a:moveTo>
                  <a:lnTo>
                    <a:pt x="1536192" y="1523"/>
                  </a:lnTo>
                  <a:lnTo>
                    <a:pt x="1537716" y="1523"/>
                  </a:lnTo>
                  <a:lnTo>
                    <a:pt x="1537716" y="6096"/>
                  </a:lnTo>
                  <a:lnTo>
                    <a:pt x="1536192" y="6096"/>
                  </a:lnTo>
                  <a:close/>
                </a:path>
                <a:path w="4074159" h="7620">
                  <a:moveTo>
                    <a:pt x="1530095" y="6096"/>
                  </a:moveTo>
                  <a:lnTo>
                    <a:pt x="1530095" y="1523"/>
                  </a:lnTo>
                  <a:lnTo>
                    <a:pt x="1531619" y="0"/>
                  </a:lnTo>
                  <a:lnTo>
                    <a:pt x="1536192" y="0"/>
                  </a:lnTo>
                  <a:lnTo>
                    <a:pt x="1536192" y="7619"/>
                  </a:lnTo>
                  <a:lnTo>
                    <a:pt x="1531619" y="7619"/>
                  </a:lnTo>
                  <a:lnTo>
                    <a:pt x="1530095" y="6096"/>
                  </a:lnTo>
                  <a:close/>
                </a:path>
                <a:path w="4074159" h="7620">
                  <a:moveTo>
                    <a:pt x="1571243" y="7619"/>
                  </a:moveTo>
                  <a:lnTo>
                    <a:pt x="1571243" y="0"/>
                  </a:lnTo>
                  <a:lnTo>
                    <a:pt x="1575816" y="0"/>
                  </a:lnTo>
                  <a:lnTo>
                    <a:pt x="1577340" y="1523"/>
                  </a:lnTo>
                  <a:lnTo>
                    <a:pt x="1577340" y="6096"/>
                  </a:lnTo>
                  <a:lnTo>
                    <a:pt x="1575816" y="7619"/>
                  </a:lnTo>
                  <a:lnTo>
                    <a:pt x="1571243" y="7619"/>
                  </a:lnTo>
                  <a:close/>
                </a:path>
                <a:path w="4074159" h="7620">
                  <a:moveTo>
                    <a:pt x="1569719" y="6096"/>
                  </a:moveTo>
                  <a:lnTo>
                    <a:pt x="1569719" y="1523"/>
                  </a:lnTo>
                  <a:lnTo>
                    <a:pt x="1571243" y="1523"/>
                  </a:lnTo>
                  <a:lnTo>
                    <a:pt x="1571243" y="6096"/>
                  </a:lnTo>
                  <a:lnTo>
                    <a:pt x="1569719" y="6096"/>
                  </a:lnTo>
                  <a:close/>
                </a:path>
                <a:path w="4074159" h="7620">
                  <a:moveTo>
                    <a:pt x="1609343" y="4571"/>
                  </a:moveTo>
                  <a:lnTo>
                    <a:pt x="1609343" y="3048"/>
                  </a:lnTo>
                  <a:lnTo>
                    <a:pt x="1612392" y="0"/>
                  </a:lnTo>
                  <a:lnTo>
                    <a:pt x="1615440" y="0"/>
                  </a:lnTo>
                  <a:lnTo>
                    <a:pt x="1618487" y="3048"/>
                  </a:lnTo>
                  <a:lnTo>
                    <a:pt x="1618487" y="4571"/>
                  </a:lnTo>
                  <a:lnTo>
                    <a:pt x="1615440" y="7619"/>
                  </a:lnTo>
                  <a:lnTo>
                    <a:pt x="1612392" y="7619"/>
                  </a:lnTo>
                  <a:lnTo>
                    <a:pt x="1609343" y="4571"/>
                  </a:lnTo>
                  <a:close/>
                </a:path>
                <a:path w="4074159" h="7620">
                  <a:moveTo>
                    <a:pt x="1656587" y="6096"/>
                  </a:moveTo>
                  <a:lnTo>
                    <a:pt x="1656587" y="1523"/>
                  </a:lnTo>
                  <a:lnTo>
                    <a:pt x="1658111" y="1523"/>
                  </a:lnTo>
                  <a:lnTo>
                    <a:pt x="1658111" y="6096"/>
                  </a:lnTo>
                  <a:lnTo>
                    <a:pt x="1656587" y="6096"/>
                  </a:lnTo>
                  <a:close/>
                </a:path>
                <a:path w="4074159" h="7620">
                  <a:moveTo>
                    <a:pt x="1652016" y="7619"/>
                  </a:moveTo>
                  <a:lnTo>
                    <a:pt x="1652016" y="0"/>
                  </a:lnTo>
                  <a:lnTo>
                    <a:pt x="1656587" y="0"/>
                  </a:lnTo>
                  <a:lnTo>
                    <a:pt x="1656587" y="7619"/>
                  </a:lnTo>
                  <a:lnTo>
                    <a:pt x="1652016" y="7619"/>
                  </a:lnTo>
                  <a:close/>
                </a:path>
                <a:path w="4074159" h="7620">
                  <a:moveTo>
                    <a:pt x="1650492" y="6096"/>
                  </a:moveTo>
                  <a:lnTo>
                    <a:pt x="1650492" y="1523"/>
                  </a:lnTo>
                  <a:lnTo>
                    <a:pt x="1652016" y="1523"/>
                  </a:lnTo>
                  <a:lnTo>
                    <a:pt x="1652016" y="6096"/>
                  </a:lnTo>
                  <a:lnTo>
                    <a:pt x="1650492" y="6096"/>
                  </a:lnTo>
                  <a:close/>
                </a:path>
                <a:path w="4074159" h="7620">
                  <a:moveTo>
                    <a:pt x="1690116" y="4571"/>
                  </a:moveTo>
                  <a:lnTo>
                    <a:pt x="1690116" y="3048"/>
                  </a:lnTo>
                  <a:lnTo>
                    <a:pt x="1693163" y="0"/>
                  </a:lnTo>
                  <a:lnTo>
                    <a:pt x="1696211" y="0"/>
                  </a:lnTo>
                  <a:lnTo>
                    <a:pt x="1699259" y="3048"/>
                  </a:lnTo>
                  <a:lnTo>
                    <a:pt x="1699259" y="4571"/>
                  </a:lnTo>
                  <a:lnTo>
                    <a:pt x="1696211" y="7619"/>
                  </a:lnTo>
                  <a:lnTo>
                    <a:pt x="1693163" y="7619"/>
                  </a:lnTo>
                  <a:lnTo>
                    <a:pt x="1690116" y="4571"/>
                  </a:lnTo>
                  <a:close/>
                </a:path>
                <a:path w="4074159" h="7620">
                  <a:moveTo>
                    <a:pt x="1737359" y="6096"/>
                  </a:moveTo>
                  <a:lnTo>
                    <a:pt x="1737359" y="1523"/>
                  </a:lnTo>
                  <a:lnTo>
                    <a:pt x="1738884" y="1523"/>
                  </a:lnTo>
                  <a:lnTo>
                    <a:pt x="1738884" y="6096"/>
                  </a:lnTo>
                  <a:lnTo>
                    <a:pt x="1737359" y="6096"/>
                  </a:lnTo>
                  <a:close/>
                </a:path>
                <a:path w="4074159" h="7620">
                  <a:moveTo>
                    <a:pt x="1731263" y="6096"/>
                  </a:moveTo>
                  <a:lnTo>
                    <a:pt x="1731263" y="1523"/>
                  </a:lnTo>
                  <a:lnTo>
                    <a:pt x="1732787" y="0"/>
                  </a:lnTo>
                  <a:lnTo>
                    <a:pt x="1737359" y="0"/>
                  </a:lnTo>
                  <a:lnTo>
                    <a:pt x="1737359" y="7619"/>
                  </a:lnTo>
                  <a:lnTo>
                    <a:pt x="1732787" y="7619"/>
                  </a:lnTo>
                  <a:lnTo>
                    <a:pt x="1731263" y="6096"/>
                  </a:lnTo>
                  <a:close/>
                </a:path>
                <a:path w="4074159" h="7620">
                  <a:moveTo>
                    <a:pt x="1772411" y="7619"/>
                  </a:moveTo>
                  <a:lnTo>
                    <a:pt x="1772411" y="0"/>
                  </a:lnTo>
                  <a:lnTo>
                    <a:pt x="1776984" y="0"/>
                  </a:lnTo>
                  <a:lnTo>
                    <a:pt x="1778508" y="1523"/>
                  </a:lnTo>
                  <a:lnTo>
                    <a:pt x="1778508" y="6096"/>
                  </a:lnTo>
                  <a:lnTo>
                    <a:pt x="1776984" y="7619"/>
                  </a:lnTo>
                  <a:lnTo>
                    <a:pt x="1772411" y="7619"/>
                  </a:lnTo>
                  <a:close/>
                </a:path>
                <a:path w="4074159" h="7620">
                  <a:moveTo>
                    <a:pt x="1770887" y="6096"/>
                  </a:moveTo>
                  <a:lnTo>
                    <a:pt x="1770887" y="1523"/>
                  </a:lnTo>
                  <a:lnTo>
                    <a:pt x="1772411" y="1523"/>
                  </a:lnTo>
                  <a:lnTo>
                    <a:pt x="1772411" y="6096"/>
                  </a:lnTo>
                  <a:lnTo>
                    <a:pt x="1770887" y="6096"/>
                  </a:lnTo>
                  <a:close/>
                </a:path>
                <a:path w="4074159" h="7620">
                  <a:moveTo>
                    <a:pt x="1818132" y="6096"/>
                  </a:moveTo>
                  <a:lnTo>
                    <a:pt x="1818132" y="1523"/>
                  </a:lnTo>
                  <a:lnTo>
                    <a:pt x="1819655" y="1523"/>
                  </a:lnTo>
                  <a:lnTo>
                    <a:pt x="1819655" y="6096"/>
                  </a:lnTo>
                  <a:lnTo>
                    <a:pt x="1818132" y="6096"/>
                  </a:lnTo>
                  <a:close/>
                </a:path>
                <a:path w="4074159" h="7620">
                  <a:moveTo>
                    <a:pt x="1812035" y="6096"/>
                  </a:moveTo>
                  <a:lnTo>
                    <a:pt x="1812035" y="1523"/>
                  </a:lnTo>
                  <a:lnTo>
                    <a:pt x="1813559" y="0"/>
                  </a:lnTo>
                  <a:lnTo>
                    <a:pt x="1818132" y="0"/>
                  </a:lnTo>
                  <a:lnTo>
                    <a:pt x="1818132" y="7619"/>
                  </a:lnTo>
                  <a:lnTo>
                    <a:pt x="1813559" y="7619"/>
                  </a:lnTo>
                  <a:lnTo>
                    <a:pt x="1812035" y="6096"/>
                  </a:lnTo>
                  <a:close/>
                </a:path>
                <a:path w="4074159" h="7620">
                  <a:moveTo>
                    <a:pt x="1857755" y="6096"/>
                  </a:moveTo>
                  <a:lnTo>
                    <a:pt x="1857755" y="1523"/>
                  </a:lnTo>
                  <a:lnTo>
                    <a:pt x="1859279" y="1523"/>
                  </a:lnTo>
                  <a:lnTo>
                    <a:pt x="1859279" y="6096"/>
                  </a:lnTo>
                  <a:lnTo>
                    <a:pt x="1857755" y="6096"/>
                  </a:lnTo>
                  <a:close/>
                </a:path>
                <a:path w="4074159" h="7620">
                  <a:moveTo>
                    <a:pt x="1853184" y="7619"/>
                  </a:moveTo>
                  <a:lnTo>
                    <a:pt x="1853184" y="0"/>
                  </a:lnTo>
                  <a:lnTo>
                    <a:pt x="1857755" y="0"/>
                  </a:lnTo>
                  <a:lnTo>
                    <a:pt x="1857755" y="7619"/>
                  </a:lnTo>
                  <a:lnTo>
                    <a:pt x="1853184" y="7619"/>
                  </a:lnTo>
                  <a:close/>
                </a:path>
                <a:path w="4074159" h="7620">
                  <a:moveTo>
                    <a:pt x="1851659" y="6096"/>
                  </a:moveTo>
                  <a:lnTo>
                    <a:pt x="1851659" y="1523"/>
                  </a:lnTo>
                  <a:lnTo>
                    <a:pt x="1853184" y="1523"/>
                  </a:lnTo>
                  <a:lnTo>
                    <a:pt x="1853184" y="6096"/>
                  </a:lnTo>
                  <a:lnTo>
                    <a:pt x="1851659" y="6096"/>
                  </a:lnTo>
                  <a:close/>
                </a:path>
                <a:path w="4074159" h="7620">
                  <a:moveTo>
                    <a:pt x="1891284" y="4571"/>
                  </a:moveTo>
                  <a:lnTo>
                    <a:pt x="1891284" y="3048"/>
                  </a:lnTo>
                  <a:lnTo>
                    <a:pt x="1894332" y="0"/>
                  </a:lnTo>
                  <a:lnTo>
                    <a:pt x="1897379" y="0"/>
                  </a:lnTo>
                  <a:lnTo>
                    <a:pt x="1900427" y="3048"/>
                  </a:lnTo>
                  <a:lnTo>
                    <a:pt x="1900427" y="4571"/>
                  </a:lnTo>
                  <a:lnTo>
                    <a:pt x="1897379" y="7619"/>
                  </a:lnTo>
                  <a:lnTo>
                    <a:pt x="1894332" y="7619"/>
                  </a:lnTo>
                  <a:lnTo>
                    <a:pt x="1891284" y="4571"/>
                  </a:lnTo>
                  <a:close/>
                </a:path>
                <a:path w="4074159" h="7620">
                  <a:moveTo>
                    <a:pt x="1938527" y="6096"/>
                  </a:moveTo>
                  <a:lnTo>
                    <a:pt x="1938527" y="1523"/>
                  </a:lnTo>
                  <a:lnTo>
                    <a:pt x="1940051" y="1523"/>
                  </a:lnTo>
                  <a:lnTo>
                    <a:pt x="1940051" y="6096"/>
                  </a:lnTo>
                  <a:lnTo>
                    <a:pt x="1938527" y="6096"/>
                  </a:lnTo>
                  <a:close/>
                </a:path>
                <a:path w="4074159" h="7620">
                  <a:moveTo>
                    <a:pt x="1933955" y="7619"/>
                  </a:moveTo>
                  <a:lnTo>
                    <a:pt x="1933955" y="0"/>
                  </a:lnTo>
                  <a:lnTo>
                    <a:pt x="1938527" y="0"/>
                  </a:lnTo>
                  <a:lnTo>
                    <a:pt x="1938527" y="7619"/>
                  </a:lnTo>
                  <a:lnTo>
                    <a:pt x="1933955" y="7619"/>
                  </a:lnTo>
                  <a:close/>
                </a:path>
                <a:path w="4074159" h="7620">
                  <a:moveTo>
                    <a:pt x="1932432" y="6096"/>
                  </a:moveTo>
                  <a:lnTo>
                    <a:pt x="1932432" y="1523"/>
                  </a:lnTo>
                  <a:lnTo>
                    <a:pt x="1933955" y="1523"/>
                  </a:lnTo>
                  <a:lnTo>
                    <a:pt x="1933955" y="6096"/>
                  </a:lnTo>
                  <a:lnTo>
                    <a:pt x="1932432" y="6096"/>
                  </a:lnTo>
                  <a:close/>
                </a:path>
                <a:path w="4074159" h="7620">
                  <a:moveTo>
                    <a:pt x="1973579" y="7619"/>
                  </a:moveTo>
                  <a:lnTo>
                    <a:pt x="1973579" y="0"/>
                  </a:lnTo>
                  <a:lnTo>
                    <a:pt x="1978151" y="0"/>
                  </a:lnTo>
                  <a:lnTo>
                    <a:pt x="1979676" y="1523"/>
                  </a:lnTo>
                  <a:lnTo>
                    <a:pt x="1979676" y="6096"/>
                  </a:lnTo>
                  <a:lnTo>
                    <a:pt x="1978151" y="7619"/>
                  </a:lnTo>
                  <a:lnTo>
                    <a:pt x="1973579" y="7619"/>
                  </a:lnTo>
                  <a:close/>
                </a:path>
                <a:path w="4074159" h="7620">
                  <a:moveTo>
                    <a:pt x="1972055" y="6096"/>
                  </a:moveTo>
                  <a:lnTo>
                    <a:pt x="1972055" y="1523"/>
                  </a:lnTo>
                  <a:lnTo>
                    <a:pt x="1973579" y="1523"/>
                  </a:lnTo>
                  <a:lnTo>
                    <a:pt x="1973579" y="6096"/>
                  </a:lnTo>
                  <a:lnTo>
                    <a:pt x="1972055" y="6096"/>
                  </a:lnTo>
                  <a:close/>
                </a:path>
                <a:path w="4074159" h="7620">
                  <a:moveTo>
                    <a:pt x="2019300" y="6096"/>
                  </a:moveTo>
                  <a:lnTo>
                    <a:pt x="2019300" y="1523"/>
                  </a:lnTo>
                  <a:lnTo>
                    <a:pt x="2020824" y="1523"/>
                  </a:lnTo>
                  <a:lnTo>
                    <a:pt x="2020824" y="6096"/>
                  </a:lnTo>
                  <a:lnTo>
                    <a:pt x="2019300" y="6096"/>
                  </a:lnTo>
                  <a:close/>
                </a:path>
                <a:path w="4074159" h="7620">
                  <a:moveTo>
                    <a:pt x="2013203" y="6096"/>
                  </a:moveTo>
                  <a:lnTo>
                    <a:pt x="2013203" y="1523"/>
                  </a:lnTo>
                  <a:lnTo>
                    <a:pt x="2014727" y="0"/>
                  </a:lnTo>
                  <a:lnTo>
                    <a:pt x="2019300" y="0"/>
                  </a:lnTo>
                  <a:lnTo>
                    <a:pt x="2019300" y="7619"/>
                  </a:lnTo>
                  <a:lnTo>
                    <a:pt x="2014727" y="7619"/>
                  </a:lnTo>
                  <a:lnTo>
                    <a:pt x="2013203" y="6096"/>
                  </a:lnTo>
                  <a:close/>
                </a:path>
                <a:path w="4074159" h="7620">
                  <a:moveTo>
                    <a:pt x="2054351" y="7619"/>
                  </a:moveTo>
                  <a:lnTo>
                    <a:pt x="2054351" y="0"/>
                  </a:lnTo>
                  <a:lnTo>
                    <a:pt x="2058924" y="0"/>
                  </a:lnTo>
                  <a:lnTo>
                    <a:pt x="2060448" y="1523"/>
                  </a:lnTo>
                  <a:lnTo>
                    <a:pt x="2060448" y="6096"/>
                  </a:lnTo>
                  <a:lnTo>
                    <a:pt x="2058924" y="7619"/>
                  </a:lnTo>
                  <a:lnTo>
                    <a:pt x="2054351" y="7619"/>
                  </a:lnTo>
                  <a:close/>
                </a:path>
                <a:path w="4074159" h="7620">
                  <a:moveTo>
                    <a:pt x="2052827" y="6096"/>
                  </a:moveTo>
                  <a:lnTo>
                    <a:pt x="2052827" y="1523"/>
                  </a:lnTo>
                  <a:lnTo>
                    <a:pt x="2054351" y="1523"/>
                  </a:lnTo>
                  <a:lnTo>
                    <a:pt x="2054351" y="6096"/>
                  </a:lnTo>
                  <a:lnTo>
                    <a:pt x="2052827" y="6096"/>
                  </a:lnTo>
                  <a:close/>
                </a:path>
                <a:path w="4074159" h="7620">
                  <a:moveTo>
                    <a:pt x="2092451" y="4571"/>
                  </a:moveTo>
                  <a:lnTo>
                    <a:pt x="2092451" y="3048"/>
                  </a:lnTo>
                  <a:lnTo>
                    <a:pt x="2095500" y="0"/>
                  </a:lnTo>
                  <a:lnTo>
                    <a:pt x="2098548" y="0"/>
                  </a:lnTo>
                  <a:lnTo>
                    <a:pt x="2101595" y="3048"/>
                  </a:lnTo>
                  <a:lnTo>
                    <a:pt x="2101595" y="4571"/>
                  </a:lnTo>
                  <a:lnTo>
                    <a:pt x="2098548" y="7619"/>
                  </a:lnTo>
                  <a:lnTo>
                    <a:pt x="2095500" y="7619"/>
                  </a:lnTo>
                  <a:lnTo>
                    <a:pt x="2092451" y="4571"/>
                  </a:lnTo>
                  <a:close/>
                </a:path>
                <a:path w="4074159" h="7620">
                  <a:moveTo>
                    <a:pt x="2139696" y="6096"/>
                  </a:moveTo>
                  <a:lnTo>
                    <a:pt x="2139696" y="1523"/>
                  </a:lnTo>
                  <a:lnTo>
                    <a:pt x="2141219" y="1523"/>
                  </a:lnTo>
                  <a:lnTo>
                    <a:pt x="2141219" y="6096"/>
                  </a:lnTo>
                  <a:lnTo>
                    <a:pt x="2139696" y="6096"/>
                  </a:lnTo>
                  <a:close/>
                </a:path>
                <a:path w="4074159" h="7620">
                  <a:moveTo>
                    <a:pt x="2135123" y="7619"/>
                  </a:moveTo>
                  <a:lnTo>
                    <a:pt x="2135123" y="0"/>
                  </a:lnTo>
                  <a:lnTo>
                    <a:pt x="2139696" y="0"/>
                  </a:lnTo>
                  <a:lnTo>
                    <a:pt x="2139696" y="7619"/>
                  </a:lnTo>
                  <a:lnTo>
                    <a:pt x="2135123" y="7619"/>
                  </a:lnTo>
                  <a:close/>
                </a:path>
                <a:path w="4074159" h="7620">
                  <a:moveTo>
                    <a:pt x="2133600" y="6096"/>
                  </a:moveTo>
                  <a:lnTo>
                    <a:pt x="2133600" y="1523"/>
                  </a:lnTo>
                  <a:lnTo>
                    <a:pt x="2135123" y="1523"/>
                  </a:lnTo>
                  <a:lnTo>
                    <a:pt x="2135123" y="6096"/>
                  </a:lnTo>
                  <a:lnTo>
                    <a:pt x="2133600" y="6096"/>
                  </a:lnTo>
                  <a:close/>
                </a:path>
                <a:path w="4074159" h="7620">
                  <a:moveTo>
                    <a:pt x="2173223" y="4571"/>
                  </a:moveTo>
                  <a:lnTo>
                    <a:pt x="2173223" y="3048"/>
                  </a:lnTo>
                  <a:lnTo>
                    <a:pt x="2176272" y="0"/>
                  </a:lnTo>
                  <a:lnTo>
                    <a:pt x="2179319" y="0"/>
                  </a:lnTo>
                  <a:lnTo>
                    <a:pt x="2182368" y="3048"/>
                  </a:lnTo>
                  <a:lnTo>
                    <a:pt x="2182368" y="4571"/>
                  </a:lnTo>
                  <a:lnTo>
                    <a:pt x="2179319" y="7619"/>
                  </a:lnTo>
                  <a:lnTo>
                    <a:pt x="2176272" y="7619"/>
                  </a:lnTo>
                  <a:lnTo>
                    <a:pt x="2173223" y="4571"/>
                  </a:lnTo>
                  <a:close/>
                </a:path>
                <a:path w="4074159" h="7620">
                  <a:moveTo>
                    <a:pt x="2220468" y="6096"/>
                  </a:moveTo>
                  <a:lnTo>
                    <a:pt x="2220468" y="1523"/>
                  </a:lnTo>
                  <a:lnTo>
                    <a:pt x="2221992" y="1523"/>
                  </a:lnTo>
                  <a:lnTo>
                    <a:pt x="2221992" y="6096"/>
                  </a:lnTo>
                  <a:lnTo>
                    <a:pt x="2220468" y="6096"/>
                  </a:lnTo>
                  <a:close/>
                </a:path>
                <a:path w="4074159" h="7620">
                  <a:moveTo>
                    <a:pt x="2214372" y="6096"/>
                  </a:moveTo>
                  <a:lnTo>
                    <a:pt x="2214372" y="1523"/>
                  </a:lnTo>
                  <a:lnTo>
                    <a:pt x="2215896" y="0"/>
                  </a:lnTo>
                  <a:lnTo>
                    <a:pt x="2220468" y="0"/>
                  </a:lnTo>
                  <a:lnTo>
                    <a:pt x="2220468" y="7619"/>
                  </a:lnTo>
                  <a:lnTo>
                    <a:pt x="2215896" y="7619"/>
                  </a:lnTo>
                  <a:lnTo>
                    <a:pt x="2214372" y="6096"/>
                  </a:lnTo>
                  <a:close/>
                </a:path>
                <a:path w="4074159" h="7620">
                  <a:moveTo>
                    <a:pt x="2255519" y="7619"/>
                  </a:moveTo>
                  <a:lnTo>
                    <a:pt x="2255519" y="0"/>
                  </a:lnTo>
                  <a:lnTo>
                    <a:pt x="2260092" y="0"/>
                  </a:lnTo>
                  <a:lnTo>
                    <a:pt x="2261615" y="1523"/>
                  </a:lnTo>
                  <a:lnTo>
                    <a:pt x="2261615" y="6096"/>
                  </a:lnTo>
                  <a:lnTo>
                    <a:pt x="2260092" y="7619"/>
                  </a:lnTo>
                  <a:lnTo>
                    <a:pt x="2255519" y="7619"/>
                  </a:lnTo>
                  <a:close/>
                </a:path>
                <a:path w="4074159" h="7620">
                  <a:moveTo>
                    <a:pt x="2253996" y="6096"/>
                  </a:moveTo>
                  <a:lnTo>
                    <a:pt x="2253996" y="1523"/>
                  </a:lnTo>
                  <a:lnTo>
                    <a:pt x="2255519" y="1523"/>
                  </a:lnTo>
                  <a:lnTo>
                    <a:pt x="2255519" y="6096"/>
                  </a:lnTo>
                  <a:lnTo>
                    <a:pt x="2253996" y="6096"/>
                  </a:lnTo>
                  <a:close/>
                </a:path>
                <a:path w="4074159" h="7620">
                  <a:moveTo>
                    <a:pt x="2301239" y="6096"/>
                  </a:moveTo>
                  <a:lnTo>
                    <a:pt x="2301239" y="1523"/>
                  </a:lnTo>
                  <a:lnTo>
                    <a:pt x="2302764" y="1523"/>
                  </a:lnTo>
                  <a:lnTo>
                    <a:pt x="2302764" y="6096"/>
                  </a:lnTo>
                  <a:lnTo>
                    <a:pt x="2301239" y="6096"/>
                  </a:lnTo>
                  <a:close/>
                </a:path>
                <a:path w="4074159" h="7620">
                  <a:moveTo>
                    <a:pt x="2295143" y="6096"/>
                  </a:moveTo>
                  <a:lnTo>
                    <a:pt x="2295143" y="1523"/>
                  </a:lnTo>
                  <a:lnTo>
                    <a:pt x="2296668" y="0"/>
                  </a:lnTo>
                  <a:lnTo>
                    <a:pt x="2301239" y="0"/>
                  </a:lnTo>
                  <a:lnTo>
                    <a:pt x="2301239" y="7619"/>
                  </a:lnTo>
                  <a:lnTo>
                    <a:pt x="2296668" y="7619"/>
                  </a:lnTo>
                  <a:lnTo>
                    <a:pt x="2295143" y="6096"/>
                  </a:lnTo>
                  <a:close/>
                </a:path>
                <a:path w="4074159" h="7620">
                  <a:moveTo>
                    <a:pt x="2340864" y="6096"/>
                  </a:moveTo>
                  <a:lnTo>
                    <a:pt x="2340864" y="1523"/>
                  </a:lnTo>
                  <a:lnTo>
                    <a:pt x="2342388" y="1523"/>
                  </a:lnTo>
                  <a:lnTo>
                    <a:pt x="2342388" y="6096"/>
                  </a:lnTo>
                  <a:lnTo>
                    <a:pt x="2340864" y="6096"/>
                  </a:lnTo>
                  <a:close/>
                </a:path>
                <a:path w="4074159" h="7620">
                  <a:moveTo>
                    <a:pt x="2336292" y="7619"/>
                  </a:moveTo>
                  <a:lnTo>
                    <a:pt x="2336292" y="0"/>
                  </a:lnTo>
                  <a:lnTo>
                    <a:pt x="2340864" y="0"/>
                  </a:lnTo>
                  <a:lnTo>
                    <a:pt x="2340864" y="7619"/>
                  </a:lnTo>
                  <a:lnTo>
                    <a:pt x="2336292" y="7619"/>
                  </a:lnTo>
                  <a:close/>
                </a:path>
                <a:path w="4074159" h="7620">
                  <a:moveTo>
                    <a:pt x="2334768" y="6096"/>
                  </a:moveTo>
                  <a:lnTo>
                    <a:pt x="2334768" y="1523"/>
                  </a:lnTo>
                  <a:lnTo>
                    <a:pt x="2336292" y="1523"/>
                  </a:lnTo>
                  <a:lnTo>
                    <a:pt x="2336292" y="6096"/>
                  </a:lnTo>
                  <a:lnTo>
                    <a:pt x="2334768" y="6096"/>
                  </a:lnTo>
                  <a:close/>
                </a:path>
                <a:path w="4074159" h="7620">
                  <a:moveTo>
                    <a:pt x="2374392" y="4571"/>
                  </a:moveTo>
                  <a:lnTo>
                    <a:pt x="2374392" y="3048"/>
                  </a:lnTo>
                  <a:lnTo>
                    <a:pt x="2377439" y="0"/>
                  </a:lnTo>
                  <a:lnTo>
                    <a:pt x="2380488" y="0"/>
                  </a:lnTo>
                  <a:lnTo>
                    <a:pt x="2383535" y="3048"/>
                  </a:lnTo>
                  <a:lnTo>
                    <a:pt x="2383535" y="4571"/>
                  </a:lnTo>
                  <a:lnTo>
                    <a:pt x="2380488" y="7619"/>
                  </a:lnTo>
                  <a:lnTo>
                    <a:pt x="2377439" y="7619"/>
                  </a:lnTo>
                  <a:lnTo>
                    <a:pt x="2374392" y="4571"/>
                  </a:lnTo>
                  <a:close/>
                </a:path>
                <a:path w="4074159" h="7620">
                  <a:moveTo>
                    <a:pt x="2421635" y="6096"/>
                  </a:moveTo>
                  <a:lnTo>
                    <a:pt x="2421635" y="1523"/>
                  </a:lnTo>
                  <a:lnTo>
                    <a:pt x="2423160" y="1523"/>
                  </a:lnTo>
                  <a:lnTo>
                    <a:pt x="2423160" y="6096"/>
                  </a:lnTo>
                  <a:lnTo>
                    <a:pt x="2421635" y="6096"/>
                  </a:lnTo>
                  <a:close/>
                </a:path>
                <a:path w="4074159" h="7620">
                  <a:moveTo>
                    <a:pt x="2417064" y="7619"/>
                  </a:moveTo>
                  <a:lnTo>
                    <a:pt x="2417064" y="0"/>
                  </a:lnTo>
                  <a:lnTo>
                    <a:pt x="2421635" y="0"/>
                  </a:lnTo>
                  <a:lnTo>
                    <a:pt x="2421635" y="7619"/>
                  </a:lnTo>
                  <a:lnTo>
                    <a:pt x="2417064" y="7619"/>
                  </a:lnTo>
                  <a:close/>
                </a:path>
                <a:path w="4074159" h="7620">
                  <a:moveTo>
                    <a:pt x="2415539" y="6096"/>
                  </a:moveTo>
                  <a:lnTo>
                    <a:pt x="2415539" y="1523"/>
                  </a:lnTo>
                  <a:lnTo>
                    <a:pt x="2417064" y="1523"/>
                  </a:lnTo>
                  <a:lnTo>
                    <a:pt x="2417064" y="6096"/>
                  </a:lnTo>
                  <a:lnTo>
                    <a:pt x="2415539" y="6096"/>
                  </a:lnTo>
                  <a:close/>
                </a:path>
                <a:path w="4074159" h="7620">
                  <a:moveTo>
                    <a:pt x="2456688" y="7619"/>
                  </a:moveTo>
                  <a:lnTo>
                    <a:pt x="2456688" y="0"/>
                  </a:lnTo>
                  <a:lnTo>
                    <a:pt x="2461260" y="0"/>
                  </a:lnTo>
                  <a:lnTo>
                    <a:pt x="2462784" y="1523"/>
                  </a:lnTo>
                  <a:lnTo>
                    <a:pt x="2462784" y="6096"/>
                  </a:lnTo>
                  <a:lnTo>
                    <a:pt x="2461260" y="7619"/>
                  </a:lnTo>
                  <a:lnTo>
                    <a:pt x="2456688" y="7619"/>
                  </a:lnTo>
                  <a:close/>
                </a:path>
                <a:path w="4074159" h="7620">
                  <a:moveTo>
                    <a:pt x="2455164" y="6096"/>
                  </a:moveTo>
                  <a:lnTo>
                    <a:pt x="2455164" y="1523"/>
                  </a:lnTo>
                  <a:lnTo>
                    <a:pt x="2456688" y="1523"/>
                  </a:lnTo>
                  <a:lnTo>
                    <a:pt x="2456688" y="6096"/>
                  </a:lnTo>
                  <a:lnTo>
                    <a:pt x="2455164" y="6096"/>
                  </a:lnTo>
                  <a:close/>
                </a:path>
                <a:path w="4074159" h="7620">
                  <a:moveTo>
                    <a:pt x="2502407" y="6096"/>
                  </a:moveTo>
                  <a:lnTo>
                    <a:pt x="2502407" y="1523"/>
                  </a:lnTo>
                  <a:lnTo>
                    <a:pt x="2503931" y="1523"/>
                  </a:lnTo>
                  <a:lnTo>
                    <a:pt x="2503931" y="6096"/>
                  </a:lnTo>
                  <a:lnTo>
                    <a:pt x="2502407" y="6096"/>
                  </a:lnTo>
                  <a:close/>
                </a:path>
                <a:path w="4074159" h="7620">
                  <a:moveTo>
                    <a:pt x="2496311" y="6096"/>
                  </a:moveTo>
                  <a:lnTo>
                    <a:pt x="2496311" y="1523"/>
                  </a:lnTo>
                  <a:lnTo>
                    <a:pt x="2497835" y="0"/>
                  </a:lnTo>
                  <a:lnTo>
                    <a:pt x="2502407" y="0"/>
                  </a:lnTo>
                  <a:lnTo>
                    <a:pt x="2502407" y="7619"/>
                  </a:lnTo>
                  <a:lnTo>
                    <a:pt x="2497835" y="7619"/>
                  </a:lnTo>
                  <a:lnTo>
                    <a:pt x="2496311" y="6096"/>
                  </a:lnTo>
                  <a:close/>
                </a:path>
                <a:path w="4074159" h="7620">
                  <a:moveTo>
                    <a:pt x="2537460" y="7619"/>
                  </a:moveTo>
                  <a:lnTo>
                    <a:pt x="2537460" y="0"/>
                  </a:lnTo>
                  <a:lnTo>
                    <a:pt x="2542031" y="0"/>
                  </a:lnTo>
                  <a:lnTo>
                    <a:pt x="2543556" y="1523"/>
                  </a:lnTo>
                  <a:lnTo>
                    <a:pt x="2543556" y="6096"/>
                  </a:lnTo>
                  <a:lnTo>
                    <a:pt x="2542031" y="7619"/>
                  </a:lnTo>
                  <a:lnTo>
                    <a:pt x="2537460" y="7619"/>
                  </a:lnTo>
                  <a:close/>
                </a:path>
                <a:path w="4074159" h="7620">
                  <a:moveTo>
                    <a:pt x="2535935" y="6096"/>
                  </a:moveTo>
                  <a:lnTo>
                    <a:pt x="2535935" y="1523"/>
                  </a:lnTo>
                  <a:lnTo>
                    <a:pt x="2537460" y="1523"/>
                  </a:lnTo>
                  <a:lnTo>
                    <a:pt x="2537460" y="6096"/>
                  </a:lnTo>
                  <a:lnTo>
                    <a:pt x="2535935" y="6096"/>
                  </a:lnTo>
                  <a:close/>
                </a:path>
                <a:path w="4074159" h="7620">
                  <a:moveTo>
                    <a:pt x="2575560" y="4571"/>
                  </a:moveTo>
                  <a:lnTo>
                    <a:pt x="2575560" y="3048"/>
                  </a:lnTo>
                  <a:lnTo>
                    <a:pt x="2578607" y="0"/>
                  </a:lnTo>
                  <a:lnTo>
                    <a:pt x="2581656" y="0"/>
                  </a:lnTo>
                  <a:lnTo>
                    <a:pt x="2584703" y="3048"/>
                  </a:lnTo>
                  <a:lnTo>
                    <a:pt x="2584703" y="4571"/>
                  </a:lnTo>
                  <a:lnTo>
                    <a:pt x="2581656" y="7619"/>
                  </a:lnTo>
                  <a:lnTo>
                    <a:pt x="2578607" y="7619"/>
                  </a:lnTo>
                  <a:lnTo>
                    <a:pt x="2575560" y="4571"/>
                  </a:lnTo>
                  <a:close/>
                </a:path>
                <a:path w="4074159" h="7620">
                  <a:moveTo>
                    <a:pt x="2622803" y="6096"/>
                  </a:moveTo>
                  <a:lnTo>
                    <a:pt x="2622803" y="1523"/>
                  </a:lnTo>
                  <a:lnTo>
                    <a:pt x="2624327" y="1523"/>
                  </a:lnTo>
                  <a:lnTo>
                    <a:pt x="2624327" y="6096"/>
                  </a:lnTo>
                  <a:lnTo>
                    <a:pt x="2622803" y="6096"/>
                  </a:lnTo>
                  <a:close/>
                </a:path>
                <a:path w="4074159" h="7620">
                  <a:moveTo>
                    <a:pt x="2618231" y="7619"/>
                  </a:moveTo>
                  <a:lnTo>
                    <a:pt x="2618231" y="0"/>
                  </a:lnTo>
                  <a:lnTo>
                    <a:pt x="2622803" y="0"/>
                  </a:lnTo>
                  <a:lnTo>
                    <a:pt x="2622803" y="7619"/>
                  </a:lnTo>
                  <a:lnTo>
                    <a:pt x="2618231" y="7619"/>
                  </a:lnTo>
                  <a:close/>
                </a:path>
                <a:path w="4074159" h="7620">
                  <a:moveTo>
                    <a:pt x="2616707" y="6096"/>
                  </a:moveTo>
                  <a:lnTo>
                    <a:pt x="2616707" y="1523"/>
                  </a:lnTo>
                  <a:lnTo>
                    <a:pt x="2618231" y="1523"/>
                  </a:lnTo>
                  <a:lnTo>
                    <a:pt x="2618231" y="6096"/>
                  </a:lnTo>
                  <a:lnTo>
                    <a:pt x="2616707" y="6096"/>
                  </a:lnTo>
                  <a:close/>
                </a:path>
                <a:path w="4074159" h="7620">
                  <a:moveTo>
                    <a:pt x="2656331" y="4571"/>
                  </a:moveTo>
                  <a:lnTo>
                    <a:pt x="2656331" y="3048"/>
                  </a:lnTo>
                  <a:lnTo>
                    <a:pt x="2659380" y="0"/>
                  </a:lnTo>
                  <a:lnTo>
                    <a:pt x="2662427" y="0"/>
                  </a:lnTo>
                  <a:lnTo>
                    <a:pt x="2665476" y="3048"/>
                  </a:lnTo>
                  <a:lnTo>
                    <a:pt x="2665476" y="4571"/>
                  </a:lnTo>
                  <a:lnTo>
                    <a:pt x="2662427" y="7619"/>
                  </a:lnTo>
                  <a:lnTo>
                    <a:pt x="2659380" y="7619"/>
                  </a:lnTo>
                  <a:lnTo>
                    <a:pt x="2656331" y="4571"/>
                  </a:lnTo>
                  <a:close/>
                </a:path>
                <a:path w="4074159" h="7620">
                  <a:moveTo>
                    <a:pt x="2703576" y="6096"/>
                  </a:moveTo>
                  <a:lnTo>
                    <a:pt x="2703576" y="1523"/>
                  </a:lnTo>
                  <a:lnTo>
                    <a:pt x="2705100" y="1523"/>
                  </a:lnTo>
                  <a:lnTo>
                    <a:pt x="2705100" y="6096"/>
                  </a:lnTo>
                  <a:lnTo>
                    <a:pt x="2703576" y="6096"/>
                  </a:lnTo>
                  <a:close/>
                </a:path>
                <a:path w="4074159" h="7620">
                  <a:moveTo>
                    <a:pt x="2697480" y="6096"/>
                  </a:moveTo>
                  <a:lnTo>
                    <a:pt x="2697480" y="1523"/>
                  </a:lnTo>
                  <a:lnTo>
                    <a:pt x="2699003" y="0"/>
                  </a:lnTo>
                  <a:lnTo>
                    <a:pt x="2703576" y="0"/>
                  </a:lnTo>
                  <a:lnTo>
                    <a:pt x="2703576" y="7619"/>
                  </a:lnTo>
                  <a:lnTo>
                    <a:pt x="2699003" y="7619"/>
                  </a:lnTo>
                  <a:lnTo>
                    <a:pt x="2697480" y="6096"/>
                  </a:lnTo>
                  <a:close/>
                </a:path>
                <a:path w="4074159" h="7620">
                  <a:moveTo>
                    <a:pt x="2738627" y="7619"/>
                  </a:moveTo>
                  <a:lnTo>
                    <a:pt x="2738627" y="0"/>
                  </a:lnTo>
                  <a:lnTo>
                    <a:pt x="2743200" y="0"/>
                  </a:lnTo>
                  <a:lnTo>
                    <a:pt x="2744723" y="1523"/>
                  </a:lnTo>
                  <a:lnTo>
                    <a:pt x="2744723" y="6096"/>
                  </a:lnTo>
                  <a:lnTo>
                    <a:pt x="2743200" y="7619"/>
                  </a:lnTo>
                  <a:lnTo>
                    <a:pt x="2738627" y="7619"/>
                  </a:lnTo>
                  <a:close/>
                </a:path>
                <a:path w="4074159" h="7620">
                  <a:moveTo>
                    <a:pt x="2737103" y="6096"/>
                  </a:moveTo>
                  <a:lnTo>
                    <a:pt x="2737103" y="1523"/>
                  </a:lnTo>
                  <a:lnTo>
                    <a:pt x="2738627" y="1523"/>
                  </a:lnTo>
                  <a:lnTo>
                    <a:pt x="2738627" y="6096"/>
                  </a:lnTo>
                  <a:lnTo>
                    <a:pt x="2737103" y="6096"/>
                  </a:lnTo>
                  <a:close/>
                </a:path>
                <a:path w="4074159" h="7620">
                  <a:moveTo>
                    <a:pt x="2778252" y="6096"/>
                  </a:moveTo>
                  <a:lnTo>
                    <a:pt x="2778252" y="1523"/>
                  </a:lnTo>
                  <a:lnTo>
                    <a:pt x="2779776" y="0"/>
                  </a:lnTo>
                  <a:lnTo>
                    <a:pt x="2782823" y="0"/>
                  </a:lnTo>
                  <a:lnTo>
                    <a:pt x="2784348" y="1523"/>
                  </a:lnTo>
                  <a:lnTo>
                    <a:pt x="2785872" y="1523"/>
                  </a:lnTo>
                  <a:lnTo>
                    <a:pt x="2785872" y="6096"/>
                  </a:lnTo>
                  <a:lnTo>
                    <a:pt x="2784348" y="6096"/>
                  </a:lnTo>
                  <a:lnTo>
                    <a:pt x="2782823" y="7619"/>
                  </a:lnTo>
                  <a:lnTo>
                    <a:pt x="2779776" y="7619"/>
                  </a:lnTo>
                  <a:lnTo>
                    <a:pt x="2778252" y="6096"/>
                  </a:lnTo>
                  <a:close/>
                </a:path>
                <a:path w="4074159" h="7620">
                  <a:moveTo>
                    <a:pt x="2823972" y="6096"/>
                  </a:moveTo>
                  <a:lnTo>
                    <a:pt x="2823972" y="1523"/>
                  </a:lnTo>
                  <a:lnTo>
                    <a:pt x="2825496" y="1523"/>
                  </a:lnTo>
                  <a:lnTo>
                    <a:pt x="2825496" y="6096"/>
                  </a:lnTo>
                  <a:lnTo>
                    <a:pt x="2823972" y="6096"/>
                  </a:lnTo>
                  <a:close/>
                </a:path>
                <a:path w="4074159" h="7620">
                  <a:moveTo>
                    <a:pt x="2819400" y="7619"/>
                  </a:moveTo>
                  <a:lnTo>
                    <a:pt x="2819400" y="0"/>
                  </a:lnTo>
                  <a:lnTo>
                    <a:pt x="2823972" y="0"/>
                  </a:lnTo>
                  <a:lnTo>
                    <a:pt x="2823972" y="7619"/>
                  </a:lnTo>
                  <a:lnTo>
                    <a:pt x="2819400" y="7619"/>
                  </a:lnTo>
                  <a:close/>
                </a:path>
                <a:path w="4074159" h="7620">
                  <a:moveTo>
                    <a:pt x="2817876" y="6096"/>
                  </a:moveTo>
                  <a:lnTo>
                    <a:pt x="2817876" y="1523"/>
                  </a:lnTo>
                  <a:lnTo>
                    <a:pt x="2819400" y="1523"/>
                  </a:lnTo>
                  <a:lnTo>
                    <a:pt x="2819400" y="6096"/>
                  </a:lnTo>
                  <a:lnTo>
                    <a:pt x="2817876" y="6096"/>
                  </a:lnTo>
                  <a:close/>
                </a:path>
                <a:path w="4074159" h="7620">
                  <a:moveTo>
                    <a:pt x="2857500" y="4571"/>
                  </a:moveTo>
                  <a:lnTo>
                    <a:pt x="2857500" y="3048"/>
                  </a:lnTo>
                  <a:lnTo>
                    <a:pt x="2860548" y="0"/>
                  </a:lnTo>
                  <a:lnTo>
                    <a:pt x="2863596" y="0"/>
                  </a:lnTo>
                  <a:lnTo>
                    <a:pt x="2866644" y="3048"/>
                  </a:lnTo>
                  <a:lnTo>
                    <a:pt x="2866644" y="4571"/>
                  </a:lnTo>
                  <a:lnTo>
                    <a:pt x="2863596" y="7619"/>
                  </a:lnTo>
                  <a:lnTo>
                    <a:pt x="2860548" y="7619"/>
                  </a:lnTo>
                  <a:lnTo>
                    <a:pt x="2857500" y="4571"/>
                  </a:lnTo>
                  <a:close/>
                </a:path>
                <a:path w="4074159" h="7620">
                  <a:moveTo>
                    <a:pt x="2904744" y="6096"/>
                  </a:moveTo>
                  <a:lnTo>
                    <a:pt x="2904744" y="1523"/>
                  </a:lnTo>
                  <a:lnTo>
                    <a:pt x="2906268" y="1523"/>
                  </a:lnTo>
                  <a:lnTo>
                    <a:pt x="2906268" y="6096"/>
                  </a:lnTo>
                  <a:lnTo>
                    <a:pt x="2904744" y="6096"/>
                  </a:lnTo>
                  <a:close/>
                </a:path>
                <a:path w="4074159" h="7620">
                  <a:moveTo>
                    <a:pt x="2900172" y="7619"/>
                  </a:moveTo>
                  <a:lnTo>
                    <a:pt x="2900172" y="0"/>
                  </a:lnTo>
                  <a:lnTo>
                    <a:pt x="2904744" y="0"/>
                  </a:lnTo>
                  <a:lnTo>
                    <a:pt x="2904744" y="7619"/>
                  </a:lnTo>
                  <a:lnTo>
                    <a:pt x="2900172" y="7619"/>
                  </a:lnTo>
                  <a:close/>
                </a:path>
                <a:path w="4074159" h="7620">
                  <a:moveTo>
                    <a:pt x="2898648" y="6096"/>
                  </a:moveTo>
                  <a:lnTo>
                    <a:pt x="2898648" y="1523"/>
                  </a:lnTo>
                  <a:lnTo>
                    <a:pt x="2900172" y="1523"/>
                  </a:lnTo>
                  <a:lnTo>
                    <a:pt x="2900172" y="6096"/>
                  </a:lnTo>
                  <a:lnTo>
                    <a:pt x="2898648" y="6096"/>
                  </a:lnTo>
                  <a:close/>
                </a:path>
                <a:path w="4074159" h="7620">
                  <a:moveTo>
                    <a:pt x="2939796" y="7619"/>
                  </a:moveTo>
                  <a:lnTo>
                    <a:pt x="2939796" y="0"/>
                  </a:lnTo>
                  <a:lnTo>
                    <a:pt x="2944368" y="0"/>
                  </a:lnTo>
                  <a:lnTo>
                    <a:pt x="2945892" y="1523"/>
                  </a:lnTo>
                  <a:lnTo>
                    <a:pt x="2945892" y="6096"/>
                  </a:lnTo>
                  <a:lnTo>
                    <a:pt x="2944368" y="7619"/>
                  </a:lnTo>
                  <a:lnTo>
                    <a:pt x="2939796" y="7619"/>
                  </a:lnTo>
                  <a:close/>
                </a:path>
                <a:path w="4074159" h="7620">
                  <a:moveTo>
                    <a:pt x="2938272" y="6096"/>
                  </a:moveTo>
                  <a:lnTo>
                    <a:pt x="2938272" y="1523"/>
                  </a:lnTo>
                  <a:lnTo>
                    <a:pt x="2939796" y="1523"/>
                  </a:lnTo>
                  <a:lnTo>
                    <a:pt x="2939796" y="6096"/>
                  </a:lnTo>
                  <a:lnTo>
                    <a:pt x="2938272" y="6096"/>
                  </a:lnTo>
                  <a:close/>
                </a:path>
                <a:path w="4074159" h="7620">
                  <a:moveTo>
                    <a:pt x="2985515" y="6096"/>
                  </a:moveTo>
                  <a:lnTo>
                    <a:pt x="2985515" y="1523"/>
                  </a:lnTo>
                  <a:lnTo>
                    <a:pt x="2987040" y="1523"/>
                  </a:lnTo>
                  <a:lnTo>
                    <a:pt x="2987040" y="6096"/>
                  </a:lnTo>
                  <a:lnTo>
                    <a:pt x="2985515" y="6096"/>
                  </a:lnTo>
                  <a:close/>
                </a:path>
                <a:path w="4074159" h="7620">
                  <a:moveTo>
                    <a:pt x="2979419" y="6096"/>
                  </a:moveTo>
                  <a:lnTo>
                    <a:pt x="2979419" y="1523"/>
                  </a:lnTo>
                  <a:lnTo>
                    <a:pt x="2980944" y="0"/>
                  </a:lnTo>
                  <a:lnTo>
                    <a:pt x="2985515" y="0"/>
                  </a:lnTo>
                  <a:lnTo>
                    <a:pt x="2985515" y="7619"/>
                  </a:lnTo>
                  <a:lnTo>
                    <a:pt x="2980944" y="7619"/>
                  </a:lnTo>
                  <a:lnTo>
                    <a:pt x="2979419" y="6096"/>
                  </a:lnTo>
                  <a:close/>
                </a:path>
                <a:path w="4074159" h="7620">
                  <a:moveTo>
                    <a:pt x="3020568" y="7619"/>
                  </a:moveTo>
                  <a:lnTo>
                    <a:pt x="3020568" y="0"/>
                  </a:lnTo>
                  <a:lnTo>
                    <a:pt x="3025140" y="0"/>
                  </a:lnTo>
                  <a:lnTo>
                    <a:pt x="3026664" y="1523"/>
                  </a:lnTo>
                  <a:lnTo>
                    <a:pt x="3026664" y="6096"/>
                  </a:lnTo>
                  <a:lnTo>
                    <a:pt x="3025140" y="7619"/>
                  </a:lnTo>
                  <a:lnTo>
                    <a:pt x="3020568" y="7619"/>
                  </a:lnTo>
                  <a:close/>
                </a:path>
                <a:path w="4074159" h="7620">
                  <a:moveTo>
                    <a:pt x="3019044" y="6096"/>
                  </a:moveTo>
                  <a:lnTo>
                    <a:pt x="3019044" y="1523"/>
                  </a:lnTo>
                  <a:lnTo>
                    <a:pt x="3020568" y="1523"/>
                  </a:lnTo>
                  <a:lnTo>
                    <a:pt x="3020568" y="6096"/>
                  </a:lnTo>
                  <a:lnTo>
                    <a:pt x="3019044" y="6096"/>
                  </a:lnTo>
                  <a:close/>
                </a:path>
                <a:path w="4074159" h="7620">
                  <a:moveTo>
                    <a:pt x="3058668" y="4571"/>
                  </a:moveTo>
                  <a:lnTo>
                    <a:pt x="3058668" y="3048"/>
                  </a:lnTo>
                  <a:lnTo>
                    <a:pt x="3061715" y="0"/>
                  </a:lnTo>
                  <a:lnTo>
                    <a:pt x="3064764" y="0"/>
                  </a:lnTo>
                  <a:lnTo>
                    <a:pt x="3067811" y="3048"/>
                  </a:lnTo>
                  <a:lnTo>
                    <a:pt x="3067811" y="4571"/>
                  </a:lnTo>
                  <a:lnTo>
                    <a:pt x="3064764" y="7619"/>
                  </a:lnTo>
                  <a:lnTo>
                    <a:pt x="3061715" y="7619"/>
                  </a:lnTo>
                  <a:lnTo>
                    <a:pt x="3058668" y="4571"/>
                  </a:lnTo>
                  <a:close/>
                </a:path>
                <a:path w="4074159" h="7620">
                  <a:moveTo>
                    <a:pt x="3105911" y="6096"/>
                  </a:moveTo>
                  <a:lnTo>
                    <a:pt x="3105911" y="1523"/>
                  </a:lnTo>
                  <a:lnTo>
                    <a:pt x="3107436" y="1523"/>
                  </a:lnTo>
                  <a:lnTo>
                    <a:pt x="3107436" y="6096"/>
                  </a:lnTo>
                  <a:lnTo>
                    <a:pt x="3105911" y="6096"/>
                  </a:lnTo>
                  <a:close/>
                </a:path>
                <a:path w="4074159" h="7620">
                  <a:moveTo>
                    <a:pt x="3101340" y="7619"/>
                  </a:moveTo>
                  <a:lnTo>
                    <a:pt x="3101340" y="0"/>
                  </a:lnTo>
                  <a:lnTo>
                    <a:pt x="3105911" y="0"/>
                  </a:lnTo>
                  <a:lnTo>
                    <a:pt x="3105911" y="7619"/>
                  </a:lnTo>
                  <a:lnTo>
                    <a:pt x="3101340" y="7619"/>
                  </a:lnTo>
                  <a:close/>
                </a:path>
                <a:path w="4074159" h="7620">
                  <a:moveTo>
                    <a:pt x="3099815" y="6096"/>
                  </a:moveTo>
                  <a:lnTo>
                    <a:pt x="3099815" y="1523"/>
                  </a:lnTo>
                  <a:lnTo>
                    <a:pt x="3101340" y="1523"/>
                  </a:lnTo>
                  <a:lnTo>
                    <a:pt x="3101340" y="6096"/>
                  </a:lnTo>
                  <a:lnTo>
                    <a:pt x="3099815" y="6096"/>
                  </a:lnTo>
                  <a:close/>
                </a:path>
                <a:path w="4074159" h="7620">
                  <a:moveTo>
                    <a:pt x="3139440" y="4571"/>
                  </a:moveTo>
                  <a:lnTo>
                    <a:pt x="3139440" y="3048"/>
                  </a:lnTo>
                  <a:lnTo>
                    <a:pt x="3142488" y="0"/>
                  </a:lnTo>
                  <a:lnTo>
                    <a:pt x="3145536" y="0"/>
                  </a:lnTo>
                  <a:lnTo>
                    <a:pt x="3148584" y="3048"/>
                  </a:lnTo>
                  <a:lnTo>
                    <a:pt x="3148584" y="4571"/>
                  </a:lnTo>
                  <a:lnTo>
                    <a:pt x="3145536" y="7619"/>
                  </a:lnTo>
                  <a:lnTo>
                    <a:pt x="3142488" y="7619"/>
                  </a:lnTo>
                  <a:lnTo>
                    <a:pt x="3139440" y="4571"/>
                  </a:lnTo>
                  <a:close/>
                </a:path>
                <a:path w="4074159" h="7620">
                  <a:moveTo>
                    <a:pt x="3186684" y="6096"/>
                  </a:moveTo>
                  <a:lnTo>
                    <a:pt x="3186684" y="1523"/>
                  </a:lnTo>
                  <a:lnTo>
                    <a:pt x="3188207" y="1523"/>
                  </a:lnTo>
                  <a:lnTo>
                    <a:pt x="3188207" y="6096"/>
                  </a:lnTo>
                  <a:lnTo>
                    <a:pt x="3186684" y="6096"/>
                  </a:lnTo>
                  <a:close/>
                </a:path>
                <a:path w="4074159" h="7620">
                  <a:moveTo>
                    <a:pt x="3180588" y="6096"/>
                  </a:moveTo>
                  <a:lnTo>
                    <a:pt x="3180588" y="1523"/>
                  </a:lnTo>
                  <a:lnTo>
                    <a:pt x="3182111" y="0"/>
                  </a:lnTo>
                  <a:lnTo>
                    <a:pt x="3186684" y="0"/>
                  </a:lnTo>
                  <a:lnTo>
                    <a:pt x="3186684" y="7619"/>
                  </a:lnTo>
                  <a:lnTo>
                    <a:pt x="3182111" y="7619"/>
                  </a:lnTo>
                  <a:lnTo>
                    <a:pt x="3180588" y="6096"/>
                  </a:lnTo>
                  <a:close/>
                </a:path>
                <a:path w="4074159" h="7620">
                  <a:moveTo>
                    <a:pt x="3221736" y="7619"/>
                  </a:moveTo>
                  <a:lnTo>
                    <a:pt x="3221736" y="0"/>
                  </a:lnTo>
                  <a:lnTo>
                    <a:pt x="3226307" y="0"/>
                  </a:lnTo>
                  <a:lnTo>
                    <a:pt x="3227832" y="1523"/>
                  </a:lnTo>
                  <a:lnTo>
                    <a:pt x="3227832" y="6096"/>
                  </a:lnTo>
                  <a:lnTo>
                    <a:pt x="3226307" y="7619"/>
                  </a:lnTo>
                  <a:lnTo>
                    <a:pt x="3221736" y="7619"/>
                  </a:lnTo>
                  <a:close/>
                </a:path>
                <a:path w="4074159" h="7620">
                  <a:moveTo>
                    <a:pt x="3220211" y="6096"/>
                  </a:moveTo>
                  <a:lnTo>
                    <a:pt x="3220211" y="1523"/>
                  </a:lnTo>
                  <a:lnTo>
                    <a:pt x="3221736" y="1523"/>
                  </a:lnTo>
                  <a:lnTo>
                    <a:pt x="3221736" y="6096"/>
                  </a:lnTo>
                  <a:lnTo>
                    <a:pt x="3220211" y="6096"/>
                  </a:lnTo>
                  <a:close/>
                </a:path>
                <a:path w="4074159" h="7620">
                  <a:moveTo>
                    <a:pt x="3259836" y="4571"/>
                  </a:moveTo>
                  <a:lnTo>
                    <a:pt x="3259836" y="3048"/>
                  </a:lnTo>
                  <a:lnTo>
                    <a:pt x="3262884" y="0"/>
                  </a:lnTo>
                  <a:lnTo>
                    <a:pt x="3265932" y="0"/>
                  </a:lnTo>
                  <a:lnTo>
                    <a:pt x="3267456" y="1523"/>
                  </a:lnTo>
                  <a:lnTo>
                    <a:pt x="3268980" y="1523"/>
                  </a:lnTo>
                  <a:lnTo>
                    <a:pt x="3268980" y="6096"/>
                  </a:lnTo>
                  <a:lnTo>
                    <a:pt x="3267456" y="6096"/>
                  </a:lnTo>
                  <a:lnTo>
                    <a:pt x="3265932" y="7619"/>
                  </a:lnTo>
                  <a:lnTo>
                    <a:pt x="3262884" y="7619"/>
                  </a:lnTo>
                  <a:lnTo>
                    <a:pt x="3259836" y="4571"/>
                  </a:lnTo>
                  <a:close/>
                </a:path>
                <a:path w="4074159" h="7620">
                  <a:moveTo>
                    <a:pt x="3307080" y="6096"/>
                  </a:moveTo>
                  <a:lnTo>
                    <a:pt x="3307080" y="1523"/>
                  </a:lnTo>
                  <a:lnTo>
                    <a:pt x="3308603" y="1523"/>
                  </a:lnTo>
                  <a:lnTo>
                    <a:pt x="3308603" y="6096"/>
                  </a:lnTo>
                  <a:lnTo>
                    <a:pt x="3307080" y="6096"/>
                  </a:lnTo>
                  <a:close/>
                </a:path>
                <a:path w="4074159" h="7620">
                  <a:moveTo>
                    <a:pt x="3302507" y="7619"/>
                  </a:moveTo>
                  <a:lnTo>
                    <a:pt x="3302507" y="0"/>
                  </a:lnTo>
                  <a:lnTo>
                    <a:pt x="3307080" y="0"/>
                  </a:lnTo>
                  <a:lnTo>
                    <a:pt x="3307080" y="7619"/>
                  </a:lnTo>
                  <a:lnTo>
                    <a:pt x="3302507" y="7619"/>
                  </a:lnTo>
                  <a:close/>
                </a:path>
                <a:path w="4074159" h="7620">
                  <a:moveTo>
                    <a:pt x="3300984" y="6096"/>
                  </a:moveTo>
                  <a:lnTo>
                    <a:pt x="3300984" y="1523"/>
                  </a:lnTo>
                  <a:lnTo>
                    <a:pt x="3302507" y="1523"/>
                  </a:lnTo>
                  <a:lnTo>
                    <a:pt x="3302507" y="6096"/>
                  </a:lnTo>
                  <a:lnTo>
                    <a:pt x="3300984" y="6096"/>
                  </a:lnTo>
                  <a:close/>
                </a:path>
                <a:path w="4074159" h="7620">
                  <a:moveTo>
                    <a:pt x="3340607" y="4571"/>
                  </a:moveTo>
                  <a:lnTo>
                    <a:pt x="3340607" y="3048"/>
                  </a:lnTo>
                  <a:lnTo>
                    <a:pt x="3343656" y="0"/>
                  </a:lnTo>
                  <a:lnTo>
                    <a:pt x="3346703" y="0"/>
                  </a:lnTo>
                  <a:lnTo>
                    <a:pt x="3349752" y="3048"/>
                  </a:lnTo>
                  <a:lnTo>
                    <a:pt x="3349752" y="4571"/>
                  </a:lnTo>
                  <a:lnTo>
                    <a:pt x="3346703" y="7619"/>
                  </a:lnTo>
                  <a:lnTo>
                    <a:pt x="3343656" y="7619"/>
                  </a:lnTo>
                  <a:lnTo>
                    <a:pt x="3340607" y="4571"/>
                  </a:lnTo>
                  <a:close/>
                </a:path>
                <a:path w="4074159" h="7620">
                  <a:moveTo>
                    <a:pt x="3387852" y="6096"/>
                  </a:moveTo>
                  <a:lnTo>
                    <a:pt x="3387852" y="1523"/>
                  </a:lnTo>
                  <a:lnTo>
                    <a:pt x="3389376" y="1523"/>
                  </a:lnTo>
                  <a:lnTo>
                    <a:pt x="3389376" y="6096"/>
                  </a:lnTo>
                  <a:lnTo>
                    <a:pt x="3387852" y="6096"/>
                  </a:lnTo>
                  <a:close/>
                </a:path>
                <a:path w="4074159" h="7620">
                  <a:moveTo>
                    <a:pt x="3383280" y="7619"/>
                  </a:moveTo>
                  <a:lnTo>
                    <a:pt x="3383280" y="0"/>
                  </a:lnTo>
                  <a:lnTo>
                    <a:pt x="3387852" y="0"/>
                  </a:lnTo>
                  <a:lnTo>
                    <a:pt x="3387852" y="7619"/>
                  </a:lnTo>
                  <a:lnTo>
                    <a:pt x="3383280" y="7619"/>
                  </a:lnTo>
                  <a:close/>
                </a:path>
                <a:path w="4074159" h="7620">
                  <a:moveTo>
                    <a:pt x="3381756" y="6096"/>
                  </a:moveTo>
                  <a:lnTo>
                    <a:pt x="3381756" y="1523"/>
                  </a:lnTo>
                  <a:lnTo>
                    <a:pt x="3383280" y="1523"/>
                  </a:lnTo>
                  <a:lnTo>
                    <a:pt x="3383280" y="6096"/>
                  </a:lnTo>
                  <a:lnTo>
                    <a:pt x="3381756" y="6096"/>
                  </a:lnTo>
                  <a:close/>
                </a:path>
                <a:path w="4074159" h="7620">
                  <a:moveTo>
                    <a:pt x="3422904" y="7619"/>
                  </a:moveTo>
                  <a:lnTo>
                    <a:pt x="3422904" y="0"/>
                  </a:lnTo>
                  <a:lnTo>
                    <a:pt x="3427476" y="0"/>
                  </a:lnTo>
                  <a:lnTo>
                    <a:pt x="3429000" y="1523"/>
                  </a:lnTo>
                  <a:lnTo>
                    <a:pt x="3429000" y="6096"/>
                  </a:lnTo>
                  <a:lnTo>
                    <a:pt x="3427476" y="7619"/>
                  </a:lnTo>
                  <a:lnTo>
                    <a:pt x="3422904" y="7619"/>
                  </a:lnTo>
                  <a:close/>
                </a:path>
                <a:path w="4074159" h="7620">
                  <a:moveTo>
                    <a:pt x="3421380" y="6096"/>
                  </a:moveTo>
                  <a:lnTo>
                    <a:pt x="3421380" y="1523"/>
                  </a:lnTo>
                  <a:lnTo>
                    <a:pt x="3422904" y="1523"/>
                  </a:lnTo>
                  <a:lnTo>
                    <a:pt x="3422904" y="6096"/>
                  </a:lnTo>
                  <a:lnTo>
                    <a:pt x="3421380" y="6096"/>
                  </a:lnTo>
                  <a:close/>
                </a:path>
                <a:path w="4074159" h="7620">
                  <a:moveTo>
                    <a:pt x="3468624" y="6096"/>
                  </a:moveTo>
                  <a:lnTo>
                    <a:pt x="3468624" y="1523"/>
                  </a:lnTo>
                  <a:lnTo>
                    <a:pt x="3470148" y="1523"/>
                  </a:lnTo>
                  <a:lnTo>
                    <a:pt x="3470148" y="6096"/>
                  </a:lnTo>
                  <a:lnTo>
                    <a:pt x="3468624" y="6096"/>
                  </a:lnTo>
                  <a:close/>
                </a:path>
                <a:path w="4074159" h="7620">
                  <a:moveTo>
                    <a:pt x="3462527" y="6096"/>
                  </a:moveTo>
                  <a:lnTo>
                    <a:pt x="3462527" y="1523"/>
                  </a:lnTo>
                  <a:lnTo>
                    <a:pt x="3464052" y="0"/>
                  </a:lnTo>
                  <a:lnTo>
                    <a:pt x="3468624" y="0"/>
                  </a:lnTo>
                  <a:lnTo>
                    <a:pt x="3468624" y="7619"/>
                  </a:lnTo>
                  <a:lnTo>
                    <a:pt x="3464052" y="7619"/>
                  </a:lnTo>
                  <a:lnTo>
                    <a:pt x="3462527" y="6096"/>
                  </a:lnTo>
                  <a:close/>
                </a:path>
                <a:path w="4074159" h="7620">
                  <a:moveTo>
                    <a:pt x="3508248" y="6096"/>
                  </a:moveTo>
                  <a:lnTo>
                    <a:pt x="3508248" y="1523"/>
                  </a:lnTo>
                  <a:lnTo>
                    <a:pt x="3509772" y="1523"/>
                  </a:lnTo>
                  <a:lnTo>
                    <a:pt x="3509772" y="6096"/>
                  </a:lnTo>
                  <a:lnTo>
                    <a:pt x="3508248" y="6096"/>
                  </a:lnTo>
                  <a:close/>
                </a:path>
                <a:path w="4074159" h="7620">
                  <a:moveTo>
                    <a:pt x="3503676" y="7619"/>
                  </a:moveTo>
                  <a:lnTo>
                    <a:pt x="3503676" y="0"/>
                  </a:lnTo>
                  <a:lnTo>
                    <a:pt x="3508248" y="0"/>
                  </a:lnTo>
                  <a:lnTo>
                    <a:pt x="3508248" y="7619"/>
                  </a:lnTo>
                  <a:lnTo>
                    <a:pt x="3503676" y="7619"/>
                  </a:lnTo>
                  <a:close/>
                </a:path>
                <a:path w="4074159" h="7620">
                  <a:moveTo>
                    <a:pt x="3502152" y="6096"/>
                  </a:moveTo>
                  <a:lnTo>
                    <a:pt x="3502152" y="1523"/>
                  </a:lnTo>
                  <a:lnTo>
                    <a:pt x="3503676" y="1523"/>
                  </a:lnTo>
                  <a:lnTo>
                    <a:pt x="3503676" y="6096"/>
                  </a:lnTo>
                  <a:lnTo>
                    <a:pt x="3502152" y="6096"/>
                  </a:lnTo>
                  <a:close/>
                </a:path>
                <a:path w="4074159" h="7620">
                  <a:moveTo>
                    <a:pt x="3541776" y="4571"/>
                  </a:moveTo>
                  <a:lnTo>
                    <a:pt x="3541776" y="3048"/>
                  </a:lnTo>
                  <a:lnTo>
                    <a:pt x="3544824" y="0"/>
                  </a:lnTo>
                  <a:lnTo>
                    <a:pt x="3547872" y="0"/>
                  </a:lnTo>
                  <a:lnTo>
                    <a:pt x="3550920" y="3048"/>
                  </a:lnTo>
                  <a:lnTo>
                    <a:pt x="3550920" y="4571"/>
                  </a:lnTo>
                  <a:lnTo>
                    <a:pt x="3547872" y="7619"/>
                  </a:lnTo>
                  <a:lnTo>
                    <a:pt x="3544824" y="7619"/>
                  </a:lnTo>
                  <a:lnTo>
                    <a:pt x="3541776" y="4571"/>
                  </a:lnTo>
                  <a:close/>
                </a:path>
                <a:path w="4074159" h="7620">
                  <a:moveTo>
                    <a:pt x="3589020" y="6096"/>
                  </a:moveTo>
                  <a:lnTo>
                    <a:pt x="3589020" y="1523"/>
                  </a:lnTo>
                  <a:lnTo>
                    <a:pt x="3590544" y="1523"/>
                  </a:lnTo>
                  <a:lnTo>
                    <a:pt x="3590544" y="6096"/>
                  </a:lnTo>
                  <a:lnTo>
                    <a:pt x="3589020" y="6096"/>
                  </a:lnTo>
                  <a:close/>
                </a:path>
                <a:path w="4074159" h="7620">
                  <a:moveTo>
                    <a:pt x="3584448" y="7619"/>
                  </a:moveTo>
                  <a:lnTo>
                    <a:pt x="3584448" y="0"/>
                  </a:lnTo>
                  <a:lnTo>
                    <a:pt x="3589020" y="0"/>
                  </a:lnTo>
                  <a:lnTo>
                    <a:pt x="3589020" y="7619"/>
                  </a:lnTo>
                  <a:lnTo>
                    <a:pt x="3584448" y="7619"/>
                  </a:lnTo>
                  <a:close/>
                </a:path>
                <a:path w="4074159" h="7620">
                  <a:moveTo>
                    <a:pt x="3582924" y="6096"/>
                  </a:moveTo>
                  <a:lnTo>
                    <a:pt x="3582924" y="1523"/>
                  </a:lnTo>
                  <a:lnTo>
                    <a:pt x="3584448" y="1523"/>
                  </a:lnTo>
                  <a:lnTo>
                    <a:pt x="3584448" y="6096"/>
                  </a:lnTo>
                  <a:lnTo>
                    <a:pt x="3582924" y="6096"/>
                  </a:lnTo>
                  <a:close/>
                </a:path>
                <a:path w="4074159" h="7620">
                  <a:moveTo>
                    <a:pt x="3622548" y="6096"/>
                  </a:moveTo>
                  <a:lnTo>
                    <a:pt x="3622548" y="1523"/>
                  </a:lnTo>
                  <a:lnTo>
                    <a:pt x="3624072" y="1523"/>
                  </a:lnTo>
                  <a:lnTo>
                    <a:pt x="3625596" y="0"/>
                  </a:lnTo>
                  <a:lnTo>
                    <a:pt x="3628644" y="0"/>
                  </a:lnTo>
                  <a:lnTo>
                    <a:pt x="3631692" y="3048"/>
                  </a:lnTo>
                  <a:lnTo>
                    <a:pt x="3631692" y="4571"/>
                  </a:lnTo>
                  <a:lnTo>
                    <a:pt x="3628644" y="7619"/>
                  </a:lnTo>
                  <a:lnTo>
                    <a:pt x="3625596" y="7619"/>
                  </a:lnTo>
                  <a:lnTo>
                    <a:pt x="3624072" y="6096"/>
                  </a:lnTo>
                  <a:lnTo>
                    <a:pt x="3622548" y="6096"/>
                  </a:lnTo>
                  <a:close/>
                </a:path>
                <a:path w="4074159" h="7620">
                  <a:moveTo>
                    <a:pt x="3669792" y="6096"/>
                  </a:moveTo>
                  <a:lnTo>
                    <a:pt x="3669792" y="1523"/>
                  </a:lnTo>
                  <a:lnTo>
                    <a:pt x="3671316" y="1523"/>
                  </a:lnTo>
                  <a:lnTo>
                    <a:pt x="3671316" y="6096"/>
                  </a:lnTo>
                  <a:lnTo>
                    <a:pt x="3669792" y="6096"/>
                  </a:lnTo>
                  <a:close/>
                </a:path>
                <a:path w="4074159" h="7620">
                  <a:moveTo>
                    <a:pt x="3663696" y="6096"/>
                  </a:moveTo>
                  <a:lnTo>
                    <a:pt x="3663696" y="1523"/>
                  </a:lnTo>
                  <a:lnTo>
                    <a:pt x="3665220" y="0"/>
                  </a:lnTo>
                  <a:lnTo>
                    <a:pt x="3669792" y="0"/>
                  </a:lnTo>
                  <a:lnTo>
                    <a:pt x="3669792" y="7619"/>
                  </a:lnTo>
                  <a:lnTo>
                    <a:pt x="3665220" y="7619"/>
                  </a:lnTo>
                  <a:lnTo>
                    <a:pt x="3663696" y="6096"/>
                  </a:lnTo>
                  <a:close/>
                </a:path>
                <a:path w="4074159" h="7620">
                  <a:moveTo>
                    <a:pt x="3704844" y="7619"/>
                  </a:moveTo>
                  <a:lnTo>
                    <a:pt x="3704844" y="0"/>
                  </a:lnTo>
                  <a:lnTo>
                    <a:pt x="3709416" y="0"/>
                  </a:lnTo>
                  <a:lnTo>
                    <a:pt x="3710940" y="1523"/>
                  </a:lnTo>
                  <a:lnTo>
                    <a:pt x="3710940" y="6096"/>
                  </a:lnTo>
                  <a:lnTo>
                    <a:pt x="3709416" y="7619"/>
                  </a:lnTo>
                  <a:lnTo>
                    <a:pt x="3704844" y="7619"/>
                  </a:lnTo>
                  <a:close/>
                </a:path>
                <a:path w="4074159" h="7620">
                  <a:moveTo>
                    <a:pt x="3703320" y="6096"/>
                  </a:moveTo>
                  <a:lnTo>
                    <a:pt x="3703320" y="1523"/>
                  </a:lnTo>
                  <a:lnTo>
                    <a:pt x="3704844" y="1523"/>
                  </a:lnTo>
                  <a:lnTo>
                    <a:pt x="3704844" y="6096"/>
                  </a:lnTo>
                  <a:lnTo>
                    <a:pt x="3703320" y="6096"/>
                  </a:lnTo>
                  <a:close/>
                </a:path>
                <a:path w="4074159" h="7620">
                  <a:moveTo>
                    <a:pt x="3742944" y="4571"/>
                  </a:moveTo>
                  <a:lnTo>
                    <a:pt x="3742944" y="3048"/>
                  </a:lnTo>
                  <a:lnTo>
                    <a:pt x="3745992" y="0"/>
                  </a:lnTo>
                  <a:lnTo>
                    <a:pt x="3749040" y="0"/>
                  </a:lnTo>
                  <a:lnTo>
                    <a:pt x="3750564" y="1523"/>
                  </a:lnTo>
                  <a:lnTo>
                    <a:pt x="3752088" y="1523"/>
                  </a:lnTo>
                  <a:lnTo>
                    <a:pt x="3752088" y="6096"/>
                  </a:lnTo>
                  <a:lnTo>
                    <a:pt x="3750564" y="6096"/>
                  </a:lnTo>
                  <a:lnTo>
                    <a:pt x="3749040" y="7619"/>
                  </a:lnTo>
                  <a:lnTo>
                    <a:pt x="3745992" y="7619"/>
                  </a:lnTo>
                  <a:lnTo>
                    <a:pt x="3742944" y="4571"/>
                  </a:lnTo>
                  <a:close/>
                </a:path>
                <a:path w="4074159" h="7620">
                  <a:moveTo>
                    <a:pt x="3790188" y="6096"/>
                  </a:moveTo>
                  <a:lnTo>
                    <a:pt x="3790188" y="1523"/>
                  </a:lnTo>
                  <a:lnTo>
                    <a:pt x="3791712" y="1523"/>
                  </a:lnTo>
                  <a:lnTo>
                    <a:pt x="3791712" y="6096"/>
                  </a:lnTo>
                  <a:lnTo>
                    <a:pt x="3790188" y="6096"/>
                  </a:lnTo>
                  <a:close/>
                </a:path>
                <a:path w="4074159" h="7620">
                  <a:moveTo>
                    <a:pt x="3785616" y="7619"/>
                  </a:moveTo>
                  <a:lnTo>
                    <a:pt x="3785616" y="0"/>
                  </a:lnTo>
                  <a:lnTo>
                    <a:pt x="3790188" y="0"/>
                  </a:lnTo>
                  <a:lnTo>
                    <a:pt x="3790188" y="7619"/>
                  </a:lnTo>
                  <a:lnTo>
                    <a:pt x="3785616" y="7619"/>
                  </a:lnTo>
                  <a:close/>
                </a:path>
                <a:path w="4074159" h="7620">
                  <a:moveTo>
                    <a:pt x="3784092" y="6096"/>
                  </a:moveTo>
                  <a:lnTo>
                    <a:pt x="3784092" y="1523"/>
                  </a:lnTo>
                  <a:lnTo>
                    <a:pt x="3785616" y="1523"/>
                  </a:lnTo>
                  <a:lnTo>
                    <a:pt x="3785616" y="6096"/>
                  </a:lnTo>
                  <a:lnTo>
                    <a:pt x="3784092" y="6096"/>
                  </a:lnTo>
                  <a:close/>
                </a:path>
                <a:path w="4074159" h="7620">
                  <a:moveTo>
                    <a:pt x="3823716" y="4571"/>
                  </a:moveTo>
                  <a:lnTo>
                    <a:pt x="3823716" y="3048"/>
                  </a:lnTo>
                  <a:lnTo>
                    <a:pt x="3826764" y="0"/>
                  </a:lnTo>
                  <a:lnTo>
                    <a:pt x="3829812" y="0"/>
                  </a:lnTo>
                  <a:lnTo>
                    <a:pt x="3832860" y="3048"/>
                  </a:lnTo>
                  <a:lnTo>
                    <a:pt x="3832860" y="4571"/>
                  </a:lnTo>
                  <a:lnTo>
                    <a:pt x="3829812" y="7619"/>
                  </a:lnTo>
                  <a:lnTo>
                    <a:pt x="3826764" y="7619"/>
                  </a:lnTo>
                  <a:lnTo>
                    <a:pt x="3823716" y="4571"/>
                  </a:lnTo>
                  <a:close/>
                </a:path>
                <a:path w="4074159" h="7620">
                  <a:moveTo>
                    <a:pt x="3870960" y="6096"/>
                  </a:moveTo>
                  <a:lnTo>
                    <a:pt x="3870960" y="1523"/>
                  </a:lnTo>
                  <a:lnTo>
                    <a:pt x="3872484" y="1523"/>
                  </a:lnTo>
                  <a:lnTo>
                    <a:pt x="3872484" y="6096"/>
                  </a:lnTo>
                  <a:lnTo>
                    <a:pt x="3870960" y="6096"/>
                  </a:lnTo>
                  <a:close/>
                </a:path>
                <a:path w="4074159" h="7620">
                  <a:moveTo>
                    <a:pt x="3864864" y="6096"/>
                  </a:moveTo>
                  <a:lnTo>
                    <a:pt x="3864864" y="1523"/>
                  </a:lnTo>
                  <a:lnTo>
                    <a:pt x="3866388" y="0"/>
                  </a:lnTo>
                  <a:lnTo>
                    <a:pt x="3870960" y="0"/>
                  </a:lnTo>
                  <a:lnTo>
                    <a:pt x="3870960" y="7619"/>
                  </a:lnTo>
                  <a:lnTo>
                    <a:pt x="3866388" y="7619"/>
                  </a:lnTo>
                  <a:lnTo>
                    <a:pt x="3864864" y="6096"/>
                  </a:lnTo>
                  <a:close/>
                </a:path>
                <a:path w="4074159" h="7620">
                  <a:moveTo>
                    <a:pt x="3906012" y="7619"/>
                  </a:moveTo>
                  <a:lnTo>
                    <a:pt x="3906012" y="0"/>
                  </a:lnTo>
                  <a:lnTo>
                    <a:pt x="3910584" y="0"/>
                  </a:lnTo>
                  <a:lnTo>
                    <a:pt x="3912108" y="1523"/>
                  </a:lnTo>
                  <a:lnTo>
                    <a:pt x="3912108" y="6096"/>
                  </a:lnTo>
                  <a:lnTo>
                    <a:pt x="3910584" y="7619"/>
                  </a:lnTo>
                  <a:lnTo>
                    <a:pt x="3906012" y="7619"/>
                  </a:lnTo>
                  <a:close/>
                </a:path>
                <a:path w="4074159" h="7620">
                  <a:moveTo>
                    <a:pt x="3904488" y="6096"/>
                  </a:moveTo>
                  <a:lnTo>
                    <a:pt x="3904488" y="1523"/>
                  </a:lnTo>
                  <a:lnTo>
                    <a:pt x="3906012" y="1523"/>
                  </a:lnTo>
                  <a:lnTo>
                    <a:pt x="3906012" y="6096"/>
                  </a:lnTo>
                  <a:lnTo>
                    <a:pt x="3904488" y="6096"/>
                  </a:lnTo>
                  <a:close/>
                </a:path>
                <a:path w="4074159" h="7620">
                  <a:moveTo>
                    <a:pt x="3951732" y="6096"/>
                  </a:moveTo>
                  <a:lnTo>
                    <a:pt x="3951732" y="1523"/>
                  </a:lnTo>
                  <a:lnTo>
                    <a:pt x="3953256" y="1523"/>
                  </a:lnTo>
                  <a:lnTo>
                    <a:pt x="3953256" y="6096"/>
                  </a:lnTo>
                  <a:lnTo>
                    <a:pt x="3951732" y="6096"/>
                  </a:lnTo>
                  <a:close/>
                </a:path>
                <a:path w="4074159" h="7620">
                  <a:moveTo>
                    <a:pt x="3945636" y="6096"/>
                  </a:moveTo>
                  <a:lnTo>
                    <a:pt x="3945636" y="1523"/>
                  </a:lnTo>
                  <a:lnTo>
                    <a:pt x="3947160" y="0"/>
                  </a:lnTo>
                  <a:lnTo>
                    <a:pt x="3951732" y="0"/>
                  </a:lnTo>
                  <a:lnTo>
                    <a:pt x="3951732" y="7619"/>
                  </a:lnTo>
                  <a:lnTo>
                    <a:pt x="3947160" y="7619"/>
                  </a:lnTo>
                  <a:lnTo>
                    <a:pt x="3945636" y="6096"/>
                  </a:lnTo>
                  <a:close/>
                </a:path>
                <a:path w="4074159" h="7620">
                  <a:moveTo>
                    <a:pt x="3991356" y="6096"/>
                  </a:moveTo>
                  <a:lnTo>
                    <a:pt x="3991356" y="1523"/>
                  </a:lnTo>
                  <a:lnTo>
                    <a:pt x="3992880" y="1523"/>
                  </a:lnTo>
                  <a:lnTo>
                    <a:pt x="3992880" y="6096"/>
                  </a:lnTo>
                  <a:lnTo>
                    <a:pt x="3991356" y="6096"/>
                  </a:lnTo>
                  <a:close/>
                </a:path>
                <a:path w="4074159" h="7620">
                  <a:moveTo>
                    <a:pt x="3986784" y="7619"/>
                  </a:moveTo>
                  <a:lnTo>
                    <a:pt x="3986784" y="0"/>
                  </a:lnTo>
                  <a:lnTo>
                    <a:pt x="3991356" y="0"/>
                  </a:lnTo>
                  <a:lnTo>
                    <a:pt x="3991356" y="7619"/>
                  </a:lnTo>
                  <a:lnTo>
                    <a:pt x="3986784" y="7619"/>
                  </a:lnTo>
                  <a:close/>
                </a:path>
                <a:path w="4074159" h="7620">
                  <a:moveTo>
                    <a:pt x="3985260" y="6096"/>
                  </a:moveTo>
                  <a:lnTo>
                    <a:pt x="3985260" y="1523"/>
                  </a:lnTo>
                  <a:lnTo>
                    <a:pt x="3986784" y="1523"/>
                  </a:lnTo>
                  <a:lnTo>
                    <a:pt x="3986784" y="6096"/>
                  </a:lnTo>
                  <a:lnTo>
                    <a:pt x="3985260" y="6096"/>
                  </a:lnTo>
                  <a:close/>
                </a:path>
                <a:path w="4074159" h="7620">
                  <a:moveTo>
                    <a:pt x="4024884" y="4571"/>
                  </a:moveTo>
                  <a:lnTo>
                    <a:pt x="4024884" y="3048"/>
                  </a:lnTo>
                  <a:lnTo>
                    <a:pt x="4027932" y="0"/>
                  </a:lnTo>
                  <a:lnTo>
                    <a:pt x="4030980" y="0"/>
                  </a:lnTo>
                  <a:lnTo>
                    <a:pt x="4034028" y="3048"/>
                  </a:lnTo>
                  <a:lnTo>
                    <a:pt x="4034028" y="4571"/>
                  </a:lnTo>
                  <a:lnTo>
                    <a:pt x="4030980" y="7619"/>
                  </a:lnTo>
                  <a:lnTo>
                    <a:pt x="4027932" y="7619"/>
                  </a:lnTo>
                  <a:lnTo>
                    <a:pt x="4024884" y="4571"/>
                  </a:lnTo>
                  <a:close/>
                </a:path>
                <a:path w="4074159" h="7620">
                  <a:moveTo>
                    <a:pt x="4072128" y="6096"/>
                  </a:moveTo>
                  <a:lnTo>
                    <a:pt x="4072128" y="1523"/>
                  </a:lnTo>
                  <a:lnTo>
                    <a:pt x="4073652" y="1523"/>
                  </a:lnTo>
                  <a:lnTo>
                    <a:pt x="4073652" y="6096"/>
                  </a:lnTo>
                  <a:lnTo>
                    <a:pt x="4072128" y="6096"/>
                  </a:lnTo>
                  <a:close/>
                </a:path>
                <a:path w="4074159" h="7620">
                  <a:moveTo>
                    <a:pt x="4067556" y="7619"/>
                  </a:moveTo>
                  <a:lnTo>
                    <a:pt x="4067556" y="0"/>
                  </a:lnTo>
                  <a:lnTo>
                    <a:pt x="4072128" y="0"/>
                  </a:lnTo>
                  <a:lnTo>
                    <a:pt x="4072128" y="7619"/>
                  </a:lnTo>
                  <a:lnTo>
                    <a:pt x="4067556" y="7619"/>
                  </a:lnTo>
                  <a:close/>
                </a:path>
                <a:path w="4074159" h="7620">
                  <a:moveTo>
                    <a:pt x="4066032" y="6096"/>
                  </a:moveTo>
                  <a:lnTo>
                    <a:pt x="4066032" y="1523"/>
                  </a:lnTo>
                  <a:lnTo>
                    <a:pt x="4067556" y="1523"/>
                  </a:lnTo>
                  <a:lnTo>
                    <a:pt x="4067556" y="6096"/>
                  </a:lnTo>
                  <a:lnTo>
                    <a:pt x="4066032" y="6096"/>
                  </a:lnTo>
                  <a:close/>
                </a:path>
              </a:pathLst>
            </a:custGeom>
            <a:solidFill>
              <a:srgbClr val="C8C6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5817108" y="5428487"/>
              <a:ext cx="88900" cy="70485"/>
            </a:xfrm>
            <a:custGeom>
              <a:avLst/>
              <a:gdLst/>
              <a:ahLst/>
              <a:cxnLst/>
              <a:rect l="l" t="t" r="r" b="b"/>
              <a:pathLst>
                <a:path w="88900" h="70485">
                  <a:moveTo>
                    <a:pt x="22860" y="0"/>
                  </a:moveTo>
                  <a:lnTo>
                    <a:pt x="18288" y="0"/>
                  </a:lnTo>
                  <a:lnTo>
                    <a:pt x="15240" y="3048"/>
                  </a:lnTo>
                  <a:lnTo>
                    <a:pt x="13716" y="3048"/>
                  </a:lnTo>
                  <a:lnTo>
                    <a:pt x="10668" y="6096"/>
                  </a:lnTo>
                  <a:lnTo>
                    <a:pt x="9144" y="6096"/>
                  </a:lnTo>
                  <a:lnTo>
                    <a:pt x="6096" y="7620"/>
                  </a:lnTo>
                  <a:lnTo>
                    <a:pt x="4572" y="7620"/>
                  </a:lnTo>
                  <a:lnTo>
                    <a:pt x="3048" y="9144"/>
                  </a:lnTo>
                  <a:lnTo>
                    <a:pt x="1524" y="9144"/>
                  </a:lnTo>
                  <a:lnTo>
                    <a:pt x="0" y="10668"/>
                  </a:lnTo>
                  <a:lnTo>
                    <a:pt x="0" y="18288"/>
                  </a:lnTo>
                  <a:lnTo>
                    <a:pt x="1524" y="18288"/>
                  </a:lnTo>
                  <a:lnTo>
                    <a:pt x="3048" y="16764"/>
                  </a:lnTo>
                  <a:lnTo>
                    <a:pt x="4572" y="16764"/>
                  </a:lnTo>
                  <a:lnTo>
                    <a:pt x="6096" y="15240"/>
                  </a:lnTo>
                  <a:lnTo>
                    <a:pt x="7620" y="15240"/>
                  </a:lnTo>
                  <a:lnTo>
                    <a:pt x="7620" y="13716"/>
                  </a:lnTo>
                  <a:lnTo>
                    <a:pt x="9144" y="13716"/>
                  </a:lnTo>
                  <a:lnTo>
                    <a:pt x="10668" y="12192"/>
                  </a:lnTo>
                  <a:lnTo>
                    <a:pt x="12192" y="12192"/>
                  </a:lnTo>
                  <a:lnTo>
                    <a:pt x="13716" y="10668"/>
                  </a:lnTo>
                  <a:lnTo>
                    <a:pt x="15240" y="10668"/>
                  </a:lnTo>
                  <a:lnTo>
                    <a:pt x="15240" y="68580"/>
                  </a:lnTo>
                  <a:lnTo>
                    <a:pt x="22860" y="68580"/>
                  </a:lnTo>
                  <a:lnTo>
                    <a:pt x="22860" y="0"/>
                  </a:lnTo>
                  <a:close/>
                </a:path>
                <a:path w="88900" h="70485">
                  <a:moveTo>
                    <a:pt x="88392" y="35052"/>
                  </a:moveTo>
                  <a:lnTo>
                    <a:pt x="86982" y="19291"/>
                  </a:lnTo>
                  <a:lnTo>
                    <a:pt x="82867" y="8382"/>
                  </a:lnTo>
                  <a:lnTo>
                    <a:pt x="80772" y="6413"/>
                  </a:lnTo>
                  <a:lnTo>
                    <a:pt x="80772" y="35052"/>
                  </a:lnTo>
                  <a:lnTo>
                    <a:pt x="79908" y="47942"/>
                  </a:lnTo>
                  <a:lnTo>
                    <a:pt x="77343" y="56959"/>
                  </a:lnTo>
                  <a:lnTo>
                    <a:pt x="73152" y="62153"/>
                  </a:lnTo>
                  <a:lnTo>
                    <a:pt x="70104" y="63131"/>
                  </a:lnTo>
                  <a:lnTo>
                    <a:pt x="67056" y="64008"/>
                  </a:lnTo>
                  <a:lnTo>
                    <a:pt x="61048" y="62280"/>
                  </a:lnTo>
                  <a:lnTo>
                    <a:pt x="56769" y="56959"/>
                  </a:lnTo>
                  <a:lnTo>
                    <a:pt x="54190" y="47942"/>
                  </a:lnTo>
                  <a:lnTo>
                    <a:pt x="53340" y="35052"/>
                  </a:lnTo>
                  <a:lnTo>
                    <a:pt x="54190" y="22174"/>
                  </a:lnTo>
                  <a:lnTo>
                    <a:pt x="56769" y="13144"/>
                  </a:lnTo>
                  <a:lnTo>
                    <a:pt x="61048" y="7835"/>
                  </a:lnTo>
                  <a:lnTo>
                    <a:pt x="67056" y="6096"/>
                  </a:lnTo>
                  <a:lnTo>
                    <a:pt x="70104" y="6985"/>
                  </a:lnTo>
                  <a:lnTo>
                    <a:pt x="73152" y="7962"/>
                  </a:lnTo>
                  <a:lnTo>
                    <a:pt x="77343" y="13144"/>
                  </a:lnTo>
                  <a:lnTo>
                    <a:pt x="79908" y="22174"/>
                  </a:lnTo>
                  <a:lnTo>
                    <a:pt x="80772" y="35052"/>
                  </a:lnTo>
                  <a:lnTo>
                    <a:pt x="80772" y="6413"/>
                  </a:lnTo>
                  <a:lnTo>
                    <a:pt x="76174" y="2057"/>
                  </a:lnTo>
                  <a:lnTo>
                    <a:pt x="67056" y="0"/>
                  </a:lnTo>
                  <a:lnTo>
                    <a:pt x="61048" y="0"/>
                  </a:lnTo>
                  <a:lnTo>
                    <a:pt x="59436" y="762"/>
                  </a:lnTo>
                  <a:lnTo>
                    <a:pt x="54864" y="3048"/>
                  </a:lnTo>
                  <a:lnTo>
                    <a:pt x="51816" y="9144"/>
                  </a:lnTo>
                  <a:lnTo>
                    <a:pt x="48768" y="12192"/>
                  </a:lnTo>
                  <a:lnTo>
                    <a:pt x="47244" y="15240"/>
                  </a:lnTo>
                  <a:lnTo>
                    <a:pt x="47244" y="19812"/>
                  </a:lnTo>
                  <a:lnTo>
                    <a:pt x="45720" y="24384"/>
                  </a:lnTo>
                  <a:lnTo>
                    <a:pt x="45720" y="45720"/>
                  </a:lnTo>
                  <a:lnTo>
                    <a:pt x="47244" y="50292"/>
                  </a:lnTo>
                  <a:lnTo>
                    <a:pt x="47244" y="54864"/>
                  </a:lnTo>
                  <a:lnTo>
                    <a:pt x="51816" y="64008"/>
                  </a:lnTo>
                  <a:lnTo>
                    <a:pt x="53340" y="64770"/>
                  </a:lnTo>
                  <a:lnTo>
                    <a:pt x="57912" y="67056"/>
                  </a:lnTo>
                  <a:lnTo>
                    <a:pt x="59436" y="68580"/>
                  </a:lnTo>
                  <a:lnTo>
                    <a:pt x="62484" y="70104"/>
                  </a:lnTo>
                  <a:lnTo>
                    <a:pt x="70104" y="70104"/>
                  </a:lnTo>
                  <a:lnTo>
                    <a:pt x="73152" y="68580"/>
                  </a:lnTo>
                  <a:lnTo>
                    <a:pt x="74676" y="67056"/>
                  </a:lnTo>
                  <a:lnTo>
                    <a:pt x="80772" y="64008"/>
                  </a:lnTo>
                  <a:lnTo>
                    <a:pt x="83820" y="57912"/>
                  </a:lnTo>
                  <a:lnTo>
                    <a:pt x="86982" y="48412"/>
                  </a:lnTo>
                  <a:lnTo>
                    <a:pt x="86982" y="45250"/>
                  </a:lnTo>
                  <a:lnTo>
                    <a:pt x="88392" y="39624"/>
                  </a:lnTo>
                  <a:lnTo>
                    <a:pt x="88392" y="35052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945124" y="5425439"/>
              <a:ext cx="94487" cy="71628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6123432" y="5079492"/>
              <a:ext cx="4074160" cy="9525"/>
            </a:xfrm>
            <a:custGeom>
              <a:avLst/>
              <a:gdLst/>
              <a:ahLst/>
              <a:cxnLst/>
              <a:rect l="l" t="t" r="r" b="b"/>
              <a:pathLst>
                <a:path w="4074159" h="9525">
                  <a:moveTo>
                    <a:pt x="0" y="6095"/>
                  </a:moveTo>
                  <a:lnTo>
                    <a:pt x="0" y="3047"/>
                  </a:lnTo>
                  <a:lnTo>
                    <a:pt x="3048" y="0"/>
                  </a:lnTo>
                  <a:lnTo>
                    <a:pt x="4571" y="0"/>
                  </a:lnTo>
                  <a:lnTo>
                    <a:pt x="7619" y="3047"/>
                  </a:lnTo>
                  <a:lnTo>
                    <a:pt x="7619" y="6095"/>
                  </a:lnTo>
                  <a:lnTo>
                    <a:pt x="4571" y="9143"/>
                  </a:lnTo>
                  <a:lnTo>
                    <a:pt x="3048" y="9143"/>
                  </a:lnTo>
                  <a:lnTo>
                    <a:pt x="0" y="6095"/>
                  </a:lnTo>
                  <a:close/>
                </a:path>
                <a:path w="4074159" h="9525">
                  <a:moveTo>
                    <a:pt x="47243" y="6095"/>
                  </a:moveTo>
                  <a:lnTo>
                    <a:pt x="47243" y="3047"/>
                  </a:lnTo>
                  <a:lnTo>
                    <a:pt x="48767" y="3047"/>
                  </a:lnTo>
                  <a:lnTo>
                    <a:pt x="48767" y="6095"/>
                  </a:lnTo>
                  <a:lnTo>
                    <a:pt x="47243" y="6095"/>
                  </a:lnTo>
                  <a:close/>
                </a:path>
                <a:path w="4074159" h="9525">
                  <a:moveTo>
                    <a:pt x="45719" y="7619"/>
                  </a:moveTo>
                  <a:lnTo>
                    <a:pt x="45719" y="1523"/>
                  </a:lnTo>
                  <a:lnTo>
                    <a:pt x="47243" y="1523"/>
                  </a:lnTo>
                  <a:lnTo>
                    <a:pt x="47243" y="7619"/>
                  </a:lnTo>
                  <a:lnTo>
                    <a:pt x="45719" y="7619"/>
                  </a:lnTo>
                  <a:close/>
                </a:path>
                <a:path w="4074159" h="9525">
                  <a:moveTo>
                    <a:pt x="42671" y="9143"/>
                  </a:moveTo>
                  <a:lnTo>
                    <a:pt x="42671" y="0"/>
                  </a:lnTo>
                  <a:lnTo>
                    <a:pt x="45719" y="0"/>
                  </a:lnTo>
                  <a:lnTo>
                    <a:pt x="45719" y="9143"/>
                  </a:lnTo>
                  <a:lnTo>
                    <a:pt x="42671" y="9143"/>
                  </a:lnTo>
                  <a:close/>
                </a:path>
                <a:path w="4074159" h="9525">
                  <a:moveTo>
                    <a:pt x="39624" y="6095"/>
                  </a:moveTo>
                  <a:lnTo>
                    <a:pt x="39624" y="3047"/>
                  </a:lnTo>
                  <a:lnTo>
                    <a:pt x="41148" y="1523"/>
                  </a:lnTo>
                  <a:lnTo>
                    <a:pt x="42671" y="1523"/>
                  </a:lnTo>
                  <a:lnTo>
                    <a:pt x="42671" y="7619"/>
                  </a:lnTo>
                  <a:lnTo>
                    <a:pt x="41148" y="7619"/>
                  </a:lnTo>
                  <a:lnTo>
                    <a:pt x="39624" y="6095"/>
                  </a:lnTo>
                  <a:close/>
                </a:path>
                <a:path w="4074159" h="9525">
                  <a:moveTo>
                    <a:pt x="80771" y="7619"/>
                  </a:moveTo>
                  <a:lnTo>
                    <a:pt x="80771" y="1523"/>
                  </a:lnTo>
                  <a:lnTo>
                    <a:pt x="82295" y="1523"/>
                  </a:lnTo>
                  <a:lnTo>
                    <a:pt x="83819" y="0"/>
                  </a:lnTo>
                  <a:lnTo>
                    <a:pt x="85343" y="0"/>
                  </a:lnTo>
                  <a:lnTo>
                    <a:pt x="88391" y="3047"/>
                  </a:lnTo>
                  <a:lnTo>
                    <a:pt x="88391" y="6095"/>
                  </a:lnTo>
                  <a:lnTo>
                    <a:pt x="85343" y="9143"/>
                  </a:lnTo>
                  <a:lnTo>
                    <a:pt x="83819" y="9143"/>
                  </a:lnTo>
                  <a:lnTo>
                    <a:pt x="82295" y="7619"/>
                  </a:lnTo>
                  <a:lnTo>
                    <a:pt x="80771" y="7619"/>
                  </a:lnTo>
                  <a:close/>
                </a:path>
                <a:path w="4074159" h="9525">
                  <a:moveTo>
                    <a:pt x="120395" y="6095"/>
                  </a:moveTo>
                  <a:lnTo>
                    <a:pt x="120395" y="3047"/>
                  </a:lnTo>
                  <a:lnTo>
                    <a:pt x="123443" y="0"/>
                  </a:lnTo>
                  <a:lnTo>
                    <a:pt x="124967" y="0"/>
                  </a:lnTo>
                  <a:lnTo>
                    <a:pt x="126491" y="1523"/>
                  </a:lnTo>
                  <a:lnTo>
                    <a:pt x="128016" y="1523"/>
                  </a:lnTo>
                  <a:lnTo>
                    <a:pt x="128016" y="7619"/>
                  </a:lnTo>
                  <a:lnTo>
                    <a:pt x="126491" y="7619"/>
                  </a:lnTo>
                  <a:lnTo>
                    <a:pt x="124967" y="9143"/>
                  </a:lnTo>
                  <a:lnTo>
                    <a:pt x="123443" y="9143"/>
                  </a:lnTo>
                  <a:lnTo>
                    <a:pt x="120395" y="6095"/>
                  </a:lnTo>
                  <a:close/>
                </a:path>
                <a:path w="4074159" h="9525">
                  <a:moveTo>
                    <a:pt x="166116" y="7619"/>
                  </a:moveTo>
                  <a:lnTo>
                    <a:pt x="166116" y="1523"/>
                  </a:lnTo>
                  <a:lnTo>
                    <a:pt x="167640" y="1523"/>
                  </a:lnTo>
                  <a:lnTo>
                    <a:pt x="169163" y="3047"/>
                  </a:lnTo>
                  <a:lnTo>
                    <a:pt x="169163" y="6095"/>
                  </a:lnTo>
                  <a:lnTo>
                    <a:pt x="167640" y="7619"/>
                  </a:lnTo>
                  <a:lnTo>
                    <a:pt x="166116" y="7619"/>
                  </a:lnTo>
                  <a:close/>
                </a:path>
                <a:path w="4074159" h="9525">
                  <a:moveTo>
                    <a:pt x="163067" y="9143"/>
                  </a:moveTo>
                  <a:lnTo>
                    <a:pt x="163067" y="0"/>
                  </a:lnTo>
                  <a:lnTo>
                    <a:pt x="166116" y="0"/>
                  </a:lnTo>
                  <a:lnTo>
                    <a:pt x="166116" y="9143"/>
                  </a:lnTo>
                  <a:lnTo>
                    <a:pt x="163067" y="9143"/>
                  </a:lnTo>
                  <a:close/>
                </a:path>
                <a:path w="4074159" h="9525">
                  <a:moveTo>
                    <a:pt x="161543" y="7619"/>
                  </a:moveTo>
                  <a:lnTo>
                    <a:pt x="161543" y="1523"/>
                  </a:lnTo>
                  <a:lnTo>
                    <a:pt x="163067" y="1523"/>
                  </a:lnTo>
                  <a:lnTo>
                    <a:pt x="163067" y="7619"/>
                  </a:lnTo>
                  <a:lnTo>
                    <a:pt x="161543" y="7619"/>
                  </a:lnTo>
                  <a:close/>
                </a:path>
                <a:path w="4074159" h="9525">
                  <a:moveTo>
                    <a:pt x="160019" y="6095"/>
                  </a:moveTo>
                  <a:lnTo>
                    <a:pt x="160019" y="3047"/>
                  </a:lnTo>
                  <a:lnTo>
                    <a:pt x="161543" y="3047"/>
                  </a:lnTo>
                  <a:lnTo>
                    <a:pt x="161543" y="6095"/>
                  </a:lnTo>
                  <a:lnTo>
                    <a:pt x="160019" y="6095"/>
                  </a:lnTo>
                  <a:close/>
                </a:path>
                <a:path w="4074159" h="9525">
                  <a:moveTo>
                    <a:pt x="201167" y="6095"/>
                  </a:moveTo>
                  <a:lnTo>
                    <a:pt x="201167" y="3047"/>
                  </a:lnTo>
                  <a:lnTo>
                    <a:pt x="204216" y="0"/>
                  </a:lnTo>
                  <a:lnTo>
                    <a:pt x="205740" y="0"/>
                  </a:lnTo>
                  <a:lnTo>
                    <a:pt x="208787" y="3047"/>
                  </a:lnTo>
                  <a:lnTo>
                    <a:pt x="208787" y="6095"/>
                  </a:lnTo>
                  <a:lnTo>
                    <a:pt x="205740" y="9143"/>
                  </a:lnTo>
                  <a:lnTo>
                    <a:pt x="204216" y="9143"/>
                  </a:lnTo>
                  <a:lnTo>
                    <a:pt x="201167" y="6095"/>
                  </a:lnTo>
                  <a:close/>
                </a:path>
                <a:path w="4074159" h="9525">
                  <a:moveTo>
                    <a:pt x="248411" y="6095"/>
                  </a:moveTo>
                  <a:lnTo>
                    <a:pt x="248411" y="3047"/>
                  </a:lnTo>
                  <a:lnTo>
                    <a:pt x="249935" y="3047"/>
                  </a:lnTo>
                  <a:lnTo>
                    <a:pt x="249935" y="6095"/>
                  </a:lnTo>
                  <a:lnTo>
                    <a:pt x="248411" y="6095"/>
                  </a:lnTo>
                  <a:close/>
                </a:path>
                <a:path w="4074159" h="9525">
                  <a:moveTo>
                    <a:pt x="246887" y="7619"/>
                  </a:moveTo>
                  <a:lnTo>
                    <a:pt x="246887" y="1523"/>
                  </a:lnTo>
                  <a:lnTo>
                    <a:pt x="248411" y="1523"/>
                  </a:lnTo>
                  <a:lnTo>
                    <a:pt x="248411" y="7619"/>
                  </a:lnTo>
                  <a:lnTo>
                    <a:pt x="246887" y="7619"/>
                  </a:lnTo>
                  <a:close/>
                </a:path>
                <a:path w="4074159" h="9525">
                  <a:moveTo>
                    <a:pt x="243840" y="9143"/>
                  </a:moveTo>
                  <a:lnTo>
                    <a:pt x="243840" y="0"/>
                  </a:lnTo>
                  <a:lnTo>
                    <a:pt x="246887" y="0"/>
                  </a:lnTo>
                  <a:lnTo>
                    <a:pt x="246887" y="9143"/>
                  </a:lnTo>
                  <a:lnTo>
                    <a:pt x="243840" y="9143"/>
                  </a:lnTo>
                  <a:close/>
                </a:path>
                <a:path w="4074159" h="9525">
                  <a:moveTo>
                    <a:pt x="242316" y="7619"/>
                  </a:moveTo>
                  <a:lnTo>
                    <a:pt x="242316" y="1523"/>
                  </a:lnTo>
                  <a:lnTo>
                    <a:pt x="243840" y="1523"/>
                  </a:lnTo>
                  <a:lnTo>
                    <a:pt x="243840" y="7619"/>
                  </a:lnTo>
                  <a:lnTo>
                    <a:pt x="242316" y="7619"/>
                  </a:lnTo>
                  <a:close/>
                </a:path>
                <a:path w="4074159" h="9525">
                  <a:moveTo>
                    <a:pt x="240791" y="6095"/>
                  </a:moveTo>
                  <a:lnTo>
                    <a:pt x="240791" y="3047"/>
                  </a:lnTo>
                  <a:lnTo>
                    <a:pt x="242316" y="3047"/>
                  </a:lnTo>
                  <a:lnTo>
                    <a:pt x="242316" y="6095"/>
                  </a:lnTo>
                  <a:lnTo>
                    <a:pt x="240791" y="6095"/>
                  </a:lnTo>
                  <a:close/>
                </a:path>
                <a:path w="4074159" h="9525">
                  <a:moveTo>
                    <a:pt x="281940" y="6095"/>
                  </a:moveTo>
                  <a:lnTo>
                    <a:pt x="281940" y="3047"/>
                  </a:lnTo>
                  <a:lnTo>
                    <a:pt x="284987" y="0"/>
                  </a:lnTo>
                  <a:lnTo>
                    <a:pt x="286511" y="0"/>
                  </a:lnTo>
                  <a:lnTo>
                    <a:pt x="289559" y="3047"/>
                  </a:lnTo>
                  <a:lnTo>
                    <a:pt x="289559" y="6095"/>
                  </a:lnTo>
                  <a:lnTo>
                    <a:pt x="286511" y="9143"/>
                  </a:lnTo>
                  <a:lnTo>
                    <a:pt x="284987" y="9143"/>
                  </a:lnTo>
                  <a:lnTo>
                    <a:pt x="281940" y="6095"/>
                  </a:lnTo>
                  <a:close/>
                </a:path>
                <a:path w="4074159" h="9525">
                  <a:moveTo>
                    <a:pt x="327659" y="7619"/>
                  </a:moveTo>
                  <a:lnTo>
                    <a:pt x="327659" y="1523"/>
                  </a:lnTo>
                  <a:lnTo>
                    <a:pt x="329183" y="1523"/>
                  </a:lnTo>
                  <a:lnTo>
                    <a:pt x="329183" y="7619"/>
                  </a:lnTo>
                  <a:lnTo>
                    <a:pt x="327659" y="7619"/>
                  </a:lnTo>
                  <a:close/>
                </a:path>
                <a:path w="4074159" h="9525">
                  <a:moveTo>
                    <a:pt x="321563" y="6095"/>
                  </a:moveTo>
                  <a:lnTo>
                    <a:pt x="321563" y="3047"/>
                  </a:lnTo>
                  <a:lnTo>
                    <a:pt x="324611" y="0"/>
                  </a:lnTo>
                  <a:lnTo>
                    <a:pt x="327659" y="0"/>
                  </a:lnTo>
                  <a:lnTo>
                    <a:pt x="327659" y="9143"/>
                  </a:lnTo>
                  <a:lnTo>
                    <a:pt x="324611" y="9143"/>
                  </a:lnTo>
                  <a:lnTo>
                    <a:pt x="321563" y="6095"/>
                  </a:lnTo>
                  <a:close/>
                </a:path>
                <a:path w="4074159" h="9525">
                  <a:moveTo>
                    <a:pt x="364235" y="9143"/>
                  </a:moveTo>
                  <a:lnTo>
                    <a:pt x="364235" y="0"/>
                  </a:lnTo>
                  <a:lnTo>
                    <a:pt x="367283" y="0"/>
                  </a:lnTo>
                  <a:lnTo>
                    <a:pt x="370332" y="3047"/>
                  </a:lnTo>
                  <a:lnTo>
                    <a:pt x="370332" y="6095"/>
                  </a:lnTo>
                  <a:lnTo>
                    <a:pt x="367283" y="9143"/>
                  </a:lnTo>
                  <a:lnTo>
                    <a:pt x="364235" y="9143"/>
                  </a:lnTo>
                  <a:close/>
                </a:path>
                <a:path w="4074159" h="9525">
                  <a:moveTo>
                    <a:pt x="362711" y="7619"/>
                  </a:moveTo>
                  <a:lnTo>
                    <a:pt x="362711" y="1523"/>
                  </a:lnTo>
                  <a:lnTo>
                    <a:pt x="364235" y="1523"/>
                  </a:lnTo>
                  <a:lnTo>
                    <a:pt x="364235" y="7619"/>
                  </a:lnTo>
                  <a:lnTo>
                    <a:pt x="362711" y="7619"/>
                  </a:lnTo>
                  <a:close/>
                </a:path>
                <a:path w="4074159" h="9525">
                  <a:moveTo>
                    <a:pt x="402335" y="6095"/>
                  </a:moveTo>
                  <a:lnTo>
                    <a:pt x="402335" y="3047"/>
                  </a:lnTo>
                  <a:lnTo>
                    <a:pt x="405383" y="0"/>
                  </a:lnTo>
                  <a:lnTo>
                    <a:pt x="406908" y="0"/>
                  </a:lnTo>
                  <a:lnTo>
                    <a:pt x="409955" y="3047"/>
                  </a:lnTo>
                  <a:lnTo>
                    <a:pt x="409955" y="6095"/>
                  </a:lnTo>
                  <a:lnTo>
                    <a:pt x="406908" y="9143"/>
                  </a:lnTo>
                  <a:lnTo>
                    <a:pt x="405383" y="9143"/>
                  </a:lnTo>
                  <a:lnTo>
                    <a:pt x="402335" y="6095"/>
                  </a:lnTo>
                  <a:close/>
                </a:path>
                <a:path w="4074159" h="9525">
                  <a:moveTo>
                    <a:pt x="449579" y="6095"/>
                  </a:moveTo>
                  <a:lnTo>
                    <a:pt x="449579" y="3047"/>
                  </a:lnTo>
                  <a:lnTo>
                    <a:pt x="451103" y="3047"/>
                  </a:lnTo>
                  <a:lnTo>
                    <a:pt x="451103" y="6095"/>
                  </a:lnTo>
                  <a:lnTo>
                    <a:pt x="449579" y="6095"/>
                  </a:lnTo>
                  <a:close/>
                </a:path>
                <a:path w="4074159" h="9525">
                  <a:moveTo>
                    <a:pt x="448055" y="7619"/>
                  </a:moveTo>
                  <a:lnTo>
                    <a:pt x="448055" y="1523"/>
                  </a:lnTo>
                  <a:lnTo>
                    <a:pt x="449579" y="1523"/>
                  </a:lnTo>
                  <a:lnTo>
                    <a:pt x="449579" y="7619"/>
                  </a:lnTo>
                  <a:lnTo>
                    <a:pt x="448055" y="7619"/>
                  </a:lnTo>
                  <a:close/>
                </a:path>
                <a:path w="4074159" h="9525">
                  <a:moveTo>
                    <a:pt x="445008" y="9143"/>
                  </a:moveTo>
                  <a:lnTo>
                    <a:pt x="445008" y="0"/>
                  </a:lnTo>
                  <a:lnTo>
                    <a:pt x="448055" y="0"/>
                  </a:lnTo>
                  <a:lnTo>
                    <a:pt x="448055" y="9143"/>
                  </a:lnTo>
                  <a:lnTo>
                    <a:pt x="445008" y="9143"/>
                  </a:lnTo>
                  <a:close/>
                </a:path>
                <a:path w="4074159" h="9525">
                  <a:moveTo>
                    <a:pt x="443483" y="7619"/>
                  </a:moveTo>
                  <a:lnTo>
                    <a:pt x="443483" y="1523"/>
                  </a:lnTo>
                  <a:lnTo>
                    <a:pt x="445008" y="1523"/>
                  </a:lnTo>
                  <a:lnTo>
                    <a:pt x="445008" y="7619"/>
                  </a:lnTo>
                  <a:lnTo>
                    <a:pt x="443483" y="7619"/>
                  </a:lnTo>
                  <a:close/>
                </a:path>
                <a:path w="4074159" h="9525">
                  <a:moveTo>
                    <a:pt x="441959" y="6095"/>
                  </a:moveTo>
                  <a:lnTo>
                    <a:pt x="441959" y="3047"/>
                  </a:lnTo>
                  <a:lnTo>
                    <a:pt x="443483" y="3047"/>
                  </a:lnTo>
                  <a:lnTo>
                    <a:pt x="443483" y="6095"/>
                  </a:lnTo>
                  <a:lnTo>
                    <a:pt x="441959" y="6095"/>
                  </a:lnTo>
                  <a:close/>
                </a:path>
                <a:path w="4074159" h="9525">
                  <a:moveTo>
                    <a:pt x="483108" y="6095"/>
                  </a:moveTo>
                  <a:lnTo>
                    <a:pt x="483108" y="3047"/>
                  </a:lnTo>
                  <a:lnTo>
                    <a:pt x="486155" y="0"/>
                  </a:lnTo>
                  <a:lnTo>
                    <a:pt x="487679" y="0"/>
                  </a:lnTo>
                  <a:lnTo>
                    <a:pt x="490727" y="3047"/>
                  </a:lnTo>
                  <a:lnTo>
                    <a:pt x="490727" y="6095"/>
                  </a:lnTo>
                  <a:lnTo>
                    <a:pt x="487679" y="9143"/>
                  </a:lnTo>
                  <a:lnTo>
                    <a:pt x="486155" y="9143"/>
                  </a:lnTo>
                  <a:lnTo>
                    <a:pt x="483108" y="6095"/>
                  </a:lnTo>
                  <a:close/>
                </a:path>
                <a:path w="4074159" h="9525">
                  <a:moveTo>
                    <a:pt x="530351" y="6095"/>
                  </a:moveTo>
                  <a:lnTo>
                    <a:pt x="530351" y="3047"/>
                  </a:lnTo>
                  <a:lnTo>
                    <a:pt x="531875" y="3047"/>
                  </a:lnTo>
                  <a:lnTo>
                    <a:pt x="531875" y="6095"/>
                  </a:lnTo>
                  <a:lnTo>
                    <a:pt x="530351" y="6095"/>
                  </a:lnTo>
                  <a:close/>
                </a:path>
                <a:path w="4074159" h="9525">
                  <a:moveTo>
                    <a:pt x="528827" y="7619"/>
                  </a:moveTo>
                  <a:lnTo>
                    <a:pt x="528827" y="1523"/>
                  </a:lnTo>
                  <a:lnTo>
                    <a:pt x="530351" y="1523"/>
                  </a:lnTo>
                  <a:lnTo>
                    <a:pt x="530351" y="7619"/>
                  </a:lnTo>
                  <a:lnTo>
                    <a:pt x="528827" y="7619"/>
                  </a:lnTo>
                  <a:close/>
                </a:path>
                <a:path w="4074159" h="9525">
                  <a:moveTo>
                    <a:pt x="525779" y="9143"/>
                  </a:moveTo>
                  <a:lnTo>
                    <a:pt x="525779" y="0"/>
                  </a:lnTo>
                  <a:lnTo>
                    <a:pt x="528827" y="0"/>
                  </a:lnTo>
                  <a:lnTo>
                    <a:pt x="528827" y="9143"/>
                  </a:lnTo>
                  <a:lnTo>
                    <a:pt x="525779" y="9143"/>
                  </a:lnTo>
                  <a:close/>
                </a:path>
                <a:path w="4074159" h="9525">
                  <a:moveTo>
                    <a:pt x="522732" y="6095"/>
                  </a:moveTo>
                  <a:lnTo>
                    <a:pt x="522732" y="3047"/>
                  </a:lnTo>
                  <a:lnTo>
                    <a:pt x="524255" y="1523"/>
                  </a:lnTo>
                  <a:lnTo>
                    <a:pt x="525779" y="1523"/>
                  </a:lnTo>
                  <a:lnTo>
                    <a:pt x="525779" y="7619"/>
                  </a:lnTo>
                  <a:lnTo>
                    <a:pt x="524255" y="7619"/>
                  </a:lnTo>
                  <a:lnTo>
                    <a:pt x="522732" y="6095"/>
                  </a:lnTo>
                  <a:close/>
                </a:path>
                <a:path w="4074159" h="9525">
                  <a:moveTo>
                    <a:pt x="563879" y="7619"/>
                  </a:moveTo>
                  <a:lnTo>
                    <a:pt x="563879" y="1523"/>
                  </a:lnTo>
                  <a:lnTo>
                    <a:pt x="565403" y="1523"/>
                  </a:lnTo>
                  <a:lnTo>
                    <a:pt x="566927" y="0"/>
                  </a:lnTo>
                  <a:lnTo>
                    <a:pt x="568451" y="0"/>
                  </a:lnTo>
                  <a:lnTo>
                    <a:pt x="571500" y="3047"/>
                  </a:lnTo>
                  <a:lnTo>
                    <a:pt x="571500" y="6095"/>
                  </a:lnTo>
                  <a:lnTo>
                    <a:pt x="568451" y="9143"/>
                  </a:lnTo>
                  <a:lnTo>
                    <a:pt x="566927" y="9143"/>
                  </a:lnTo>
                  <a:lnTo>
                    <a:pt x="565403" y="7619"/>
                  </a:lnTo>
                  <a:lnTo>
                    <a:pt x="563879" y="7619"/>
                  </a:lnTo>
                  <a:close/>
                </a:path>
                <a:path w="4074159" h="9525">
                  <a:moveTo>
                    <a:pt x="603503" y="6095"/>
                  </a:moveTo>
                  <a:lnTo>
                    <a:pt x="603503" y="3047"/>
                  </a:lnTo>
                  <a:lnTo>
                    <a:pt x="606551" y="0"/>
                  </a:lnTo>
                  <a:lnTo>
                    <a:pt x="608075" y="0"/>
                  </a:lnTo>
                  <a:lnTo>
                    <a:pt x="609600" y="1523"/>
                  </a:lnTo>
                  <a:lnTo>
                    <a:pt x="611124" y="1523"/>
                  </a:lnTo>
                  <a:lnTo>
                    <a:pt x="611124" y="7619"/>
                  </a:lnTo>
                  <a:lnTo>
                    <a:pt x="609600" y="7619"/>
                  </a:lnTo>
                  <a:lnTo>
                    <a:pt x="608075" y="9143"/>
                  </a:lnTo>
                  <a:lnTo>
                    <a:pt x="606551" y="9143"/>
                  </a:lnTo>
                  <a:lnTo>
                    <a:pt x="603503" y="6095"/>
                  </a:lnTo>
                  <a:close/>
                </a:path>
                <a:path w="4074159" h="9525">
                  <a:moveTo>
                    <a:pt x="650748" y="6095"/>
                  </a:moveTo>
                  <a:lnTo>
                    <a:pt x="650748" y="3047"/>
                  </a:lnTo>
                  <a:lnTo>
                    <a:pt x="652271" y="3047"/>
                  </a:lnTo>
                  <a:lnTo>
                    <a:pt x="652271" y="6095"/>
                  </a:lnTo>
                  <a:lnTo>
                    <a:pt x="650748" y="6095"/>
                  </a:lnTo>
                  <a:close/>
                </a:path>
                <a:path w="4074159" h="9525">
                  <a:moveTo>
                    <a:pt x="649224" y="7619"/>
                  </a:moveTo>
                  <a:lnTo>
                    <a:pt x="649224" y="1523"/>
                  </a:lnTo>
                  <a:lnTo>
                    <a:pt x="650748" y="1523"/>
                  </a:lnTo>
                  <a:lnTo>
                    <a:pt x="650748" y="7619"/>
                  </a:lnTo>
                  <a:lnTo>
                    <a:pt x="649224" y="7619"/>
                  </a:lnTo>
                  <a:close/>
                </a:path>
                <a:path w="4074159" h="9525">
                  <a:moveTo>
                    <a:pt x="646175" y="9143"/>
                  </a:moveTo>
                  <a:lnTo>
                    <a:pt x="646175" y="0"/>
                  </a:lnTo>
                  <a:lnTo>
                    <a:pt x="649224" y="0"/>
                  </a:lnTo>
                  <a:lnTo>
                    <a:pt x="649224" y="9143"/>
                  </a:lnTo>
                  <a:lnTo>
                    <a:pt x="646175" y="9143"/>
                  </a:lnTo>
                  <a:close/>
                </a:path>
                <a:path w="4074159" h="9525">
                  <a:moveTo>
                    <a:pt x="644651" y="7619"/>
                  </a:moveTo>
                  <a:lnTo>
                    <a:pt x="644651" y="1523"/>
                  </a:lnTo>
                  <a:lnTo>
                    <a:pt x="646175" y="1523"/>
                  </a:lnTo>
                  <a:lnTo>
                    <a:pt x="646175" y="7619"/>
                  </a:lnTo>
                  <a:lnTo>
                    <a:pt x="644651" y="7619"/>
                  </a:lnTo>
                  <a:close/>
                </a:path>
                <a:path w="4074159" h="9525">
                  <a:moveTo>
                    <a:pt x="643127" y="6095"/>
                  </a:moveTo>
                  <a:lnTo>
                    <a:pt x="643127" y="3047"/>
                  </a:lnTo>
                  <a:lnTo>
                    <a:pt x="644651" y="3047"/>
                  </a:lnTo>
                  <a:lnTo>
                    <a:pt x="644651" y="6095"/>
                  </a:lnTo>
                  <a:lnTo>
                    <a:pt x="643127" y="6095"/>
                  </a:lnTo>
                  <a:close/>
                </a:path>
                <a:path w="4074159" h="9525">
                  <a:moveTo>
                    <a:pt x="684275" y="6095"/>
                  </a:moveTo>
                  <a:lnTo>
                    <a:pt x="684275" y="3047"/>
                  </a:lnTo>
                  <a:lnTo>
                    <a:pt x="687324" y="0"/>
                  </a:lnTo>
                  <a:lnTo>
                    <a:pt x="688848" y="0"/>
                  </a:lnTo>
                  <a:lnTo>
                    <a:pt x="691895" y="3047"/>
                  </a:lnTo>
                  <a:lnTo>
                    <a:pt x="691895" y="6095"/>
                  </a:lnTo>
                  <a:lnTo>
                    <a:pt x="688848" y="9143"/>
                  </a:lnTo>
                  <a:lnTo>
                    <a:pt x="687324" y="9143"/>
                  </a:lnTo>
                  <a:lnTo>
                    <a:pt x="684275" y="6095"/>
                  </a:lnTo>
                  <a:close/>
                </a:path>
                <a:path w="4074159" h="9525">
                  <a:moveTo>
                    <a:pt x="731519" y="6095"/>
                  </a:moveTo>
                  <a:lnTo>
                    <a:pt x="731519" y="3047"/>
                  </a:lnTo>
                  <a:lnTo>
                    <a:pt x="733043" y="3047"/>
                  </a:lnTo>
                  <a:lnTo>
                    <a:pt x="733043" y="6095"/>
                  </a:lnTo>
                  <a:lnTo>
                    <a:pt x="731519" y="6095"/>
                  </a:lnTo>
                  <a:close/>
                </a:path>
                <a:path w="4074159" h="9525">
                  <a:moveTo>
                    <a:pt x="729995" y="7619"/>
                  </a:moveTo>
                  <a:lnTo>
                    <a:pt x="729995" y="1523"/>
                  </a:lnTo>
                  <a:lnTo>
                    <a:pt x="731519" y="1523"/>
                  </a:lnTo>
                  <a:lnTo>
                    <a:pt x="731519" y="7619"/>
                  </a:lnTo>
                  <a:lnTo>
                    <a:pt x="729995" y="7619"/>
                  </a:lnTo>
                  <a:close/>
                </a:path>
                <a:path w="4074159" h="9525">
                  <a:moveTo>
                    <a:pt x="726948" y="9143"/>
                  </a:moveTo>
                  <a:lnTo>
                    <a:pt x="726948" y="0"/>
                  </a:lnTo>
                  <a:lnTo>
                    <a:pt x="729995" y="0"/>
                  </a:lnTo>
                  <a:lnTo>
                    <a:pt x="729995" y="9143"/>
                  </a:lnTo>
                  <a:lnTo>
                    <a:pt x="726948" y="9143"/>
                  </a:lnTo>
                  <a:close/>
                </a:path>
                <a:path w="4074159" h="9525">
                  <a:moveTo>
                    <a:pt x="725424" y="7619"/>
                  </a:moveTo>
                  <a:lnTo>
                    <a:pt x="725424" y="1523"/>
                  </a:lnTo>
                  <a:lnTo>
                    <a:pt x="726948" y="1523"/>
                  </a:lnTo>
                  <a:lnTo>
                    <a:pt x="726948" y="7619"/>
                  </a:lnTo>
                  <a:lnTo>
                    <a:pt x="725424" y="7619"/>
                  </a:lnTo>
                  <a:close/>
                </a:path>
                <a:path w="4074159" h="9525">
                  <a:moveTo>
                    <a:pt x="723900" y="6095"/>
                  </a:moveTo>
                  <a:lnTo>
                    <a:pt x="723900" y="3047"/>
                  </a:lnTo>
                  <a:lnTo>
                    <a:pt x="725424" y="3047"/>
                  </a:lnTo>
                  <a:lnTo>
                    <a:pt x="725424" y="6095"/>
                  </a:lnTo>
                  <a:lnTo>
                    <a:pt x="723900" y="6095"/>
                  </a:lnTo>
                  <a:close/>
                </a:path>
                <a:path w="4074159" h="9525">
                  <a:moveTo>
                    <a:pt x="765048" y="7619"/>
                  </a:moveTo>
                  <a:lnTo>
                    <a:pt x="765048" y="1523"/>
                  </a:lnTo>
                  <a:lnTo>
                    <a:pt x="766571" y="1523"/>
                  </a:lnTo>
                  <a:lnTo>
                    <a:pt x="768095" y="0"/>
                  </a:lnTo>
                  <a:lnTo>
                    <a:pt x="769619" y="0"/>
                  </a:lnTo>
                  <a:lnTo>
                    <a:pt x="772667" y="3047"/>
                  </a:lnTo>
                  <a:lnTo>
                    <a:pt x="772667" y="6095"/>
                  </a:lnTo>
                  <a:lnTo>
                    <a:pt x="769619" y="9143"/>
                  </a:lnTo>
                  <a:lnTo>
                    <a:pt x="768095" y="9143"/>
                  </a:lnTo>
                  <a:lnTo>
                    <a:pt x="766571" y="7619"/>
                  </a:lnTo>
                  <a:lnTo>
                    <a:pt x="765048" y="7619"/>
                  </a:lnTo>
                  <a:close/>
                </a:path>
                <a:path w="4074159" h="9525">
                  <a:moveTo>
                    <a:pt x="810767" y="7619"/>
                  </a:moveTo>
                  <a:lnTo>
                    <a:pt x="810767" y="1523"/>
                  </a:lnTo>
                  <a:lnTo>
                    <a:pt x="812292" y="1523"/>
                  </a:lnTo>
                  <a:lnTo>
                    <a:pt x="812292" y="7619"/>
                  </a:lnTo>
                  <a:lnTo>
                    <a:pt x="810767" y="7619"/>
                  </a:lnTo>
                  <a:close/>
                </a:path>
                <a:path w="4074159" h="9525">
                  <a:moveTo>
                    <a:pt x="804671" y="6095"/>
                  </a:moveTo>
                  <a:lnTo>
                    <a:pt x="804671" y="3047"/>
                  </a:lnTo>
                  <a:lnTo>
                    <a:pt x="807719" y="0"/>
                  </a:lnTo>
                  <a:lnTo>
                    <a:pt x="810767" y="0"/>
                  </a:lnTo>
                  <a:lnTo>
                    <a:pt x="810767" y="9143"/>
                  </a:lnTo>
                  <a:lnTo>
                    <a:pt x="807719" y="9143"/>
                  </a:lnTo>
                  <a:lnTo>
                    <a:pt x="804671" y="6095"/>
                  </a:lnTo>
                  <a:close/>
                </a:path>
                <a:path w="4074159" h="9525">
                  <a:moveTo>
                    <a:pt x="847343" y="9143"/>
                  </a:moveTo>
                  <a:lnTo>
                    <a:pt x="847343" y="0"/>
                  </a:lnTo>
                  <a:lnTo>
                    <a:pt x="850392" y="0"/>
                  </a:lnTo>
                  <a:lnTo>
                    <a:pt x="853440" y="3047"/>
                  </a:lnTo>
                  <a:lnTo>
                    <a:pt x="853440" y="6095"/>
                  </a:lnTo>
                  <a:lnTo>
                    <a:pt x="850392" y="9143"/>
                  </a:lnTo>
                  <a:lnTo>
                    <a:pt x="847343" y="9143"/>
                  </a:lnTo>
                  <a:close/>
                </a:path>
                <a:path w="4074159" h="9525">
                  <a:moveTo>
                    <a:pt x="845819" y="7619"/>
                  </a:moveTo>
                  <a:lnTo>
                    <a:pt x="845819" y="1523"/>
                  </a:lnTo>
                  <a:lnTo>
                    <a:pt x="847343" y="1523"/>
                  </a:lnTo>
                  <a:lnTo>
                    <a:pt x="847343" y="7619"/>
                  </a:lnTo>
                  <a:lnTo>
                    <a:pt x="845819" y="7619"/>
                  </a:lnTo>
                  <a:close/>
                </a:path>
                <a:path w="4074159" h="9525">
                  <a:moveTo>
                    <a:pt x="885443" y="6095"/>
                  </a:moveTo>
                  <a:lnTo>
                    <a:pt x="885443" y="3047"/>
                  </a:lnTo>
                  <a:lnTo>
                    <a:pt x="888492" y="0"/>
                  </a:lnTo>
                  <a:lnTo>
                    <a:pt x="890016" y="0"/>
                  </a:lnTo>
                  <a:lnTo>
                    <a:pt x="893063" y="3047"/>
                  </a:lnTo>
                  <a:lnTo>
                    <a:pt x="893063" y="6095"/>
                  </a:lnTo>
                  <a:lnTo>
                    <a:pt x="890016" y="9143"/>
                  </a:lnTo>
                  <a:lnTo>
                    <a:pt x="888492" y="9143"/>
                  </a:lnTo>
                  <a:lnTo>
                    <a:pt x="885443" y="6095"/>
                  </a:lnTo>
                  <a:close/>
                </a:path>
                <a:path w="4074159" h="9525">
                  <a:moveTo>
                    <a:pt x="932687" y="6095"/>
                  </a:moveTo>
                  <a:lnTo>
                    <a:pt x="932687" y="3047"/>
                  </a:lnTo>
                  <a:lnTo>
                    <a:pt x="934211" y="3047"/>
                  </a:lnTo>
                  <a:lnTo>
                    <a:pt x="934211" y="6095"/>
                  </a:lnTo>
                  <a:lnTo>
                    <a:pt x="932687" y="6095"/>
                  </a:lnTo>
                  <a:close/>
                </a:path>
                <a:path w="4074159" h="9525">
                  <a:moveTo>
                    <a:pt x="931163" y="7619"/>
                  </a:moveTo>
                  <a:lnTo>
                    <a:pt x="931163" y="1523"/>
                  </a:lnTo>
                  <a:lnTo>
                    <a:pt x="932687" y="1523"/>
                  </a:lnTo>
                  <a:lnTo>
                    <a:pt x="932687" y="7619"/>
                  </a:lnTo>
                  <a:lnTo>
                    <a:pt x="931163" y="7619"/>
                  </a:lnTo>
                  <a:close/>
                </a:path>
                <a:path w="4074159" h="9525">
                  <a:moveTo>
                    <a:pt x="928116" y="9143"/>
                  </a:moveTo>
                  <a:lnTo>
                    <a:pt x="928116" y="0"/>
                  </a:lnTo>
                  <a:lnTo>
                    <a:pt x="931163" y="0"/>
                  </a:lnTo>
                  <a:lnTo>
                    <a:pt x="931163" y="9143"/>
                  </a:lnTo>
                  <a:lnTo>
                    <a:pt x="928116" y="9143"/>
                  </a:lnTo>
                  <a:close/>
                </a:path>
                <a:path w="4074159" h="9525">
                  <a:moveTo>
                    <a:pt x="926592" y="7619"/>
                  </a:moveTo>
                  <a:lnTo>
                    <a:pt x="926592" y="1523"/>
                  </a:lnTo>
                  <a:lnTo>
                    <a:pt x="928116" y="1523"/>
                  </a:lnTo>
                  <a:lnTo>
                    <a:pt x="928116" y="7619"/>
                  </a:lnTo>
                  <a:lnTo>
                    <a:pt x="926592" y="7619"/>
                  </a:lnTo>
                  <a:close/>
                </a:path>
                <a:path w="4074159" h="9525">
                  <a:moveTo>
                    <a:pt x="925067" y="6095"/>
                  </a:moveTo>
                  <a:lnTo>
                    <a:pt x="925067" y="3047"/>
                  </a:lnTo>
                  <a:lnTo>
                    <a:pt x="926592" y="3047"/>
                  </a:lnTo>
                  <a:lnTo>
                    <a:pt x="926592" y="6095"/>
                  </a:lnTo>
                  <a:lnTo>
                    <a:pt x="925067" y="6095"/>
                  </a:lnTo>
                  <a:close/>
                </a:path>
                <a:path w="4074159" h="9525">
                  <a:moveTo>
                    <a:pt x="966216" y="6095"/>
                  </a:moveTo>
                  <a:lnTo>
                    <a:pt x="966216" y="3047"/>
                  </a:lnTo>
                  <a:lnTo>
                    <a:pt x="969263" y="0"/>
                  </a:lnTo>
                  <a:lnTo>
                    <a:pt x="970787" y="0"/>
                  </a:lnTo>
                  <a:lnTo>
                    <a:pt x="973835" y="3047"/>
                  </a:lnTo>
                  <a:lnTo>
                    <a:pt x="973835" y="6095"/>
                  </a:lnTo>
                  <a:lnTo>
                    <a:pt x="970787" y="9143"/>
                  </a:lnTo>
                  <a:lnTo>
                    <a:pt x="969263" y="9143"/>
                  </a:lnTo>
                  <a:lnTo>
                    <a:pt x="966216" y="6095"/>
                  </a:lnTo>
                  <a:close/>
                </a:path>
                <a:path w="4074159" h="9525">
                  <a:moveTo>
                    <a:pt x="1011935" y="7619"/>
                  </a:moveTo>
                  <a:lnTo>
                    <a:pt x="1011935" y="1523"/>
                  </a:lnTo>
                  <a:lnTo>
                    <a:pt x="1013459" y="1523"/>
                  </a:lnTo>
                  <a:lnTo>
                    <a:pt x="1013459" y="7619"/>
                  </a:lnTo>
                  <a:lnTo>
                    <a:pt x="1011935" y="7619"/>
                  </a:lnTo>
                  <a:close/>
                </a:path>
                <a:path w="4074159" h="9525">
                  <a:moveTo>
                    <a:pt x="1008887" y="9143"/>
                  </a:moveTo>
                  <a:lnTo>
                    <a:pt x="1008887" y="0"/>
                  </a:lnTo>
                  <a:lnTo>
                    <a:pt x="1011935" y="0"/>
                  </a:lnTo>
                  <a:lnTo>
                    <a:pt x="1011935" y="9143"/>
                  </a:lnTo>
                  <a:lnTo>
                    <a:pt x="1008887" y="9143"/>
                  </a:lnTo>
                  <a:close/>
                </a:path>
                <a:path w="4074159" h="9525">
                  <a:moveTo>
                    <a:pt x="1005840" y="6095"/>
                  </a:moveTo>
                  <a:lnTo>
                    <a:pt x="1005840" y="3047"/>
                  </a:lnTo>
                  <a:lnTo>
                    <a:pt x="1007363" y="1523"/>
                  </a:lnTo>
                  <a:lnTo>
                    <a:pt x="1008887" y="1523"/>
                  </a:lnTo>
                  <a:lnTo>
                    <a:pt x="1008887" y="7619"/>
                  </a:lnTo>
                  <a:lnTo>
                    <a:pt x="1007363" y="7619"/>
                  </a:lnTo>
                  <a:lnTo>
                    <a:pt x="1005840" y="6095"/>
                  </a:lnTo>
                  <a:close/>
                </a:path>
                <a:path w="4074159" h="9525">
                  <a:moveTo>
                    <a:pt x="1046987" y="7619"/>
                  </a:moveTo>
                  <a:lnTo>
                    <a:pt x="1046987" y="1523"/>
                  </a:lnTo>
                  <a:lnTo>
                    <a:pt x="1048511" y="1523"/>
                  </a:lnTo>
                  <a:lnTo>
                    <a:pt x="1050035" y="0"/>
                  </a:lnTo>
                  <a:lnTo>
                    <a:pt x="1051559" y="0"/>
                  </a:lnTo>
                  <a:lnTo>
                    <a:pt x="1054608" y="3047"/>
                  </a:lnTo>
                  <a:lnTo>
                    <a:pt x="1054608" y="6095"/>
                  </a:lnTo>
                  <a:lnTo>
                    <a:pt x="1051559" y="9143"/>
                  </a:lnTo>
                  <a:lnTo>
                    <a:pt x="1050035" y="9143"/>
                  </a:lnTo>
                  <a:lnTo>
                    <a:pt x="1048511" y="7619"/>
                  </a:lnTo>
                  <a:lnTo>
                    <a:pt x="1046987" y="7619"/>
                  </a:lnTo>
                  <a:close/>
                </a:path>
                <a:path w="4074159" h="9525">
                  <a:moveTo>
                    <a:pt x="1086611" y="6095"/>
                  </a:moveTo>
                  <a:lnTo>
                    <a:pt x="1086611" y="3047"/>
                  </a:lnTo>
                  <a:lnTo>
                    <a:pt x="1089659" y="0"/>
                  </a:lnTo>
                  <a:lnTo>
                    <a:pt x="1091184" y="0"/>
                  </a:lnTo>
                  <a:lnTo>
                    <a:pt x="1092708" y="1523"/>
                  </a:lnTo>
                  <a:lnTo>
                    <a:pt x="1094232" y="1523"/>
                  </a:lnTo>
                  <a:lnTo>
                    <a:pt x="1094232" y="7619"/>
                  </a:lnTo>
                  <a:lnTo>
                    <a:pt x="1092708" y="7619"/>
                  </a:lnTo>
                  <a:lnTo>
                    <a:pt x="1091184" y="9143"/>
                  </a:lnTo>
                  <a:lnTo>
                    <a:pt x="1089659" y="9143"/>
                  </a:lnTo>
                  <a:lnTo>
                    <a:pt x="1086611" y="6095"/>
                  </a:lnTo>
                  <a:close/>
                </a:path>
                <a:path w="4074159" h="9525">
                  <a:moveTo>
                    <a:pt x="1133855" y="6095"/>
                  </a:moveTo>
                  <a:lnTo>
                    <a:pt x="1133855" y="3047"/>
                  </a:lnTo>
                  <a:lnTo>
                    <a:pt x="1135379" y="3047"/>
                  </a:lnTo>
                  <a:lnTo>
                    <a:pt x="1135379" y="6095"/>
                  </a:lnTo>
                  <a:lnTo>
                    <a:pt x="1133855" y="6095"/>
                  </a:lnTo>
                  <a:close/>
                </a:path>
                <a:path w="4074159" h="9525">
                  <a:moveTo>
                    <a:pt x="1132332" y="7619"/>
                  </a:moveTo>
                  <a:lnTo>
                    <a:pt x="1132332" y="1523"/>
                  </a:lnTo>
                  <a:lnTo>
                    <a:pt x="1133855" y="1523"/>
                  </a:lnTo>
                  <a:lnTo>
                    <a:pt x="1133855" y="7619"/>
                  </a:lnTo>
                  <a:lnTo>
                    <a:pt x="1132332" y="7619"/>
                  </a:lnTo>
                  <a:close/>
                </a:path>
                <a:path w="4074159" h="9525">
                  <a:moveTo>
                    <a:pt x="1129284" y="9143"/>
                  </a:moveTo>
                  <a:lnTo>
                    <a:pt x="1129284" y="0"/>
                  </a:lnTo>
                  <a:lnTo>
                    <a:pt x="1132332" y="0"/>
                  </a:lnTo>
                  <a:lnTo>
                    <a:pt x="1132332" y="9143"/>
                  </a:lnTo>
                  <a:lnTo>
                    <a:pt x="1129284" y="9143"/>
                  </a:lnTo>
                  <a:close/>
                </a:path>
                <a:path w="4074159" h="9525">
                  <a:moveTo>
                    <a:pt x="1127759" y="7619"/>
                  </a:moveTo>
                  <a:lnTo>
                    <a:pt x="1127759" y="1523"/>
                  </a:lnTo>
                  <a:lnTo>
                    <a:pt x="1129284" y="1523"/>
                  </a:lnTo>
                  <a:lnTo>
                    <a:pt x="1129284" y="7619"/>
                  </a:lnTo>
                  <a:lnTo>
                    <a:pt x="1127759" y="7619"/>
                  </a:lnTo>
                  <a:close/>
                </a:path>
                <a:path w="4074159" h="9525">
                  <a:moveTo>
                    <a:pt x="1126235" y="6095"/>
                  </a:moveTo>
                  <a:lnTo>
                    <a:pt x="1126235" y="3047"/>
                  </a:lnTo>
                  <a:lnTo>
                    <a:pt x="1127759" y="3047"/>
                  </a:lnTo>
                  <a:lnTo>
                    <a:pt x="1127759" y="6095"/>
                  </a:lnTo>
                  <a:lnTo>
                    <a:pt x="1126235" y="6095"/>
                  </a:lnTo>
                  <a:close/>
                </a:path>
                <a:path w="4074159" h="9525">
                  <a:moveTo>
                    <a:pt x="1167384" y="6095"/>
                  </a:moveTo>
                  <a:lnTo>
                    <a:pt x="1167384" y="3047"/>
                  </a:lnTo>
                  <a:lnTo>
                    <a:pt x="1170432" y="0"/>
                  </a:lnTo>
                  <a:lnTo>
                    <a:pt x="1171955" y="0"/>
                  </a:lnTo>
                  <a:lnTo>
                    <a:pt x="1175003" y="3047"/>
                  </a:lnTo>
                  <a:lnTo>
                    <a:pt x="1175003" y="6095"/>
                  </a:lnTo>
                  <a:lnTo>
                    <a:pt x="1171955" y="9143"/>
                  </a:lnTo>
                  <a:lnTo>
                    <a:pt x="1170432" y="9143"/>
                  </a:lnTo>
                  <a:lnTo>
                    <a:pt x="1167384" y="6095"/>
                  </a:lnTo>
                  <a:close/>
                </a:path>
                <a:path w="4074159" h="9525">
                  <a:moveTo>
                    <a:pt x="1214627" y="6095"/>
                  </a:moveTo>
                  <a:lnTo>
                    <a:pt x="1214627" y="3047"/>
                  </a:lnTo>
                  <a:lnTo>
                    <a:pt x="1216151" y="3047"/>
                  </a:lnTo>
                  <a:lnTo>
                    <a:pt x="1216151" y="6095"/>
                  </a:lnTo>
                  <a:lnTo>
                    <a:pt x="1214627" y="6095"/>
                  </a:lnTo>
                  <a:close/>
                </a:path>
                <a:path w="4074159" h="9525">
                  <a:moveTo>
                    <a:pt x="1213103" y="7619"/>
                  </a:moveTo>
                  <a:lnTo>
                    <a:pt x="1213103" y="1523"/>
                  </a:lnTo>
                  <a:lnTo>
                    <a:pt x="1214627" y="1523"/>
                  </a:lnTo>
                  <a:lnTo>
                    <a:pt x="1214627" y="7619"/>
                  </a:lnTo>
                  <a:lnTo>
                    <a:pt x="1213103" y="7619"/>
                  </a:lnTo>
                  <a:close/>
                </a:path>
                <a:path w="4074159" h="9525">
                  <a:moveTo>
                    <a:pt x="1210055" y="9143"/>
                  </a:moveTo>
                  <a:lnTo>
                    <a:pt x="1210055" y="0"/>
                  </a:lnTo>
                  <a:lnTo>
                    <a:pt x="1213103" y="0"/>
                  </a:lnTo>
                  <a:lnTo>
                    <a:pt x="1213103" y="9143"/>
                  </a:lnTo>
                  <a:lnTo>
                    <a:pt x="1210055" y="9143"/>
                  </a:lnTo>
                  <a:close/>
                </a:path>
                <a:path w="4074159" h="9525">
                  <a:moveTo>
                    <a:pt x="1208532" y="7619"/>
                  </a:moveTo>
                  <a:lnTo>
                    <a:pt x="1208532" y="1523"/>
                  </a:lnTo>
                  <a:lnTo>
                    <a:pt x="1210055" y="1523"/>
                  </a:lnTo>
                  <a:lnTo>
                    <a:pt x="1210055" y="7619"/>
                  </a:lnTo>
                  <a:lnTo>
                    <a:pt x="1208532" y="7619"/>
                  </a:lnTo>
                  <a:close/>
                </a:path>
                <a:path w="4074159" h="9525">
                  <a:moveTo>
                    <a:pt x="1207008" y="6095"/>
                  </a:moveTo>
                  <a:lnTo>
                    <a:pt x="1207008" y="3047"/>
                  </a:lnTo>
                  <a:lnTo>
                    <a:pt x="1208532" y="3047"/>
                  </a:lnTo>
                  <a:lnTo>
                    <a:pt x="1208532" y="6095"/>
                  </a:lnTo>
                  <a:lnTo>
                    <a:pt x="1207008" y="6095"/>
                  </a:lnTo>
                  <a:close/>
                </a:path>
                <a:path w="4074159" h="9525">
                  <a:moveTo>
                    <a:pt x="1248155" y="7619"/>
                  </a:moveTo>
                  <a:lnTo>
                    <a:pt x="1248155" y="1523"/>
                  </a:lnTo>
                  <a:lnTo>
                    <a:pt x="1249679" y="1523"/>
                  </a:lnTo>
                  <a:lnTo>
                    <a:pt x="1251203" y="0"/>
                  </a:lnTo>
                  <a:lnTo>
                    <a:pt x="1252727" y="0"/>
                  </a:lnTo>
                  <a:lnTo>
                    <a:pt x="1255776" y="3047"/>
                  </a:lnTo>
                  <a:lnTo>
                    <a:pt x="1255776" y="6095"/>
                  </a:lnTo>
                  <a:lnTo>
                    <a:pt x="1252727" y="9143"/>
                  </a:lnTo>
                  <a:lnTo>
                    <a:pt x="1251203" y="9143"/>
                  </a:lnTo>
                  <a:lnTo>
                    <a:pt x="1249679" y="7619"/>
                  </a:lnTo>
                  <a:lnTo>
                    <a:pt x="1248155" y="7619"/>
                  </a:lnTo>
                  <a:close/>
                </a:path>
                <a:path w="4074159" h="9525">
                  <a:moveTo>
                    <a:pt x="1287779" y="6095"/>
                  </a:moveTo>
                  <a:lnTo>
                    <a:pt x="1287779" y="3047"/>
                  </a:lnTo>
                  <a:lnTo>
                    <a:pt x="1290827" y="0"/>
                  </a:lnTo>
                  <a:lnTo>
                    <a:pt x="1292351" y="0"/>
                  </a:lnTo>
                  <a:lnTo>
                    <a:pt x="1293876" y="1523"/>
                  </a:lnTo>
                  <a:lnTo>
                    <a:pt x="1295400" y="1523"/>
                  </a:lnTo>
                  <a:lnTo>
                    <a:pt x="1295400" y="7619"/>
                  </a:lnTo>
                  <a:lnTo>
                    <a:pt x="1293876" y="7619"/>
                  </a:lnTo>
                  <a:lnTo>
                    <a:pt x="1292351" y="9143"/>
                  </a:lnTo>
                  <a:lnTo>
                    <a:pt x="1290827" y="9143"/>
                  </a:lnTo>
                  <a:lnTo>
                    <a:pt x="1287779" y="6095"/>
                  </a:lnTo>
                  <a:close/>
                </a:path>
                <a:path w="4074159" h="9525">
                  <a:moveTo>
                    <a:pt x="1330451" y="9143"/>
                  </a:moveTo>
                  <a:lnTo>
                    <a:pt x="1330451" y="0"/>
                  </a:lnTo>
                  <a:lnTo>
                    <a:pt x="1333500" y="0"/>
                  </a:lnTo>
                  <a:lnTo>
                    <a:pt x="1336548" y="3047"/>
                  </a:lnTo>
                  <a:lnTo>
                    <a:pt x="1336548" y="6095"/>
                  </a:lnTo>
                  <a:lnTo>
                    <a:pt x="1333500" y="9143"/>
                  </a:lnTo>
                  <a:lnTo>
                    <a:pt x="1330451" y="9143"/>
                  </a:lnTo>
                  <a:close/>
                </a:path>
                <a:path w="4074159" h="9525">
                  <a:moveTo>
                    <a:pt x="1328927" y="7619"/>
                  </a:moveTo>
                  <a:lnTo>
                    <a:pt x="1328927" y="1523"/>
                  </a:lnTo>
                  <a:lnTo>
                    <a:pt x="1330451" y="1523"/>
                  </a:lnTo>
                  <a:lnTo>
                    <a:pt x="1330451" y="7619"/>
                  </a:lnTo>
                  <a:lnTo>
                    <a:pt x="1328927" y="7619"/>
                  </a:lnTo>
                  <a:close/>
                </a:path>
                <a:path w="4074159" h="9525">
                  <a:moveTo>
                    <a:pt x="1368551" y="6095"/>
                  </a:moveTo>
                  <a:lnTo>
                    <a:pt x="1368551" y="3047"/>
                  </a:lnTo>
                  <a:lnTo>
                    <a:pt x="1371600" y="0"/>
                  </a:lnTo>
                  <a:lnTo>
                    <a:pt x="1373124" y="0"/>
                  </a:lnTo>
                  <a:lnTo>
                    <a:pt x="1376171" y="3047"/>
                  </a:lnTo>
                  <a:lnTo>
                    <a:pt x="1376171" y="6095"/>
                  </a:lnTo>
                  <a:lnTo>
                    <a:pt x="1373124" y="9143"/>
                  </a:lnTo>
                  <a:lnTo>
                    <a:pt x="1371600" y="9143"/>
                  </a:lnTo>
                  <a:lnTo>
                    <a:pt x="1368551" y="6095"/>
                  </a:lnTo>
                  <a:close/>
                </a:path>
                <a:path w="4074159" h="9525">
                  <a:moveTo>
                    <a:pt x="1415795" y="6095"/>
                  </a:moveTo>
                  <a:lnTo>
                    <a:pt x="1415795" y="3047"/>
                  </a:lnTo>
                  <a:lnTo>
                    <a:pt x="1417319" y="3047"/>
                  </a:lnTo>
                  <a:lnTo>
                    <a:pt x="1417319" y="6095"/>
                  </a:lnTo>
                  <a:lnTo>
                    <a:pt x="1415795" y="6095"/>
                  </a:lnTo>
                  <a:close/>
                </a:path>
                <a:path w="4074159" h="9525">
                  <a:moveTo>
                    <a:pt x="1414271" y="7619"/>
                  </a:moveTo>
                  <a:lnTo>
                    <a:pt x="1414271" y="1523"/>
                  </a:lnTo>
                  <a:lnTo>
                    <a:pt x="1415795" y="1523"/>
                  </a:lnTo>
                  <a:lnTo>
                    <a:pt x="1415795" y="7619"/>
                  </a:lnTo>
                  <a:lnTo>
                    <a:pt x="1414271" y="7619"/>
                  </a:lnTo>
                  <a:close/>
                </a:path>
                <a:path w="4074159" h="9525">
                  <a:moveTo>
                    <a:pt x="1411224" y="9143"/>
                  </a:moveTo>
                  <a:lnTo>
                    <a:pt x="1411224" y="0"/>
                  </a:lnTo>
                  <a:lnTo>
                    <a:pt x="1414271" y="0"/>
                  </a:lnTo>
                  <a:lnTo>
                    <a:pt x="1414271" y="9143"/>
                  </a:lnTo>
                  <a:lnTo>
                    <a:pt x="1411224" y="9143"/>
                  </a:lnTo>
                  <a:close/>
                </a:path>
                <a:path w="4074159" h="9525">
                  <a:moveTo>
                    <a:pt x="1409700" y="7619"/>
                  </a:moveTo>
                  <a:lnTo>
                    <a:pt x="1409700" y="1523"/>
                  </a:lnTo>
                  <a:lnTo>
                    <a:pt x="1411224" y="1523"/>
                  </a:lnTo>
                  <a:lnTo>
                    <a:pt x="1411224" y="7619"/>
                  </a:lnTo>
                  <a:lnTo>
                    <a:pt x="1409700" y="7619"/>
                  </a:lnTo>
                  <a:close/>
                </a:path>
                <a:path w="4074159" h="9525">
                  <a:moveTo>
                    <a:pt x="1408176" y="6095"/>
                  </a:moveTo>
                  <a:lnTo>
                    <a:pt x="1408176" y="3047"/>
                  </a:lnTo>
                  <a:lnTo>
                    <a:pt x="1409700" y="3047"/>
                  </a:lnTo>
                  <a:lnTo>
                    <a:pt x="1409700" y="6095"/>
                  </a:lnTo>
                  <a:lnTo>
                    <a:pt x="1408176" y="6095"/>
                  </a:lnTo>
                  <a:close/>
                </a:path>
                <a:path w="4074159" h="9525">
                  <a:moveTo>
                    <a:pt x="1449324" y="6095"/>
                  </a:moveTo>
                  <a:lnTo>
                    <a:pt x="1449324" y="3047"/>
                  </a:lnTo>
                  <a:lnTo>
                    <a:pt x="1452371" y="0"/>
                  </a:lnTo>
                  <a:lnTo>
                    <a:pt x="1453895" y="0"/>
                  </a:lnTo>
                  <a:lnTo>
                    <a:pt x="1456943" y="3047"/>
                  </a:lnTo>
                  <a:lnTo>
                    <a:pt x="1456943" y="6095"/>
                  </a:lnTo>
                  <a:lnTo>
                    <a:pt x="1453895" y="9143"/>
                  </a:lnTo>
                  <a:lnTo>
                    <a:pt x="1452371" y="9143"/>
                  </a:lnTo>
                  <a:lnTo>
                    <a:pt x="1449324" y="6095"/>
                  </a:lnTo>
                  <a:close/>
                </a:path>
                <a:path w="4074159" h="9525">
                  <a:moveTo>
                    <a:pt x="1495043" y="7619"/>
                  </a:moveTo>
                  <a:lnTo>
                    <a:pt x="1495043" y="1523"/>
                  </a:lnTo>
                  <a:lnTo>
                    <a:pt x="1496567" y="1523"/>
                  </a:lnTo>
                  <a:lnTo>
                    <a:pt x="1496567" y="7619"/>
                  </a:lnTo>
                  <a:lnTo>
                    <a:pt x="1495043" y="7619"/>
                  </a:lnTo>
                  <a:close/>
                </a:path>
                <a:path w="4074159" h="9525">
                  <a:moveTo>
                    <a:pt x="1488948" y="6095"/>
                  </a:moveTo>
                  <a:lnTo>
                    <a:pt x="1488948" y="3047"/>
                  </a:lnTo>
                  <a:lnTo>
                    <a:pt x="1491995" y="0"/>
                  </a:lnTo>
                  <a:lnTo>
                    <a:pt x="1495043" y="0"/>
                  </a:lnTo>
                  <a:lnTo>
                    <a:pt x="1495043" y="9143"/>
                  </a:lnTo>
                  <a:lnTo>
                    <a:pt x="1491995" y="9143"/>
                  </a:lnTo>
                  <a:lnTo>
                    <a:pt x="1488948" y="6095"/>
                  </a:lnTo>
                  <a:close/>
                </a:path>
                <a:path w="4074159" h="9525">
                  <a:moveTo>
                    <a:pt x="1530095" y="7619"/>
                  </a:moveTo>
                  <a:lnTo>
                    <a:pt x="1530095" y="1523"/>
                  </a:lnTo>
                  <a:lnTo>
                    <a:pt x="1531619" y="1523"/>
                  </a:lnTo>
                  <a:lnTo>
                    <a:pt x="1533143" y="0"/>
                  </a:lnTo>
                  <a:lnTo>
                    <a:pt x="1534667" y="0"/>
                  </a:lnTo>
                  <a:lnTo>
                    <a:pt x="1537716" y="3047"/>
                  </a:lnTo>
                  <a:lnTo>
                    <a:pt x="1537716" y="6095"/>
                  </a:lnTo>
                  <a:lnTo>
                    <a:pt x="1534667" y="9143"/>
                  </a:lnTo>
                  <a:lnTo>
                    <a:pt x="1533143" y="9143"/>
                  </a:lnTo>
                  <a:lnTo>
                    <a:pt x="1531619" y="7619"/>
                  </a:lnTo>
                  <a:lnTo>
                    <a:pt x="1530095" y="7619"/>
                  </a:lnTo>
                  <a:close/>
                </a:path>
                <a:path w="4074159" h="9525">
                  <a:moveTo>
                    <a:pt x="1569719" y="6095"/>
                  </a:moveTo>
                  <a:lnTo>
                    <a:pt x="1569719" y="3047"/>
                  </a:lnTo>
                  <a:lnTo>
                    <a:pt x="1572767" y="0"/>
                  </a:lnTo>
                  <a:lnTo>
                    <a:pt x="1574292" y="0"/>
                  </a:lnTo>
                  <a:lnTo>
                    <a:pt x="1575816" y="1523"/>
                  </a:lnTo>
                  <a:lnTo>
                    <a:pt x="1577340" y="1523"/>
                  </a:lnTo>
                  <a:lnTo>
                    <a:pt x="1577340" y="7619"/>
                  </a:lnTo>
                  <a:lnTo>
                    <a:pt x="1575816" y="7619"/>
                  </a:lnTo>
                  <a:lnTo>
                    <a:pt x="1574292" y="9143"/>
                  </a:lnTo>
                  <a:lnTo>
                    <a:pt x="1572767" y="9143"/>
                  </a:lnTo>
                  <a:lnTo>
                    <a:pt x="1569719" y="6095"/>
                  </a:lnTo>
                  <a:close/>
                </a:path>
                <a:path w="4074159" h="9525">
                  <a:moveTo>
                    <a:pt x="1616963" y="6095"/>
                  </a:moveTo>
                  <a:lnTo>
                    <a:pt x="1616963" y="3047"/>
                  </a:lnTo>
                  <a:lnTo>
                    <a:pt x="1618487" y="3047"/>
                  </a:lnTo>
                  <a:lnTo>
                    <a:pt x="1618487" y="6095"/>
                  </a:lnTo>
                  <a:lnTo>
                    <a:pt x="1616963" y="6095"/>
                  </a:lnTo>
                  <a:close/>
                </a:path>
                <a:path w="4074159" h="9525">
                  <a:moveTo>
                    <a:pt x="1615440" y="7619"/>
                  </a:moveTo>
                  <a:lnTo>
                    <a:pt x="1615440" y="1523"/>
                  </a:lnTo>
                  <a:lnTo>
                    <a:pt x="1616963" y="1523"/>
                  </a:lnTo>
                  <a:lnTo>
                    <a:pt x="1616963" y="7619"/>
                  </a:lnTo>
                  <a:lnTo>
                    <a:pt x="1615440" y="7619"/>
                  </a:lnTo>
                  <a:close/>
                </a:path>
                <a:path w="4074159" h="9525">
                  <a:moveTo>
                    <a:pt x="1612392" y="9143"/>
                  </a:moveTo>
                  <a:lnTo>
                    <a:pt x="1612392" y="0"/>
                  </a:lnTo>
                  <a:lnTo>
                    <a:pt x="1615440" y="0"/>
                  </a:lnTo>
                  <a:lnTo>
                    <a:pt x="1615440" y="9143"/>
                  </a:lnTo>
                  <a:lnTo>
                    <a:pt x="1612392" y="9143"/>
                  </a:lnTo>
                  <a:close/>
                </a:path>
                <a:path w="4074159" h="9525">
                  <a:moveTo>
                    <a:pt x="1610868" y="7619"/>
                  </a:moveTo>
                  <a:lnTo>
                    <a:pt x="1610868" y="1523"/>
                  </a:lnTo>
                  <a:lnTo>
                    <a:pt x="1612392" y="1523"/>
                  </a:lnTo>
                  <a:lnTo>
                    <a:pt x="1612392" y="7619"/>
                  </a:lnTo>
                  <a:lnTo>
                    <a:pt x="1610868" y="7619"/>
                  </a:lnTo>
                  <a:close/>
                </a:path>
                <a:path w="4074159" h="9525">
                  <a:moveTo>
                    <a:pt x="1609343" y="6095"/>
                  </a:moveTo>
                  <a:lnTo>
                    <a:pt x="1609343" y="3047"/>
                  </a:lnTo>
                  <a:lnTo>
                    <a:pt x="1610868" y="3047"/>
                  </a:lnTo>
                  <a:lnTo>
                    <a:pt x="1610868" y="6095"/>
                  </a:lnTo>
                  <a:lnTo>
                    <a:pt x="1609343" y="6095"/>
                  </a:lnTo>
                  <a:close/>
                </a:path>
                <a:path w="4074159" h="9525">
                  <a:moveTo>
                    <a:pt x="1650492" y="6095"/>
                  </a:moveTo>
                  <a:lnTo>
                    <a:pt x="1650492" y="3047"/>
                  </a:lnTo>
                  <a:lnTo>
                    <a:pt x="1653540" y="0"/>
                  </a:lnTo>
                  <a:lnTo>
                    <a:pt x="1655063" y="0"/>
                  </a:lnTo>
                  <a:lnTo>
                    <a:pt x="1658111" y="3047"/>
                  </a:lnTo>
                  <a:lnTo>
                    <a:pt x="1658111" y="6095"/>
                  </a:lnTo>
                  <a:lnTo>
                    <a:pt x="1655063" y="9143"/>
                  </a:lnTo>
                  <a:lnTo>
                    <a:pt x="1653540" y="9143"/>
                  </a:lnTo>
                  <a:lnTo>
                    <a:pt x="1650492" y="6095"/>
                  </a:lnTo>
                  <a:close/>
                </a:path>
                <a:path w="4074159" h="9525">
                  <a:moveTo>
                    <a:pt x="1697735" y="6095"/>
                  </a:moveTo>
                  <a:lnTo>
                    <a:pt x="1697735" y="3047"/>
                  </a:lnTo>
                  <a:lnTo>
                    <a:pt x="1699259" y="3047"/>
                  </a:lnTo>
                  <a:lnTo>
                    <a:pt x="1699259" y="6095"/>
                  </a:lnTo>
                  <a:lnTo>
                    <a:pt x="1697735" y="6095"/>
                  </a:lnTo>
                  <a:close/>
                </a:path>
                <a:path w="4074159" h="9525">
                  <a:moveTo>
                    <a:pt x="1696211" y="7619"/>
                  </a:moveTo>
                  <a:lnTo>
                    <a:pt x="1696211" y="1523"/>
                  </a:lnTo>
                  <a:lnTo>
                    <a:pt x="1697735" y="1523"/>
                  </a:lnTo>
                  <a:lnTo>
                    <a:pt x="1697735" y="7619"/>
                  </a:lnTo>
                  <a:lnTo>
                    <a:pt x="1696211" y="7619"/>
                  </a:lnTo>
                  <a:close/>
                </a:path>
                <a:path w="4074159" h="9525">
                  <a:moveTo>
                    <a:pt x="1693163" y="9143"/>
                  </a:moveTo>
                  <a:lnTo>
                    <a:pt x="1693163" y="0"/>
                  </a:lnTo>
                  <a:lnTo>
                    <a:pt x="1696211" y="0"/>
                  </a:lnTo>
                  <a:lnTo>
                    <a:pt x="1696211" y="9143"/>
                  </a:lnTo>
                  <a:lnTo>
                    <a:pt x="1693163" y="9143"/>
                  </a:lnTo>
                  <a:close/>
                </a:path>
                <a:path w="4074159" h="9525">
                  <a:moveTo>
                    <a:pt x="1691640" y="7619"/>
                  </a:moveTo>
                  <a:lnTo>
                    <a:pt x="1691640" y="1523"/>
                  </a:lnTo>
                  <a:lnTo>
                    <a:pt x="1693163" y="1523"/>
                  </a:lnTo>
                  <a:lnTo>
                    <a:pt x="1693163" y="7619"/>
                  </a:lnTo>
                  <a:lnTo>
                    <a:pt x="1691640" y="7619"/>
                  </a:lnTo>
                  <a:close/>
                </a:path>
                <a:path w="4074159" h="9525">
                  <a:moveTo>
                    <a:pt x="1690116" y="6095"/>
                  </a:moveTo>
                  <a:lnTo>
                    <a:pt x="1690116" y="3047"/>
                  </a:lnTo>
                  <a:lnTo>
                    <a:pt x="1691640" y="3047"/>
                  </a:lnTo>
                  <a:lnTo>
                    <a:pt x="1691640" y="6095"/>
                  </a:lnTo>
                  <a:lnTo>
                    <a:pt x="1690116" y="6095"/>
                  </a:lnTo>
                  <a:close/>
                </a:path>
                <a:path w="4074159" h="9525">
                  <a:moveTo>
                    <a:pt x="1731263" y="7619"/>
                  </a:moveTo>
                  <a:lnTo>
                    <a:pt x="1731263" y="1523"/>
                  </a:lnTo>
                  <a:lnTo>
                    <a:pt x="1732787" y="1523"/>
                  </a:lnTo>
                  <a:lnTo>
                    <a:pt x="1734311" y="0"/>
                  </a:lnTo>
                  <a:lnTo>
                    <a:pt x="1735835" y="0"/>
                  </a:lnTo>
                  <a:lnTo>
                    <a:pt x="1738884" y="3047"/>
                  </a:lnTo>
                  <a:lnTo>
                    <a:pt x="1738884" y="6095"/>
                  </a:lnTo>
                  <a:lnTo>
                    <a:pt x="1735835" y="9143"/>
                  </a:lnTo>
                  <a:lnTo>
                    <a:pt x="1734311" y="9143"/>
                  </a:lnTo>
                  <a:lnTo>
                    <a:pt x="1732787" y="7619"/>
                  </a:lnTo>
                  <a:lnTo>
                    <a:pt x="1731263" y="7619"/>
                  </a:lnTo>
                  <a:close/>
                </a:path>
                <a:path w="4074159" h="9525">
                  <a:moveTo>
                    <a:pt x="1770887" y="6095"/>
                  </a:moveTo>
                  <a:lnTo>
                    <a:pt x="1770887" y="3047"/>
                  </a:lnTo>
                  <a:lnTo>
                    <a:pt x="1773935" y="0"/>
                  </a:lnTo>
                  <a:lnTo>
                    <a:pt x="1775459" y="0"/>
                  </a:lnTo>
                  <a:lnTo>
                    <a:pt x="1776984" y="1523"/>
                  </a:lnTo>
                  <a:lnTo>
                    <a:pt x="1778508" y="1523"/>
                  </a:lnTo>
                  <a:lnTo>
                    <a:pt x="1778508" y="7619"/>
                  </a:lnTo>
                  <a:lnTo>
                    <a:pt x="1776984" y="7619"/>
                  </a:lnTo>
                  <a:lnTo>
                    <a:pt x="1775459" y="9143"/>
                  </a:lnTo>
                  <a:lnTo>
                    <a:pt x="1773935" y="9143"/>
                  </a:lnTo>
                  <a:lnTo>
                    <a:pt x="1770887" y="6095"/>
                  </a:lnTo>
                  <a:close/>
                </a:path>
                <a:path w="4074159" h="9525">
                  <a:moveTo>
                    <a:pt x="1813559" y="9143"/>
                  </a:moveTo>
                  <a:lnTo>
                    <a:pt x="1813559" y="0"/>
                  </a:lnTo>
                  <a:lnTo>
                    <a:pt x="1816608" y="0"/>
                  </a:lnTo>
                  <a:lnTo>
                    <a:pt x="1819655" y="3047"/>
                  </a:lnTo>
                  <a:lnTo>
                    <a:pt x="1819655" y="6095"/>
                  </a:lnTo>
                  <a:lnTo>
                    <a:pt x="1816608" y="9143"/>
                  </a:lnTo>
                  <a:lnTo>
                    <a:pt x="1813559" y="9143"/>
                  </a:lnTo>
                  <a:close/>
                </a:path>
                <a:path w="4074159" h="9525">
                  <a:moveTo>
                    <a:pt x="1812035" y="7619"/>
                  </a:moveTo>
                  <a:lnTo>
                    <a:pt x="1812035" y="1523"/>
                  </a:lnTo>
                  <a:lnTo>
                    <a:pt x="1813559" y="1523"/>
                  </a:lnTo>
                  <a:lnTo>
                    <a:pt x="1813559" y="7619"/>
                  </a:lnTo>
                  <a:lnTo>
                    <a:pt x="1812035" y="7619"/>
                  </a:lnTo>
                  <a:close/>
                </a:path>
                <a:path w="4074159" h="9525">
                  <a:moveTo>
                    <a:pt x="1851659" y="6095"/>
                  </a:moveTo>
                  <a:lnTo>
                    <a:pt x="1851659" y="3047"/>
                  </a:lnTo>
                  <a:lnTo>
                    <a:pt x="1854708" y="0"/>
                  </a:lnTo>
                  <a:lnTo>
                    <a:pt x="1856232" y="0"/>
                  </a:lnTo>
                  <a:lnTo>
                    <a:pt x="1859279" y="3047"/>
                  </a:lnTo>
                  <a:lnTo>
                    <a:pt x="1859279" y="6095"/>
                  </a:lnTo>
                  <a:lnTo>
                    <a:pt x="1856232" y="9143"/>
                  </a:lnTo>
                  <a:lnTo>
                    <a:pt x="1854708" y="9143"/>
                  </a:lnTo>
                  <a:lnTo>
                    <a:pt x="1851659" y="6095"/>
                  </a:lnTo>
                  <a:close/>
                </a:path>
                <a:path w="4074159" h="9525">
                  <a:moveTo>
                    <a:pt x="1898903" y="6095"/>
                  </a:moveTo>
                  <a:lnTo>
                    <a:pt x="1898903" y="3047"/>
                  </a:lnTo>
                  <a:lnTo>
                    <a:pt x="1900427" y="3047"/>
                  </a:lnTo>
                  <a:lnTo>
                    <a:pt x="1900427" y="6095"/>
                  </a:lnTo>
                  <a:lnTo>
                    <a:pt x="1898903" y="6095"/>
                  </a:lnTo>
                  <a:close/>
                </a:path>
                <a:path w="4074159" h="9525">
                  <a:moveTo>
                    <a:pt x="1897379" y="7619"/>
                  </a:moveTo>
                  <a:lnTo>
                    <a:pt x="1897379" y="1523"/>
                  </a:lnTo>
                  <a:lnTo>
                    <a:pt x="1898903" y="1523"/>
                  </a:lnTo>
                  <a:lnTo>
                    <a:pt x="1898903" y="7619"/>
                  </a:lnTo>
                  <a:lnTo>
                    <a:pt x="1897379" y="7619"/>
                  </a:lnTo>
                  <a:close/>
                </a:path>
                <a:path w="4074159" h="9525">
                  <a:moveTo>
                    <a:pt x="1894332" y="9143"/>
                  </a:moveTo>
                  <a:lnTo>
                    <a:pt x="1894332" y="0"/>
                  </a:lnTo>
                  <a:lnTo>
                    <a:pt x="1897379" y="0"/>
                  </a:lnTo>
                  <a:lnTo>
                    <a:pt x="1897379" y="9143"/>
                  </a:lnTo>
                  <a:lnTo>
                    <a:pt x="1894332" y="9143"/>
                  </a:lnTo>
                  <a:close/>
                </a:path>
                <a:path w="4074159" h="9525">
                  <a:moveTo>
                    <a:pt x="1892808" y="7619"/>
                  </a:moveTo>
                  <a:lnTo>
                    <a:pt x="1892808" y="1523"/>
                  </a:lnTo>
                  <a:lnTo>
                    <a:pt x="1894332" y="1523"/>
                  </a:lnTo>
                  <a:lnTo>
                    <a:pt x="1894332" y="7619"/>
                  </a:lnTo>
                  <a:lnTo>
                    <a:pt x="1892808" y="7619"/>
                  </a:lnTo>
                  <a:close/>
                </a:path>
                <a:path w="4074159" h="9525">
                  <a:moveTo>
                    <a:pt x="1891284" y="6095"/>
                  </a:moveTo>
                  <a:lnTo>
                    <a:pt x="1891284" y="3047"/>
                  </a:lnTo>
                  <a:lnTo>
                    <a:pt x="1892808" y="3047"/>
                  </a:lnTo>
                  <a:lnTo>
                    <a:pt x="1892808" y="6095"/>
                  </a:lnTo>
                  <a:lnTo>
                    <a:pt x="1891284" y="6095"/>
                  </a:lnTo>
                  <a:close/>
                </a:path>
                <a:path w="4074159" h="9525">
                  <a:moveTo>
                    <a:pt x="1932432" y="6095"/>
                  </a:moveTo>
                  <a:lnTo>
                    <a:pt x="1932432" y="3047"/>
                  </a:lnTo>
                  <a:lnTo>
                    <a:pt x="1935479" y="0"/>
                  </a:lnTo>
                  <a:lnTo>
                    <a:pt x="1937003" y="0"/>
                  </a:lnTo>
                  <a:lnTo>
                    <a:pt x="1940051" y="3047"/>
                  </a:lnTo>
                  <a:lnTo>
                    <a:pt x="1940051" y="6095"/>
                  </a:lnTo>
                  <a:lnTo>
                    <a:pt x="1937003" y="9143"/>
                  </a:lnTo>
                  <a:lnTo>
                    <a:pt x="1935479" y="9143"/>
                  </a:lnTo>
                  <a:lnTo>
                    <a:pt x="1932432" y="6095"/>
                  </a:lnTo>
                  <a:close/>
                </a:path>
                <a:path w="4074159" h="9525">
                  <a:moveTo>
                    <a:pt x="1978151" y="7619"/>
                  </a:moveTo>
                  <a:lnTo>
                    <a:pt x="1978151" y="1523"/>
                  </a:lnTo>
                  <a:lnTo>
                    <a:pt x="1979676" y="1523"/>
                  </a:lnTo>
                  <a:lnTo>
                    <a:pt x="1979676" y="7619"/>
                  </a:lnTo>
                  <a:lnTo>
                    <a:pt x="1978151" y="7619"/>
                  </a:lnTo>
                  <a:close/>
                </a:path>
                <a:path w="4074159" h="9525">
                  <a:moveTo>
                    <a:pt x="1972055" y="6095"/>
                  </a:moveTo>
                  <a:lnTo>
                    <a:pt x="1972055" y="3047"/>
                  </a:lnTo>
                  <a:lnTo>
                    <a:pt x="1975103" y="0"/>
                  </a:lnTo>
                  <a:lnTo>
                    <a:pt x="1978151" y="0"/>
                  </a:lnTo>
                  <a:lnTo>
                    <a:pt x="1978151" y="9143"/>
                  </a:lnTo>
                  <a:lnTo>
                    <a:pt x="1975103" y="9143"/>
                  </a:lnTo>
                  <a:lnTo>
                    <a:pt x="1972055" y="6095"/>
                  </a:lnTo>
                  <a:close/>
                </a:path>
                <a:path w="4074159" h="9525">
                  <a:moveTo>
                    <a:pt x="2013203" y="7619"/>
                  </a:moveTo>
                  <a:lnTo>
                    <a:pt x="2013203" y="1523"/>
                  </a:lnTo>
                  <a:lnTo>
                    <a:pt x="2014727" y="1523"/>
                  </a:lnTo>
                  <a:lnTo>
                    <a:pt x="2016251" y="0"/>
                  </a:lnTo>
                  <a:lnTo>
                    <a:pt x="2017776" y="0"/>
                  </a:lnTo>
                  <a:lnTo>
                    <a:pt x="2020824" y="3047"/>
                  </a:lnTo>
                  <a:lnTo>
                    <a:pt x="2020824" y="6095"/>
                  </a:lnTo>
                  <a:lnTo>
                    <a:pt x="2017776" y="9143"/>
                  </a:lnTo>
                  <a:lnTo>
                    <a:pt x="2016251" y="9143"/>
                  </a:lnTo>
                  <a:lnTo>
                    <a:pt x="2014727" y="7619"/>
                  </a:lnTo>
                  <a:lnTo>
                    <a:pt x="2013203" y="7619"/>
                  </a:lnTo>
                  <a:close/>
                </a:path>
                <a:path w="4074159" h="9525">
                  <a:moveTo>
                    <a:pt x="2052827" y="6095"/>
                  </a:moveTo>
                  <a:lnTo>
                    <a:pt x="2052827" y="3047"/>
                  </a:lnTo>
                  <a:lnTo>
                    <a:pt x="2055876" y="0"/>
                  </a:lnTo>
                  <a:lnTo>
                    <a:pt x="2057400" y="0"/>
                  </a:lnTo>
                  <a:lnTo>
                    <a:pt x="2058924" y="1523"/>
                  </a:lnTo>
                  <a:lnTo>
                    <a:pt x="2060448" y="1523"/>
                  </a:lnTo>
                  <a:lnTo>
                    <a:pt x="2060448" y="7619"/>
                  </a:lnTo>
                  <a:lnTo>
                    <a:pt x="2058924" y="7619"/>
                  </a:lnTo>
                  <a:lnTo>
                    <a:pt x="2057400" y="9143"/>
                  </a:lnTo>
                  <a:lnTo>
                    <a:pt x="2055876" y="9143"/>
                  </a:lnTo>
                  <a:lnTo>
                    <a:pt x="2052827" y="6095"/>
                  </a:lnTo>
                  <a:close/>
                </a:path>
                <a:path w="4074159" h="9525">
                  <a:moveTo>
                    <a:pt x="2100071" y="6095"/>
                  </a:moveTo>
                  <a:lnTo>
                    <a:pt x="2100071" y="3047"/>
                  </a:lnTo>
                  <a:lnTo>
                    <a:pt x="2101595" y="3047"/>
                  </a:lnTo>
                  <a:lnTo>
                    <a:pt x="2101595" y="6095"/>
                  </a:lnTo>
                  <a:lnTo>
                    <a:pt x="2100071" y="6095"/>
                  </a:lnTo>
                  <a:close/>
                </a:path>
                <a:path w="4074159" h="9525">
                  <a:moveTo>
                    <a:pt x="2098548" y="7619"/>
                  </a:moveTo>
                  <a:lnTo>
                    <a:pt x="2098548" y="1523"/>
                  </a:lnTo>
                  <a:lnTo>
                    <a:pt x="2100071" y="1523"/>
                  </a:lnTo>
                  <a:lnTo>
                    <a:pt x="2100071" y="7619"/>
                  </a:lnTo>
                  <a:lnTo>
                    <a:pt x="2098548" y="7619"/>
                  </a:lnTo>
                  <a:close/>
                </a:path>
                <a:path w="4074159" h="9525">
                  <a:moveTo>
                    <a:pt x="2095500" y="9143"/>
                  </a:moveTo>
                  <a:lnTo>
                    <a:pt x="2095500" y="0"/>
                  </a:lnTo>
                  <a:lnTo>
                    <a:pt x="2098548" y="0"/>
                  </a:lnTo>
                  <a:lnTo>
                    <a:pt x="2098548" y="9143"/>
                  </a:lnTo>
                  <a:lnTo>
                    <a:pt x="2095500" y="9143"/>
                  </a:lnTo>
                  <a:close/>
                </a:path>
                <a:path w="4074159" h="9525">
                  <a:moveTo>
                    <a:pt x="2093976" y="7619"/>
                  </a:moveTo>
                  <a:lnTo>
                    <a:pt x="2093976" y="1523"/>
                  </a:lnTo>
                  <a:lnTo>
                    <a:pt x="2095500" y="1523"/>
                  </a:lnTo>
                  <a:lnTo>
                    <a:pt x="2095500" y="7619"/>
                  </a:lnTo>
                  <a:lnTo>
                    <a:pt x="2093976" y="7619"/>
                  </a:lnTo>
                  <a:close/>
                </a:path>
                <a:path w="4074159" h="9525">
                  <a:moveTo>
                    <a:pt x="2092451" y="6095"/>
                  </a:moveTo>
                  <a:lnTo>
                    <a:pt x="2092451" y="3047"/>
                  </a:lnTo>
                  <a:lnTo>
                    <a:pt x="2093976" y="3047"/>
                  </a:lnTo>
                  <a:lnTo>
                    <a:pt x="2093976" y="6095"/>
                  </a:lnTo>
                  <a:lnTo>
                    <a:pt x="2092451" y="6095"/>
                  </a:lnTo>
                  <a:close/>
                </a:path>
                <a:path w="4074159" h="9525">
                  <a:moveTo>
                    <a:pt x="2133600" y="6095"/>
                  </a:moveTo>
                  <a:lnTo>
                    <a:pt x="2133600" y="3047"/>
                  </a:lnTo>
                  <a:lnTo>
                    <a:pt x="2136647" y="0"/>
                  </a:lnTo>
                  <a:lnTo>
                    <a:pt x="2138172" y="0"/>
                  </a:lnTo>
                  <a:lnTo>
                    <a:pt x="2141219" y="3047"/>
                  </a:lnTo>
                  <a:lnTo>
                    <a:pt x="2141219" y="6095"/>
                  </a:lnTo>
                  <a:lnTo>
                    <a:pt x="2138172" y="9143"/>
                  </a:lnTo>
                  <a:lnTo>
                    <a:pt x="2136647" y="9143"/>
                  </a:lnTo>
                  <a:lnTo>
                    <a:pt x="2133600" y="6095"/>
                  </a:lnTo>
                  <a:close/>
                </a:path>
                <a:path w="4074159" h="9525">
                  <a:moveTo>
                    <a:pt x="2180843" y="6095"/>
                  </a:moveTo>
                  <a:lnTo>
                    <a:pt x="2180843" y="3047"/>
                  </a:lnTo>
                  <a:lnTo>
                    <a:pt x="2182368" y="3047"/>
                  </a:lnTo>
                  <a:lnTo>
                    <a:pt x="2182368" y="6095"/>
                  </a:lnTo>
                  <a:lnTo>
                    <a:pt x="2180843" y="6095"/>
                  </a:lnTo>
                  <a:close/>
                </a:path>
                <a:path w="4074159" h="9525">
                  <a:moveTo>
                    <a:pt x="2179319" y="7619"/>
                  </a:moveTo>
                  <a:lnTo>
                    <a:pt x="2179319" y="1523"/>
                  </a:lnTo>
                  <a:lnTo>
                    <a:pt x="2180843" y="1523"/>
                  </a:lnTo>
                  <a:lnTo>
                    <a:pt x="2180843" y="7619"/>
                  </a:lnTo>
                  <a:lnTo>
                    <a:pt x="2179319" y="7619"/>
                  </a:lnTo>
                  <a:close/>
                </a:path>
                <a:path w="4074159" h="9525">
                  <a:moveTo>
                    <a:pt x="2176272" y="9143"/>
                  </a:moveTo>
                  <a:lnTo>
                    <a:pt x="2176272" y="0"/>
                  </a:lnTo>
                  <a:lnTo>
                    <a:pt x="2179319" y="0"/>
                  </a:lnTo>
                  <a:lnTo>
                    <a:pt x="2179319" y="9143"/>
                  </a:lnTo>
                  <a:lnTo>
                    <a:pt x="2176272" y="9143"/>
                  </a:lnTo>
                  <a:close/>
                </a:path>
                <a:path w="4074159" h="9525">
                  <a:moveTo>
                    <a:pt x="2174747" y="7619"/>
                  </a:moveTo>
                  <a:lnTo>
                    <a:pt x="2174747" y="1523"/>
                  </a:lnTo>
                  <a:lnTo>
                    <a:pt x="2176272" y="1523"/>
                  </a:lnTo>
                  <a:lnTo>
                    <a:pt x="2176272" y="7619"/>
                  </a:lnTo>
                  <a:lnTo>
                    <a:pt x="2174747" y="7619"/>
                  </a:lnTo>
                  <a:close/>
                </a:path>
                <a:path w="4074159" h="9525">
                  <a:moveTo>
                    <a:pt x="2173223" y="6095"/>
                  </a:moveTo>
                  <a:lnTo>
                    <a:pt x="2173223" y="3047"/>
                  </a:lnTo>
                  <a:lnTo>
                    <a:pt x="2174747" y="3047"/>
                  </a:lnTo>
                  <a:lnTo>
                    <a:pt x="2174747" y="6095"/>
                  </a:lnTo>
                  <a:lnTo>
                    <a:pt x="2173223" y="6095"/>
                  </a:lnTo>
                  <a:close/>
                </a:path>
                <a:path w="4074159" h="9525">
                  <a:moveTo>
                    <a:pt x="2214372" y="7619"/>
                  </a:moveTo>
                  <a:lnTo>
                    <a:pt x="2214372" y="1523"/>
                  </a:lnTo>
                  <a:lnTo>
                    <a:pt x="2215896" y="1523"/>
                  </a:lnTo>
                  <a:lnTo>
                    <a:pt x="2217419" y="0"/>
                  </a:lnTo>
                  <a:lnTo>
                    <a:pt x="2218943" y="0"/>
                  </a:lnTo>
                  <a:lnTo>
                    <a:pt x="2221992" y="3047"/>
                  </a:lnTo>
                  <a:lnTo>
                    <a:pt x="2221992" y="6095"/>
                  </a:lnTo>
                  <a:lnTo>
                    <a:pt x="2218943" y="9143"/>
                  </a:lnTo>
                  <a:lnTo>
                    <a:pt x="2217419" y="9143"/>
                  </a:lnTo>
                  <a:lnTo>
                    <a:pt x="2215896" y="7619"/>
                  </a:lnTo>
                  <a:lnTo>
                    <a:pt x="2214372" y="7619"/>
                  </a:lnTo>
                  <a:close/>
                </a:path>
                <a:path w="4074159" h="9525">
                  <a:moveTo>
                    <a:pt x="2253996" y="6095"/>
                  </a:moveTo>
                  <a:lnTo>
                    <a:pt x="2253996" y="3047"/>
                  </a:lnTo>
                  <a:lnTo>
                    <a:pt x="2257043" y="0"/>
                  </a:lnTo>
                  <a:lnTo>
                    <a:pt x="2258568" y="0"/>
                  </a:lnTo>
                  <a:lnTo>
                    <a:pt x="2260092" y="1523"/>
                  </a:lnTo>
                  <a:lnTo>
                    <a:pt x="2261615" y="1523"/>
                  </a:lnTo>
                  <a:lnTo>
                    <a:pt x="2261615" y="7619"/>
                  </a:lnTo>
                  <a:lnTo>
                    <a:pt x="2260092" y="7619"/>
                  </a:lnTo>
                  <a:lnTo>
                    <a:pt x="2258568" y="9143"/>
                  </a:lnTo>
                  <a:lnTo>
                    <a:pt x="2257043" y="9143"/>
                  </a:lnTo>
                  <a:lnTo>
                    <a:pt x="2253996" y="6095"/>
                  </a:lnTo>
                  <a:close/>
                </a:path>
                <a:path w="4074159" h="9525">
                  <a:moveTo>
                    <a:pt x="2296668" y="9143"/>
                  </a:moveTo>
                  <a:lnTo>
                    <a:pt x="2296668" y="0"/>
                  </a:lnTo>
                  <a:lnTo>
                    <a:pt x="2299715" y="0"/>
                  </a:lnTo>
                  <a:lnTo>
                    <a:pt x="2302764" y="3047"/>
                  </a:lnTo>
                  <a:lnTo>
                    <a:pt x="2302764" y="6095"/>
                  </a:lnTo>
                  <a:lnTo>
                    <a:pt x="2299715" y="9143"/>
                  </a:lnTo>
                  <a:lnTo>
                    <a:pt x="2296668" y="9143"/>
                  </a:lnTo>
                  <a:close/>
                </a:path>
                <a:path w="4074159" h="9525">
                  <a:moveTo>
                    <a:pt x="2295143" y="7619"/>
                  </a:moveTo>
                  <a:lnTo>
                    <a:pt x="2295143" y="1523"/>
                  </a:lnTo>
                  <a:lnTo>
                    <a:pt x="2296668" y="1523"/>
                  </a:lnTo>
                  <a:lnTo>
                    <a:pt x="2296668" y="7619"/>
                  </a:lnTo>
                  <a:lnTo>
                    <a:pt x="2295143" y="7619"/>
                  </a:lnTo>
                  <a:close/>
                </a:path>
                <a:path w="4074159" h="9525">
                  <a:moveTo>
                    <a:pt x="2334768" y="6095"/>
                  </a:moveTo>
                  <a:lnTo>
                    <a:pt x="2334768" y="3047"/>
                  </a:lnTo>
                  <a:lnTo>
                    <a:pt x="2337815" y="0"/>
                  </a:lnTo>
                  <a:lnTo>
                    <a:pt x="2339339" y="0"/>
                  </a:lnTo>
                  <a:lnTo>
                    <a:pt x="2342388" y="3047"/>
                  </a:lnTo>
                  <a:lnTo>
                    <a:pt x="2342388" y="6095"/>
                  </a:lnTo>
                  <a:lnTo>
                    <a:pt x="2339339" y="9143"/>
                  </a:lnTo>
                  <a:lnTo>
                    <a:pt x="2337815" y="9143"/>
                  </a:lnTo>
                  <a:lnTo>
                    <a:pt x="2334768" y="6095"/>
                  </a:lnTo>
                  <a:close/>
                </a:path>
                <a:path w="4074159" h="9525">
                  <a:moveTo>
                    <a:pt x="2382011" y="6095"/>
                  </a:moveTo>
                  <a:lnTo>
                    <a:pt x="2382011" y="3047"/>
                  </a:lnTo>
                  <a:lnTo>
                    <a:pt x="2383535" y="3047"/>
                  </a:lnTo>
                  <a:lnTo>
                    <a:pt x="2383535" y="6095"/>
                  </a:lnTo>
                  <a:lnTo>
                    <a:pt x="2382011" y="6095"/>
                  </a:lnTo>
                  <a:close/>
                </a:path>
                <a:path w="4074159" h="9525">
                  <a:moveTo>
                    <a:pt x="2380488" y="7619"/>
                  </a:moveTo>
                  <a:lnTo>
                    <a:pt x="2380488" y="1523"/>
                  </a:lnTo>
                  <a:lnTo>
                    <a:pt x="2382011" y="1523"/>
                  </a:lnTo>
                  <a:lnTo>
                    <a:pt x="2382011" y="7619"/>
                  </a:lnTo>
                  <a:lnTo>
                    <a:pt x="2380488" y="7619"/>
                  </a:lnTo>
                  <a:close/>
                </a:path>
                <a:path w="4074159" h="9525">
                  <a:moveTo>
                    <a:pt x="2377439" y="9143"/>
                  </a:moveTo>
                  <a:lnTo>
                    <a:pt x="2377439" y="0"/>
                  </a:lnTo>
                  <a:lnTo>
                    <a:pt x="2380488" y="0"/>
                  </a:lnTo>
                  <a:lnTo>
                    <a:pt x="2380488" y="9143"/>
                  </a:lnTo>
                  <a:lnTo>
                    <a:pt x="2377439" y="9143"/>
                  </a:lnTo>
                  <a:close/>
                </a:path>
                <a:path w="4074159" h="9525">
                  <a:moveTo>
                    <a:pt x="2375915" y="7619"/>
                  </a:moveTo>
                  <a:lnTo>
                    <a:pt x="2375915" y="1523"/>
                  </a:lnTo>
                  <a:lnTo>
                    <a:pt x="2377439" y="1523"/>
                  </a:lnTo>
                  <a:lnTo>
                    <a:pt x="2377439" y="7619"/>
                  </a:lnTo>
                  <a:lnTo>
                    <a:pt x="2375915" y="7619"/>
                  </a:lnTo>
                  <a:close/>
                </a:path>
                <a:path w="4074159" h="9525">
                  <a:moveTo>
                    <a:pt x="2374392" y="6095"/>
                  </a:moveTo>
                  <a:lnTo>
                    <a:pt x="2374392" y="3047"/>
                  </a:lnTo>
                  <a:lnTo>
                    <a:pt x="2375915" y="3047"/>
                  </a:lnTo>
                  <a:lnTo>
                    <a:pt x="2375915" y="6095"/>
                  </a:lnTo>
                  <a:lnTo>
                    <a:pt x="2374392" y="6095"/>
                  </a:lnTo>
                  <a:close/>
                </a:path>
                <a:path w="4074159" h="9525">
                  <a:moveTo>
                    <a:pt x="2415539" y="6095"/>
                  </a:moveTo>
                  <a:lnTo>
                    <a:pt x="2415539" y="3047"/>
                  </a:lnTo>
                  <a:lnTo>
                    <a:pt x="2418588" y="0"/>
                  </a:lnTo>
                  <a:lnTo>
                    <a:pt x="2420111" y="0"/>
                  </a:lnTo>
                  <a:lnTo>
                    <a:pt x="2423160" y="3047"/>
                  </a:lnTo>
                  <a:lnTo>
                    <a:pt x="2423160" y="6095"/>
                  </a:lnTo>
                  <a:lnTo>
                    <a:pt x="2420111" y="9143"/>
                  </a:lnTo>
                  <a:lnTo>
                    <a:pt x="2418588" y="9143"/>
                  </a:lnTo>
                  <a:lnTo>
                    <a:pt x="2415539" y="6095"/>
                  </a:lnTo>
                  <a:close/>
                </a:path>
                <a:path w="4074159" h="9525">
                  <a:moveTo>
                    <a:pt x="2461260" y="7619"/>
                  </a:moveTo>
                  <a:lnTo>
                    <a:pt x="2461260" y="1523"/>
                  </a:lnTo>
                  <a:lnTo>
                    <a:pt x="2462784" y="1523"/>
                  </a:lnTo>
                  <a:lnTo>
                    <a:pt x="2462784" y="7619"/>
                  </a:lnTo>
                  <a:lnTo>
                    <a:pt x="2461260" y="7619"/>
                  </a:lnTo>
                  <a:close/>
                </a:path>
                <a:path w="4074159" h="9525">
                  <a:moveTo>
                    <a:pt x="2455164" y="6095"/>
                  </a:moveTo>
                  <a:lnTo>
                    <a:pt x="2455164" y="3047"/>
                  </a:lnTo>
                  <a:lnTo>
                    <a:pt x="2458211" y="0"/>
                  </a:lnTo>
                  <a:lnTo>
                    <a:pt x="2461260" y="0"/>
                  </a:lnTo>
                  <a:lnTo>
                    <a:pt x="2461260" y="9143"/>
                  </a:lnTo>
                  <a:lnTo>
                    <a:pt x="2458211" y="9143"/>
                  </a:lnTo>
                  <a:lnTo>
                    <a:pt x="2455164" y="6095"/>
                  </a:lnTo>
                  <a:close/>
                </a:path>
                <a:path w="4074159" h="9525">
                  <a:moveTo>
                    <a:pt x="2496311" y="7619"/>
                  </a:moveTo>
                  <a:lnTo>
                    <a:pt x="2496311" y="1523"/>
                  </a:lnTo>
                  <a:lnTo>
                    <a:pt x="2497835" y="1523"/>
                  </a:lnTo>
                  <a:lnTo>
                    <a:pt x="2499360" y="0"/>
                  </a:lnTo>
                  <a:lnTo>
                    <a:pt x="2500884" y="0"/>
                  </a:lnTo>
                  <a:lnTo>
                    <a:pt x="2503931" y="3047"/>
                  </a:lnTo>
                  <a:lnTo>
                    <a:pt x="2503931" y="6095"/>
                  </a:lnTo>
                  <a:lnTo>
                    <a:pt x="2500884" y="9143"/>
                  </a:lnTo>
                  <a:lnTo>
                    <a:pt x="2499360" y="9143"/>
                  </a:lnTo>
                  <a:lnTo>
                    <a:pt x="2497835" y="7619"/>
                  </a:lnTo>
                  <a:lnTo>
                    <a:pt x="2496311" y="7619"/>
                  </a:lnTo>
                  <a:close/>
                </a:path>
                <a:path w="4074159" h="9525">
                  <a:moveTo>
                    <a:pt x="2535935" y="6095"/>
                  </a:moveTo>
                  <a:lnTo>
                    <a:pt x="2535935" y="3047"/>
                  </a:lnTo>
                  <a:lnTo>
                    <a:pt x="2538984" y="0"/>
                  </a:lnTo>
                  <a:lnTo>
                    <a:pt x="2540507" y="0"/>
                  </a:lnTo>
                  <a:lnTo>
                    <a:pt x="2542031" y="1523"/>
                  </a:lnTo>
                  <a:lnTo>
                    <a:pt x="2543556" y="1523"/>
                  </a:lnTo>
                  <a:lnTo>
                    <a:pt x="2543556" y="7619"/>
                  </a:lnTo>
                  <a:lnTo>
                    <a:pt x="2542031" y="7619"/>
                  </a:lnTo>
                  <a:lnTo>
                    <a:pt x="2540507" y="9143"/>
                  </a:lnTo>
                  <a:lnTo>
                    <a:pt x="2538984" y="9143"/>
                  </a:lnTo>
                  <a:lnTo>
                    <a:pt x="2535935" y="6095"/>
                  </a:lnTo>
                  <a:close/>
                </a:path>
                <a:path w="4074159" h="9525">
                  <a:moveTo>
                    <a:pt x="2583180" y="6095"/>
                  </a:moveTo>
                  <a:lnTo>
                    <a:pt x="2583180" y="3047"/>
                  </a:lnTo>
                  <a:lnTo>
                    <a:pt x="2584703" y="3047"/>
                  </a:lnTo>
                  <a:lnTo>
                    <a:pt x="2584703" y="6095"/>
                  </a:lnTo>
                  <a:lnTo>
                    <a:pt x="2583180" y="6095"/>
                  </a:lnTo>
                  <a:close/>
                </a:path>
                <a:path w="4074159" h="9525">
                  <a:moveTo>
                    <a:pt x="2581656" y="7619"/>
                  </a:moveTo>
                  <a:lnTo>
                    <a:pt x="2581656" y="1523"/>
                  </a:lnTo>
                  <a:lnTo>
                    <a:pt x="2583180" y="1523"/>
                  </a:lnTo>
                  <a:lnTo>
                    <a:pt x="2583180" y="7619"/>
                  </a:lnTo>
                  <a:lnTo>
                    <a:pt x="2581656" y="7619"/>
                  </a:lnTo>
                  <a:close/>
                </a:path>
                <a:path w="4074159" h="9525">
                  <a:moveTo>
                    <a:pt x="2578607" y="9143"/>
                  </a:moveTo>
                  <a:lnTo>
                    <a:pt x="2578607" y="0"/>
                  </a:lnTo>
                  <a:lnTo>
                    <a:pt x="2581656" y="0"/>
                  </a:lnTo>
                  <a:lnTo>
                    <a:pt x="2581656" y="9143"/>
                  </a:lnTo>
                  <a:lnTo>
                    <a:pt x="2578607" y="9143"/>
                  </a:lnTo>
                  <a:close/>
                </a:path>
                <a:path w="4074159" h="9525">
                  <a:moveTo>
                    <a:pt x="2577084" y="7619"/>
                  </a:moveTo>
                  <a:lnTo>
                    <a:pt x="2577084" y="1523"/>
                  </a:lnTo>
                  <a:lnTo>
                    <a:pt x="2578607" y="1523"/>
                  </a:lnTo>
                  <a:lnTo>
                    <a:pt x="2578607" y="7619"/>
                  </a:lnTo>
                  <a:lnTo>
                    <a:pt x="2577084" y="7619"/>
                  </a:lnTo>
                  <a:close/>
                </a:path>
                <a:path w="4074159" h="9525">
                  <a:moveTo>
                    <a:pt x="2575560" y="6095"/>
                  </a:moveTo>
                  <a:lnTo>
                    <a:pt x="2575560" y="3047"/>
                  </a:lnTo>
                  <a:lnTo>
                    <a:pt x="2577084" y="3047"/>
                  </a:lnTo>
                  <a:lnTo>
                    <a:pt x="2577084" y="6095"/>
                  </a:lnTo>
                  <a:lnTo>
                    <a:pt x="2575560" y="6095"/>
                  </a:lnTo>
                  <a:close/>
                </a:path>
                <a:path w="4074159" h="9525">
                  <a:moveTo>
                    <a:pt x="2616707" y="6095"/>
                  </a:moveTo>
                  <a:lnTo>
                    <a:pt x="2616707" y="3047"/>
                  </a:lnTo>
                  <a:lnTo>
                    <a:pt x="2619756" y="0"/>
                  </a:lnTo>
                  <a:lnTo>
                    <a:pt x="2621280" y="0"/>
                  </a:lnTo>
                  <a:lnTo>
                    <a:pt x="2624327" y="3047"/>
                  </a:lnTo>
                  <a:lnTo>
                    <a:pt x="2624327" y="6095"/>
                  </a:lnTo>
                  <a:lnTo>
                    <a:pt x="2621280" y="9143"/>
                  </a:lnTo>
                  <a:lnTo>
                    <a:pt x="2619756" y="9143"/>
                  </a:lnTo>
                  <a:lnTo>
                    <a:pt x="2616707" y="6095"/>
                  </a:lnTo>
                  <a:close/>
                </a:path>
                <a:path w="4074159" h="9525">
                  <a:moveTo>
                    <a:pt x="2663952" y="6095"/>
                  </a:moveTo>
                  <a:lnTo>
                    <a:pt x="2663952" y="3047"/>
                  </a:lnTo>
                  <a:lnTo>
                    <a:pt x="2665476" y="3047"/>
                  </a:lnTo>
                  <a:lnTo>
                    <a:pt x="2665476" y="6095"/>
                  </a:lnTo>
                  <a:lnTo>
                    <a:pt x="2663952" y="6095"/>
                  </a:lnTo>
                  <a:close/>
                </a:path>
                <a:path w="4074159" h="9525">
                  <a:moveTo>
                    <a:pt x="2662427" y="7619"/>
                  </a:moveTo>
                  <a:lnTo>
                    <a:pt x="2662427" y="1523"/>
                  </a:lnTo>
                  <a:lnTo>
                    <a:pt x="2663952" y="1523"/>
                  </a:lnTo>
                  <a:lnTo>
                    <a:pt x="2663952" y="7619"/>
                  </a:lnTo>
                  <a:lnTo>
                    <a:pt x="2662427" y="7619"/>
                  </a:lnTo>
                  <a:close/>
                </a:path>
                <a:path w="4074159" h="9525">
                  <a:moveTo>
                    <a:pt x="2659380" y="9143"/>
                  </a:moveTo>
                  <a:lnTo>
                    <a:pt x="2659380" y="0"/>
                  </a:lnTo>
                  <a:lnTo>
                    <a:pt x="2662427" y="0"/>
                  </a:lnTo>
                  <a:lnTo>
                    <a:pt x="2662427" y="9143"/>
                  </a:lnTo>
                  <a:lnTo>
                    <a:pt x="2659380" y="9143"/>
                  </a:lnTo>
                  <a:close/>
                </a:path>
                <a:path w="4074159" h="9525">
                  <a:moveTo>
                    <a:pt x="2657856" y="7619"/>
                  </a:moveTo>
                  <a:lnTo>
                    <a:pt x="2657856" y="1523"/>
                  </a:lnTo>
                  <a:lnTo>
                    <a:pt x="2659380" y="1523"/>
                  </a:lnTo>
                  <a:lnTo>
                    <a:pt x="2659380" y="7619"/>
                  </a:lnTo>
                  <a:lnTo>
                    <a:pt x="2657856" y="7619"/>
                  </a:lnTo>
                  <a:close/>
                </a:path>
                <a:path w="4074159" h="9525">
                  <a:moveTo>
                    <a:pt x="2656331" y="6095"/>
                  </a:moveTo>
                  <a:lnTo>
                    <a:pt x="2656331" y="3047"/>
                  </a:lnTo>
                  <a:lnTo>
                    <a:pt x="2657856" y="3047"/>
                  </a:lnTo>
                  <a:lnTo>
                    <a:pt x="2657856" y="6095"/>
                  </a:lnTo>
                  <a:lnTo>
                    <a:pt x="2656331" y="6095"/>
                  </a:lnTo>
                  <a:close/>
                </a:path>
                <a:path w="4074159" h="9525">
                  <a:moveTo>
                    <a:pt x="2697480" y="7619"/>
                  </a:moveTo>
                  <a:lnTo>
                    <a:pt x="2697480" y="1523"/>
                  </a:lnTo>
                  <a:lnTo>
                    <a:pt x="2699003" y="1523"/>
                  </a:lnTo>
                  <a:lnTo>
                    <a:pt x="2700527" y="0"/>
                  </a:lnTo>
                  <a:lnTo>
                    <a:pt x="2702052" y="0"/>
                  </a:lnTo>
                  <a:lnTo>
                    <a:pt x="2705100" y="3047"/>
                  </a:lnTo>
                  <a:lnTo>
                    <a:pt x="2705100" y="6095"/>
                  </a:lnTo>
                  <a:lnTo>
                    <a:pt x="2702052" y="9143"/>
                  </a:lnTo>
                  <a:lnTo>
                    <a:pt x="2700527" y="9143"/>
                  </a:lnTo>
                  <a:lnTo>
                    <a:pt x="2699003" y="7619"/>
                  </a:lnTo>
                  <a:lnTo>
                    <a:pt x="2697480" y="7619"/>
                  </a:lnTo>
                  <a:close/>
                </a:path>
                <a:path w="4074159" h="9525">
                  <a:moveTo>
                    <a:pt x="2737103" y="6095"/>
                  </a:moveTo>
                  <a:lnTo>
                    <a:pt x="2737103" y="3047"/>
                  </a:lnTo>
                  <a:lnTo>
                    <a:pt x="2740152" y="0"/>
                  </a:lnTo>
                  <a:lnTo>
                    <a:pt x="2741676" y="0"/>
                  </a:lnTo>
                  <a:lnTo>
                    <a:pt x="2743200" y="1523"/>
                  </a:lnTo>
                  <a:lnTo>
                    <a:pt x="2744723" y="1523"/>
                  </a:lnTo>
                  <a:lnTo>
                    <a:pt x="2744723" y="7619"/>
                  </a:lnTo>
                  <a:lnTo>
                    <a:pt x="2743200" y="7619"/>
                  </a:lnTo>
                  <a:lnTo>
                    <a:pt x="2741676" y="9143"/>
                  </a:lnTo>
                  <a:lnTo>
                    <a:pt x="2740152" y="9143"/>
                  </a:lnTo>
                  <a:lnTo>
                    <a:pt x="2737103" y="6095"/>
                  </a:lnTo>
                  <a:close/>
                </a:path>
                <a:path w="4074159" h="9525">
                  <a:moveTo>
                    <a:pt x="2782823" y="7619"/>
                  </a:moveTo>
                  <a:lnTo>
                    <a:pt x="2782823" y="1523"/>
                  </a:lnTo>
                  <a:lnTo>
                    <a:pt x="2784348" y="1523"/>
                  </a:lnTo>
                  <a:lnTo>
                    <a:pt x="2785872" y="3047"/>
                  </a:lnTo>
                  <a:lnTo>
                    <a:pt x="2785872" y="6095"/>
                  </a:lnTo>
                  <a:lnTo>
                    <a:pt x="2784348" y="7619"/>
                  </a:lnTo>
                  <a:lnTo>
                    <a:pt x="2782823" y="7619"/>
                  </a:lnTo>
                  <a:close/>
                </a:path>
                <a:path w="4074159" h="9525">
                  <a:moveTo>
                    <a:pt x="2779776" y="9143"/>
                  </a:moveTo>
                  <a:lnTo>
                    <a:pt x="2779776" y="0"/>
                  </a:lnTo>
                  <a:lnTo>
                    <a:pt x="2782823" y="0"/>
                  </a:lnTo>
                  <a:lnTo>
                    <a:pt x="2782823" y="9143"/>
                  </a:lnTo>
                  <a:lnTo>
                    <a:pt x="2779776" y="9143"/>
                  </a:lnTo>
                  <a:close/>
                </a:path>
                <a:path w="4074159" h="9525">
                  <a:moveTo>
                    <a:pt x="2778252" y="7619"/>
                  </a:moveTo>
                  <a:lnTo>
                    <a:pt x="2778252" y="1523"/>
                  </a:lnTo>
                  <a:lnTo>
                    <a:pt x="2779776" y="1523"/>
                  </a:lnTo>
                  <a:lnTo>
                    <a:pt x="2779776" y="7619"/>
                  </a:lnTo>
                  <a:lnTo>
                    <a:pt x="2778252" y="7619"/>
                  </a:lnTo>
                  <a:close/>
                </a:path>
                <a:path w="4074159" h="9525">
                  <a:moveTo>
                    <a:pt x="2817876" y="6095"/>
                  </a:moveTo>
                  <a:lnTo>
                    <a:pt x="2817876" y="3047"/>
                  </a:lnTo>
                  <a:lnTo>
                    <a:pt x="2820923" y="0"/>
                  </a:lnTo>
                  <a:lnTo>
                    <a:pt x="2822448" y="0"/>
                  </a:lnTo>
                  <a:lnTo>
                    <a:pt x="2825496" y="3047"/>
                  </a:lnTo>
                  <a:lnTo>
                    <a:pt x="2825496" y="6095"/>
                  </a:lnTo>
                  <a:lnTo>
                    <a:pt x="2822448" y="9143"/>
                  </a:lnTo>
                  <a:lnTo>
                    <a:pt x="2820923" y="9143"/>
                  </a:lnTo>
                  <a:lnTo>
                    <a:pt x="2817876" y="6095"/>
                  </a:lnTo>
                  <a:close/>
                </a:path>
                <a:path w="4074159" h="9525">
                  <a:moveTo>
                    <a:pt x="2865119" y="6095"/>
                  </a:moveTo>
                  <a:lnTo>
                    <a:pt x="2865119" y="3047"/>
                  </a:lnTo>
                  <a:lnTo>
                    <a:pt x="2866644" y="3047"/>
                  </a:lnTo>
                  <a:lnTo>
                    <a:pt x="2866644" y="6095"/>
                  </a:lnTo>
                  <a:lnTo>
                    <a:pt x="2865119" y="6095"/>
                  </a:lnTo>
                  <a:close/>
                </a:path>
                <a:path w="4074159" h="9525">
                  <a:moveTo>
                    <a:pt x="2863596" y="7619"/>
                  </a:moveTo>
                  <a:lnTo>
                    <a:pt x="2863596" y="1523"/>
                  </a:lnTo>
                  <a:lnTo>
                    <a:pt x="2865119" y="1523"/>
                  </a:lnTo>
                  <a:lnTo>
                    <a:pt x="2865119" y="7619"/>
                  </a:lnTo>
                  <a:lnTo>
                    <a:pt x="2863596" y="7619"/>
                  </a:lnTo>
                  <a:close/>
                </a:path>
                <a:path w="4074159" h="9525">
                  <a:moveTo>
                    <a:pt x="2860548" y="9143"/>
                  </a:moveTo>
                  <a:lnTo>
                    <a:pt x="2860548" y="0"/>
                  </a:lnTo>
                  <a:lnTo>
                    <a:pt x="2863596" y="0"/>
                  </a:lnTo>
                  <a:lnTo>
                    <a:pt x="2863596" y="9143"/>
                  </a:lnTo>
                  <a:lnTo>
                    <a:pt x="2860548" y="9143"/>
                  </a:lnTo>
                  <a:close/>
                </a:path>
                <a:path w="4074159" h="9525">
                  <a:moveTo>
                    <a:pt x="2859023" y="7619"/>
                  </a:moveTo>
                  <a:lnTo>
                    <a:pt x="2859023" y="1523"/>
                  </a:lnTo>
                  <a:lnTo>
                    <a:pt x="2860548" y="1523"/>
                  </a:lnTo>
                  <a:lnTo>
                    <a:pt x="2860548" y="7619"/>
                  </a:lnTo>
                  <a:lnTo>
                    <a:pt x="2859023" y="7619"/>
                  </a:lnTo>
                  <a:close/>
                </a:path>
                <a:path w="4074159" h="9525">
                  <a:moveTo>
                    <a:pt x="2857500" y="6095"/>
                  </a:moveTo>
                  <a:lnTo>
                    <a:pt x="2857500" y="3047"/>
                  </a:lnTo>
                  <a:lnTo>
                    <a:pt x="2859023" y="3047"/>
                  </a:lnTo>
                  <a:lnTo>
                    <a:pt x="2859023" y="6095"/>
                  </a:lnTo>
                  <a:lnTo>
                    <a:pt x="2857500" y="6095"/>
                  </a:lnTo>
                  <a:close/>
                </a:path>
                <a:path w="4074159" h="9525">
                  <a:moveTo>
                    <a:pt x="2898648" y="6095"/>
                  </a:moveTo>
                  <a:lnTo>
                    <a:pt x="2898648" y="3047"/>
                  </a:lnTo>
                  <a:lnTo>
                    <a:pt x="2901696" y="0"/>
                  </a:lnTo>
                  <a:lnTo>
                    <a:pt x="2903219" y="0"/>
                  </a:lnTo>
                  <a:lnTo>
                    <a:pt x="2906268" y="3047"/>
                  </a:lnTo>
                  <a:lnTo>
                    <a:pt x="2906268" y="6095"/>
                  </a:lnTo>
                  <a:lnTo>
                    <a:pt x="2903219" y="9143"/>
                  </a:lnTo>
                  <a:lnTo>
                    <a:pt x="2901696" y="9143"/>
                  </a:lnTo>
                  <a:lnTo>
                    <a:pt x="2898648" y="6095"/>
                  </a:lnTo>
                  <a:close/>
                </a:path>
                <a:path w="4074159" h="9525">
                  <a:moveTo>
                    <a:pt x="2944368" y="7619"/>
                  </a:moveTo>
                  <a:lnTo>
                    <a:pt x="2944368" y="1523"/>
                  </a:lnTo>
                  <a:lnTo>
                    <a:pt x="2945892" y="1523"/>
                  </a:lnTo>
                  <a:lnTo>
                    <a:pt x="2945892" y="7619"/>
                  </a:lnTo>
                  <a:lnTo>
                    <a:pt x="2944368" y="7619"/>
                  </a:lnTo>
                  <a:close/>
                </a:path>
                <a:path w="4074159" h="9525">
                  <a:moveTo>
                    <a:pt x="2938272" y="6095"/>
                  </a:moveTo>
                  <a:lnTo>
                    <a:pt x="2938272" y="3047"/>
                  </a:lnTo>
                  <a:lnTo>
                    <a:pt x="2941319" y="0"/>
                  </a:lnTo>
                  <a:lnTo>
                    <a:pt x="2944368" y="0"/>
                  </a:lnTo>
                  <a:lnTo>
                    <a:pt x="2944368" y="9143"/>
                  </a:lnTo>
                  <a:lnTo>
                    <a:pt x="2941319" y="9143"/>
                  </a:lnTo>
                  <a:lnTo>
                    <a:pt x="2938272" y="6095"/>
                  </a:lnTo>
                  <a:close/>
                </a:path>
                <a:path w="4074159" h="9525">
                  <a:moveTo>
                    <a:pt x="2980944" y="9143"/>
                  </a:moveTo>
                  <a:lnTo>
                    <a:pt x="2980944" y="0"/>
                  </a:lnTo>
                  <a:lnTo>
                    <a:pt x="2983992" y="0"/>
                  </a:lnTo>
                  <a:lnTo>
                    <a:pt x="2987040" y="3047"/>
                  </a:lnTo>
                  <a:lnTo>
                    <a:pt x="2987040" y="6095"/>
                  </a:lnTo>
                  <a:lnTo>
                    <a:pt x="2983992" y="9143"/>
                  </a:lnTo>
                  <a:lnTo>
                    <a:pt x="2980944" y="9143"/>
                  </a:lnTo>
                  <a:close/>
                </a:path>
                <a:path w="4074159" h="9525">
                  <a:moveTo>
                    <a:pt x="2979419" y="7619"/>
                  </a:moveTo>
                  <a:lnTo>
                    <a:pt x="2979419" y="1523"/>
                  </a:lnTo>
                  <a:lnTo>
                    <a:pt x="2980944" y="1523"/>
                  </a:lnTo>
                  <a:lnTo>
                    <a:pt x="2980944" y="7619"/>
                  </a:lnTo>
                  <a:lnTo>
                    <a:pt x="2979419" y="7619"/>
                  </a:lnTo>
                  <a:close/>
                </a:path>
                <a:path w="4074159" h="9525">
                  <a:moveTo>
                    <a:pt x="3019044" y="6095"/>
                  </a:moveTo>
                  <a:lnTo>
                    <a:pt x="3019044" y="3047"/>
                  </a:lnTo>
                  <a:lnTo>
                    <a:pt x="3022092" y="0"/>
                  </a:lnTo>
                  <a:lnTo>
                    <a:pt x="3023615" y="0"/>
                  </a:lnTo>
                  <a:lnTo>
                    <a:pt x="3025140" y="1523"/>
                  </a:lnTo>
                  <a:lnTo>
                    <a:pt x="3026664" y="1523"/>
                  </a:lnTo>
                  <a:lnTo>
                    <a:pt x="3026664" y="7619"/>
                  </a:lnTo>
                  <a:lnTo>
                    <a:pt x="3025140" y="7619"/>
                  </a:lnTo>
                  <a:lnTo>
                    <a:pt x="3023615" y="9143"/>
                  </a:lnTo>
                  <a:lnTo>
                    <a:pt x="3022092" y="9143"/>
                  </a:lnTo>
                  <a:lnTo>
                    <a:pt x="3019044" y="6095"/>
                  </a:lnTo>
                  <a:close/>
                </a:path>
                <a:path w="4074159" h="9525">
                  <a:moveTo>
                    <a:pt x="3066288" y="6095"/>
                  </a:moveTo>
                  <a:lnTo>
                    <a:pt x="3066288" y="3047"/>
                  </a:lnTo>
                  <a:lnTo>
                    <a:pt x="3067811" y="3047"/>
                  </a:lnTo>
                  <a:lnTo>
                    <a:pt x="3067811" y="6095"/>
                  </a:lnTo>
                  <a:lnTo>
                    <a:pt x="3066288" y="6095"/>
                  </a:lnTo>
                  <a:close/>
                </a:path>
                <a:path w="4074159" h="9525">
                  <a:moveTo>
                    <a:pt x="3064764" y="7619"/>
                  </a:moveTo>
                  <a:lnTo>
                    <a:pt x="3064764" y="1523"/>
                  </a:lnTo>
                  <a:lnTo>
                    <a:pt x="3066288" y="1523"/>
                  </a:lnTo>
                  <a:lnTo>
                    <a:pt x="3066288" y="7619"/>
                  </a:lnTo>
                  <a:lnTo>
                    <a:pt x="3064764" y="7619"/>
                  </a:lnTo>
                  <a:close/>
                </a:path>
                <a:path w="4074159" h="9525">
                  <a:moveTo>
                    <a:pt x="3061715" y="9143"/>
                  </a:moveTo>
                  <a:lnTo>
                    <a:pt x="3061715" y="0"/>
                  </a:lnTo>
                  <a:lnTo>
                    <a:pt x="3064764" y="0"/>
                  </a:lnTo>
                  <a:lnTo>
                    <a:pt x="3064764" y="9143"/>
                  </a:lnTo>
                  <a:lnTo>
                    <a:pt x="3061715" y="9143"/>
                  </a:lnTo>
                  <a:close/>
                </a:path>
                <a:path w="4074159" h="9525">
                  <a:moveTo>
                    <a:pt x="3060192" y="7619"/>
                  </a:moveTo>
                  <a:lnTo>
                    <a:pt x="3060192" y="1523"/>
                  </a:lnTo>
                  <a:lnTo>
                    <a:pt x="3061715" y="1523"/>
                  </a:lnTo>
                  <a:lnTo>
                    <a:pt x="3061715" y="7619"/>
                  </a:lnTo>
                  <a:lnTo>
                    <a:pt x="3060192" y="7619"/>
                  </a:lnTo>
                  <a:close/>
                </a:path>
                <a:path w="4074159" h="9525">
                  <a:moveTo>
                    <a:pt x="3058668" y="6095"/>
                  </a:moveTo>
                  <a:lnTo>
                    <a:pt x="3058668" y="3047"/>
                  </a:lnTo>
                  <a:lnTo>
                    <a:pt x="3060192" y="3047"/>
                  </a:lnTo>
                  <a:lnTo>
                    <a:pt x="3060192" y="6095"/>
                  </a:lnTo>
                  <a:lnTo>
                    <a:pt x="3058668" y="6095"/>
                  </a:lnTo>
                  <a:close/>
                </a:path>
                <a:path w="4074159" h="9525">
                  <a:moveTo>
                    <a:pt x="3099815" y="6095"/>
                  </a:moveTo>
                  <a:lnTo>
                    <a:pt x="3099815" y="3047"/>
                  </a:lnTo>
                  <a:lnTo>
                    <a:pt x="3102864" y="0"/>
                  </a:lnTo>
                  <a:lnTo>
                    <a:pt x="3104388" y="0"/>
                  </a:lnTo>
                  <a:lnTo>
                    <a:pt x="3107436" y="3047"/>
                  </a:lnTo>
                  <a:lnTo>
                    <a:pt x="3107436" y="6095"/>
                  </a:lnTo>
                  <a:lnTo>
                    <a:pt x="3104388" y="9143"/>
                  </a:lnTo>
                  <a:lnTo>
                    <a:pt x="3102864" y="9143"/>
                  </a:lnTo>
                  <a:lnTo>
                    <a:pt x="3099815" y="6095"/>
                  </a:lnTo>
                  <a:close/>
                </a:path>
                <a:path w="4074159" h="9525">
                  <a:moveTo>
                    <a:pt x="3147060" y="6095"/>
                  </a:moveTo>
                  <a:lnTo>
                    <a:pt x="3147060" y="3047"/>
                  </a:lnTo>
                  <a:lnTo>
                    <a:pt x="3148584" y="3047"/>
                  </a:lnTo>
                  <a:lnTo>
                    <a:pt x="3148584" y="6095"/>
                  </a:lnTo>
                  <a:lnTo>
                    <a:pt x="3147060" y="6095"/>
                  </a:lnTo>
                  <a:close/>
                </a:path>
                <a:path w="4074159" h="9525">
                  <a:moveTo>
                    <a:pt x="3145536" y="7619"/>
                  </a:moveTo>
                  <a:lnTo>
                    <a:pt x="3145536" y="1523"/>
                  </a:lnTo>
                  <a:lnTo>
                    <a:pt x="3147060" y="1523"/>
                  </a:lnTo>
                  <a:lnTo>
                    <a:pt x="3147060" y="7619"/>
                  </a:lnTo>
                  <a:lnTo>
                    <a:pt x="3145536" y="7619"/>
                  </a:lnTo>
                  <a:close/>
                </a:path>
                <a:path w="4074159" h="9525">
                  <a:moveTo>
                    <a:pt x="3142488" y="9143"/>
                  </a:moveTo>
                  <a:lnTo>
                    <a:pt x="3142488" y="0"/>
                  </a:lnTo>
                  <a:lnTo>
                    <a:pt x="3145536" y="0"/>
                  </a:lnTo>
                  <a:lnTo>
                    <a:pt x="3145536" y="9143"/>
                  </a:lnTo>
                  <a:lnTo>
                    <a:pt x="3142488" y="9143"/>
                  </a:lnTo>
                  <a:close/>
                </a:path>
                <a:path w="4074159" h="9525">
                  <a:moveTo>
                    <a:pt x="3140964" y="7619"/>
                  </a:moveTo>
                  <a:lnTo>
                    <a:pt x="3140964" y="1523"/>
                  </a:lnTo>
                  <a:lnTo>
                    <a:pt x="3142488" y="1523"/>
                  </a:lnTo>
                  <a:lnTo>
                    <a:pt x="3142488" y="7619"/>
                  </a:lnTo>
                  <a:lnTo>
                    <a:pt x="3140964" y="7619"/>
                  </a:lnTo>
                  <a:close/>
                </a:path>
                <a:path w="4074159" h="9525">
                  <a:moveTo>
                    <a:pt x="3139440" y="6095"/>
                  </a:moveTo>
                  <a:lnTo>
                    <a:pt x="3139440" y="3047"/>
                  </a:lnTo>
                  <a:lnTo>
                    <a:pt x="3140964" y="3047"/>
                  </a:lnTo>
                  <a:lnTo>
                    <a:pt x="3140964" y="6095"/>
                  </a:lnTo>
                  <a:lnTo>
                    <a:pt x="3139440" y="6095"/>
                  </a:lnTo>
                  <a:close/>
                </a:path>
                <a:path w="4074159" h="9525">
                  <a:moveTo>
                    <a:pt x="3180588" y="7619"/>
                  </a:moveTo>
                  <a:lnTo>
                    <a:pt x="3180588" y="1523"/>
                  </a:lnTo>
                  <a:lnTo>
                    <a:pt x="3182111" y="1523"/>
                  </a:lnTo>
                  <a:lnTo>
                    <a:pt x="3183636" y="0"/>
                  </a:lnTo>
                  <a:lnTo>
                    <a:pt x="3185160" y="0"/>
                  </a:lnTo>
                  <a:lnTo>
                    <a:pt x="3188207" y="3047"/>
                  </a:lnTo>
                  <a:lnTo>
                    <a:pt x="3188207" y="6095"/>
                  </a:lnTo>
                  <a:lnTo>
                    <a:pt x="3185160" y="9143"/>
                  </a:lnTo>
                  <a:lnTo>
                    <a:pt x="3183636" y="9143"/>
                  </a:lnTo>
                  <a:lnTo>
                    <a:pt x="3182111" y="7619"/>
                  </a:lnTo>
                  <a:lnTo>
                    <a:pt x="3180588" y="7619"/>
                  </a:lnTo>
                  <a:close/>
                </a:path>
                <a:path w="4074159" h="9525">
                  <a:moveTo>
                    <a:pt x="3220211" y="6095"/>
                  </a:moveTo>
                  <a:lnTo>
                    <a:pt x="3220211" y="3047"/>
                  </a:lnTo>
                  <a:lnTo>
                    <a:pt x="3223260" y="0"/>
                  </a:lnTo>
                  <a:lnTo>
                    <a:pt x="3224784" y="0"/>
                  </a:lnTo>
                  <a:lnTo>
                    <a:pt x="3226307" y="1523"/>
                  </a:lnTo>
                  <a:lnTo>
                    <a:pt x="3227832" y="1523"/>
                  </a:lnTo>
                  <a:lnTo>
                    <a:pt x="3227832" y="7619"/>
                  </a:lnTo>
                  <a:lnTo>
                    <a:pt x="3226307" y="7619"/>
                  </a:lnTo>
                  <a:lnTo>
                    <a:pt x="3224784" y="9143"/>
                  </a:lnTo>
                  <a:lnTo>
                    <a:pt x="3223260" y="9143"/>
                  </a:lnTo>
                  <a:lnTo>
                    <a:pt x="3220211" y="6095"/>
                  </a:lnTo>
                  <a:close/>
                </a:path>
                <a:path w="4074159" h="9525">
                  <a:moveTo>
                    <a:pt x="3265932" y="7619"/>
                  </a:moveTo>
                  <a:lnTo>
                    <a:pt x="3265932" y="1523"/>
                  </a:lnTo>
                  <a:lnTo>
                    <a:pt x="3267456" y="1523"/>
                  </a:lnTo>
                  <a:lnTo>
                    <a:pt x="3268980" y="3047"/>
                  </a:lnTo>
                  <a:lnTo>
                    <a:pt x="3268980" y="6095"/>
                  </a:lnTo>
                  <a:lnTo>
                    <a:pt x="3267456" y="7619"/>
                  </a:lnTo>
                  <a:lnTo>
                    <a:pt x="3265932" y="7619"/>
                  </a:lnTo>
                  <a:close/>
                </a:path>
                <a:path w="4074159" h="9525">
                  <a:moveTo>
                    <a:pt x="3262884" y="9143"/>
                  </a:moveTo>
                  <a:lnTo>
                    <a:pt x="3262884" y="0"/>
                  </a:lnTo>
                  <a:lnTo>
                    <a:pt x="3265932" y="0"/>
                  </a:lnTo>
                  <a:lnTo>
                    <a:pt x="3265932" y="9143"/>
                  </a:lnTo>
                  <a:lnTo>
                    <a:pt x="3262884" y="9143"/>
                  </a:lnTo>
                  <a:close/>
                </a:path>
                <a:path w="4074159" h="9525">
                  <a:moveTo>
                    <a:pt x="3261360" y="7619"/>
                  </a:moveTo>
                  <a:lnTo>
                    <a:pt x="3261360" y="1523"/>
                  </a:lnTo>
                  <a:lnTo>
                    <a:pt x="3262884" y="1523"/>
                  </a:lnTo>
                  <a:lnTo>
                    <a:pt x="3262884" y="7619"/>
                  </a:lnTo>
                  <a:lnTo>
                    <a:pt x="3261360" y="7619"/>
                  </a:lnTo>
                  <a:close/>
                </a:path>
                <a:path w="4074159" h="9525">
                  <a:moveTo>
                    <a:pt x="3259836" y="6095"/>
                  </a:moveTo>
                  <a:lnTo>
                    <a:pt x="3259836" y="3047"/>
                  </a:lnTo>
                  <a:lnTo>
                    <a:pt x="3261360" y="3047"/>
                  </a:lnTo>
                  <a:lnTo>
                    <a:pt x="3261360" y="6095"/>
                  </a:lnTo>
                  <a:lnTo>
                    <a:pt x="3259836" y="6095"/>
                  </a:lnTo>
                  <a:close/>
                </a:path>
                <a:path w="4074159" h="9525">
                  <a:moveTo>
                    <a:pt x="3300984" y="6095"/>
                  </a:moveTo>
                  <a:lnTo>
                    <a:pt x="3300984" y="3047"/>
                  </a:lnTo>
                  <a:lnTo>
                    <a:pt x="3304032" y="0"/>
                  </a:lnTo>
                  <a:lnTo>
                    <a:pt x="3305556" y="0"/>
                  </a:lnTo>
                  <a:lnTo>
                    <a:pt x="3308603" y="3047"/>
                  </a:lnTo>
                  <a:lnTo>
                    <a:pt x="3308603" y="6095"/>
                  </a:lnTo>
                  <a:lnTo>
                    <a:pt x="3305556" y="9143"/>
                  </a:lnTo>
                  <a:lnTo>
                    <a:pt x="3304032" y="9143"/>
                  </a:lnTo>
                  <a:lnTo>
                    <a:pt x="3300984" y="6095"/>
                  </a:lnTo>
                  <a:close/>
                </a:path>
                <a:path w="4074159" h="9525">
                  <a:moveTo>
                    <a:pt x="3348227" y="6095"/>
                  </a:moveTo>
                  <a:lnTo>
                    <a:pt x="3348227" y="3047"/>
                  </a:lnTo>
                  <a:lnTo>
                    <a:pt x="3349752" y="3047"/>
                  </a:lnTo>
                  <a:lnTo>
                    <a:pt x="3349752" y="6095"/>
                  </a:lnTo>
                  <a:lnTo>
                    <a:pt x="3348227" y="6095"/>
                  </a:lnTo>
                  <a:close/>
                </a:path>
                <a:path w="4074159" h="9525">
                  <a:moveTo>
                    <a:pt x="3346703" y="7619"/>
                  </a:moveTo>
                  <a:lnTo>
                    <a:pt x="3346703" y="1523"/>
                  </a:lnTo>
                  <a:lnTo>
                    <a:pt x="3348227" y="1523"/>
                  </a:lnTo>
                  <a:lnTo>
                    <a:pt x="3348227" y="7619"/>
                  </a:lnTo>
                  <a:lnTo>
                    <a:pt x="3346703" y="7619"/>
                  </a:lnTo>
                  <a:close/>
                </a:path>
                <a:path w="4074159" h="9525">
                  <a:moveTo>
                    <a:pt x="3343656" y="9143"/>
                  </a:moveTo>
                  <a:lnTo>
                    <a:pt x="3343656" y="0"/>
                  </a:lnTo>
                  <a:lnTo>
                    <a:pt x="3346703" y="0"/>
                  </a:lnTo>
                  <a:lnTo>
                    <a:pt x="3346703" y="9143"/>
                  </a:lnTo>
                  <a:lnTo>
                    <a:pt x="3343656" y="9143"/>
                  </a:lnTo>
                  <a:close/>
                </a:path>
                <a:path w="4074159" h="9525">
                  <a:moveTo>
                    <a:pt x="3342132" y="7619"/>
                  </a:moveTo>
                  <a:lnTo>
                    <a:pt x="3342132" y="1523"/>
                  </a:lnTo>
                  <a:lnTo>
                    <a:pt x="3343656" y="1523"/>
                  </a:lnTo>
                  <a:lnTo>
                    <a:pt x="3343656" y="7619"/>
                  </a:lnTo>
                  <a:lnTo>
                    <a:pt x="3342132" y="7619"/>
                  </a:lnTo>
                  <a:close/>
                </a:path>
                <a:path w="4074159" h="9525">
                  <a:moveTo>
                    <a:pt x="3340607" y="6095"/>
                  </a:moveTo>
                  <a:lnTo>
                    <a:pt x="3340607" y="3047"/>
                  </a:lnTo>
                  <a:lnTo>
                    <a:pt x="3342132" y="3047"/>
                  </a:lnTo>
                  <a:lnTo>
                    <a:pt x="3342132" y="6095"/>
                  </a:lnTo>
                  <a:lnTo>
                    <a:pt x="3340607" y="6095"/>
                  </a:lnTo>
                  <a:close/>
                </a:path>
                <a:path w="4074159" h="9525">
                  <a:moveTo>
                    <a:pt x="3381756" y="6095"/>
                  </a:moveTo>
                  <a:lnTo>
                    <a:pt x="3381756" y="3047"/>
                  </a:lnTo>
                  <a:lnTo>
                    <a:pt x="3384804" y="0"/>
                  </a:lnTo>
                  <a:lnTo>
                    <a:pt x="3386327" y="0"/>
                  </a:lnTo>
                  <a:lnTo>
                    <a:pt x="3389376" y="3047"/>
                  </a:lnTo>
                  <a:lnTo>
                    <a:pt x="3389376" y="6095"/>
                  </a:lnTo>
                  <a:lnTo>
                    <a:pt x="3386327" y="9143"/>
                  </a:lnTo>
                  <a:lnTo>
                    <a:pt x="3384804" y="9143"/>
                  </a:lnTo>
                  <a:lnTo>
                    <a:pt x="3381756" y="6095"/>
                  </a:lnTo>
                  <a:close/>
                </a:path>
                <a:path w="4074159" h="9525">
                  <a:moveTo>
                    <a:pt x="3427476" y="7619"/>
                  </a:moveTo>
                  <a:lnTo>
                    <a:pt x="3427476" y="1523"/>
                  </a:lnTo>
                  <a:lnTo>
                    <a:pt x="3429000" y="1523"/>
                  </a:lnTo>
                  <a:lnTo>
                    <a:pt x="3429000" y="7619"/>
                  </a:lnTo>
                  <a:lnTo>
                    <a:pt x="3427476" y="7619"/>
                  </a:lnTo>
                  <a:close/>
                </a:path>
                <a:path w="4074159" h="9525">
                  <a:moveTo>
                    <a:pt x="3421380" y="6095"/>
                  </a:moveTo>
                  <a:lnTo>
                    <a:pt x="3421380" y="3047"/>
                  </a:lnTo>
                  <a:lnTo>
                    <a:pt x="3424427" y="0"/>
                  </a:lnTo>
                  <a:lnTo>
                    <a:pt x="3427476" y="0"/>
                  </a:lnTo>
                  <a:lnTo>
                    <a:pt x="3427476" y="9143"/>
                  </a:lnTo>
                  <a:lnTo>
                    <a:pt x="3424427" y="9143"/>
                  </a:lnTo>
                  <a:lnTo>
                    <a:pt x="3421380" y="6095"/>
                  </a:lnTo>
                  <a:close/>
                </a:path>
                <a:path w="4074159" h="9525">
                  <a:moveTo>
                    <a:pt x="3464052" y="9143"/>
                  </a:moveTo>
                  <a:lnTo>
                    <a:pt x="3464052" y="0"/>
                  </a:lnTo>
                  <a:lnTo>
                    <a:pt x="3467100" y="0"/>
                  </a:lnTo>
                  <a:lnTo>
                    <a:pt x="3470148" y="3047"/>
                  </a:lnTo>
                  <a:lnTo>
                    <a:pt x="3470148" y="6095"/>
                  </a:lnTo>
                  <a:lnTo>
                    <a:pt x="3467100" y="9143"/>
                  </a:lnTo>
                  <a:lnTo>
                    <a:pt x="3464052" y="9143"/>
                  </a:lnTo>
                  <a:close/>
                </a:path>
                <a:path w="4074159" h="9525">
                  <a:moveTo>
                    <a:pt x="3462527" y="7619"/>
                  </a:moveTo>
                  <a:lnTo>
                    <a:pt x="3462527" y="1523"/>
                  </a:lnTo>
                  <a:lnTo>
                    <a:pt x="3464052" y="1523"/>
                  </a:lnTo>
                  <a:lnTo>
                    <a:pt x="3464052" y="7619"/>
                  </a:lnTo>
                  <a:lnTo>
                    <a:pt x="3462527" y="7619"/>
                  </a:lnTo>
                  <a:close/>
                </a:path>
                <a:path w="4074159" h="9525">
                  <a:moveTo>
                    <a:pt x="3502152" y="6095"/>
                  </a:moveTo>
                  <a:lnTo>
                    <a:pt x="3502152" y="3047"/>
                  </a:lnTo>
                  <a:lnTo>
                    <a:pt x="3505200" y="0"/>
                  </a:lnTo>
                  <a:lnTo>
                    <a:pt x="3506724" y="0"/>
                  </a:lnTo>
                  <a:lnTo>
                    <a:pt x="3509772" y="3047"/>
                  </a:lnTo>
                  <a:lnTo>
                    <a:pt x="3509772" y="6095"/>
                  </a:lnTo>
                  <a:lnTo>
                    <a:pt x="3506724" y="9143"/>
                  </a:lnTo>
                  <a:lnTo>
                    <a:pt x="3505200" y="9143"/>
                  </a:lnTo>
                  <a:lnTo>
                    <a:pt x="3502152" y="6095"/>
                  </a:lnTo>
                  <a:close/>
                </a:path>
                <a:path w="4074159" h="9525">
                  <a:moveTo>
                    <a:pt x="3549396" y="6095"/>
                  </a:moveTo>
                  <a:lnTo>
                    <a:pt x="3549396" y="3047"/>
                  </a:lnTo>
                  <a:lnTo>
                    <a:pt x="3550920" y="3047"/>
                  </a:lnTo>
                  <a:lnTo>
                    <a:pt x="3550920" y="6095"/>
                  </a:lnTo>
                  <a:lnTo>
                    <a:pt x="3549396" y="6095"/>
                  </a:lnTo>
                  <a:close/>
                </a:path>
                <a:path w="4074159" h="9525">
                  <a:moveTo>
                    <a:pt x="3547872" y="7619"/>
                  </a:moveTo>
                  <a:lnTo>
                    <a:pt x="3547872" y="1523"/>
                  </a:lnTo>
                  <a:lnTo>
                    <a:pt x="3549396" y="1523"/>
                  </a:lnTo>
                  <a:lnTo>
                    <a:pt x="3549396" y="7619"/>
                  </a:lnTo>
                  <a:lnTo>
                    <a:pt x="3547872" y="7619"/>
                  </a:lnTo>
                  <a:close/>
                </a:path>
                <a:path w="4074159" h="9525">
                  <a:moveTo>
                    <a:pt x="3544824" y="9143"/>
                  </a:moveTo>
                  <a:lnTo>
                    <a:pt x="3544824" y="0"/>
                  </a:lnTo>
                  <a:lnTo>
                    <a:pt x="3547872" y="0"/>
                  </a:lnTo>
                  <a:lnTo>
                    <a:pt x="3547872" y="9143"/>
                  </a:lnTo>
                  <a:lnTo>
                    <a:pt x="3544824" y="9143"/>
                  </a:lnTo>
                  <a:close/>
                </a:path>
                <a:path w="4074159" h="9525">
                  <a:moveTo>
                    <a:pt x="3543300" y="7619"/>
                  </a:moveTo>
                  <a:lnTo>
                    <a:pt x="3543300" y="1523"/>
                  </a:lnTo>
                  <a:lnTo>
                    <a:pt x="3544824" y="1523"/>
                  </a:lnTo>
                  <a:lnTo>
                    <a:pt x="3544824" y="7619"/>
                  </a:lnTo>
                  <a:lnTo>
                    <a:pt x="3543300" y="7619"/>
                  </a:lnTo>
                  <a:close/>
                </a:path>
                <a:path w="4074159" h="9525">
                  <a:moveTo>
                    <a:pt x="3541776" y="6095"/>
                  </a:moveTo>
                  <a:lnTo>
                    <a:pt x="3541776" y="3047"/>
                  </a:lnTo>
                  <a:lnTo>
                    <a:pt x="3543300" y="3047"/>
                  </a:lnTo>
                  <a:lnTo>
                    <a:pt x="3543300" y="6095"/>
                  </a:lnTo>
                  <a:lnTo>
                    <a:pt x="3541776" y="6095"/>
                  </a:lnTo>
                  <a:close/>
                </a:path>
                <a:path w="4074159" h="9525">
                  <a:moveTo>
                    <a:pt x="3582924" y="6095"/>
                  </a:moveTo>
                  <a:lnTo>
                    <a:pt x="3582924" y="3047"/>
                  </a:lnTo>
                  <a:lnTo>
                    <a:pt x="3585972" y="0"/>
                  </a:lnTo>
                  <a:lnTo>
                    <a:pt x="3587496" y="0"/>
                  </a:lnTo>
                  <a:lnTo>
                    <a:pt x="3590544" y="3047"/>
                  </a:lnTo>
                  <a:lnTo>
                    <a:pt x="3590544" y="6095"/>
                  </a:lnTo>
                  <a:lnTo>
                    <a:pt x="3587496" y="9143"/>
                  </a:lnTo>
                  <a:lnTo>
                    <a:pt x="3585972" y="9143"/>
                  </a:lnTo>
                  <a:lnTo>
                    <a:pt x="3582924" y="6095"/>
                  </a:lnTo>
                  <a:close/>
                </a:path>
                <a:path w="4074159" h="9525">
                  <a:moveTo>
                    <a:pt x="3630168" y="6095"/>
                  </a:moveTo>
                  <a:lnTo>
                    <a:pt x="3630168" y="3047"/>
                  </a:lnTo>
                  <a:lnTo>
                    <a:pt x="3631692" y="3047"/>
                  </a:lnTo>
                  <a:lnTo>
                    <a:pt x="3631692" y="6095"/>
                  </a:lnTo>
                  <a:lnTo>
                    <a:pt x="3630168" y="6095"/>
                  </a:lnTo>
                  <a:close/>
                </a:path>
                <a:path w="4074159" h="9525">
                  <a:moveTo>
                    <a:pt x="3628644" y="7619"/>
                  </a:moveTo>
                  <a:lnTo>
                    <a:pt x="3628644" y="1523"/>
                  </a:lnTo>
                  <a:lnTo>
                    <a:pt x="3630168" y="1523"/>
                  </a:lnTo>
                  <a:lnTo>
                    <a:pt x="3630168" y="7619"/>
                  </a:lnTo>
                  <a:lnTo>
                    <a:pt x="3628644" y="7619"/>
                  </a:lnTo>
                  <a:close/>
                </a:path>
                <a:path w="4074159" h="9525">
                  <a:moveTo>
                    <a:pt x="3625596" y="9143"/>
                  </a:moveTo>
                  <a:lnTo>
                    <a:pt x="3625596" y="0"/>
                  </a:lnTo>
                  <a:lnTo>
                    <a:pt x="3628644" y="0"/>
                  </a:lnTo>
                  <a:lnTo>
                    <a:pt x="3628644" y="9143"/>
                  </a:lnTo>
                  <a:lnTo>
                    <a:pt x="3625596" y="9143"/>
                  </a:lnTo>
                  <a:close/>
                </a:path>
                <a:path w="4074159" h="9525">
                  <a:moveTo>
                    <a:pt x="3622548" y="6095"/>
                  </a:moveTo>
                  <a:lnTo>
                    <a:pt x="3622548" y="3047"/>
                  </a:lnTo>
                  <a:lnTo>
                    <a:pt x="3624072" y="1523"/>
                  </a:lnTo>
                  <a:lnTo>
                    <a:pt x="3625596" y="1523"/>
                  </a:lnTo>
                  <a:lnTo>
                    <a:pt x="3625596" y="7619"/>
                  </a:lnTo>
                  <a:lnTo>
                    <a:pt x="3624072" y="7619"/>
                  </a:lnTo>
                  <a:lnTo>
                    <a:pt x="3622548" y="6095"/>
                  </a:lnTo>
                  <a:close/>
                </a:path>
                <a:path w="4074159" h="9525">
                  <a:moveTo>
                    <a:pt x="3663696" y="7619"/>
                  </a:moveTo>
                  <a:lnTo>
                    <a:pt x="3663696" y="1523"/>
                  </a:lnTo>
                  <a:lnTo>
                    <a:pt x="3665220" y="1523"/>
                  </a:lnTo>
                  <a:lnTo>
                    <a:pt x="3666744" y="0"/>
                  </a:lnTo>
                  <a:lnTo>
                    <a:pt x="3668268" y="0"/>
                  </a:lnTo>
                  <a:lnTo>
                    <a:pt x="3671316" y="3047"/>
                  </a:lnTo>
                  <a:lnTo>
                    <a:pt x="3671316" y="6095"/>
                  </a:lnTo>
                  <a:lnTo>
                    <a:pt x="3668268" y="9143"/>
                  </a:lnTo>
                  <a:lnTo>
                    <a:pt x="3666744" y="9143"/>
                  </a:lnTo>
                  <a:lnTo>
                    <a:pt x="3665220" y="7619"/>
                  </a:lnTo>
                  <a:lnTo>
                    <a:pt x="3663696" y="7619"/>
                  </a:lnTo>
                  <a:close/>
                </a:path>
                <a:path w="4074159" h="9525">
                  <a:moveTo>
                    <a:pt x="3703320" y="6095"/>
                  </a:moveTo>
                  <a:lnTo>
                    <a:pt x="3703320" y="3047"/>
                  </a:lnTo>
                  <a:lnTo>
                    <a:pt x="3706368" y="0"/>
                  </a:lnTo>
                  <a:lnTo>
                    <a:pt x="3707892" y="0"/>
                  </a:lnTo>
                  <a:lnTo>
                    <a:pt x="3709416" y="1523"/>
                  </a:lnTo>
                  <a:lnTo>
                    <a:pt x="3710940" y="1523"/>
                  </a:lnTo>
                  <a:lnTo>
                    <a:pt x="3710940" y="7619"/>
                  </a:lnTo>
                  <a:lnTo>
                    <a:pt x="3709416" y="7619"/>
                  </a:lnTo>
                  <a:lnTo>
                    <a:pt x="3707892" y="9143"/>
                  </a:lnTo>
                  <a:lnTo>
                    <a:pt x="3706368" y="9143"/>
                  </a:lnTo>
                  <a:lnTo>
                    <a:pt x="3703320" y="6095"/>
                  </a:lnTo>
                  <a:close/>
                </a:path>
                <a:path w="4074159" h="9525">
                  <a:moveTo>
                    <a:pt x="3749040" y="7619"/>
                  </a:moveTo>
                  <a:lnTo>
                    <a:pt x="3749040" y="1523"/>
                  </a:lnTo>
                  <a:lnTo>
                    <a:pt x="3750564" y="1523"/>
                  </a:lnTo>
                  <a:lnTo>
                    <a:pt x="3752088" y="3047"/>
                  </a:lnTo>
                  <a:lnTo>
                    <a:pt x="3752088" y="6095"/>
                  </a:lnTo>
                  <a:lnTo>
                    <a:pt x="3750564" y="7619"/>
                  </a:lnTo>
                  <a:lnTo>
                    <a:pt x="3749040" y="7619"/>
                  </a:lnTo>
                  <a:close/>
                </a:path>
                <a:path w="4074159" h="9525">
                  <a:moveTo>
                    <a:pt x="3745992" y="9143"/>
                  </a:moveTo>
                  <a:lnTo>
                    <a:pt x="3745992" y="0"/>
                  </a:lnTo>
                  <a:lnTo>
                    <a:pt x="3749040" y="0"/>
                  </a:lnTo>
                  <a:lnTo>
                    <a:pt x="3749040" y="9143"/>
                  </a:lnTo>
                  <a:lnTo>
                    <a:pt x="3745992" y="9143"/>
                  </a:lnTo>
                  <a:close/>
                </a:path>
                <a:path w="4074159" h="9525">
                  <a:moveTo>
                    <a:pt x="3744468" y="7619"/>
                  </a:moveTo>
                  <a:lnTo>
                    <a:pt x="3744468" y="1523"/>
                  </a:lnTo>
                  <a:lnTo>
                    <a:pt x="3745992" y="1523"/>
                  </a:lnTo>
                  <a:lnTo>
                    <a:pt x="3745992" y="7619"/>
                  </a:lnTo>
                  <a:lnTo>
                    <a:pt x="3744468" y="7619"/>
                  </a:lnTo>
                  <a:close/>
                </a:path>
                <a:path w="4074159" h="9525">
                  <a:moveTo>
                    <a:pt x="3742944" y="6095"/>
                  </a:moveTo>
                  <a:lnTo>
                    <a:pt x="3742944" y="3047"/>
                  </a:lnTo>
                  <a:lnTo>
                    <a:pt x="3744468" y="3047"/>
                  </a:lnTo>
                  <a:lnTo>
                    <a:pt x="3744468" y="6095"/>
                  </a:lnTo>
                  <a:lnTo>
                    <a:pt x="3742944" y="6095"/>
                  </a:lnTo>
                  <a:close/>
                </a:path>
                <a:path w="4074159" h="9525">
                  <a:moveTo>
                    <a:pt x="3784092" y="6095"/>
                  </a:moveTo>
                  <a:lnTo>
                    <a:pt x="3784092" y="3047"/>
                  </a:lnTo>
                  <a:lnTo>
                    <a:pt x="3787140" y="0"/>
                  </a:lnTo>
                  <a:lnTo>
                    <a:pt x="3788664" y="0"/>
                  </a:lnTo>
                  <a:lnTo>
                    <a:pt x="3791712" y="3047"/>
                  </a:lnTo>
                  <a:lnTo>
                    <a:pt x="3791712" y="6095"/>
                  </a:lnTo>
                  <a:lnTo>
                    <a:pt x="3788664" y="9143"/>
                  </a:lnTo>
                  <a:lnTo>
                    <a:pt x="3787140" y="9143"/>
                  </a:lnTo>
                  <a:lnTo>
                    <a:pt x="3784092" y="6095"/>
                  </a:lnTo>
                  <a:close/>
                </a:path>
                <a:path w="4074159" h="9525">
                  <a:moveTo>
                    <a:pt x="3831336" y="6095"/>
                  </a:moveTo>
                  <a:lnTo>
                    <a:pt x="3831336" y="3047"/>
                  </a:lnTo>
                  <a:lnTo>
                    <a:pt x="3832860" y="3047"/>
                  </a:lnTo>
                  <a:lnTo>
                    <a:pt x="3832860" y="6095"/>
                  </a:lnTo>
                  <a:lnTo>
                    <a:pt x="3831336" y="6095"/>
                  </a:lnTo>
                  <a:close/>
                </a:path>
                <a:path w="4074159" h="9525">
                  <a:moveTo>
                    <a:pt x="3829812" y="7619"/>
                  </a:moveTo>
                  <a:lnTo>
                    <a:pt x="3829812" y="1523"/>
                  </a:lnTo>
                  <a:lnTo>
                    <a:pt x="3831336" y="1523"/>
                  </a:lnTo>
                  <a:lnTo>
                    <a:pt x="3831336" y="7619"/>
                  </a:lnTo>
                  <a:lnTo>
                    <a:pt x="3829812" y="7619"/>
                  </a:lnTo>
                  <a:close/>
                </a:path>
                <a:path w="4074159" h="9525">
                  <a:moveTo>
                    <a:pt x="3826764" y="9143"/>
                  </a:moveTo>
                  <a:lnTo>
                    <a:pt x="3826764" y="0"/>
                  </a:lnTo>
                  <a:lnTo>
                    <a:pt x="3829812" y="0"/>
                  </a:lnTo>
                  <a:lnTo>
                    <a:pt x="3829812" y="9143"/>
                  </a:lnTo>
                  <a:lnTo>
                    <a:pt x="3826764" y="9143"/>
                  </a:lnTo>
                  <a:close/>
                </a:path>
                <a:path w="4074159" h="9525">
                  <a:moveTo>
                    <a:pt x="3825240" y="7619"/>
                  </a:moveTo>
                  <a:lnTo>
                    <a:pt x="3825240" y="1523"/>
                  </a:lnTo>
                  <a:lnTo>
                    <a:pt x="3826764" y="1523"/>
                  </a:lnTo>
                  <a:lnTo>
                    <a:pt x="3826764" y="7619"/>
                  </a:lnTo>
                  <a:lnTo>
                    <a:pt x="3825240" y="7619"/>
                  </a:lnTo>
                  <a:close/>
                </a:path>
                <a:path w="4074159" h="9525">
                  <a:moveTo>
                    <a:pt x="3823716" y="6095"/>
                  </a:moveTo>
                  <a:lnTo>
                    <a:pt x="3823716" y="3047"/>
                  </a:lnTo>
                  <a:lnTo>
                    <a:pt x="3825240" y="3047"/>
                  </a:lnTo>
                  <a:lnTo>
                    <a:pt x="3825240" y="6095"/>
                  </a:lnTo>
                  <a:lnTo>
                    <a:pt x="3823716" y="6095"/>
                  </a:lnTo>
                  <a:close/>
                </a:path>
                <a:path w="4074159" h="9525">
                  <a:moveTo>
                    <a:pt x="3864864" y="7619"/>
                  </a:moveTo>
                  <a:lnTo>
                    <a:pt x="3864864" y="1523"/>
                  </a:lnTo>
                  <a:lnTo>
                    <a:pt x="3866388" y="1523"/>
                  </a:lnTo>
                  <a:lnTo>
                    <a:pt x="3867912" y="0"/>
                  </a:lnTo>
                  <a:lnTo>
                    <a:pt x="3869436" y="0"/>
                  </a:lnTo>
                  <a:lnTo>
                    <a:pt x="3872484" y="3047"/>
                  </a:lnTo>
                  <a:lnTo>
                    <a:pt x="3872484" y="6095"/>
                  </a:lnTo>
                  <a:lnTo>
                    <a:pt x="3869436" y="9143"/>
                  </a:lnTo>
                  <a:lnTo>
                    <a:pt x="3867912" y="9143"/>
                  </a:lnTo>
                  <a:lnTo>
                    <a:pt x="3866388" y="7619"/>
                  </a:lnTo>
                  <a:lnTo>
                    <a:pt x="3864864" y="7619"/>
                  </a:lnTo>
                  <a:close/>
                </a:path>
                <a:path w="4074159" h="9525">
                  <a:moveTo>
                    <a:pt x="3910584" y="7619"/>
                  </a:moveTo>
                  <a:lnTo>
                    <a:pt x="3910584" y="1523"/>
                  </a:lnTo>
                  <a:lnTo>
                    <a:pt x="3912108" y="1523"/>
                  </a:lnTo>
                  <a:lnTo>
                    <a:pt x="3912108" y="7619"/>
                  </a:lnTo>
                  <a:lnTo>
                    <a:pt x="3910584" y="7619"/>
                  </a:lnTo>
                  <a:close/>
                </a:path>
                <a:path w="4074159" h="9525">
                  <a:moveTo>
                    <a:pt x="3904488" y="6095"/>
                  </a:moveTo>
                  <a:lnTo>
                    <a:pt x="3904488" y="3047"/>
                  </a:lnTo>
                  <a:lnTo>
                    <a:pt x="3907536" y="0"/>
                  </a:lnTo>
                  <a:lnTo>
                    <a:pt x="3910584" y="0"/>
                  </a:lnTo>
                  <a:lnTo>
                    <a:pt x="3910584" y="9143"/>
                  </a:lnTo>
                  <a:lnTo>
                    <a:pt x="3907536" y="9143"/>
                  </a:lnTo>
                  <a:lnTo>
                    <a:pt x="3904488" y="6095"/>
                  </a:lnTo>
                  <a:close/>
                </a:path>
                <a:path w="4074159" h="9525">
                  <a:moveTo>
                    <a:pt x="3947160" y="9143"/>
                  </a:moveTo>
                  <a:lnTo>
                    <a:pt x="3947160" y="0"/>
                  </a:lnTo>
                  <a:lnTo>
                    <a:pt x="3950208" y="0"/>
                  </a:lnTo>
                  <a:lnTo>
                    <a:pt x="3953256" y="3047"/>
                  </a:lnTo>
                  <a:lnTo>
                    <a:pt x="3953256" y="6095"/>
                  </a:lnTo>
                  <a:lnTo>
                    <a:pt x="3950208" y="9143"/>
                  </a:lnTo>
                  <a:lnTo>
                    <a:pt x="3947160" y="9143"/>
                  </a:lnTo>
                  <a:close/>
                </a:path>
                <a:path w="4074159" h="9525">
                  <a:moveTo>
                    <a:pt x="3945636" y="7619"/>
                  </a:moveTo>
                  <a:lnTo>
                    <a:pt x="3945636" y="1523"/>
                  </a:lnTo>
                  <a:lnTo>
                    <a:pt x="3947160" y="1523"/>
                  </a:lnTo>
                  <a:lnTo>
                    <a:pt x="3947160" y="7619"/>
                  </a:lnTo>
                  <a:lnTo>
                    <a:pt x="3945636" y="7619"/>
                  </a:lnTo>
                  <a:close/>
                </a:path>
                <a:path w="4074159" h="9525">
                  <a:moveTo>
                    <a:pt x="3985260" y="6095"/>
                  </a:moveTo>
                  <a:lnTo>
                    <a:pt x="3985260" y="3047"/>
                  </a:lnTo>
                  <a:lnTo>
                    <a:pt x="3988308" y="0"/>
                  </a:lnTo>
                  <a:lnTo>
                    <a:pt x="3989832" y="0"/>
                  </a:lnTo>
                  <a:lnTo>
                    <a:pt x="3992880" y="3047"/>
                  </a:lnTo>
                  <a:lnTo>
                    <a:pt x="3992880" y="6095"/>
                  </a:lnTo>
                  <a:lnTo>
                    <a:pt x="3989832" y="9143"/>
                  </a:lnTo>
                  <a:lnTo>
                    <a:pt x="3988308" y="9143"/>
                  </a:lnTo>
                  <a:lnTo>
                    <a:pt x="3985260" y="6095"/>
                  </a:lnTo>
                  <a:close/>
                </a:path>
                <a:path w="4074159" h="9525">
                  <a:moveTo>
                    <a:pt x="4032504" y="6095"/>
                  </a:moveTo>
                  <a:lnTo>
                    <a:pt x="4032504" y="3047"/>
                  </a:lnTo>
                  <a:lnTo>
                    <a:pt x="4034028" y="3047"/>
                  </a:lnTo>
                  <a:lnTo>
                    <a:pt x="4034028" y="6095"/>
                  </a:lnTo>
                  <a:lnTo>
                    <a:pt x="4032504" y="6095"/>
                  </a:lnTo>
                  <a:close/>
                </a:path>
                <a:path w="4074159" h="9525">
                  <a:moveTo>
                    <a:pt x="4030980" y="7619"/>
                  </a:moveTo>
                  <a:lnTo>
                    <a:pt x="4030980" y="1523"/>
                  </a:lnTo>
                  <a:lnTo>
                    <a:pt x="4032504" y="1523"/>
                  </a:lnTo>
                  <a:lnTo>
                    <a:pt x="4032504" y="7619"/>
                  </a:lnTo>
                  <a:lnTo>
                    <a:pt x="4030980" y="7619"/>
                  </a:lnTo>
                  <a:close/>
                </a:path>
                <a:path w="4074159" h="9525">
                  <a:moveTo>
                    <a:pt x="4027932" y="9143"/>
                  </a:moveTo>
                  <a:lnTo>
                    <a:pt x="4027932" y="0"/>
                  </a:lnTo>
                  <a:lnTo>
                    <a:pt x="4030980" y="0"/>
                  </a:lnTo>
                  <a:lnTo>
                    <a:pt x="4030980" y="9143"/>
                  </a:lnTo>
                  <a:lnTo>
                    <a:pt x="4027932" y="9143"/>
                  </a:lnTo>
                  <a:close/>
                </a:path>
                <a:path w="4074159" h="9525">
                  <a:moveTo>
                    <a:pt x="4026408" y="7619"/>
                  </a:moveTo>
                  <a:lnTo>
                    <a:pt x="4026408" y="1523"/>
                  </a:lnTo>
                  <a:lnTo>
                    <a:pt x="4027932" y="1523"/>
                  </a:lnTo>
                  <a:lnTo>
                    <a:pt x="4027932" y="7619"/>
                  </a:lnTo>
                  <a:lnTo>
                    <a:pt x="4026408" y="7619"/>
                  </a:lnTo>
                  <a:close/>
                </a:path>
                <a:path w="4074159" h="9525">
                  <a:moveTo>
                    <a:pt x="4024884" y="6095"/>
                  </a:moveTo>
                  <a:lnTo>
                    <a:pt x="4024884" y="3047"/>
                  </a:lnTo>
                  <a:lnTo>
                    <a:pt x="4026408" y="3047"/>
                  </a:lnTo>
                  <a:lnTo>
                    <a:pt x="4026408" y="6095"/>
                  </a:lnTo>
                  <a:lnTo>
                    <a:pt x="4024884" y="6095"/>
                  </a:lnTo>
                  <a:close/>
                </a:path>
                <a:path w="4074159" h="9525">
                  <a:moveTo>
                    <a:pt x="4066032" y="6095"/>
                  </a:moveTo>
                  <a:lnTo>
                    <a:pt x="4066032" y="3047"/>
                  </a:lnTo>
                  <a:lnTo>
                    <a:pt x="4069080" y="0"/>
                  </a:lnTo>
                  <a:lnTo>
                    <a:pt x="4070604" y="0"/>
                  </a:lnTo>
                  <a:lnTo>
                    <a:pt x="4073652" y="3047"/>
                  </a:lnTo>
                  <a:lnTo>
                    <a:pt x="4073652" y="6095"/>
                  </a:lnTo>
                  <a:lnTo>
                    <a:pt x="4070604" y="9143"/>
                  </a:lnTo>
                  <a:lnTo>
                    <a:pt x="4069080" y="9143"/>
                  </a:lnTo>
                  <a:lnTo>
                    <a:pt x="4066032" y="6095"/>
                  </a:lnTo>
                  <a:close/>
                </a:path>
              </a:pathLst>
            </a:custGeom>
            <a:solidFill>
              <a:srgbClr val="C8C6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5817108" y="5045976"/>
              <a:ext cx="86995" cy="70485"/>
            </a:xfrm>
            <a:custGeom>
              <a:avLst/>
              <a:gdLst/>
              <a:ahLst/>
              <a:cxnLst/>
              <a:rect l="l" t="t" r="r" b="b"/>
              <a:pathLst>
                <a:path w="86995" h="70485">
                  <a:moveTo>
                    <a:pt x="22860" y="0"/>
                  </a:moveTo>
                  <a:lnTo>
                    <a:pt x="19812" y="0"/>
                  </a:lnTo>
                  <a:lnTo>
                    <a:pt x="16764" y="3048"/>
                  </a:lnTo>
                  <a:lnTo>
                    <a:pt x="15240" y="3048"/>
                  </a:lnTo>
                  <a:lnTo>
                    <a:pt x="12192" y="6096"/>
                  </a:lnTo>
                  <a:lnTo>
                    <a:pt x="10668" y="6096"/>
                  </a:lnTo>
                  <a:lnTo>
                    <a:pt x="9144" y="7620"/>
                  </a:lnTo>
                  <a:lnTo>
                    <a:pt x="6096" y="7620"/>
                  </a:lnTo>
                  <a:lnTo>
                    <a:pt x="4572" y="9144"/>
                  </a:lnTo>
                  <a:lnTo>
                    <a:pt x="3048" y="9144"/>
                  </a:lnTo>
                  <a:lnTo>
                    <a:pt x="1524" y="10668"/>
                  </a:lnTo>
                  <a:lnTo>
                    <a:pt x="0" y="10668"/>
                  </a:lnTo>
                  <a:lnTo>
                    <a:pt x="0" y="18288"/>
                  </a:lnTo>
                  <a:lnTo>
                    <a:pt x="3048" y="18288"/>
                  </a:lnTo>
                  <a:lnTo>
                    <a:pt x="4572" y="16764"/>
                  </a:lnTo>
                  <a:lnTo>
                    <a:pt x="6096" y="16764"/>
                  </a:lnTo>
                  <a:lnTo>
                    <a:pt x="9144" y="13716"/>
                  </a:lnTo>
                  <a:lnTo>
                    <a:pt x="10668" y="13716"/>
                  </a:lnTo>
                  <a:lnTo>
                    <a:pt x="12192" y="12192"/>
                  </a:lnTo>
                  <a:lnTo>
                    <a:pt x="13716" y="12192"/>
                  </a:lnTo>
                  <a:lnTo>
                    <a:pt x="13716" y="10668"/>
                  </a:lnTo>
                  <a:lnTo>
                    <a:pt x="15240" y="10668"/>
                  </a:lnTo>
                  <a:lnTo>
                    <a:pt x="15240" y="68580"/>
                  </a:lnTo>
                  <a:lnTo>
                    <a:pt x="22860" y="68580"/>
                  </a:lnTo>
                  <a:lnTo>
                    <a:pt x="22860" y="0"/>
                  </a:lnTo>
                  <a:close/>
                </a:path>
                <a:path w="86995" h="70485">
                  <a:moveTo>
                    <a:pt x="86868" y="45720"/>
                  </a:moveTo>
                  <a:lnTo>
                    <a:pt x="85344" y="42672"/>
                  </a:lnTo>
                  <a:lnTo>
                    <a:pt x="85344" y="41148"/>
                  </a:lnTo>
                  <a:lnTo>
                    <a:pt x="83820" y="38100"/>
                  </a:lnTo>
                  <a:lnTo>
                    <a:pt x="79248" y="33528"/>
                  </a:lnTo>
                  <a:lnTo>
                    <a:pt x="73152" y="30480"/>
                  </a:lnTo>
                  <a:lnTo>
                    <a:pt x="70104" y="30480"/>
                  </a:lnTo>
                  <a:lnTo>
                    <a:pt x="67056" y="28956"/>
                  </a:lnTo>
                  <a:lnTo>
                    <a:pt x="57912" y="28956"/>
                  </a:lnTo>
                  <a:lnTo>
                    <a:pt x="59436" y="9144"/>
                  </a:lnTo>
                  <a:lnTo>
                    <a:pt x="83820" y="9144"/>
                  </a:lnTo>
                  <a:lnTo>
                    <a:pt x="83820" y="1524"/>
                  </a:lnTo>
                  <a:lnTo>
                    <a:pt x="51816" y="1524"/>
                  </a:lnTo>
                  <a:lnTo>
                    <a:pt x="50292" y="36576"/>
                  </a:lnTo>
                  <a:lnTo>
                    <a:pt x="51816" y="35052"/>
                  </a:lnTo>
                  <a:lnTo>
                    <a:pt x="57912" y="35052"/>
                  </a:lnTo>
                  <a:lnTo>
                    <a:pt x="67056" y="35052"/>
                  </a:lnTo>
                  <a:lnTo>
                    <a:pt x="71628" y="36576"/>
                  </a:lnTo>
                  <a:lnTo>
                    <a:pt x="74676" y="39624"/>
                  </a:lnTo>
                  <a:lnTo>
                    <a:pt x="77724" y="41148"/>
                  </a:lnTo>
                  <a:lnTo>
                    <a:pt x="79248" y="45720"/>
                  </a:lnTo>
                  <a:lnTo>
                    <a:pt x="79248" y="53340"/>
                  </a:lnTo>
                  <a:lnTo>
                    <a:pt x="77724" y="54864"/>
                  </a:lnTo>
                  <a:lnTo>
                    <a:pt x="77724" y="57912"/>
                  </a:lnTo>
                  <a:lnTo>
                    <a:pt x="74676" y="60960"/>
                  </a:lnTo>
                  <a:lnTo>
                    <a:pt x="73152" y="60960"/>
                  </a:lnTo>
                  <a:lnTo>
                    <a:pt x="70104" y="64008"/>
                  </a:lnTo>
                  <a:lnTo>
                    <a:pt x="57912" y="64008"/>
                  </a:lnTo>
                  <a:lnTo>
                    <a:pt x="53340" y="62484"/>
                  </a:lnTo>
                  <a:lnTo>
                    <a:pt x="48768" y="59436"/>
                  </a:lnTo>
                  <a:lnTo>
                    <a:pt x="48768" y="67056"/>
                  </a:lnTo>
                  <a:lnTo>
                    <a:pt x="51816" y="70104"/>
                  </a:lnTo>
                  <a:lnTo>
                    <a:pt x="70104" y="70104"/>
                  </a:lnTo>
                  <a:lnTo>
                    <a:pt x="73152" y="68580"/>
                  </a:lnTo>
                  <a:lnTo>
                    <a:pt x="74676" y="68580"/>
                  </a:lnTo>
                  <a:lnTo>
                    <a:pt x="77724" y="67056"/>
                  </a:lnTo>
                  <a:lnTo>
                    <a:pt x="79248" y="65532"/>
                  </a:lnTo>
                  <a:lnTo>
                    <a:pt x="83820" y="60960"/>
                  </a:lnTo>
                  <a:lnTo>
                    <a:pt x="85344" y="57912"/>
                  </a:lnTo>
                  <a:lnTo>
                    <a:pt x="85344" y="54864"/>
                  </a:lnTo>
                  <a:lnTo>
                    <a:pt x="86868" y="51816"/>
                  </a:lnTo>
                  <a:lnTo>
                    <a:pt x="86868" y="45720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45124" y="5042916"/>
              <a:ext cx="94487" cy="71628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6123432" y="4698492"/>
              <a:ext cx="4074160" cy="7620"/>
            </a:xfrm>
            <a:custGeom>
              <a:avLst/>
              <a:gdLst/>
              <a:ahLst/>
              <a:cxnLst/>
              <a:rect l="l" t="t" r="r" b="b"/>
              <a:pathLst>
                <a:path w="4074159" h="7620">
                  <a:moveTo>
                    <a:pt x="6095" y="6096"/>
                  </a:moveTo>
                  <a:lnTo>
                    <a:pt x="6095" y="1524"/>
                  </a:lnTo>
                  <a:lnTo>
                    <a:pt x="7619" y="1524"/>
                  </a:lnTo>
                  <a:lnTo>
                    <a:pt x="7619" y="6096"/>
                  </a:lnTo>
                  <a:lnTo>
                    <a:pt x="6095" y="6096"/>
                  </a:lnTo>
                  <a:close/>
                </a:path>
                <a:path w="4074159" h="7620">
                  <a:moveTo>
                    <a:pt x="1524" y="7619"/>
                  </a:moveTo>
                  <a:lnTo>
                    <a:pt x="1524" y="0"/>
                  </a:lnTo>
                  <a:lnTo>
                    <a:pt x="6095" y="0"/>
                  </a:lnTo>
                  <a:lnTo>
                    <a:pt x="6095" y="7619"/>
                  </a:lnTo>
                  <a:lnTo>
                    <a:pt x="1524" y="7619"/>
                  </a:lnTo>
                  <a:close/>
                </a:path>
                <a:path w="4074159" h="7620">
                  <a:moveTo>
                    <a:pt x="0" y="6096"/>
                  </a:moveTo>
                  <a:lnTo>
                    <a:pt x="0" y="1524"/>
                  </a:lnTo>
                  <a:lnTo>
                    <a:pt x="1524" y="1524"/>
                  </a:lnTo>
                  <a:lnTo>
                    <a:pt x="1524" y="6096"/>
                  </a:lnTo>
                  <a:lnTo>
                    <a:pt x="0" y="6096"/>
                  </a:lnTo>
                  <a:close/>
                </a:path>
                <a:path w="4074159" h="7620">
                  <a:moveTo>
                    <a:pt x="39624" y="6096"/>
                  </a:moveTo>
                  <a:lnTo>
                    <a:pt x="39624" y="1524"/>
                  </a:lnTo>
                  <a:lnTo>
                    <a:pt x="41148" y="1524"/>
                  </a:lnTo>
                  <a:lnTo>
                    <a:pt x="42671" y="0"/>
                  </a:lnTo>
                  <a:lnTo>
                    <a:pt x="45719" y="0"/>
                  </a:lnTo>
                  <a:lnTo>
                    <a:pt x="48767" y="3048"/>
                  </a:lnTo>
                  <a:lnTo>
                    <a:pt x="48767" y="4572"/>
                  </a:lnTo>
                  <a:lnTo>
                    <a:pt x="45719" y="7619"/>
                  </a:lnTo>
                  <a:lnTo>
                    <a:pt x="42671" y="7619"/>
                  </a:lnTo>
                  <a:lnTo>
                    <a:pt x="41148" y="6096"/>
                  </a:lnTo>
                  <a:lnTo>
                    <a:pt x="39624" y="6096"/>
                  </a:lnTo>
                  <a:close/>
                </a:path>
                <a:path w="4074159" h="7620">
                  <a:moveTo>
                    <a:pt x="86867" y="6096"/>
                  </a:moveTo>
                  <a:lnTo>
                    <a:pt x="86867" y="1524"/>
                  </a:lnTo>
                  <a:lnTo>
                    <a:pt x="88391" y="1524"/>
                  </a:lnTo>
                  <a:lnTo>
                    <a:pt x="88391" y="6096"/>
                  </a:lnTo>
                  <a:lnTo>
                    <a:pt x="86867" y="6096"/>
                  </a:lnTo>
                  <a:close/>
                </a:path>
                <a:path w="4074159" h="7620">
                  <a:moveTo>
                    <a:pt x="80771" y="6096"/>
                  </a:moveTo>
                  <a:lnTo>
                    <a:pt x="80771" y="1524"/>
                  </a:lnTo>
                  <a:lnTo>
                    <a:pt x="82295" y="0"/>
                  </a:lnTo>
                  <a:lnTo>
                    <a:pt x="86867" y="0"/>
                  </a:lnTo>
                  <a:lnTo>
                    <a:pt x="86867" y="7619"/>
                  </a:lnTo>
                  <a:lnTo>
                    <a:pt x="82295" y="7619"/>
                  </a:lnTo>
                  <a:lnTo>
                    <a:pt x="80771" y="6096"/>
                  </a:lnTo>
                  <a:close/>
                </a:path>
                <a:path w="4074159" h="7620">
                  <a:moveTo>
                    <a:pt x="121919" y="7619"/>
                  </a:moveTo>
                  <a:lnTo>
                    <a:pt x="121919" y="0"/>
                  </a:lnTo>
                  <a:lnTo>
                    <a:pt x="126491" y="0"/>
                  </a:lnTo>
                  <a:lnTo>
                    <a:pt x="128016" y="1524"/>
                  </a:lnTo>
                  <a:lnTo>
                    <a:pt x="128016" y="6096"/>
                  </a:lnTo>
                  <a:lnTo>
                    <a:pt x="126491" y="7619"/>
                  </a:lnTo>
                  <a:lnTo>
                    <a:pt x="121919" y="7619"/>
                  </a:lnTo>
                  <a:close/>
                </a:path>
                <a:path w="4074159" h="7620">
                  <a:moveTo>
                    <a:pt x="120395" y="6096"/>
                  </a:moveTo>
                  <a:lnTo>
                    <a:pt x="120395" y="1524"/>
                  </a:lnTo>
                  <a:lnTo>
                    <a:pt x="121919" y="1524"/>
                  </a:lnTo>
                  <a:lnTo>
                    <a:pt x="121919" y="6096"/>
                  </a:lnTo>
                  <a:lnTo>
                    <a:pt x="120395" y="6096"/>
                  </a:lnTo>
                  <a:close/>
                </a:path>
                <a:path w="4074159" h="7620">
                  <a:moveTo>
                    <a:pt x="160019" y="4572"/>
                  </a:moveTo>
                  <a:lnTo>
                    <a:pt x="160019" y="3048"/>
                  </a:lnTo>
                  <a:lnTo>
                    <a:pt x="163067" y="0"/>
                  </a:lnTo>
                  <a:lnTo>
                    <a:pt x="166116" y="0"/>
                  </a:lnTo>
                  <a:lnTo>
                    <a:pt x="167640" y="1524"/>
                  </a:lnTo>
                  <a:lnTo>
                    <a:pt x="169163" y="1524"/>
                  </a:lnTo>
                  <a:lnTo>
                    <a:pt x="169163" y="6096"/>
                  </a:lnTo>
                  <a:lnTo>
                    <a:pt x="167640" y="6096"/>
                  </a:lnTo>
                  <a:lnTo>
                    <a:pt x="166116" y="7619"/>
                  </a:lnTo>
                  <a:lnTo>
                    <a:pt x="163067" y="7619"/>
                  </a:lnTo>
                  <a:lnTo>
                    <a:pt x="160019" y="4572"/>
                  </a:lnTo>
                  <a:close/>
                </a:path>
                <a:path w="4074159" h="7620">
                  <a:moveTo>
                    <a:pt x="207263" y="6096"/>
                  </a:moveTo>
                  <a:lnTo>
                    <a:pt x="207263" y="1524"/>
                  </a:lnTo>
                  <a:lnTo>
                    <a:pt x="208787" y="1524"/>
                  </a:lnTo>
                  <a:lnTo>
                    <a:pt x="208787" y="6096"/>
                  </a:lnTo>
                  <a:lnTo>
                    <a:pt x="207263" y="6096"/>
                  </a:lnTo>
                  <a:close/>
                </a:path>
                <a:path w="4074159" h="7620">
                  <a:moveTo>
                    <a:pt x="202691" y="7619"/>
                  </a:moveTo>
                  <a:lnTo>
                    <a:pt x="202691" y="0"/>
                  </a:lnTo>
                  <a:lnTo>
                    <a:pt x="207263" y="0"/>
                  </a:lnTo>
                  <a:lnTo>
                    <a:pt x="207263" y="7619"/>
                  </a:lnTo>
                  <a:lnTo>
                    <a:pt x="202691" y="7619"/>
                  </a:lnTo>
                  <a:close/>
                </a:path>
                <a:path w="4074159" h="7620">
                  <a:moveTo>
                    <a:pt x="201167" y="6096"/>
                  </a:moveTo>
                  <a:lnTo>
                    <a:pt x="201167" y="1524"/>
                  </a:lnTo>
                  <a:lnTo>
                    <a:pt x="202691" y="1524"/>
                  </a:lnTo>
                  <a:lnTo>
                    <a:pt x="202691" y="6096"/>
                  </a:lnTo>
                  <a:lnTo>
                    <a:pt x="201167" y="6096"/>
                  </a:lnTo>
                  <a:close/>
                </a:path>
                <a:path w="4074159" h="7620">
                  <a:moveTo>
                    <a:pt x="240791" y="4572"/>
                  </a:moveTo>
                  <a:lnTo>
                    <a:pt x="240791" y="3048"/>
                  </a:lnTo>
                  <a:lnTo>
                    <a:pt x="243840" y="0"/>
                  </a:lnTo>
                  <a:lnTo>
                    <a:pt x="246887" y="0"/>
                  </a:lnTo>
                  <a:lnTo>
                    <a:pt x="249935" y="3048"/>
                  </a:lnTo>
                  <a:lnTo>
                    <a:pt x="249935" y="4572"/>
                  </a:lnTo>
                  <a:lnTo>
                    <a:pt x="246887" y="7619"/>
                  </a:lnTo>
                  <a:lnTo>
                    <a:pt x="243840" y="7619"/>
                  </a:lnTo>
                  <a:lnTo>
                    <a:pt x="240791" y="4572"/>
                  </a:lnTo>
                  <a:close/>
                </a:path>
                <a:path w="4074159" h="7620">
                  <a:moveTo>
                    <a:pt x="288035" y="6096"/>
                  </a:moveTo>
                  <a:lnTo>
                    <a:pt x="288035" y="1524"/>
                  </a:lnTo>
                  <a:lnTo>
                    <a:pt x="289559" y="1524"/>
                  </a:lnTo>
                  <a:lnTo>
                    <a:pt x="289559" y="6096"/>
                  </a:lnTo>
                  <a:lnTo>
                    <a:pt x="288035" y="6096"/>
                  </a:lnTo>
                  <a:close/>
                </a:path>
                <a:path w="4074159" h="7620">
                  <a:moveTo>
                    <a:pt x="283463" y="7619"/>
                  </a:moveTo>
                  <a:lnTo>
                    <a:pt x="283463" y="0"/>
                  </a:lnTo>
                  <a:lnTo>
                    <a:pt x="288035" y="0"/>
                  </a:lnTo>
                  <a:lnTo>
                    <a:pt x="288035" y="7619"/>
                  </a:lnTo>
                  <a:lnTo>
                    <a:pt x="283463" y="7619"/>
                  </a:lnTo>
                  <a:close/>
                </a:path>
                <a:path w="4074159" h="7620">
                  <a:moveTo>
                    <a:pt x="281940" y="6096"/>
                  </a:moveTo>
                  <a:lnTo>
                    <a:pt x="281940" y="1524"/>
                  </a:lnTo>
                  <a:lnTo>
                    <a:pt x="283463" y="1524"/>
                  </a:lnTo>
                  <a:lnTo>
                    <a:pt x="283463" y="6096"/>
                  </a:lnTo>
                  <a:lnTo>
                    <a:pt x="281940" y="6096"/>
                  </a:lnTo>
                  <a:close/>
                </a:path>
                <a:path w="4074159" h="7620">
                  <a:moveTo>
                    <a:pt x="323087" y="7619"/>
                  </a:moveTo>
                  <a:lnTo>
                    <a:pt x="323087" y="0"/>
                  </a:lnTo>
                  <a:lnTo>
                    <a:pt x="327659" y="0"/>
                  </a:lnTo>
                  <a:lnTo>
                    <a:pt x="329183" y="1524"/>
                  </a:lnTo>
                  <a:lnTo>
                    <a:pt x="329183" y="6096"/>
                  </a:lnTo>
                  <a:lnTo>
                    <a:pt x="327659" y="7619"/>
                  </a:lnTo>
                  <a:lnTo>
                    <a:pt x="323087" y="7619"/>
                  </a:lnTo>
                  <a:close/>
                </a:path>
                <a:path w="4074159" h="7620">
                  <a:moveTo>
                    <a:pt x="321563" y="6096"/>
                  </a:moveTo>
                  <a:lnTo>
                    <a:pt x="321563" y="1524"/>
                  </a:lnTo>
                  <a:lnTo>
                    <a:pt x="323087" y="1524"/>
                  </a:lnTo>
                  <a:lnTo>
                    <a:pt x="323087" y="6096"/>
                  </a:lnTo>
                  <a:lnTo>
                    <a:pt x="321563" y="6096"/>
                  </a:lnTo>
                  <a:close/>
                </a:path>
                <a:path w="4074159" h="7620">
                  <a:moveTo>
                    <a:pt x="368808" y="6096"/>
                  </a:moveTo>
                  <a:lnTo>
                    <a:pt x="368808" y="1524"/>
                  </a:lnTo>
                  <a:lnTo>
                    <a:pt x="370332" y="1524"/>
                  </a:lnTo>
                  <a:lnTo>
                    <a:pt x="370332" y="6096"/>
                  </a:lnTo>
                  <a:lnTo>
                    <a:pt x="368808" y="6096"/>
                  </a:lnTo>
                  <a:close/>
                </a:path>
                <a:path w="4074159" h="7620">
                  <a:moveTo>
                    <a:pt x="362711" y="6096"/>
                  </a:moveTo>
                  <a:lnTo>
                    <a:pt x="362711" y="1524"/>
                  </a:lnTo>
                  <a:lnTo>
                    <a:pt x="364235" y="0"/>
                  </a:lnTo>
                  <a:lnTo>
                    <a:pt x="368808" y="0"/>
                  </a:lnTo>
                  <a:lnTo>
                    <a:pt x="368808" y="7619"/>
                  </a:lnTo>
                  <a:lnTo>
                    <a:pt x="364235" y="7619"/>
                  </a:lnTo>
                  <a:lnTo>
                    <a:pt x="362711" y="6096"/>
                  </a:lnTo>
                  <a:close/>
                </a:path>
                <a:path w="4074159" h="7620">
                  <a:moveTo>
                    <a:pt x="408432" y="6096"/>
                  </a:moveTo>
                  <a:lnTo>
                    <a:pt x="408432" y="1524"/>
                  </a:lnTo>
                  <a:lnTo>
                    <a:pt x="409955" y="1524"/>
                  </a:lnTo>
                  <a:lnTo>
                    <a:pt x="409955" y="6096"/>
                  </a:lnTo>
                  <a:lnTo>
                    <a:pt x="408432" y="6096"/>
                  </a:lnTo>
                  <a:close/>
                </a:path>
                <a:path w="4074159" h="7620">
                  <a:moveTo>
                    <a:pt x="403859" y="7619"/>
                  </a:moveTo>
                  <a:lnTo>
                    <a:pt x="403859" y="0"/>
                  </a:lnTo>
                  <a:lnTo>
                    <a:pt x="408432" y="0"/>
                  </a:lnTo>
                  <a:lnTo>
                    <a:pt x="408432" y="7619"/>
                  </a:lnTo>
                  <a:lnTo>
                    <a:pt x="403859" y="7619"/>
                  </a:lnTo>
                  <a:close/>
                </a:path>
                <a:path w="4074159" h="7620">
                  <a:moveTo>
                    <a:pt x="402335" y="6096"/>
                  </a:moveTo>
                  <a:lnTo>
                    <a:pt x="402335" y="1524"/>
                  </a:lnTo>
                  <a:lnTo>
                    <a:pt x="403859" y="1524"/>
                  </a:lnTo>
                  <a:lnTo>
                    <a:pt x="403859" y="6096"/>
                  </a:lnTo>
                  <a:lnTo>
                    <a:pt x="402335" y="6096"/>
                  </a:lnTo>
                  <a:close/>
                </a:path>
                <a:path w="4074159" h="7620">
                  <a:moveTo>
                    <a:pt x="441959" y="4572"/>
                  </a:moveTo>
                  <a:lnTo>
                    <a:pt x="441959" y="3048"/>
                  </a:lnTo>
                  <a:lnTo>
                    <a:pt x="445008" y="0"/>
                  </a:lnTo>
                  <a:lnTo>
                    <a:pt x="448055" y="0"/>
                  </a:lnTo>
                  <a:lnTo>
                    <a:pt x="451103" y="3048"/>
                  </a:lnTo>
                  <a:lnTo>
                    <a:pt x="451103" y="4572"/>
                  </a:lnTo>
                  <a:lnTo>
                    <a:pt x="448055" y="7619"/>
                  </a:lnTo>
                  <a:lnTo>
                    <a:pt x="445008" y="7619"/>
                  </a:lnTo>
                  <a:lnTo>
                    <a:pt x="441959" y="4572"/>
                  </a:lnTo>
                  <a:close/>
                </a:path>
                <a:path w="4074159" h="7620">
                  <a:moveTo>
                    <a:pt x="489203" y="6096"/>
                  </a:moveTo>
                  <a:lnTo>
                    <a:pt x="489203" y="1524"/>
                  </a:lnTo>
                  <a:lnTo>
                    <a:pt x="490727" y="1524"/>
                  </a:lnTo>
                  <a:lnTo>
                    <a:pt x="490727" y="6096"/>
                  </a:lnTo>
                  <a:lnTo>
                    <a:pt x="489203" y="6096"/>
                  </a:lnTo>
                  <a:close/>
                </a:path>
                <a:path w="4074159" h="7620">
                  <a:moveTo>
                    <a:pt x="484632" y="7619"/>
                  </a:moveTo>
                  <a:lnTo>
                    <a:pt x="484632" y="0"/>
                  </a:lnTo>
                  <a:lnTo>
                    <a:pt x="489203" y="0"/>
                  </a:lnTo>
                  <a:lnTo>
                    <a:pt x="489203" y="7619"/>
                  </a:lnTo>
                  <a:lnTo>
                    <a:pt x="484632" y="7619"/>
                  </a:lnTo>
                  <a:close/>
                </a:path>
                <a:path w="4074159" h="7620">
                  <a:moveTo>
                    <a:pt x="483108" y="6096"/>
                  </a:moveTo>
                  <a:lnTo>
                    <a:pt x="483108" y="1524"/>
                  </a:lnTo>
                  <a:lnTo>
                    <a:pt x="484632" y="1524"/>
                  </a:lnTo>
                  <a:lnTo>
                    <a:pt x="484632" y="6096"/>
                  </a:lnTo>
                  <a:lnTo>
                    <a:pt x="483108" y="6096"/>
                  </a:lnTo>
                  <a:close/>
                </a:path>
                <a:path w="4074159" h="7620">
                  <a:moveTo>
                    <a:pt x="522732" y="6096"/>
                  </a:moveTo>
                  <a:lnTo>
                    <a:pt x="522732" y="1524"/>
                  </a:lnTo>
                  <a:lnTo>
                    <a:pt x="524255" y="1524"/>
                  </a:lnTo>
                  <a:lnTo>
                    <a:pt x="525779" y="0"/>
                  </a:lnTo>
                  <a:lnTo>
                    <a:pt x="528827" y="0"/>
                  </a:lnTo>
                  <a:lnTo>
                    <a:pt x="531875" y="3048"/>
                  </a:lnTo>
                  <a:lnTo>
                    <a:pt x="531875" y="4572"/>
                  </a:lnTo>
                  <a:lnTo>
                    <a:pt x="528827" y="7619"/>
                  </a:lnTo>
                  <a:lnTo>
                    <a:pt x="525779" y="7619"/>
                  </a:lnTo>
                  <a:lnTo>
                    <a:pt x="524255" y="6096"/>
                  </a:lnTo>
                  <a:lnTo>
                    <a:pt x="522732" y="6096"/>
                  </a:lnTo>
                  <a:close/>
                </a:path>
                <a:path w="4074159" h="7620">
                  <a:moveTo>
                    <a:pt x="569975" y="6096"/>
                  </a:moveTo>
                  <a:lnTo>
                    <a:pt x="569975" y="1524"/>
                  </a:lnTo>
                  <a:lnTo>
                    <a:pt x="571500" y="1524"/>
                  </a:lnTo>
                  <a:lnTo>
                    <a:pt x="571500" y="6096"/>
                  </a:lnTo>
                  <a:lnTo>
                    <a:pt x="569975" y="6096"/>
                  </a:lnTo>
                  <a:close/>
                </a:path>
                <a:path w="4074159" h="7620">
                  <a:moveTo>
                    <a:pt x="563879" y="6096"/>
                  </a:moveTo>
                  <a:lnTo>
                    <a:pt x="563879" y="1524"/>
                  </a:lnTo>
                  <a:lnTo>
                    <a:pt x="565403" y="0"/>
                  </a:lnTo>
                  <a:lnTo>
                    <a:pt x="569975" y="0"/>
                  </a:lnTo>
                  <a:lnTo>
                    <a:pt x="569975" y="7619"/>
                  </a:lnTo>
                  <a:lnTo>
                    <a:pt x="565403" y="7619"/>
                  </a:lnTo>
                  <a:lnTo>
                    <a:pt x="563879" y="6096"/>
                  </a:lnTo>
                  <a:close/>
                </a:path>
                <a:path w="4074159" h="7620">
                  <a:moveTo>
                    <a:pt x="605027" y="7619"/>
                  </a:moveTo>
                  <a:lnTo>
                    <a:pt x="605027" y="0"/>
                  </a:lnTo>
                  <a:lnTo>
                    <a:pt x="609600" y="0"/>
                  </a:lnTo>
                  <a:lnTo>
                    <a:pt x="611124" y="1524"/>
                  </a:lnTo>
                  <a:lnTo>
                    <a:pt x="611124" y="6096"/>
                  </a:lnTo>
                  <a:lnTo>
                    <a:pt x="609600" y="7619"/>
                  </a:lnTo>
                  <a:lnTo>
                    <a:pt x="605027" y="7619"/>
                  </a:lnTo>
                  <a:close/>
                </a:path>
                <a:path w="4074159" h="7620">
                  <a:moveTo>
                    <a:pt x="603503" y="6096"/>
                  </a:moveTo>
                  <a:lnTo>
                    <a:pt x="603503" y="1524"/>
                  </a:lnTo>
                  <a:lnTo>
                    <a:pt x="605027" y="1524"/>
                  </a:lnTo>
                  <a:lnTo>
                    <a:pt x="605027" y="6096"/>
                  </a:lnTo>
                  <a:lnTo>
                    <a:pt x="603503" y="6096"/>
                  </a:lnTo>
                  <a:close/>
                </a:path>
                <a:path w="4074159" h="7620">
                  <a:moveTo>
                    <a:pt x="643127" y="4572"/>
                  </a:moveTo>
                  <a:lnTo>
                    <a:pt x="643127" y="3048"/>
                  </a:lnTo>
                  <a:lnTo>
                    <a:pt x="646175" y="0"/>
                  </a:lnTo>
                  <a:lnTo>
                    <a:pt x="649224" y="0"/>
                  </a:lnTo>
                  <a:lnTo>
                    <a:pt x="652271" y="3048"/>
                  </a:lnTo>
                  <a:lnTo>
                    <a:pt x="652271" y="4572"/>
                  </a:lnTo>
                  <a:lnTo>
                    <a:pt x="649224" y="7619"/>
                  </a:lnTo>
                  <a:lnTo>
                    <a:pt x="646175" y="7619"/>
                  </a:lnTo>
                  <a:lnTo>
                    <a:pt x="643127" y="4572"/>
                  </a:lnTo>
                  <a:close/>
                </a:path>
                <a:path w="4074159" h="7620">
                  <a:moveTo>
                    <a:pt x="690371" y="6096"/>
                  </a:moveTo>
                  <a:lnTo>
                    <a:pt x="690371" y="1524"/>
                  </a:lnTo>
                  <a:lnTo>
                    <a:pt x="691895" y="1524"/>
                  </a:lnTo>
                  <a:lnTo>
                    <a:pt x="691895" y="6096"/>
                  </a:lnTo>
                  <a:lnTo>
                    <a:pt x="690371" y="6096"/>
                  </a:lnTo>
                  <a:close/>
                </a:path>
                <a:path w="4074159" h="7620">
                  <a:moveTo>
                    <a:pt x="685800" y="7619"/>
                  </a:moveTo>
                  <a:lnTo>
                    <a:pt x="685800" y="0"/>
                  </a:lnTo>
                  <a:lnTo>
                    <a:pt x="690371" y="0"/>
                  </a:lnTo>
                  <a:lnTo>
                    <a:pt x="690371" y="7619"/>
                  </a:lnTo>
                  <a:lnTo>
                    <a:pt x="685800" y="7619"/>
                  </a:lnTo>
                  <a:close/>
                </a:path>
                <a:path w="4074159" h="7620">
                  <a:moveTo>
                    <a:pt x="684275" y="6096"/>
                  </a:moveTo>
                  <a:lnTo>
                    <a:pt x="684275" y="1524"/>
                  </a:lnTo>
                  <a:lnTo>
                    <a:pt x="685800" y="1524"/>
                  </a:lnTo>
                  <a:lnTo>
                    <a:pt x="685800" y="6096"/>
                  </a:lnTo>
                  <a:lnTo>
                    <a:pt x="684275" y="6096"/>
                  </a:lnTo>
                  <a:close/>
                </a:path>
                <a:path w="4074159" h="7620">
                  <a:moveTo>
                    <a:pt x="723900" y="4572"/>
                  </a:moveTo>
                  <a:lnTo>
                    <a:pt x="723900" y="3048"/>
                  </a:lnTo>
                  <a:lnTo>
                    <a:pt x="726948" y="0"/>
                  </a:lnTo>
                  <a:lnTo>
                    <a:pt x="729995" y="0"/>
                  </a:lnTo>
                  <a:lnTo>
                    <a:pt x="733043" y="3048"/>
                  </a:lnTo>
                  <a:lnTo>
                    <a:pt x="733043" y="4572"/>
                  </a:lnTo>
                  <a:lnTo>
                    <a:pt x="729995" y="7619"/>
                  </a:lnTo>
                  <a:lnTo>
                    <a:pt x="726948" y="7619"/>
                  </a:lnTo>
                  <a:lnTo>
                    <a:pt x="723900" y="4572"/>
                  </a:lnTo>
                  <a:close/>
                </a:path>
                <a:path w="4074159" h="7620">
                  <a:moveTo>
                    <a:pt x="771143" y="6096"/>
                  </a:moveTo>
                  <a:lnTo>
                    <a:pt x="771143" y="1524"/>
                  </a:lnTo>
                  <a:lnTo>
                    <a:pt x="772667" y="1524"/>
                  </a:lnTo>
                  <a:lnTo>
                    <a:pt x="772667" y="6096"/>
                  </a:lnTo>
                  <a:lnTo>
                    <a:pt x="771143" y="6096"/>
                  </a:lnTo>
                  <a:close/>
                </a:path>
                <a:path w="4074159" h="7620">
                  <a:moveTo>
                    <a:pt x="765048" y="6096"/>
                  </a:moveTo>
                  <a:lnTo>
                    <a:pt x="765048" y="1524"/>
                  </a:lnTo>
                  <a:lnTo>
                    <a:pt x="766571" y="0"/>
                  </a:lnTo>
                  <a:lnTo>
                    <a:pt x="771143" y="0"/>
                  </a:lnTo>
                  <a:lnTo>
                    <a:pt x="771143" y="7619"/>
                  </a:lnTo>
                  <a:lnTo>
                    <a:pt x="766571" y="7619"/>
                  </a:lnTo>
                  <a:lnTo>
                    <a:pt x="765048" y="6096"/>
                  </a:lnTo>
                  <a:close/>
                </a:path>
                <a:path w="4074159" h="7620">
                  <a:moveTo>
                    <a:pt x="806195" y="7619"/>
                  </a:moveTo>
                  <a:lnTo>
                    <a:pt x="806195" y="0"/>
                  </a:lnTo>
                  <a:lnTo>
                    <a:pt x="810767" y="0"/>
                  </a:lnTo>
                  <a:lnTo>
                    <a:pt x="812292" y="1524"/>
                  </a:lnTo>
                  <a:lnTo>
                    <a:pt x="812292" y="6096"/>
                  </a:lnTo>
                  <a:lnTo>
                    <a:pt x="810767" y="7619"/>
                  </a:lnTo>
                  <a:lnTo>
                    <a:pt x="806195" y="7619"/>
                  </a:lnTo>
                  <a:close/>
                </a:path>
                <a:path w="4074159" h="7620">
                  <a:moveTo>
                    <a:pt x="804671" y="6096"/>
                  </a:moveTo>
                  <a:lnTo>
                    <a:pt x="804671" y="1524"/>
                  </a:lnTo>
                  <a:lnTo>
                    <a:pt x="806195" y="1524"/>
                  </a:lnTo>
                  <a:lnTo>
                    <a:pt x="806195" y="6096"/>
                  </a:lnTo>
                  <a:lnTo>
                    <a:pt x="804671" y="6096"/>
                  </a:lnTo>
                  <a:close/>
                </a:path>
                <a:path w="4074159" h="7620">
                  <a:moveTo>
                    <a:pt x="851916" y="6096"/>
                  </a:moveTo>
                  <a:lnTo>
                    <a:pt x="851916" y="1524"/>
                  </a:lnTo>
                  <a:lnTo>
                    <a:pt x="853440" y="1524"/>
                  </a:lnTo>
                  <a:lnTo>
                    <a:pt x="853440" y="6096"/>
                  </a:lnTo>
                  <a:lnTo>
                    <a:pt x="851916" y="6096"/>
                  </a:lnTo>
                  <a:close/>
                </a:path>
                <a:path w="4074159" h="7620">
                  <a:moveTo>
                    <a:pt x="845819" y="6096"/>
                  </a:moveTo>
                  <a:lnTo>
                    <a:pt x="845819" y="1524"/>
                  </a:lnTo>
                  <a:lnTo>
                    <a:pt x="847343" y="0"/>
                  </a:lnTo>
                  <a:lnTo>
                    <a:pt x="851916" y="0"/>
                  </a:lnTo>
                  <a:lnTo>
                    <a:pt x="851916" y="7619"/>
                  </a:lnTo>
                  <a:lnTo>
                    <a:pt x="847343" y="7619"/>
                  </a:lnTo>
                  <a:lnTo>
                    <a:pt x="845819" y="6096"/>
                  </a:lnTo>
                  <a:close/>
                </a:path>
                <a:path w="4074159" h="7620">
                  <a:moveTo>
                    <a:pt x="891540" y="6096"/>
                  </a:moveTo>
                  <a:lnTo>
                    <a:pt x="891540" y="1524"/>
                  </a:lnTo>
                  <a:lnTo>
                    <a:pt x="893063" y="1524"/>
                  </a:lnTo>
                  <a:lnTo>
                    <a:pt x="893063" y="6096"/>
                  </a:lnTo>
                  <a:lnTo>
                    <a:pt x="891540" y="6096"/>
                  </a:lnTo>
                  <a:close/>
                </a:path>
                <a:path w="4074159" h="7620">
                  <a:moveTo>
                    <a:pt x="886967" y="7619"/>
                  </a:moveTo>
                  <a:lnTo>
                    <a:pt x="886967" y="0"/>
                  </a:lnTo>
                  <a:lnTo>
                    <a:pt x="891540" y="0"/>
                  </a:lnTo>
                  <a:lnTo>
                    <a:pt x="891540" y="7619"/>
                  </a:lnTo>
                  <a:lnTo>
                    <a:pt x="886967" y="7619"/>
                  </a:lnTo>
                  <a:close/>
                </a:path>
                <a:path w="4074159" h="7620">
                  <a:moveTo>
                    <a:pt x="885443" y="6096"/>
                  </a:moveTo>
                  <a:lnTo>
                    <a:pt x="885443" y="1524"/>
                  </a:lnTo>
                  <a:lnTo>
                    <a:pt x="886967" y="1524"/>
                  </a:lnTo>
                  <a:lnTo>
                    <a:pt x="886967" y="6096"/>
                  </a:lnTo>
                  <a:lnTo>
                    <a:pt x="885443" y="6096"/>
                  </a:lnTo>
                  <a:close/>
                </a:path>
                <a:path w="4074159" h="7620">
                  <a:moveTo>
                    <a:pt x="925067" y="4572"/>
                  </a:moveTo>
                  <a:lnTo>
                    <a:pt x="925067" y="3048"/>
                  </a:lnTo>
                  <a:lnTo>
                    <a:pt x="928116" y="0"/>
                  </a:lnTo>
                  <a:lnTo>
                    <a:pt x="931163" y="0"/>
                  </a:lnTo>
                  <a:lnTo>
                    <a:pt x="934211" y="3048"/>
                  </a:lnTo>
                  <a:lnTo>
                    <a:pt x="934211" y="4572"/>
                  </a:lnTo>
                  <a:lnTo>
                    <a:pt x="931163" y="7619"/>
                  </a:lnTo>
                  <a:lnTo>
                    <a:pt x="928116" y="7619"/>
                  </a:lnTo>
                  <a:lnTo>
                    <a:pt x="925067" y="4572"/>
                  </a:lnTo>
                  <a:close/>
                </a:path>
                <a:path w="4074159" h="7620">
                  <a:moveTo>
                    <a:pt x="972311" y="6096"/>
                  </a:moveTo>
                  <a:lnTo>
                    <a:pt x="972311" y="1524"/>
                  </a:lnTo>
                  <a:lnTo>
                    <a:pt x="973835" y="1524"/>
                  </a:lnTo>
                  <a:lnTo>
                    <a:pt x="973835" y="6096"/>
                  </a:lnTo>
                  <a:lnTo>
                    <a:pt x="972311" y="6096"/>
                  </a:lnTo>
                  <a:close/>
                </a:path>
                <a:path w="4074159" h="7620">
                  <a:moveTo>
                    <a:pt x="967740" y="7619"/>
                  </a:moveTo>
                  <a:lnTo>
                    <a:pt x="967740" y="0"/>
                  </a:lnTo>
                  <a:lnTo>
                    <a:pt x="972311" y="0"/>
                  </a:lnTo>
                  <a:lnTo>
                    <a:pt x="972311" y="7619"/>
                  </a:lnTo>
                  <a:lnTo>
                    <a:pt x="967740" y="7619"/>
                  </a:lnTo>
                  <a:close/>
                </a:path>
                <a:path w="4074159" h="7620">
                  <a:moveTo>
                    <a:pt x="966216" y="6096"/>
                  </a:moveTo>
                  <a:lnTo>
                    <a:pt x="966216" y="1524"/>
                  </a:lnTo>
                  <a:lnTo>
                    <a:pt x="967740" y="1524"/>
                  </a:lnTo>
                  <a:lnTo>
                    <a:pt x="967740" y="6096"/>
                  </a:lnTo>
                  <a:lnTo>
                    <a:pt x="966216" y="6096"/>
                  </a:lnTo>
                  <a:close/>
                </a:path>
                <a:path w="4074159" h="7620">
                  <a:moveTo>
                    <a:pt x="1005840" y="6096"/>
                  </a:moveTo>
                  <a:lnTo>
                    <a:pt x="1005840" y="1524"/>
                  </a:lnTo>
                  <a:lnTo>
                    <a:pt x="1007363" y="1524"/>
                  </a:lnTo>
                  <a:lnTo>
                    <a:pt x="1008887" y="0"/>
                  </a:lnTo>
                  <a:lnTo>
                    <a:pt x="1011935" y="0"/>
                  </a:lnTo>
                  <a:lnTo>
                    <a:pt x="1013459" y="1524"/>
                  </a:lnTo>
                  <a:lnTo>
                    <a:pt x="1013459" y="6096"/>
                  </a:lnTo>
                  <a:lnTo>
                    <a:pt x="1011935" y="7619"/>
                  </a:lnTo>
                  <a:lnTo>
                    <a:pt x="1008887" y="7619"/>
                  </a:lnTo>
                  <a:lnTo>
                    <a:pt x="1007363" y="6096"/>
                  </a:lnTo>
                  <a:lnTo>
                    <a:pt x="1005840" y="6096"/>
                  </a:lnTo>
                  <a:close/>
                </a:path>
                <a:path w="4074159" h="7620">
                  <a:moveTo>
                    <a:pt x="1053084" y="6096"/>
                  </a:moveTo>
                  <a:lnTo>
                    <a:pt x="1053084" y="1524"/>
                  </a:lnTo>
                  <a:lnTo>
                    <a:pt x="1054608" y="1524"/>
                  </a:lnTo>
                  <a:lnTo>
                    <a:pt x="1054608" y="6096"/>
                  </a:lnTo>
                  <a:lnTo>
                    <a:pt x="1053084" y="6096"/>
                  </a:lnTo>
                  <a:close/>
                </a:path>
                <a:path w="4074159" h="7620">
                  <a:moveTo>
                    <a:pt x="1046987" y="6096"/>
                  </a:moveTo>
                  <a:lnTo>
                    <a:pt x="1046987" y="1524"/>
                  </a:lnTo>
                  <a:lnTo>
                    <a:pt x="1048511" y="0"/>
                  </a:lnTo>
                  <a:lnTo>
                    <a:pt x="1053084" y="0"/>
                  </a:lnTo>
                  <a:lnTo>
                    <a:pt x="1053084" y="7619"/>
                  </a:lnTo>
                  <a:lnTo>
                    <a:pt x="1048511" y="7619"/>
                  </a:lnTo>
                  <a:lnTo>
                    <a:pt x="1046987" y="6096"/>
                  </a:lnTo>
                  <a:close/>
                </a:path>
                <a:path w="4074159" h="7620">
                  <a:moveTo>
                    <a:pt x="1088135" y="7619"/>
                  </a:moveTo>
                  <a:lnTo>
                    <a:pt x="1088135" y="0"/>
                  </a:lnTo>
                  <a:lnTo>
                    <a:pt x="1092708" y="0"/>
                  </a:lnTo>
                  <a:lnTo>
                    <a:pt x="1094232" y="1524"/>
                  </a:lnTo>
                  <a:lnTo>
                    <a:pt x="1094232" y="6096"/>
                  </a:lnTo>
                  <a:lnTo>
                    <a:pt x="1092708" y="7619"/>
                  </a:lnTo>
                  <a:lnTo>
                    <a:pt x="1088135" y="7619"/>
                  </a:lnTo>
                  <a:close/>
                </a:path>
                <a:path w="4074159" h="7620">
                  <a:moveTo>
                    <a:pt x="1086611" y="6096"/>
                  </a:moveTo>
                  <a:lnTo>
                    <a:pt x="1086611" y="1524"/>
                  </a:lnTo>
                  <a:lnTo>
                    <a:pt x="1088135" y="1524"/>
                  </a:lnTo>
                  <a:lnTo>
                    <a:pt x="1088135" y="6096"/>
                  </a:lnTo>
                  <a:lnTo>
                    <a:pt x="1086611" y="6096"/>
                  </a:lnTo>
                  <a:close/>
                </a:path>
                <a:path w="4074159" h="7620">
                  <a:moveTo>
                    <a:pt x="1126235" y="4572"/>
                  </a:moveTo>
                  <a:lnTo>
                    <a:pt x="1126235" y="3048"/>
                  </a:lnTo>
                  <a:lnTo>
                    <a:pt x="1129284" y="0"/>
                  </a:lnTo>
                  <a:lnTo>
                    <a:pt x="1132332" y="0"/>
                  </a:lnTo>
                  <a:lnTo>
                    <a:pt x="1135379" y="3048"/>
                  </a:lnTo>
                  <a:lnTo>
                    <a:pt x="1135379" y="4572"/>
                  </a:lnTo>
                  <a:lnTo>
                    <a:pt x="1132332" y="7619"/>
                  </a:lnTo>
                  <a:lnTo>
                    <a:pt x="1129284" y="7619"/>
                  </a:lnTo>
                  <a:lnTo>
                    <a:pt x="1126235" y="4572"/>
                  </a:lnTo>
                  <a:close/>
                </a:path>
                <a:path w="4074159" h="7620">
                  <a:moveTo>
                    <a:pt x="1173479" y="6096"/>
                  </a:moveTo>
                  <a:lnTo>
                    <a:pt x="1173479" y="1524"/>
                  </a:lnTo>
                  <a:lnTo>
                    <a:pt x="1175003" y="1524"/>
                  </a:lnTo>
                  <a:lnTo>
                    <a:pt x="1175003" y="6096"/>
                  </a:lnTo>
                  <a:lnTo>
                    <a:pt x="1173479" y="6096"/>
                  </a:lnTo>
                  <a:close/>
                </a:path>
                <a:path w="4074159" h="7620">
                  <a:moveTo>
                    <a:pt x="1168908" y="7619"/>
                  </a:moveTo>
                  <a:lnTo>
                    <a:pt x="1168908" y="0"/>
                  </a:lnTo>
                  <a:lnTo>
                    <a:pt x="1173479" y="0"/>
                  </a:lnTo>
                  <a:lnTo>
                    <a:pt x="1173479" y="7619"/>
                  </a:lnTo>
                  <a:lnTo>
                    <a:pt x="1168908" y="7619"/>
                  </a:lnTo>
                  <a:close/>
                </a:path>
                <a:path w="4074159" h="7620">
                  <a:moveTo>
                    <a:pt x="1167384" y="6096"/>
                  </a:moveTo>
                  <a:lnTo>
                    <a:pt x="1167384" y="1524"/>
                  </a:lnTo>
                  <a:lnTo>
                    <a:pt x="1168908" y="1524"/>
                  </a:lnTo>
                  <a:lnTo>
                    <a:pt x="1168908" y="6096"/>
                  </a:lnTo>
                  <a:lnTo>
                    <a:pt x="1167384" y="6096"/>
                  </a:lnTo>
                  <a:close/>
                </a:path>
                <a:path w="4074159" h="7620">
                  <a:moveTo>
                    <a:pt x="1207008" y="4572"/>
                  </a:moveTo>
                  <a:lnTo>
                    <a:pt x="1207008" y="3048"/>
                  </a:lnTo>
                  <a:lnTo>
                    <a:pt x="1210055" y="0"/>
                  </a:lnTo>
                  <a:lnTo>
                    <a:pt x="1213103" y="0"/>
                  </a:lnTo>
                  <a:lnTo>
                    <a:pt x="1216151" y="3048"/>
                  </a:lnTo>
                  <a:lnTo>
                    <a:pt x="1216151" y="4572"/>
                  </a:lnTo>
                  <a:lnTo>
                    <a:pt x="1213103" y="7619"/>
                  </a:lnTo>
                  <a:lnTo>
                    <a:pt x="1210055" y="7619"/>
                  </a:lnTo>
                  <a:lnTo>
                    <a:pt x="1207008" y="4572"/>
                  </a:lnTo>
                  <a:close/>
                </a:path>
                <a:path w="4074159" h="7620">
                  <a:moveTo>
                    <a:pt x="1254251" y="6096"/>
                  </a:moveTo>
                  <a:lnTo>
                    <a:pt x="1254251" y="1524"/>
                  </a:lnTo>
                  <a:lnTo>
                    <a:pt x="1255776" y="1524"/>
                  </a:lnTo>
                  <a:lnTo>
                    <a:pt x="1255776" y="6096"/>
                  </a:lnTo>
                  <a:lnTo>
                    <a:pt x="1254251" y="6096"/>
                  </a:lnTo>
                  <a:close/>
                </a:path>
                <a:path w="4074159" h="7620">
                  <a:moveTo>
                    <a:pt x="1248155" y="6096"/>
                  </a:moveTo>
                  <a:lnTo>
                    <a:pt x="1248155" y="1524"/>
                  </a:lnTo>
                  <a:lnTo>
                    <a:pt x="1249679" y="0"/>
                  </a:lnTo>
                  <a:lnTo>
                    <a:pt x="1254251" y="0"/>
                  </a:lnTo>
                  <a:lnTo>
                    <a:pt x="1254251" y="7619"/>
                  </a:lnTo>
                  <a:lnTo>
                    <a:pt x="1249679" y="7619"/>
                  </a:lnTo>
                  <a:lnTo>
                    <a:pt x="1248155" y="6096"/>
                  </a:lnTo>
                  <a:close/>
                </a:path>
                <a:path w="4074159" h="7620">
                  <a:moveTo>
                    <a:pt x="1289303" y="7619"/>
                  </a:moveTo>
                  <a:lnTo>
                    <a:pt x="1289303" y="0"/>
                  </a:lnTo>
                  <a:lnTo>
                    <a:pt x="1293876" y="0"/>
                  </a:lnTo>
                  <a:lnTo>
                    <a:pt x="1295400" y="1524"/>
                  </a:lnTo>
                  <a:lnTo>
                    <a:pt x="1295400" y="6096"/>
                  </a:lnTo>
                  <a:lnTo>
                    <a:pt x="1293876" y="7619"/>
                  </a:lnTo>
                  <a:lnTo>
                    <a:pt x="1289303" y="7619"/>
                  </a:lnTo>
                  <a:close/>
                </a:path>
                <a:path w="4074159" h="7620">
                  <a:moveTo>
                    <a:pt x="1287779" y="6096"/>
                  </a:moveTo>
                  <a:lnTo>
                    <a:pt x="1287779" y="1524"/>
                  </a:lnTo>
                  <a:lnTo>
                    <a:pt x="1289303" y="1524"/>
                  </a:lnTo>
                  <a:lnTo>
                    <a:pt x="1289303" y="6096"/>
                  </a:lnTo>
                  <a:lnTo>
                    <a:pt x="1287779" y="6096"/>
                  </a:lnTo>
                  <a:close/>
                </a:path>
                <a:path w="4074159" h="7620">
                  <a:moveTo>
                    <a:pt x="1335024" y="6096"/>
                  </a:moveTo>
                  <a:lnTo>
                    <a:pt x="1335024" y="1524"/>
                  </a:lnTo>
                  <a:lnTo>
                    <a:pt x="1336548" y="1524"/>
                  </a:lnTo>
                  <a:lnTo>
                    <a:pt x="1336548" y="6096"/>
                  </a:lnTo>
                  <a:lnTo>
                    <a:pt x="1335024" y="6096"/>
                  </a:lnTo>
                  <a:close/>
                </a:path>
                <a:path w="4074159" h="7620">
                  <a:moveTo>
                    <a:pt x="1328927" y="6096"/>
                  </a:moveTo>
                  <a:lnTo>
                    <a:pt x="1328927" y="1524"/>
                  </a:lnTo>
                  <a:lnTo>
                    <a:pt x="1330451" y="0"/>
                  </a:lnTo>
                  <a:lnTo>
                    <a:pt x="1335024" y="0"/>
                  </a:lnTo>
                  <a:lnTo>
                    <a:pt x="1335024" y="7619"/>
                  </a:lnTo>
                  <a:lnTo>
                    <a:pt x="1330451" y="7619"/>
                  </a:lnTo>
                  <a:lnTo>
                    <a:pt x="1328927" y="6096"/>
                  </a:lnTo>
                  <a:close/>
                </a:path>
                <a:path w="4074159" h="7620">
                  <a:moveTo>
                    <a:pt x="1374648" y="6096"/>
                  </a:moveTo>
                  <a:lnTo>
                    <a:pt x="1374648" y="1524"/>
                  </a:lnTo>
                  <a:lnTo>
                    <a:pt x="1376171" y="1524"/>
                  </a:lnTo>
                  <a:lnTo>
                    <a:pt x="1376171" y="6096"/>
                  </a:lnTo>
                  <a:lnTo>
                    <a:pt x="1374648" y="6096"/>
                  </a:lnTo>
                  <a:close/>
                </a:path>
                <a:path w="4074159" h="7620">
                  <a:moveTo>
                    <a:pt x="1370076" y="7619"/>
                  </a:moveTo>
                  <a:lnTo>
                    <a:pt x="1370076" y="0"/>
                  </a:lnTo>
                  <a:lnTo>
                    <a:pt x="1374648" y="0"/>
                  </a:lnTo>
                  <a:lnTo>
                    <a:pt x="1374648" y="7619"/>
                  </a:lnTo>
                  <a:lnTo>
                    <a:pt x="1370076" y="7619"/>
                  </a:lnTo>
                  <a:close/>
                </a:path>
                <a:path w="4074159" h="7620">
                  <a:moveTo>
                    <a:pt x="1368551" y="6096"/>
                  </a:moveTo>
                  <a:lnTo>
                    <a:pt x="1368551" y="1524"/>
                  </a:lnTo>
                  <a:lnTo>
                    <a:pt x="1370076" y="1524"/>
                  </a:lnTo>
                  <a:lnTo>
                    <a:pt x="1370076" y="6096"/>
                  </a:lnTo>
                  <a:lnTo>
                    <a:pt x="1368551" y="6096"/>
                  </a:lnTo>
                  <a:close/>
                </a:path>
                <a:path w="4074159" h="7620">
                  <a:moveTo>
                    <a:pt x="1408176" y="4572"/>
                  </a:moveTo>
                  <a:lnTo>
                    <a:pt x="1408176" y="3048"/>
                  </a:lnTo>
                  <a:lnTo>
                    <a:pt x="1411224" y="0"/>
                  </a:lnTo>
                  <a:lnTo>
                    <a:pt x="1414271" y="0"/>
                  </a:lnTo>
                  <a:lnTo>
                    <a:pt x="1417319" y="3048"/>
                  </a:lnTo>
                  <a:lnTo>
                    <a:pt x="1417319" y="4572"/>
                  </a:lnTo>
                  <a:lnTo>
                    <a:pt x="1414271" y="7619"/>
                  </a:lnTo>
                  <a:lnTo>
                    <a:pt x="1411224" y="7619"/>
                  </a:lnTo>
                  <a:lnTo>
                    <a:pt x="1408176" y="4572"/>
                  </a:lnTo>
                  <a:close/>
                </a:path>
                <a:path w="4074159" h="7620">
                  <a:moveTo>
                    <a:pt x="1455419" y="6096"/>
                  </a:moveTo>
                  <a:lnTo>
                    <a:pt x="1455419" y="1524"/>
                  </a:lnTo>
                  <a:lnTo>
                    <a:pt x="1456943" y="1524"/>
                  </a:lnTo>
                  <a:lnTo>
                    <a:pt x="1456943" y="6096"/>
                  </a:lnTo>
                  <a:lnTo>
                    <a:pt x="1455419" y="6096"/>
                  </a:lnTo>
                  <a:close/>
                </a:path>
                <a:path w="4074159" h="7620">
                  <a:moveTo>
                    <a:pt x="1450848" y="7619"/>
                  </a:moveTo>
                  <a:lnTo>
                    <a:pt x="1450848" y="0"/>
                  </a:lnTo>
                  <a:lnTo>
                    <a:pt x="1455419" y="0"/>
                  </a:lnTo>
                  <a:lnTo>
                    <a:pt x="1455419" y="7619"/>
                  </a:lnTo>
                  <a:lnTo>
                    <a:pt x="1450848" y="7619"/>
                  </a:lnTo>
                  <a:close/>
                </a:path>
                <a:path w="4074159" h="7620">
                  <a:moveTo>
                    <a:pt x="1449324" y="6096"/>
                  </a:moveTo>
                  <a:lnTo>
                    <a:pt x="1449324" y="1524"/>
                  </a:lnTo>
                  <a:lnTo>
                    <a:pt x="1450848" y="1524"/>
                  </a:lnTo>
                  <a:lnTo>
                    <a:pt x="1450848" y="6096"/>
                  </a:lnTo>
                  <a:lnTo>
                    <a:pt x="1449324" y="6096"/>
                  </a:lnTo>
                  <a:close/>
                </a:path>
                <a:path w="4074159" h="7620">
                  <a:moveTo>
                    <a:pt x="1490471" y="7619"/>
                  </a:moveTo>
                  <a:lnTo>
                    <a:pt x="1490471" y="0"/>
                  </a:lnTo>
                  <a:lnTo>
                    <a:pt x="1495043" y="0"/>
                  </a:lnTo>
                  <a:lnTo>
                    <a:pt x="1496567" y="1524"/>
                  </a:lnTo>
                  <a:lnTo>
                    <a:pt x="1496567" y="6096"/>
                  </a:lnTo>
                  <a:lnTo>
                    <a:pt x="1495043" y="7619"/>
                  </a:lnTo>
                  <a:lnTo>
                    <a:pt x="1490471" y="7619"/>
                  </a:lnTo>
                  <a:close/>
                </a:path>
                <a:path w="4074159" h="7620">
                  <a:moveTo>
                    <a:pt x="1488948" y="6096"/>
                  </a:moveTo>
                  <a:lnTo>
                    <a:pt x="1488948" y="1524"/>
                  </a:lnTo>
                  <a:lnTo>
                    <a:pt x="1490471" y="1524"/>
                  </a:lnTo>
                  <a:lnTo>
                    <a:pt x="1490471" y="6096"/>
                  </a:lnTo>
                  <a:lnTo>
                    <a:pt x="1488948" y="6096"/>
                  </a:lnTo>
                  <a:close/>
                </a:path>
                <a:path w="4074159" h="7620">
                  <a:moveTo>
                    <a:pt x="1536192" y="6096"/>
                  </a:moveTo>
                  <a:lnTo>
                    <a:pt x="1536192" y="1524"/>
                  </a:lnTo>
                  <a:lnTo>
                    <a:pt x="1537716" y="1524"/>
                  </a:lnTo>
                  <a:lnTo>
                    <a:pt x="1537716" y="6096"/>
                  </a:lnTo>
                  <a:lnTo>
                    <a:pt x="1536192" y="6096"/>
                  </a:lnTo>
                  <a:close/>
                </a:path>
                <a:path w="4074159" h="7620">
                  <a:moveTo>
                    <a:pt x="1530095" y="6096"/>
                  </a:moveTo>
                  <a:lnTo>
                    <a:pt x="1530095" y="1524"/>
                  </a:lnTo>
                  <a:lnTo>
                    <a:pt x="1531619" y="0"/>
                  </a:lnTo>
                  <a:lnTo>
                    <a:pt x="1536192" y="0"/>
                  </a:lnTo>
                  <a:lnTo>
                    <a:pt x="1536192" y="7619"/>
                  </a:lnTo>
                  <a:lnTo>
                    <a:pt x="1531619" y="7619"/>
                  </a:lnTo>
                  <a:lnTo>
                    <a:pt x="1530095" y="6096"/>
                  </a:lnTo>
                  <a:close/>
                </a:path>
                <a:path w="4074159" h="7620">
                  <a:moveTo>
                    <a:pt x="1571243" y="7619"/>
                  </a:moveTo>
                  <a:lnTo>
                    <a:pt x="1571243" y="0"/>
                  </a:lnTo>
                  <a:lnTo>
                    <a:pt x="1575816" y="0"/>
                  </a:lnTo>
                  <a:lnTo>
                    <a:pt x="1577340" y="1524"/>
                  </a:lnTo>
                  <a:lnTo>
                    <a:pt x="1577340" y="6096"/>
                  </a:lnTo>
                  <a:lnTo>
                    <a:pt x="1575816" y="7619"/>
                  </a:lnTo>
                  <a:lnTo>
                    <a:pt x="1571243" y="7619"/>
                  </a:lnTo>
                  <a:close/>
                </a:path>
                <a:path w="4074159" h="7620">
                  <a:moveTo>
                    <a:pt x="1569719" y="6096"/>
                  </a:moveTo>
                  <a:lnTo>
                    <a:pt x="1569719" y="1524"/>
                  </a:lnTo>
                  <a:lnTo>
                    <a:pt x="1571243" y="1524"/>
                  </a:lnTo>
                  <a:lnTo>
                    <a:pt x="1571243" y="6096"/>
                  </a:lnTo>
                  <a:lnTo>
                    <a:pt x="1569719" y="6096"/>
                  </a:lnTo>
                  <a:close/>
                </a:path>
                <a:path w="4074159" h="7620">
                  <a:moveTo>
                    <a:pt x="1609343" y="4572"/>
                  </a:moveTo>
                  <a:lnTo>
                    <a:pt x="1609343" y="3048"/>
                  </a:lnTo>
                  <a:lnTo>
                    <a:pt x="1612392" y="0"/>
                  </a:lnTo>
                  <a:lnTo>
                    <a:pt x="1615440" y="0"/>
                  </a:lnTo>
                  <a:lnTo>
                    <a:pt x="1618487" y="3048"/>
                  </a:lnTo>
                  <a:lnTo>
                    <a:pt x="1618487" y="4572"/>
                  </a:lnTo>
                  <a:lnTo>
                    <a:pt x="1615440" y="7619"/>
                  </a:lnTo>
                  <a:lnTo>
                    <a:pt x="1612392" y="7619"/>
                  </a:lnTo>
                  <a:lnTo>
                    <a:pt x="1609343" y="4572"/>
                  </a:lnTo>
                  <a:close/>
                </a:path>
                <a:path w="4074159" h="7620">
                  <a:moveTo>
                    <a:pt x="1656587" y="6096"/>
                  </a:moveTo>
                  <a:lnTo>
                    <a:pt x="1656587" y="1524"/>
                  </a:lnTo>
                  <a:lnTo>
                    <a:pt x="1658111" y="1524"/>
                  </a:lnTo>
                  <a:lnTo>
                    <a:pt x="1658111" y="6096"/>
                  </a:lnTo>
                  <a:lnTo>
                    <a:pt x="1656587" y="6096"/>
                  </a:lnTo>
                  <a:close/>
                </a:path>
                <a:path w="4074159" h="7620">
                  <a:moveTo>
                    <a:pt x="1652016" y="7619"/>
                  </a:moveTo>
                  <a:lnTo>
                    <a:pt x="1652016" y="0"/>
                  </a:lnTo>
                  <a:lnTo>
                    <a:pt x="1656587" y="0"/>
                  </a:lnTo>
                  <a:lnTo>
                    <a:pt x="1656587" y="7619"/>
                  </a:lnTo>
                  <a:lnTo>
                    <a:pt x="1652016" y="7619"/>
                  </a:lnTo>
                  <a:close/>
                </a:path>
                <a:path w="4074159" h="7620">
                  <a:moveTo>
                    <a:pt x="1650492" y="6096"/>
                  </a:moveTo>
                  <a:lnTo>
                    <a:pt x="1650492" y="1524"/>
                  </a:lnTo>
                  <a:lnTo>
                    <a:pt x="1652016" y="1524"/>
                  </a:lnTo>
                  <a:lnTo>
                    <a:pt x="1652016" y="6096"/>
                  </a:lnTo>
                  <a:lnTo>
                    <a:pt x="1650492" y="6096"/>
                  </a:lnTo>
                  <a:close/>
                </a:path>
                <a:path w="4074159" h="7620">
                  <a:moveTo>
                    <a:pt x="1690116" y="4572"/>
                  </a:moveTo>
                  <a:lnTo>
                    <a:pt x="1690116" y="3048"/>
                  </a:lnTo>
                  <a:lnTo>
                    <a:pt x="1693163" y="0"/>
                  </a:lnTo>
                  <a:lnTo>
                    <a:pt x="1696211" y="0"/>
                  </a:lnTo>
                  <a:lnTo>
                    <a:pt x="1699259" y="3048"/>
                  </a:lnTo>
                  <a:lnTo>
                    <a:pt x="1699259" y="4572"/>
                  </a:lnTo>
                  <a:lnTo>
                    <a:pt x="1696211" y="7619"/>
                  </a:lnTo>
                  <a:lnTo>
                    <a:pt x="1693163" y="7619"/>
                  </a:lnTo>
                  <a:lnTo>
                    <a:pt x="1690116" y="4572"/>
                  </a:lnTo>
                  <a:close/>
                </a:path>
                <a:path w="4074159" h="7620">
                  <a:moveTo>
                    <a:pt x="1737359" y="6096"/>
                  </a:moveTo>
                  <a:lnTo>
                    <a:pt x="1737359" y="1524"/>
                  </a:lnTo>
                  <a:lnTo>
                    <a:pt x="1738884" y="1524"/>
                  </a:lnTo>
                  <a:lnTo>
                    <a:pt x="1738884" y="6096"/>
                  </a:lnTo>
                  <a:lnTo>
                    <a:pt x="1737359" y="6096"/>
                  </a:lnTo>
                  <a:close/>
                </a:path>
                <a:path w="4074159" h="7620">
                  <a:moveTo>
                    <a:pt x="1731263" y="6096"/>
                  </a:moveTo>
                  <a:lnTo>
                    <a:pt x="1731263" y="1524"/>
                  </a:lnTo>
                  <a:lnTo>
                    <a:pt x="1732787" y="0"/>
                  </a:lnTo>
                  <a:lnTo>
                    <a:pt x="1737359" y="0"/>
                  </a:lnTo>
                  <a:lnTo>
                    <a:pt x="1737359" y="7619"/>
                  </a:lnTo>
                  <a:lnTo>
                    <a:pt x="1732787" y="7619"/>
                  </a:lnTo>
                  <a:lnTo>
                    <a:pt x="1731263" y="6096"/>
                  </a:lnTo>
                  <a:close/>
                </a:path>
                <a:path w="4074159" h="7620">
                  <a:moveTo>
                    <a:pt x="1772411" y="7619"/>
                  </a:moveTo>
                  <a:lnTo>
                    <a:pt x="1772411" y="0"/>
                  </a:lnTo>
                  <a:lnTo>
                    <a:pt x="1776984" y="0"/>
                  </a:lnTo>
                  <a:lnTo>
                    <a:pt x="1778508" y="1524"/>
                  </a:lnTo>
                  <a:lnTo>
                    <a:pt x="1778508" y="6096"/>
                  </a:lnTo>
                  <a:lnTo>
                    <a:pt x="1776984" y="7619"/>
                  </a:lnTo>
                  <a:lnTo>
                    <a:pt x="1772411" y="7619"/>
                  </a:lnTo>
                  <a:close/>
                </a:path>
                <a:path w="4074159" h="7620">
                  <a:moveTo>
                    <a:pt x="1770887" y="6096"/>
                  </a:moveTo>
                  <a:lnTo>
                    <a:pt x="1770887" y="1524"/>
                  </a:lnTo>
                  <a:lnTo>
                    <a:pt x="1772411" y="1524"/>
                  </a:lnTo>
                  <a:lnTo>
                    <a:pt x="1772411" y="6096"/>
                  </a:lnTo>
                  <a:lnTo>
                    <a:pt x="1770887" y="6096"/>
                  </a:lnTo>
                  <a:close/>
                </a:path>
                <a:path w="4074159" h="7620">
                  <a:moveTo>
                    <a:pt x="1818132" y="6096"/>
                  </a:moveTo>
                  <a:lnTo>
                    <a:pt x="1818132" y="1524"/>
                  </a:lnTo>
                  <a:lnTo>
                    <a:pt x="1819655" y="1524"/>
                  </a:lnTo>
                  <a:lnTo>
                    <a:pt x="1819655" y="6096"/>
                  </a:lnTo>
                  <a:lnTo>
                    <a:pt x="1818132" y="6096"/>
                  </a:lnTo>
                  <a:close/>
                </a:path>
                <a:path w="4074159" h="7620">
                  <a:moveTo>
                    <a:pt x="1812035" y="6096"/>
                  </a:moveTo>
                  <a:lnTo>
                    <a:pt x="1812035" y="1524"/>
                  </a:lnTo>
                  <a:lnTo>
                    <a:pt x="1813559" y="0"/>
                  </a:lnTo>
                  <a:lnTo>
                    <a:pt x="1818132" y="0"/>
                  </a:lnTo>
                  <a:lnTo>
                    <a:pt x="1818132" y="7619"/>
                  </a:lnTo>
                  <a:lnTo>
                    <a:pt x="1813559" y="7619"/>
                  </a:lnTo>
                  <a:lnTo>
                    <a:pt x="1812035" y="6096"/>
                  </a:lnTo>
                  <a:close/>
                </a:path>
                <a:path w="4074159" h="7620">
                  <a:moveTo>
                    <a:pt x="1857755" y="6096"/>
                  </a:moveTo>
                  <a:lnTo>
                    <a:pt x="1857755" y="1524"/>
                  </a:lnTo>
                  <a:lnTo>
                    <a:pt x="1859279" y="1524"/>
                  </a:lnTo>
                  <a:lnTo>
                    <a:pt x="1859279" y="6096"/>
                  </a:lnTo>
                  <a:lnTo>
                    <a:pt x="1857755" y="6096"/>
                  </a:lnTo>
                  <a:close/>
                </a:path>
                <a:path w="4074159" h="7620">
                  <a:moveTo>
                    <a:pt x="1853184" y="7619"/>
                  </a:moveTo>
                  <a:lnTo>
                    <a:pt x="1853184" y="0"/>
                  </a:lnTo>
                  <a:lnTo>
                    <a:pt x="1857755" y="0"/>
                  </a:lnTo>
                  <a:lnTo>
                    <a:pt x="1857755" y="7619"/>
                  </a:lnTo>
                  <a:lnTo>
                    <a:pt x="1853184" y="7619"/>
                  </a:lnTo>
                  <a:close/>
                </a:path>
                <a:path w="4074159" h="7620">
                  <a:moveTo>
                    <a:pt x="1851659" y="6096"/>
                  </a:moveTo>
                  <a:lnTo>
                    <a:pt x="1851659" y="1524"/>
                  </a:lnTo>
                  <a:lnTo>
                    <a:pt x="1853184" y="1524"/>
                  </a:lnTo>
                  <a:lnTo>
                    <a:pt x="1853184" y="6096"/>
                  </a:lnTo>
                  <a:lnTo>
                    <a:pt x="1851659" y="6096"/>
                  </a:lnTo>
                  <a:close/>
                </a:path>
                <a:path w="4074159" h="7620">
                  <a:moveTo>
                    <a:pt x="1891284" y="4572"/>
                  </a:moveTo>
                  <a:lnTo>
                    <a:pt x="1891284" y="3048"/>
                  </a:lnTo>
                  <a:lnTo>
                    <a:pt x="1894332" y="0"/>
                  </a:lnTo>
                  <a:lnTo>
                    <a:pt x="1897379" y="0"/>
                  </a:lnTo>
                  <a:lnTo>
                    <a:pt x="1900427" y="3048"/>
                  </a:lnTo>
                  <a:lnTo>
                    <a:pt x="1900427" y="4572"/>
                  </a:lnTo>
                  <a:lnTo>
                    <a:pt x="1897379" y="7619"/>
                  </a:lnTo>
                  <a:lnTo>
                    <a:pt x="1894332" y="7619"/>
                  </a:lnTo>
                  <a:lnTo>
                    <a:pt x="1891284" y="4572"/>
                  </a:lnTo>
                  <a:close/>
                </a:path>
                <a:path w="4074159" h="7620">
                  <a:moveTo>
                    <a:pt x="1938527" y="6096"/>
                  </a:moveTo>
                  <a:lnTo>
                    <a:pt x="1938527" y="1524"/>
                  </a:lnTo>
                  <a:lnTo>
                    <a:pt x="1940051" y="1524"/>
                  </a:lnTo>
                  <a:lnTo>
                    <a:pt x="1940051" y="6096"/>
                  </a:lnTo>
                  <a:lnTo>
                    <a:pt x="1938527" y="6096"/>
                  </a:lnTo>
                  <a:close/>
                </a:path>
                <a:path w="4074159" h="7620">
                  <a:moveTo>
                    <a:pt x="1933955" y="7619"/>
                  </a:moveTo>
                  <a:lnTo>
                    <a:pt x="1933955" y="0"/>
                  </a:lnTo>
                  <a:lnTo>
                    <a:pt x="1938527" y="0"/>
                  </a:lnTo>
                  <a:lnTo>
                    <a:pt x="1938527" y="7619"/>
                  </a:lnTo>
                  <a:lnTo>
                    <a:pt x="1933955" y="7619"/>
                  </a:lnTo>
                  <a:close/>
                </a:path>
                <a:path w="4074159" h="7620">
                  <a:moveTo>
                    <a:pt x="1932432" y="6096"/>
                  </a:moveTo>
                  <a:lnTo>
                    <a:pt x="1932432" y="1524"/>
                  </a:lnTo>
                  <a:lnTo>
                    <a:pt x="1933955" y="1524"/>
                  </a:lnTo>
                  <a:lnTo>
                    <a:pt x="1933955" y="6096"/>
                  </a:lnTo>
                  <a:lnTo>
                    <a:pt x="1932432" y="6096"/>
                  </a:lnTo>
                  <a:close/>
                </a:path>
                <a:path w="4074159" h="7620">
                  <a:moveTo>
                    <a:pt x="1973579" y="7619"/>
                  </a:moveTo>
                  <a:lnTo>
                    <a:pt x="1973579" y="0"/>
                  </a:lnTo>
                  <a:lnTo>
                    <a:pt x="1978151" y="0"/>
                  </a:lnTo>
                  <a:lnTo>
                    <a:pt x="1979676" y="1524"/>
                  </a:lnTo>
                  <a:lnTo>
                    <a:pt x="1979676" y="6096"/>
                  </a:lnTo>
                  <a:lnTo>
                    <a:pt x="1978151" y="7619"/>
                  </a:lnTo>
                  <a:lnTo>
                    <a:pt x="1973579" y="7619"/>
                  </a:lnTo>
                  <a:close/>
                </a:path>
                <a:path w="4074159" h="7620">
                  <a:moveTo>
                    <a:pt x="1972055" y="6096"/>
                  </a:moveTo>
                  <a:lnTo>
                    <a:pt x="1972055" y="1524"/>
                  </a:lnTo>
                  <a:lnTo>
                    <a:pt x="1973579" y="1524"/>
                  </a:lnTo>
                  <a:lnTo>
                    <a:pt x="1973579" y="6096"/>
                  </a:lnTo>
                  <a:lnTo>
                    <a:pt x="1972055" y="6096"/>
                  </a:lnTo>
                  <a:close/>
                </a:path>
                <a:path w="4074159" h="7620">
                  <a:moveTo>
                    <a:pt x="2019300" y="6096"/>
                  </a:moveTo>
                  <a:lnTo>
                    <a:pt x="2019300" y="1524"/>
                  </a:lnTo>
                  <a:lnTo>
                    <a:pt x="2020824" y="1524"/>
                  </a:lnTo>
                  <a:lnTo>
                    <a:pt x="2020824" y="6096"/>
                  </a:lnTo>
                  <a:lnTo>
                    <a:pt x="2019300" y="6096"/>
                  </a:lnTo>
                  <a:close/>
                </a:path>
                <a:path w="4074159" h="7620">
                  <a:moveTo>
                    <a:pt x="2013203" y="6096"/>
                  </a:moveTo>
                  <a:lnTo>
                    <a:pt x="2013203" y="1524"/>
                  </a:lnTo>
                  <a:lnTo>
                    <a:pt x="2014727" y="0"/>
                  </a:lnTo>
                  <a:lnTo>
                    <a:pt x="2019300" y="0"/>
                  </a:lnTo>
                  <a:lnTo>
                    <a:pt x="2019300" y="7619"/>
                  </a:lnTo>
                  <a:lnTo>
                    <a:pt x="2014727" y="7619"/>
                  </a:lnTo>
                  <a:lnTo>
                    <a:pt x="2013203" y="6096"/>
                  </a:lnTo>
                  <a:close/>
                </a:path>
                <a:path w="4074159" h="7620">
                  <a:moveTo>
                    <a:pt x="2054351" y="7619"/>
                  </a:moveTo>
                  <a:lnTo>
                    <a:pt x="2054351" y="0"/>
                  </a:lnTo>
                  <a:lnTo>
                    <a:pt x="2058924" y="0"/>
                  </a:lnTo>
                  <a:lnTo>
                    <a:pt x="2060448" y="1524"/>
                  </a:lnTo>
                  <a:lnTo>
                    <a:pt x="2060448" y="6096"/>
                  </a:lnTo>
                  <a:lnTo>
                    <a:pt x="2058924" y="7619"/>
                  </a:lnTo>
                  <a:lnTo>
                    <a:pt x="2054351" y="7619"/>
                  </a:lnTo>
                  <a:close/>
                </a:path>
                <a:path w="4074159" h="7620">
                  <a:moveTo>
                    <a:pt x="2052827" y="6096"/>
                  </a:moveTo>
                  <a:lnTo>
                    <a:pt x="2052827" y="1524"/>
                  </a:lnTo>
                  <a:lnTo>
                    <a:pt x="2054351" y="1524"/>
                  </a:lnTo>
                  <a:lnTo>
                    <a:pt x="2054351" y="6096"/>
                  </a:lnTo>
                  <a:lnTo>
                    <a:pt x="2052827" y="6096"/>
                  </a:lnTo>
                  <a:close/>
                </a:path>
                <a:path w="4074159" h="7620">
                  <a:moveTo>
                    <a:pt x="2092451" y="4572"/>
                  </a:moveTo>
                  <a:lnTo>
                    <a:pt x="2092451" y="3048"/>
                  </a:lnTo>
                  <a:lnTo>
                    <a:pt x="2095500" y="0"/>
                  </a:lnTo>
                  <a:lnTo>
                    <a:pt x="2098548" y="0"/>
                  </a:lnTo>
                  <a:lnTo>
                    <a:pt x="2101595" y="3048"/>
                  </a:lnTo>
                  <a:lnTo>
                    <a:pt x="2101595" y="4572"/>
                  </a:lnTo>
                  <a:lnTo>
                    <a:pt x="2098548" y="7619"/>
                  </a:lnTo>
                  <a:lnTo>
                    <a:pt x="2095500" y="7619"/>
                  </a:lnTo>
                  <a:lnTo>
                    <a:pt x="2092451" y="4572"/>
                  </a:lnTo>
                  <a:close/>
                </a:path>
                <a:path w="4074159" h="7620">
                  <a:moveTo>
                    <a:pt x="2139696" y="6096"/>
                  </a:moveTo>
                  <a:lnTo>
                    <a:pt x="2139696" y="1524"/>
                  </a:lnTo>
                  <a:lnTo>
                    <a:pt x="2141219" y="1524"/>
                  </a:lnTo>
                  <a:lnTo>
                    <a:pt x="2141219" y="6096"/>
                  </a:lnTo>
                  <a:lnTo>
                    <a:pt x="2139696" y="6096"/>
                  </a:lnTo>
                  <a:close/>
                </a:path>
                <a:path w="4074159" h="7620">
                  <a:moveTo>
                    <a:pt x="2135123" y="7619"/>
                  </a:moveTo>
                  <a:lnTo>
                    <a:pt x="2135123" y="0"/>
                  </a:lnTo>
                  <a:lnTo>
                    <a:pt x="2139696" y="0"/>
                  </a:lnTo>
                  <a:lnTo>
                    <a:pt x="2139696" y="7619"/>
                  </a:lnTo>
                  <a:lnTo>
                    <a:pt x="2135123" y="7619"/>
                  </a:lnTo>
                  <a:close/>
                </a:path>
                <a:path w="4074159" h="7620">
                  <a:moveTo>
                    <a:pt x="2133600" y="6096"/>
                  </a:moveTo>
                  <a:lnTo>
                    <a:pt x="2133600" y="1524"/>
                  </a:lnTo>
                  <a:lnTo>
                    <a:pt x="2135123" y="1524"/>
                  </a:lnTo>
                  <a:lnTo>
                    <a:pt x="2135123" y="6096"/>
                  </a:lnTo>
                  <a:lnTo>
                    <a:pt x="2133600" y="6096"/>
                  </a:lnTo>
                  <a:close/>
                </a:path>
                <a:path w="4074159" h="7620">
                  <a:moveTo>
                    <a:pt x="2173223" y="4572"/>
                  </a:moveTo>
                  <a:lnTo>
                    <a:pt x="2173223" y="3048"/>
                  </a:lnTo>
                  <a:lnTo>
                    <a:pt x="2176272" y="0"/>
                  </a:lnTo>
                  <a:lnTo>
                    <a:pt x="2179319" y="0"/>
                  </a:lnTo>
                  <a:lnTo>
                    <a:pt x="2182368" y="3048"/>
                  </a:lnTo>
                  <a:lnTo>
                    <a:pt x="2182368" y="4572"/>
                  </a:lnTo>
                  <a:lnTo>
                    <a:pt x="2179319" y="7619"/>
                  </a:lnTo>
                  <a:lnTo>
                    <a:pt x="2176272" y="7619"/>
                  </a:lnTo>
                  <a:lnTo>
                    <a:pt x="2173223" y="4572"/>
                  </a:lnTo>
                  <a:close/>
                </a:path>
                <a:path w="4074159" h="7620">
                  <a:moveTo>
                    <a:pt x="2220468" y="6096"/>
                  </a:moveTo>
                  <a:lnTo>
                    <a:pt x="2220468" y="1524"/>
                  </a:lnTo>
                  <a:lnTo>
                    <a:pt x="2221992" y="1524"/>
                  </a:lnTo>
                  <a:lnTo>
                    <a:pt x="2221992" y="6096"/>
                  </a:lnTo>
                  <a:lnTo>
                    <a:pt x="2220468" y="6096"/>
                  </a:lnTo>
                  <a:close/>
                </a:path>
                <a:path w="4074159" h="7620">
                  <a:moveTo>
                    <a:pt x="2214372" y="6096"/>
                  </a:moveTo>
                  <a:lnTo>
                    <a:pt x="2214372" y="1524"/>
                  </a:lnTo>
                  <a:lnTo>
                    <a:pt x="2215896" y="0"/>
                  </a:lnTo>
                  <a:lnTo>
                    <a:pt x="2220468" y="0"/>
                  </a:lnTo>
                  <a:lnTo>
                    <a:pt x="2220468" y="7619"/>
                  </a:lnTo>
                  <a:lnTo>
                    <a:pt x="2215896" y="7619"/>
                  </a:lnTo>
                  <a:lnTo>
                    <a:pt x="2214372" y="6096"/>
                  </a:lnTo>
                  <a:close/>
                </a:path>
                <a:path w="4074159" h="7620">
                  <a:moveTo>
                    <a:pt x="2255519" y="7619"/>
                  </a:moveTo>
                  <a:lnTo>
                    <a:pt x="2255519" y="0"/>
                  </a:lnTo>
                  <a:lnTo>
                    <a:pt x="2260092" y="0"/>
                  </a:lnTo>
                  <a:lnTo>
                    <a:pt x="2261615" y="1524"/>
                  </a:lnTo>
                  <a:lnTo>
                    <a:pt x="2261615" y="6096"/>
                  </a:lnTo>
                  <a:lnTo>
                    <a:pt x="2260092" y="7619"/>
                  </a:lnTo>
                  <a:lnTo>
                    <a:pt x="2255519" y="7619"/>
                  </a:lnTo>
                  <a:close/>
                </a:path>
                <a:path w="4074159" h="7620">
                  <a:moveTo>
                    <a:pt x="2253996" y="6096"/>
                  </a:moveTo>
                  <a:lnTo>
                    <a:pt x="2253996" y="1524"/>
                  </a:lnTo>
                  <a:lnTo>
                    <a:pt x="2255519" y="1524"/>
                  </a:lnTo>
                  <a:lnTo>
                    <a:pt x="2255519" y="6096"/>
                  </a:lnTo>
                  <a:lnTo>
                    <a:pt x="2253996" y="6096"/>
                  </a:lnTo>
                  <a:close/>
                </a:path>
                <a:path w="4074159" h="7620">
                  <a:moveTo>
                    <a:pt x="2301239" y="6096"/>
                  </a:moveTo>
                  <a:lnTo>
                    <a:pt x="2301239" y="1524"/>
                  </a:lnTo>
                  <a:lnTo>
                    <a:pt x="2302764" y="1524"/>
                  </a:lnTo>
                  <a:lnTo>
                    <a:pt x="2302764" y="6096"/>
                  </a:lnTo>
                  <a:lnTo>
                    <a:pt x="2301239" y="6096"/>
                  </a:lnTo>
                  <a:close/>
                </a:path>
                <a:path w="4074159" h="7620">
                  <a:moveTo>
                    <a:pt x="2295143" y="6096"/>
                  </a:moveTo>
                  <a:lnTo>
                    <a:pt x="2295143" y="1524"/>
                  </a:lnTo>
                  <a:lnTo>
                    <a:pt x="2296668" y="0"/>
                  </a:lnTo>
                  <a:lnTo>
                    <a:pt x="2301239" y="0"/>
                  </a:lnTo>
                  <a:lnTo>
                    <a:pt x="2301239" y="7619"/>
                  </a:lnTo>
                  <a:lnTo>
                    <a:pt x="2296668" y="7619"/>
                  </a:lnTo>
                  <a:lnTo>
                    <a:pt x="2295143" y="6096"/>
                  </a:lnTo>
                  <a:close/>
                </a:path>
                <a:path w="4074159" h="7620">
                  <a:moveTo>
                    <a:pt x="2340864" y="6096"/>
                  </a:moveTo>
                  <a:lnTo>
                    <a:pt x="2340864" y="1524"/>
                  </a:lnTo>
                  <a:lnTo>
                    <a:pt x="2342388" y="1524"/>
                  </a:lnTo>
                  <a:lnTo>
                    <a:pt x="2342388" y="6096"/>
                  </a:lnTo>
                  <a:lnTo>
                    <a:pt x="2340864" y="6096"/>
                  </a:lnTo>
                  <a:close/>
                </a:path>
                <a:path w="4074159" h="7620">
                  <a:moveTo>
                    <a:pt x="2336292" y="7619"/>
                  </a:moveTo>
                  <a:lnTo>
                    <a:pt x="2336292" y="0"/>
                  </a:lnTo>
                  <a:lnTo>
                    <a:pt x="2340864" y="0"/>
                  </a:lnTo>
                  <a:lnTo>
                    <a:pt x="2340864" y="7619"/>
                  </a:lnTo>
                  <a:lnTo>
                    <a:pt x="2336292" y="7619"/>
                  </a:lnTo>
                  <a:close/>
                </a:path>
                <a:path w="4074159" h="7620">
                  <a:moveTo>
                    <a:pt x="2334768" y="6096"/>
                  </a:moveTo>
                  <a:lnTo>
                    <a:pt x="2334768" y="1524"/>
                  </a:lnTo>
                  <a:lnTo>
                    <a:pt x="2336292" y="1524"/>
                  </a:lnTo>
                  <a:lnTo>
                    <a:pt x="2336292" y="6096"/>
                  </a:lnTo>
                  <a:lnTo>
                    <a:pt x="2334768" y="6096"/>
                  </a:lnTo>
                  <a:close/>
                </a:path>
                <a:path w="4074159" h="7620">
                  <a:moveTo>
                    <a:pt x="2374392" y="4572"/>
                  </a:moveTo>
                  <a:lnTo>
                    <a:pt x="2374392" y="3048"/>
                  </a:lnTo>
                  <a:lnTo>
                    <a:pt x="2377439" y="0"/>
                  </a:lnTo>
                  <a:lnTo>
                    <a:pt x="2380488" y="0"/>
                  </a:lnTo>
                  <a:lnTo>
                    <a:pt x="2383535" y="3048"/>
                  </a:lnTo>
                  <a:lnTo>
                    <a:pt x="2383535" y="4572"/>
                  </a:lnTo>
                  <a:lnTo>
                    <a:pt x="2380488" y="7619"/>
                  </a:lnTo>
                  <a:lnTo>
                    <a:pt x="2377439" y="7619"/>
                  </a:lnTo>
                  <a:lnTo>
                    <a:pt x="2374392" y="4572"/>
                  </a:lnTo>
                  <a:close/>
                </a:path>
                <a:path w="4074159" h="7620">
                  <a:moveTo>
                    <a:pt x="2421635" y="6096"/>
                  </a:moveTo>
                  <a:lnTo>
                    <a:pt x="2421635" y="1524"/>
                  </a:lnTo>
                  <a:lnTo>
                    <a:pt x="2423160" y="1524"/>
                  </a:lnTo>
                  <a:lnTo>
                    <a:pt x="2423160" y="6096"/>
                  </a:lnTo>
                  <a:lnTo>
                    <a:pt x="2421635" y="6096"/>
                  </a:lnTo>
                  <a:close/>
                </a:path>
                <a:path w="4074159" h="7620">
                  <a:moveTo>
                    <a:pt x="2417064" y="7619"/>
                  </a:moveTo>
                  <a:lnTo>
                    <a:pt x="2417064" y="0"/>
                  </a:lnTo>
                  <a:lnTo>
                    <a:pt x="2421635" y="0"/>
                  </a:lnTo>
                  <a:lnTo>
                    <a:pt x="2421635" y="7619"/>
                  </a:lnTo>
                  <a:lnTo>
                    <a:pt x="2417064" y="7619"/>
                  </a:lnTo>
                  <a:close/>
                </a:path>
                <a:path w="4074159" h="7620">
                  <a:moveTo>
                    <a:pt x="2415539" y="6096"/>
                  </a:moveTo>
                  <a:lnTo>
                    <a:pt x="2415539" y="1524"/>
                  </a:lnTo>
                  <a:lnTo>
                    <a:pt x="2417064" y="1524"/>
                  </a:lnTo>
                  <a:lnTo>
                    <a:pt x="2417064" y="6096"/>
                  </a:lnTo>
                  <a:lnTo>
                    <a:pt x="2415539" y="6096"/>
                  </a:lnTo>
                  <a:close/>
                </a:path>
                <a:path w="4074159" h="7620">
                  <a:moveTo>
                    <a:pt x="2456688" y="7619"/>
                  </a:moveTo>
                  <a:lnTo>
                    <a:pt x="2456688" y="0"/>
                  </a:lnTo>
                  <a:lnTo>
                    <a:pt x="2461260" y="0"/>
                  </a:lnTo>
                  <a:lnTo>
                    <a:pt x="2462784" y="1524"/>
                  </a:lnTo>
                  <a:lnTo>
                    <a:pt x="2462784" y="6096"/>
                  </a:lnTo>
                  <a:lnTo>
                    <a:pt x="2461260" y="7619"/>
                  </a:lnTo>
                  <a:lnTo>
                    <a:pt x="2456688" y="7619"/>
                  </a:lnTo>
                  <a:close/>
                </a:path>
                <a:path w="4074159" h="7620">
                  <a:moveTo>
                    <a:pt x="2455164" y="6096"/>
                  </a:moveTo>
                  <a:lnTo>
                    <a:pt x="2455164" y="1524"/>
                  </a:lnTo>
                  <a:lnTo>
                    <a:pt x="2456688" y="1524"/>
                  </a:lnTo>
                  <a:lnTo>
                    <a:pt x="2456688" y="6096"/>
                  </a:lnTo>
                  <a:lnTo>
                    <a:pt x="2455164" y="6096"/>
                  </a:lnTo>
                  <a:close/>
                </a:path>
                <a:path w="4074159" h="7620">
                  <a:moveTo>
                    <a:pt x="2502407" y="6096"/>
                  </a:moveTo>
                  <a:lnTo>
                    <a:pt x="2502407" y="1524"/>
                  </a:lnTo>
                  <a:lnTo>
                    <a:pt x="2503931" y="1524"/>
                  </a:lnTo>
                  <a:lnTo>
                    <a:pt x="2503931" y="6096"/>
                  </a:lnTo>
                  <a:lnTo>
                    <a:pt x="2502407" y="6096"/>
                  </a:lnTo>
                  <a:close/>
                </a:path>
                <a:path w="4074159" h="7620">
                  <a:moveTo>
                    <a:pt x="2496311" y="6096"/>
                  </a:moveTo>
                  <a:lnTo>
                    <a:pt x="2496311" y="1524"/>
                  </a:lnTo>
                  <a:lnTo>
                    <a:pt x="2497835" y="0"/>
                  </a:lnTo>
                  <a:lnTo>
                    <a:pt x="2502407" y="0"/>
                  </a:lnTo>
                  <a:lnTo>
                    <a:pt x="2502407" y="7619"/>
                  </a:lnTo>
                  <a:lnTo>
                    <a:pt x="2497835" y="7619"/>
                  </a:lnTo>
                  <a:lnTo>
                    <a:pt x="2496311" y="6096"/>
                  </a:lnTo>
                  <a:close/>
                </a:path>
                <a:path w="4074159" h="7620">
                  <a:moveTo>
                    <a:pt x="2537460" y="7619"/>
                  </a:moveTo>
                  <a:lnTo>
                    <a:pt x="2537460" y="0"/>
                  </a:lnTo>
                  <a:lnTo>
                    <a:pt x="2542031" y="0"/>
                  </a:lnTo>
                  <a:lnTo>
                    <a:pt x="2543556" y="1524"/>
                  </a:lnTo>
                  <a:lnTo>
                    <a:pt x="2543556" y="6096"/>
                  </a:lnTo>
                  <a:lnTo>
                    <a:pt x="2542031" y="7619"/>
                  </a:lnTo>
                  <a:lnTo>
                    <a:pt x="2537460" y="7619"/>
                  </a:lnTo>
                  <a:close/>
                </a:path>
                <a:path w="4074159" h="7620">
                  <a:moveTo>
                    <a:pt x="2535935" y="6096"/>
                  </a:moveTo>
                  <a:lnTo>
                    <a:pt x="2535935" y="1524"/>
                  </a:lnTo>
                  <a:lnTo>
                    <a:pt x="2537460" y="1524"/>
                  </a:lnTo>
                  <a:lnTo>
                    <a:pt x="2537460" y="6096"/>
                  </a:lnTo>
                  <a:lnTo>
                    <a:pt x="2535935" y="6096"/>
                  </a:lnTo>
                  <a:close/>
                </a:path>
                <a:path w="4074159" h="7620">
                  <a:moveTo>
                    <a:pt x="2575560" y="4572"/>
                  </a:moveTo>
                  <a:lnTo>
                    <a:pt x="2575560" y="3048"/>
                  </a:lnTo>
                  <a:lnTo>
                    <a:pt x="2578607" y="0"/>
                  </a:lnTo>
                  <a:lnTo>
                    <a:pt x="2581656" y="0"/>
                  </a:lnTo>
                  <a:lnTo>
                    <a:pt x="2584703" y="3048"/>
                  </a:lnTo>
                  <a:lnTo>
                    <a:pt x="2584703" y="4572"/>
                  </a:lnTo>
                  <a:lnTo>
                    <a:pt x="2581656" y="7619"/>
                  </a:lnTo>
                  <a:lnTo>
                    <a:pt x="2578607" y="7619"/>
                  </a:lnTo>
                  <a:lnTo>
                    <a:pt x="2575560" y="4572"/>
                  </a:lnTo>
                  <a:close/>
                </a:path>
                <a:path w="4074159" h="7620">
                  <a:moveTo>
                    <a:pt x="2622803" y="6096"/>
                  </a:moveTo>
                  <a:lnTo>
                    <a:pt x="2622803" y="1524"/>
                  </a:lnTo>
                  <a:lnTo>
                    <a:pt x="2624327" y="1524"/>
                  </a:lnTo>
                  <a:lnTo>
                    <a:pt x="2624327" y="6096"/>
                  </a:lnTo>
                  <a:lnTo>
                    <a:pt x="2622803" y="6096"/>
                  </a:lnTo>
                  <a:close/>
                </a:path>
                <a:path w="4074159" h="7620">
                  <a:moveTo>
                    <a:pt x="2618231" y="7619"/>
                  </a:moveTo>
                  <a:lnTo>
                    <a:pt x="2618231" y="0"/>
                  </a:lnTo>
                  <a:lnTo>
                    <a:pt x="2622803" y="0"/>
                  </a:lnTo>
                  <a:lnTo>
                    <a:pt x="2622803" y="7619"/>
                  </a:lnTo>
                  <a:lnTo>
                    <a:pt x="2618231" y="7619"/>
                  </a:lnTo>
                  <a:close/>
                </a:path>
                <a:path w="4074159" h="7620">
                  <a:moveTo>
                    <a:pt x="2616707" y="6096"/>
                  </a:moveTo>
                  <a:lnTo>
                    <a:pt x="2616707" y="1524"/>
                  </a:lnTo>
                  <a:lnTo>
                    <a:pt x="2618231" y="1524"/>
                  </a:lnTo>
                  <a:lnTo>
                    <a:pt x="2618231" y="6096"/>
                  </a:lnTo>
                  <a:lnTo>
                    <a:pt x="2616707" y="6096"/>
                  </a:lnTo>
                  <a:close/>
                </a:path>
                <a:path w="4074159" h="7620">
                  <a:moveTo>
                    <a:pt x="2656331" y="4572"/>
                  </a:moveTo>
                  <a:lnTo>
                    <a:pt x="2656331" y="3048"/>
                  </a:lnTo>
                  <a:lnTo>
                    <a:pt x="2659380" y="0"/>
                  </a:lnTo>
                  <a:lnTo>
                    <a:pt x="2662427" y="0"/>
                  </a:lnTo>
                  <a:lnTo>
                    <a:pt x="2665476" y="3048"/>
                  </a:lnTo>
                  <a:lnTo>
                    <a:pt x="2665476" y="4572"/>
                  </a:lnTo>
                  <a:lnTo>
                    <a:pt x="2662427" y="7619"/>
                  </a:lnTo>
                  <a:lnTo>
                    <a:pt x="2659380" y="7619"/>
                  </a:lnTo>
                  <a:lnTo>
                    <a:pt x="2656331" y="4572"/>
                  </a:lnTo>
                  <a:close/>
                </a:path>
                <a:path w="4074159" h="7620">
                  <a:moveTo>
                    <a:pt x="2703576" y="6096"/>
                  </a:moveTo>
                  <a:lnTo>
                    <a:pt x="2703576" y="1524"/>
                  </a:lnTo>
                  <a:lnTo>
                    <a:pt x="2705100" y="1524"/>
                  </a:lnTo>
                  <a:lnTo>
                    <a:pt x="2705100" y="6096"/>
                  </a:lnTo>
                  <a:lnTo>
                    <a:pt x="2703576" y="6096"/>
                  </a:lnTo>
                  <a:close/>
                </a:path>
                <a:path w="4074159" h="7620">
                  <a:moveTo>
                    <a:pt x="2697480" y="6096"/>
                  </a:moveTo>
                  <a:lnTo>
                    <a:pt x="2697480" y="1524"/>
                  </a:lnTo>
                  <a:lnTo>
                    <a:pt x="2699003" y="0"/>
                  </a:lnTo>
                  <a:lnTo>
                    <a:pt x="2703576" y="0"/>
                  </a:lnTo>
                  <a:lnTo>
                    <a:pt x="2703576" y="7619"/>
                  </a:lnTo>
                  <a:lnTo>
                    <a:pt x="2699003" y="7619"/>
                  </a:lnTo>
                  <a:lnTo>
                    <a:pt x="2697480" y="6096"/>
                  </a:lnTo>
                  <a:close/>
                </a:path>
                <a:path w="4074159" h="7620">
                  <a:moveTo>
                    <a:pt x="2738627" y="7619"/>
                  </a:moveTo>
                  <a:lnTo>
                    <a:pt x="2738627" y="0"/>
                  </a:lnTo>
                  <a:lnTo>
                    <a:pt x="2743200" y="0"/>
                  </a:lnTo>
                  <a:lnTo>
                    <a:pt x="2744723" y="1524"/>
                  </a:lnTo>
                  <a:lnTo>
                    <a:pt x="2744723" y="6096"/>
                  </a:lnTo>
                  <a:lnTo>
                    <a:pt x="2743200" y="7619"/>
                  </a:lnTo>
                  <a:lnTo>
                    <a:pt x="2738627" y="7619"/>
                  </a:lnTo>
                  <a:close/>
                </a:path>
                <a:path w="4074159" h="7620">
                  <a:moveTo>
                    <a:pt x="2737103" y="6096"/>
                  </a:moveTo>
                  <a:lnTo>
                    <a:pt x="2737103" y="1524"/>
                  </a:lnTo>
                  <a:lnTo>
                    <a:pt x="2738627" y="1524"/>
                  </a:lnTo>
                  <a:lnTo>
                    <a:pt x="2738627" y="6096"/>
                  </a:lnTo>
                  <a:lnTo>
                    <a:pt x="2737103" y="6096"/>
                  </a:lnTo>
                  <a:close/>
                </a:path>
                <a:path w="4074159" h="7620">
                  <a:moveTo>
                    <a:pt x="2778252" y="6096"/>
                  </a:moveTo>
                  <a:lnTo>
                    <a:pt x="2778252" y="1524"/>
                  </a:lnTo>
                  <a:lnTo>
                    <a:pt x="2779776" y="0"/>
                  </a:lnTo>
                  <a:lnTo>
                    <a:pt x="2782823" y="0"/>
                  </a:lnTo>
                  <a:lnTo>
                    <a:pt x="2784348" y="1524"/>
                  </a:lnTo>
                  <a:lnTo>
                    <a:pt x="2785872" y="1524"/>
                  </a:lnTo>
                  <a:lnTo>
                    <a:pt x="2785872" y="6096"/>
                  </a:lnTo>
                  <a:lnTo>
                    <a:pt x="2784348" y="6096"/>
                  </a:lnTo>
                  <a:lnTo>
                    <a:pt x="2782823" y="7619"/>
                  </a:lnTo>
                  <a:lnTo>
                    <a:pt x="2779776" y="7619"/>
                  </a:lnTo>
                  <a:lnTo>
                    <a:pt x="2778252" y="6096"/>
                  </a:lnTo>
                  <a:close/>
                </a:path>
                <a:path w="4074159" h="7620">
                  <a:moveTo>
                    <a:pt x="2823972" y="6096"/>
                  </a:moveTo>
                  <a:lnTo>
                    <a:pt x="2823972" y="1524"/>
                  </a:lnTo>
                  <a:lnTo>
                    <a:pt x="2825496" y="1524"/>
                  </a:lnTo>
                  <a:lnTo>
                    <a:pt x="2825496" y="6096"/>
                  </a:lnTo>
                  <a:lnTo>
                    <a:pt x="2823972" y="6096"/>
                  </a:lnTo>
                  <a:close/>
                </a:path>
                <a:path w="4074159" h="7620">
                  <a:moveTo>
                    <a:pt x="2819400" y="7619"/>
                  </a:moveTo>
                  <a:lnTo>
                    <a:pt x="2819400" y="0"/>
                  </a:lnTo>
                  <a:lnTo>
                    <a:pt x="2823972" y="0"/>
                  </a:lnTo>
                  <a:lnTo>
                    <a:pt x="2823972" y="7619"/>
                  </a:lnTo>
                  <a:lnTo>
                    <a:pt x="2819400" y="7619"/>
                  </a:lnTo>
                  <a:close/>
                </a:path>
                <a:path w="4074159" h="7620">
                  <a:moveTo>
                    <a:pt x="2817876" y="6096"/>
                  </a:moveTo>
                  <a:lnTo>
                    <a:pt x="2817876" y="1524"/>
                  </a:lnTo>
                  <a:lnTo>
                    <a:pt x="2819400" y="1524"/>
                  </a:lnTo>
                  <a:lnTo>
                    <a:pt x="2819400" y="6096"/>
                  </a:lnTo>
                  <a:lnTo>
                    <a:pt x="2817876" y="6096"/>
                  </a:lnTo>
                  <a:close/>
                </a:path>
                <a:path w="4074159" h="7620">
                  <a:moveTo>
                    <a:pt x="2857500" y="4572"/>
                  </a:moveTo>
                  <a:lnTo>
                    <a:pt x="2857500" y="3048"/>
                  </a:lnTo>
                  <a:lnTo>
                    <a:pt x="2860548" y="0"/>
                  </a:lnTo>
                  <a:lnTo>
                    <a:pt x="2863596" y="0"/>
                  </a:lnTo>
                  <a:lnTo>
                    <a:pt x="2866644" y="3048"/>
                  </a:lnTo>
                  <a:lnTo>
                    <a:pt x="2866644" y="4572"/>
                  </a:lnTo>
                  <a:lnTo>
                    <a:pt x="2863596" y="7619"/>
                  </a:lnTo>
                  <a:lnTo>
                    <a:pt x="2860548" y="7619"/>
                  </a:lnTo>
                  <a:lnTo>
                    <a:pt x="2857500" y="4572"/>
                  </a:lnTo>
                  <a:close/>
                </a:path>
                <a:path w="4074159" h="7620">
                  <a:moveTo>
                    <a:pt x="2904744" y="6096"/>
                  </a:moveTo>
                  <a:lnTo>
                    <a:pt x="2904744" y="1524"/>
                  </a:lnTo>
                  <a:lnTo>
                    <a:pt x="2906268" y="1524"/>
                  </a:lnTo>
                  <a:lnTo>
                    <a:pt x="2906268" y="6096"/>
                  </a:lnTo>
                  <a:lnTo>
                    <a:pt x="2904744" y="6096"/>
                  </a:lnTo>
                  <a:close/>
                </a:path>
                <a:path w="4074159" h="7620">
                  <a:moveTo>
                    <a:pt x="2900172" y="7619"/>
                  </a:moveTo>
                  <a:lnTo>
                    <a:pt x="2900172" y="0"/>
                  </a:lnTo>
                  <a:lnTo>
                    <a:pt x="2904744" y="0"/>
                  </a:lnTo>
                  <a:lnTo>
                    <a:pt x="2904744" y="7619"/>
                  </a:lnTo>
                  <a:lnTo>
                    <a:pt x="2900172" y="7619"/>
                  </a:lnTo>
                  <a:close/>
                </a:path>
                <a:path w="4074159" h="7620">
                  <a:moveTo>
                    <a:pt x="2898648" y="6096"/>
                  </a:moveTo>
                  <a:lnTo>
                    <a:pt x="2898648" y="1524"/>
                  </a:lnTo>
                  <a:lnTo>
                    <a:pt x="2900172" y="1524"/>
                  </a:lnTo>
                  <a:lnTo>
                    <a:pt x="2900172" y="6096"/>
                  </a:lnTo>
                  <a:lnTo>
                    <a:pt x="2898648" y="6096"/>
                  </a:lnTo>
                  <a:close/>
                </a:path>
                <a:path w="4074159" h="7620">
                  <a:moveTo>
                    <a:pt x="2939796" y="7619"/>
                  </a:moveTo>
                  <a:lnTo>
                    <a:pt x="2939796" y="0"/>
                  </a:lnTo>
                  <a:lnTo>
                    <a:pt x="2944368" y="0"/>
                  </a:lnTo>
                  <a:lnTo>
                    <a:pt x="2945892" y="1524"/>
                  </a:lnTo>
                  <a:lnTo>
                    <a:pt x="2945892" y="6096"/>
                  </a:lnTo>
                  <a:lnTo>
                    <a:pt x="2944368" y="7619"/>
                  </a:lnTo>
                  <a:lnTo>
                    <a:pt x="2939796" y="7619"/>
                  </a:lnTo>
                  <a:close/>
                </a:path>
                <a:path w="4074159" h="7620">
                  <a:moveTo>
                    <a:pt x="2938272" y="6096"/>
                  </a:moveTo>
                  <a:lnTo>
                    <a:pt x="2938272" y="1524"/>
                  </a:lnTo>
                  <a:lnTo>
                    <a:pt x="2939796" y="1524"/>
                  </a:lnTo>
                  <a:lnTo>
                    <a:pt x="2939796" y="6096"/>
                  </a:lnTo>
                  <a:lnTo>
                    <a:pt x="2938272" y="6096"/>
                  </a:lnTo>
                  <a:close/>
                </a:path>
                <a:path w="4074159" h="7620">
                  <a:moveTo>
                    <a:pt x="2985515" y="6096"/>
                  </a:moveTo>
                  <a:lnTo>
                    <a:pt x="2985515" y="1524"/>
                  </a:lnTo>
                  <a:lnTo>
                    <a:pt x="2987040" y="1524"/>
                  </a:lnTo>
                  <a:lnTo>
                    <a:pt x="2987040" y="6096"/>
                  </a:lnTo>
                  <a:lnTo>
                    <a:pt x="2985515" y="6096"/>
                  </a:lnTo>
                  <a:close/>
                </a:path>
                <a:path w="4074159" h="7620">
                  <a:moveTo>
                    <a:pt x="2979419" y="6096"/>
                  </a:moveTo>
                  <a:lnTo>
                    <a:pt x="2979419" y="1524"/>
                  </a:lnTo>
                  <a:lnTo>
                    <a:pt x="2980944" y="0"/>
                  </a:lnTo>
                  <a:lnTo>
                    <a:pt x="2985515" y="0"/>
                  </a:lnTo>
                  <a:lnTo>
                    <a:pt x="2985515" y="7619"/>
                  </a:lnTo>
                  <a:lnTo>
                    <a:pt x="2980944" y="7619"/>
                  </a:lnTo>
                  <a:lnTo>
                    <a:pt x="2979419" y="6096"/>
                  </a:lnTo>
                  <a:close/>
                </a:path>
                <a:path w="4074159" h="7620">
                  <a:moveTo>
                    <a:pt x="3020568" y="7619"/>
                  </a:moveTo>
                  <a:lnTo>
                    <a:pt x="3020568" y="0"/>
                  </a:lnTo>
                  <a:lnTo>
                    <a:pt x="3025140" y="0"/>
                  </a:lnTo>
                  <a:lnTo>
                    <a:pt x="3026664" y="1524"/>
                  </a:lnTo>
                  <a:lnTo>
                    <a:pt x="3026664" y="6096"/>
                  </a:lnTo>
                  <a:lnTo>
                    <a:pt x="3025140" y="7619"/>
                  </a:lnTo>
                  <a:lnTo>
                    <a:pt x="3020568" y="7619"/>
                  </a:lnTo>
                  <a:close/>
                </a:path>
                <a:path w="4074159" h="7620">
                  <a:moveTo>
                    <a:pt x="3019044" y="6096"/>
                  </a:moveTo>
                  <a:lnTo>
                    <a:pt x="3019044" y="1524"/>
                  </a:lnTo>
                  <a:lnTo>
                    <a:pt x="3020568" y="1524"/>
                  </a:lnTo>
                  <a:lnTo>
                    <a:pt x="3020568" y="6096"/>
                  </a:lnTo>
                  <a:lnTo>
                    <a:pt x="3019044" y="6096"/>
                  </a:lnTo>
                  <a:close/>
                </a:path>
                <a:path w="4074159" h="7620">
                  <a:moveTo>
                    <a:pt x="3058668" y="4572"/>
                  </a:moveTo>
                  <a:lnTo>
                    <a:pt x="3058668" y="3048"/>
                  </a:lnTo>
                  <a:lnTo>
                    <a:pt x="3061715" y="0"/>
                  </a:lnTo>
                  <a:lnTo>
                    <a:pt x="3064764" y="0"/>
                  </a:lnTo>
                  <a:lnTo>
                    <a:pt x="3067811" y="3048"/>
                  </a:lnTo>
                  <a:lnTo>
                    <a:pt x="3067811" y="4572"/>
                  </a:lnTo>
                  <a:lnTo>
                    <a:pt x="3064764" y="7619"/>
                  </a:lnTo>
                  <a:lnTo>
                    <a:pt x="3061715" y="7619"/>
                  </a:lnTo>
                  <a:lnTo>
                    <a:pt x="3058668" y="4572"/>
                  </a:lnTo>
                  <a:close/>
                </a:path>
                <a:path w="4074159" h="7620">
                  <a:moveTo>
                    <a:pt x="3105911" y="6096"/>
                  </a:moveTo>
                  <a:lnTo>
                    <a:pt x="3105911" y="1524"/>
                  </a:lnTo>
                  <a:lnTo>
                    <a:pt x="3107436" y="1524"/>
                  </a:lnTo>
                  <a:lnTo>
                    <a:pt x="3107436" y="6096"/>
                  </a:lnTo>
                  <a:lnTo>
                    <a:pt x="3105911" y="6096"/>
                  </a:lnTo>
                  <a:close/>
                </a:path>
                <a:path w="4074159" h="7620">
                  <a:moveTo>
                    <a:pt x="3101340" y="7619"/>
                  </a:moveTo>
                  <a:lnTo>
                    <a:pt x="3101340" y="0"/>
                  </a:lnTo>
                  <a:lnTo>
                    <a:pt x="3105911" y="0"/>
                  </a:lnTo>
                  <a:lnTo>
                    <a:pt x="3105911" y="7619"/>
                  </a:lnTo>
                  <a:lnTo>
                    <a:pt x="3101340" y="7619"/>
                  </a:lnTo>
                  <a:close/>
                </a:path>
                <a:path w="4074159" h="7620">
                  <a:moveTo>
                    <a:pt x="3099815" y="6096"/>
                  </a:moveTo>
                  <a:lnTo>
                    <a:pt x="3099815" y="1524"/>
                  </a:lnTo>
                  <a:lnTo>
                    <a:pt x="3101340" y="1524"/>
                  </a:lnTo>
                  <a:lnTo>
                    <a:pt x="3101340" y="6096"/>
                  </a:lnTo>
                  <a:lnTo>
                    <a:pt x="3099815" y="6096"/>
                  </a:lnTo>
                  <a:close/>
                </a:path>
                <a:path w="4074159" h="7620">
                  <a:moveTo>
                    <a:pt x="3139440" y="4572"/>
                  </a:moveTo>
                  <a:lnTo>
                    <a:pt x="3139440" y="3048"/>
                  </a:lnTo>
                  <a:lnTo>
                    <a:pt x="3142488" y="0"/>
                  </a:lnTo>
                  <a:lnTo>
                    <a:pt x="3145536" y="0"/>
                  </a:lnTo>
                  <a:lnTo>
                    <a:pt x="3148584" y="3048"/>
                  </a:lnTo>
                  <a:lnTo>
                    <a:pt x="3148584" y="4572"/>
                  </a:lnTo>
                  <a:lnTo>
                    <a:pt x="3145536" y="7619"/>
                  </a:lnTo>
                  <a:lnTo>
                    <a:pt x="3142488" y="7619"/>
                  </a:lnTo>
                  <a:lnTo>
                    <a:pt x="3139440" y="4572"/>
                  </a:lnTo>
                  <a:close/>
                </a:path>
                <a:path w="4074159" h="7620">
                  <a:moveTo>
                    <a:pt x="3186684" y="6096"/>
                  </a:moveTo>
                  <a:lnTo>
                    <a:pt x="3186684" y="1524"/>
                  </a:lnTo>
                  <a:lnTo>
                    <a:pt x="3188207" y="1524"/>
                  </a:lnTo>
                  <a:lnTo>
                    <a:pt x="3188207" y="6096"/>
                  </a:lnTo>
                  <a:lnTo>
                    <a:pt x="3186684" y="6096"/>
                  </a:lnTo>
                  <a:close/>
                </a:path>
                <a:path w="4074159" h="7620">
                  <a:moveTo>
                    <a:pt x="3180588" y="6096"/>
                  </a:moveTo>
                  <a:lnTo>
                    <a:pt x="3180588" y="1524"/>
                  </a:lnTo>
                  <a:lnTo>
                    <a:pt x="3182111" y="0"/>
                  </a:lnTo>
                  <a:lnTo>
                    <a:pt x="3186684" y="0"/>
                  </a:lnTo>
                  <a:lnTo>
                    <a:pt x="3186684" y="7619"/>
                  </a:lnTo>
                  <a:lnTo>
                    <a:pt x="3182111" y="7619"/>
                  </a:lnTo>
                  <a:lnTo>
                    <a:pt x="3180588" y="6096"/>
                  </a:lnTo>
                  <a:close/>
                </a:path>
                <a:path w="4074159" h="7620">
                  <a:moveTo>
                    <a:pt x="3221736" y="7619"/>
                  </a:moveTo>
                  <a:lnTo>
                    <a:pt x="3221736" y="0"/>
                  </a:lnTo>
                  <a:lnTo>
                    <a:pt x="3226307" y="0"/>
                  </a:lnTo>
                  <a:lnTo>
                    <a:pt x="3227832" y="1524"/>
                  </a:lnTo>
                  <a:lnTo>
                    <a:pt x="3227832" y="6096"/>
                  </a:lnTo>
                  <a:lnTo>
                    <a:pt x="3226307" y="7619"/>
                  </a:lnTo>
                  <a:lnTo>
                    <a:pt x="3221736" y="7619"/>
                  </a:lnTo>
                  <a:close/>
                </a:path>
                <a:path w="4074159" h="7620">
                  <a:moveTo>
                    <a:pt x="3220211" y="6096"/>
                  </a:moveTo>
                  <a:lnTo>
                    <a:pt x="3220211" y="1524"/>
                  </a:lnTo>
                  <a:lnTo>
                    <a:pt x="3221736" y="1524"/>
                  </a:lnTo>
                  <a:lnTo>
                    <a:pt x="3221736" y="6096"/>
                  </a:lnTo>
                  <a:lnTo>
                    <a:pt x="3220211" y="6096"/>
                  </a:lnTo>
                  <a:close/>
                </a:path>
                <a:path w="4074159" h="7620">
                  <a:moveTo>
                    <a:pt x="3259836" y="4572"/>
                  </a:moveTo>
                  <a:lnTo>
                    <a:pt x="3259836" y="3048"/>
                  </a:lnTo>
                  <a:lnTo>
                    <a:pt x="3262884" y="0"/>
                  </a:lnTo>
                  <a:lnTo>
                    <a:pt x="3265932" y="0"/>
                  </a:lnTo>
                  <a:lnTo>
                    <a:pt x="3267456" y="1524"/>
                  </a:lnTo>
                  <a:lnTo>
                    <a:pt x="3268980" y="1524"/>
                  </a:lnTo>
                  <a:lnTo>
                    <a:pt x="3268980" y="6096"/>
                  </a:lnTo>
                  <a:lnTo>
                    <a:pt x="3267456" y="6096"/>
                  </a:lnTo>
                  <a:lnTo>
                    <a:pt x="3265932" y="7619"/>
                  </a:lnTo>
                  <a:lnTo>
                    <a:pt x="3262884" y="7619"/>
                  </a:lnTo>
                  <a:lnTo>
                    <a:pt x="3259836" y="4572"/>
                  </a:lnTo>
                  <a:close/>
                </a:path>
                <a:path w="4074159" h="7620">
                  <a:moveTo>
                    <a:pt x="3307080" y="6096"/>
                  </a:moveTo>
                  <a:lnTo>
                    <a:pt x="3307080" y="1524"/>
                  </a:lnTo>
                  <a:lnTo>
                    <a:pt x="3308603" y="1524"/>
                  </a:lnTo>
                  <a:lnTo>
                    <a:pt x="3308603" y="6096"/>
                  </a:lnTo>
                  <a:lnTo>
                    <a:pt x="3307080" y="6096"/>
                  </a:lnTo>
                  <a:close/>
                </a:path>
                <a:path w="4074159" h="7620">
                  <a:moveTo>
                    <a:pt x="3302507" y="7619"/>
                  </a:moveTo>
                  <a:lnTo>
                    <a:pt x="3302507" y="0"/>
                  </a:lnTo>
                  <a:lnTo>
                    <a:pt x="3307080" y="0"/>
                  </a:lnTo>
                  <a:lnTo>
                    <a:pt x="3307080" y="7619"/>
                  </a:lnTo>
                  <a:lnTo>
                    <a:pt x="3302507" y="7619"/>
                  </a:lnTo>
                  <a:close/>
                </a:path>
                <a:path w="4074159" h="7620">
                  <a:moveTo>
                    <a:pt x="3300984" y="6096"/>
                  </a:moveTo>
                  <a:lnTo>
                    <a:pt x="3300984" y="1524"/>
                  </a:lnTo>
                  <a:lnTo>
                    <a:pt x="3302507" y="1524"/>
                  </a:lnTo>
                  <a:lnTo>
                    <a:pt x="3302507" y="6096"/>
                  </a:lnTo>
                  <a:lnTo>
                    <a:pt x="3300984" y="6096"/>
                  </a:lnTo>
                  <a:close/>
                </a:path>
                <a:path w="4074159" h="7620">
                  <a:moveTo>
                    <a:pt x="3340607" y="4572"/>
                  </a:moveTo>
                  <a:lnTo>
                    <a:pt x="3340607" y="3048"/>
                  </a:lnTo>
                  <a:lnTo>
                    <a:pt x="3343656" y="0"/>
                  </a:lnTo>
                  <a:lnTo>
                    <a:pt x="3346703" y="0"/>
                  </a:lnTo>
                  <a:lnTo>
                    <a:pt x="3349752" y="3048"/>
                  </a:lnTo>
                  <a:lnTo>
                    <a:pt x="3349752" y="4572"/>
                  </a:lnTo>
                  <a:lnTo>
                    <a:pt x="3346703" y="7619"/>
                  </a:lnTo>
                  <a:lnTo>
                    <a:pt x="3343656" y="7619"/>
                  </a:lnTo>
                  <a:lnTo>
                    <a:pt x="3340607" y="4572"/>
                  </a:lnTo>
                  <a:close/>
                </a:path>
                <a:path w="4074159" h="7620">
                  <a:moveTo>
                    <a:pt x="3387852" y="6096"/>
                  </a:moveTo>
                  <a:lnTo>
                    <a:pt x="3387852" y="1524"/>
                  </a:lnTo>
                  <a:lnTo>
                    <a:pt x="3389376" y="1524"/>
                  </a:lnTo>
                  <a:lnTo>
                    <a:pt x="3389376" y="6096"/>
                  </a:lnTo>
                  <a:lnTo>
                    <a:pt x="3387852" y="6096"/>
                  </a:lnTo>
                  <a:close/>
                </a:path>
                <a:path w="4074159" h="7620">
                  <a:moveTo>
                    <a:pt x="3383280" y="7619"/>
                  </a:moveTo>
                  <a:lnTo>
                    <a:pt x="3383280" y="0"/>
                  </a:lnTo>
                  <a:lnTo>
                    <a:pt x="3387852" y="0"/>
                  </a:lnTo>
                  <a:lnTo>
                    <a:pt x="3387852" y="7619"/>
                  </a:lnTo>
                  <a:lnTo>
                    <a:pt x="3383280" y="7619"/>
                  </a:lnTo>
                  <a:close/>
                </a:path>
                <a:path w="4074159" h="7620">
                  <a:moveTo>
                    <a:pt x="3381756" y="6096"/>
                  </a:moveTo>
                  <a:lnTo>
                    <a:pt x="3381756" y="1524"/>
                  </a:lnTo>
                  <a:lnTo>
                    <a:pt x="3383280" y="1524"/>
                  </a:lnTo>
                  <a:lnTo>
                    <a:pt x="3383280" y="6096"/>
                  </a:lnTo>
                  <a:lnTo>
                    <a:pt x="3381756" y="6096"/>
                  </a:lnTo>
                  <a:close/>
                </a:path>
                <a:path w="4074159" h="7620">
                  <a:moveTo>
                    <a:pt x="3422904" y="7619"/>
                  </a:moveTo>
                  <a:lnTo>
                    <a:pt x="3422904" y="0"/>
                  </a:lnTo>
                  <a:lnTo>
                    <a:pt x="3427476" y="0"/>
                  </a:lnTo>
                  <a:lnTo>
                    <a:pt x="3429000" y="1524"/>
                  </a:lnTo>
                  <a:lnTo>
                    <a:pt x="3429000" y="6096"/>
                  </a:lnTo>
                  <a:lnTo>
                    <a:pt x="3427476" y="7619"/>
                  </a:lnTo>
                  <a:lnTo>
                    <a:pt x="3422904" y="7619"/>
                  </a:lnTo>
                  <a:close/>
                </a:path>
                <a:path w="4074159" h="7620">
                  <a:moveTo>
                    <a:pt x="3421380" y="6096"/>
                  </a:moveTo>
                  <a:lnTo>
                    <a:pt x="3421380" y="1524"/>
                  </a:lnTo>
                  <a:lnTo>
                    <a:pt x="3422904" y="1524"/>
                  </a:lnTo>
                  <a:lnTo>
                    <a:pt x="3422904" y="6096"/>
                  </a:lnTo>
                  <a:lnTo>
                    <a:pt x="3421380" y="6096"/>
                  </a:lnTo>
                  <a:close/>
                </a:path>
                <a:path w="4074159" h="7620">
                  <a:moveTo>
                    <a:pt x="3468624" y="6096"/>
                  </a:moveTo>
                  <a:lnTo>
                    <a:pt x="3468624" y="1524"/>
                  </a:lnTo>
                  <a:lnTo>
                    <a:pt x="3470148" y="1524"/>
                  </a:lnTo>
                  <a:lnTo>
                    <a:pt x="3470148" y="6096"/>
                  </a:lnTo>
                  <a:lnTo>
                    <a:pt x="3468624" y="6096"/>
                  </a:lnTo>
                  <a:close/>
                </a:path>
                <a:path w="4074159" h="7620">
                  <a:moveTo>
                    <a:pt x="3462527" y="6096"/>
                  </a:moveTo>
                  <a:lnTo>
                    <a:pt x="3462527" y="1524"/>
                  </a:lnTo>
                  <a:lnTo>
                    <a:pt x="3464052" y="0"/>
                  </a:lnTo>
                  <a:lnTo>
                    <a:pt x="3468624" y="0"/>
                  </a:lnTo>
                  <a:lnTo>
                    <a:pt x="3468624" y="7619"/>
                  </a:lnTo>
                  <a:lnTo>
                    <a:pt x="3464052" y="7619"/>
                  </a:lnTo>
                  <a:lnTo>
                    <a:pt x="3462527" y="6096"/>
                  </a:lnTo>
                  <a:close/>
                </a:path>
                <a:path w="4074159" h="7620">
                  <a:moveTo>
                    <a:pt x="3508248" y="6096"/>
                  </a:moveTo>
                  <a:lnTo>
                    <a:pt x="3508248" y="1524"/>
                  </a:lnTo>
                  <a:lnTo>
                    <a:pt x="3509772" y="1524"/>
                  </a:lnTo>
                  <a:lnTo>
                    <a:pt x="3509772" y="6096"/>
                  </a:lnTo>
                  <a:lnTo>
                    <a:pt x="3508248" y="6096"/>
                  </a:lnTo>
                  <a:close/>
                </a:path>
                <a:path w="4074159" h="7620">
                  <a:moveTo>
                    <a:pt x="3503676" y="7619"/>
                  </a:moveTo>
                  <a:lnTo>
                    <a:pt x="3503676" y="0"/>
                  </a:lnTo>
                  <a:lnTo>
                    <a:pt x="3508248" y="0"/>
                  </a:lnTo>
                  <a:lnTo>
                    <a:pt x="3508248" y="7619"/>
                  </a:lnTo>
                  <a:lnTo>
                    <a:pt x="3503676" y="7619"/>
                  </a:lnTo>
                  <a:close/>
                </a:path>
                <a:path w="4074159" h="7620">
                  <a:moveTo>
                    <a:pt x="3502152" y="6096"/>
                  </a:moveTo>
                  <a:lnTo>
                    <a:pt x="3502152" y="1524"/>
                  </a:lnTo>
                  <a:lnTo>
                    <a:pt x="3503676" y="1524"/>
                  </a:lnTo>
                  <a:lnTo>
                    <a:pt x="3503676" y="6096"/>
                  </a:lnTo>
                  <a:lnTo>
                    <a:pt x="3502152" y="6096"/>
                  </a:lnTo>
                  <a:close/>
                </a:path>
                <a:path w="4074159" h="7620">
                  <a:moveTo>
                    <a:pt x="3541776" y="4572"/>
                  </a:moveTo>
                  <a:lnTo>
                    <a:pt x="3541776" y="3048"/>
                  </a:lnTo>
                  <a:lnTo>
                    <a:pt x="3544824" y="0"/>
                  </a:lnTo>
                  <a:lnTo>
                    <a:pt x="3547872" y="0"/>
                  </a:lnTo>
                  <a:lnTo>
                    <a:pt x="3550920" y="3048"/>
                  </a:lnTo>
                  <a:lnTo>
                    <a:pt x="3550920" y="4572"/>
                  </a:lnTo>
                  <a:lnTo>
                    <a:pt x="3547872" y="7619"/>
                  </a:lnTo>
                  <a:lnTo>
                    <a:pt x="3544824" y="7619"/>
                  </a:lnTo>
                  <a:lnTo>
                    <a:pt x="3541776" y="4572"/>
                  </a:lnTo>
                  <a:close/>
                </a:path>
                <a:path w="4074159" h="7620">
                  <a:moveTo>
                    <a:pt x="3589020" y="6096"/>
                  </a:moveTo>
                  <a:lnTo>
                    <a:pt x="3589020" y="1524"/>
                  </a:lnTo>
                  <a:lnTo>
                    <a:pt x="3590544" y="1524"/>
                  </a:lnTo>
                  <a:lnTo>
                    <a:pt x="3590544" y="6096"/>
                  </a:lnTo>
                  <a:lnTo>
                    <a:pt x="3589020" y="6096"/>
                  </a:lnTo>
                  <a:close/>
                </a:path>
                <a:path w="4074159" h="7620">
                  <a:moveTo>
                    <a:pt x="3584448" y="7619"/>
                  </a:moveTo>
                  <a:lnTo>
                    <a:pt x="3584448" y="0"/>
                  </a:lnTo>
                  <a:lnTo>
                    <a:pt x="3589020" y="0"/>
                  </a:lnTo>
                  <a:lnTo>
                    <a:pt x="3589020" y="7619"/>
                  </a:lnTo>
                  <a:lnTo>
                    <a:pt x="3584448" y="7619"/>
                  </a:lnTo>
                  <a:close/>
                </a:path>
                <a:path w="4074159" h="7620">
                  <a:moveTo>
                    <a:pt x="3582924" y="6096"/>
                  </a:moveTo>
                  <a:lnTo>
                    <a:pt x="3582924" y="1524"/>
                  </a:lnTo>
                  <a:lnTo>
                    <a:pt x="3584448" y="1524"/>
                  </a:lnTo>
                  <a:lnTo>
                    <a:pt x="3584448" y="6096"/>
                  </a:lnTo>
                  <a:lnTo>
                    <a:pt x="3582924" y="6096"/>
                  </a:lnTo>
                  <a:close/>
                </a:path>
                <a:path w="4074159" h="7620">
                  <a:moveTo>
                    <a:pt x="3622548" y="6096"/>
                  </a:moveTo>
                  <a:lnTo>
                    <a:pt x="3622548" y="1524"/>
                  </a:lnTo>
                  <a:lnTo>
                    <a:pt x="3624072" y="1524"/>
                  </a:lnTo>
                  <a:lnTo>
                    <a:pt x="3625596" y="0"/>
                  </a:lnTo>
                  <a:lnTo>
                    <a:pt x="3628644" y="0"/>
                  </a:lnTo>
                  <a:lnTo>
                    <a:pt x="3631692" y="3048"/>
                  </a:lnTo>
                  <a:lnTo>
                    <a:pt x="3631692" y="4572"/>
                  </a:lnTo>
                  <a:lnTo>
                    <a:pt x="3628644" y="7619"/>
                  </a:lnTo>
                  <a:lnTo>
                    <a:pt x="3625596" y="7619"/>
                  </a:lnTo>
                  <a:lnTo>
                    <a:pt x="3624072" y="6096"/>
                  </a:lnTo>
                  <a:lnTo>
                    <a:pt x="3622548" y="6096"/>
                  </a:lnTo>
                  <a:close/>
                </a:path>
                <a:path w="4074159" h="7620">
                  <a:moveTo>
                    <a:pt x="3669792" y="6096"/>
                  </a:moveTo>
                  <a:lnTo>
                    <a:pt x="3669792" y="1524"/>
                  </a:lnTo>
                  <a:lnTo>
                    <a:pt x="3671316" y="1524"/>
                  </a:lnTo>
                  <a:lnTo>
                    <a:pt x="3671316" y="6096"/>
                  </a:lnTo>
                  <a:lnTo>
                    <a:pt x="3669792" y="6096"/>
                  </a:lnTo>
                  <a:close/>
                </a:path>
                <a:path w="4074159" h="7620">
                  <a:moveTo>
                    <a:pt x="3663696" y="6096"/>
                  </a:moveTo>
                  <a:lnTo>
                    <a:pt x="3663696" y="1524"/>
                  </a:lnTo>
                  <a:lnTo>
                    <a:pt x="3665220" y="0"/>
                  </a:lnTo>
                  <a:lnTo>
                    <a:pt x="3669792" y="0"/>
                  </a:lnTo>
                  <a:lnTo>
                    <a:pt x="3669792" y="7619"/>
                  </a:lnTo>
                  <a:lnTo>
                    <a:pt x="3665220" y="7619"/>
                  </a:lnTo>
                  <a:lnTo>
                    <a:pt x="3663696" y="6096"/>
                  </a:lnTo>
                  <a:close/>
                </a:path>
                <a:path w="4074159" h="7620">
                  <a:moveTo>
                    <a:pt x="3704844" y="7619"/>
                  </a:moveTo>
                  <a:lnTo>
                    <a:pt x="3704844" y="0"/>
                  </a:lnTo>
                  <a:lnTo>
                    <a:pt x="3709416" y="0"/>
                  </a:lnTo>
                  <a:lnTo>
                    <a:pt x="3710940" y="1524"/>
                  </a:lnTo>
                  <a:lnTo>
                    <a:pt x="3710940" y="6096"/>
                  </a:lnTo>
                  <a:lnTo>
                    <a:pt x="3709416" y="7619"/>
                  </a:lnTo>
                  <a:lnTo>
                    <a:pt x="3704844" y="7619"/>
                  </a:lnTo>
                  <a:close/>
                </a:path>
                <a:path w="4074159" h="7620">
                  <a:moveTo>
                    <a:pt x="3703320" y="6096"/>
                  </a:moveTo>
                  <a:lnTo>
                    <a:pt x="3703320" y="1524"/>
                  </a:lnTo>
                  <a:lnTo>
                    <a:pt x="3704844" y="1524"/>
                  </a:lnTo>
                  <a:lnTo>
                    <a:pt x="3704844" y="6096"/>
                  </a:lnTo>
                  <a:lnTo>
                    <a:pt x="3703320" y="6096"/>
                  </a:lnTo>
                  <a:close/>
                </a:path>
                <a:path w="4074159" h="7620">
                  <a:moveTo>
                    <a:pt x="3742944" y="4572"/>
                  </a:moveTo>
                  <a:lnTo>
                    <a:pt x="3742944" y="3048"/>
                  </a:lnTo>
                  <a:lnTo>
                    <a:pt x="3745992" y="0"/>
                  </a:lnTo>
                  <a:lnTo>
                    <a:pt x="3749040" y="0"/>
                  </a:lnTo>
                  <a:lnTo>
                    <a:pt x="3750564" y="1524"/>
                  </a:lnTo>
                  <a:lnTo>
                    <a:pt x="3752088" y="1524"/>
                  </a:lnTo>
                  <a:lnTo>
                    <a:pt x="3752088" y="6096"/>
                  </a:lnTo>
                  <a:lnTo>
                    <a:pt x="3750564" y="6096"/>
                  </a:lnTo>
                  <a:lnTo>
                    <a:pt x="3749040" y="7619"/>
                  </a:lnTo>
                  <a:lnTo>
                    <a:pt x="3745992" y="7619"/>
                  </a:lnTo>
                  <a:lnTo>
                    <a:pt x="3742944" y="4572"/>
                  </a:lnTo>
                  <a:close/>
                </a:path>
                <a:path w="4074159" h="7620">
                  <a:moveTo>
                    <a:pt x="3790188" y="6096"/>
                  </a:moveTo>
                  <a:lnTo>
                    <a:pt x="3790188" y="1524"/>
                  </a:lnTo>
                  <a:lnTo>
                    <a:pt x="3791712" y="1524"/>
                  </a:lnTo>
                  <a:lnTo>
                    <a:pt x="3791712" y="6096"/>
                  </a:lnTo>
                  <a:lnTo>
                    <a:pt x="3790188" y="6096"/>
                  </a:lnTo>
                  <a:close/>
                </a:path>
                <a:path w="4074159" h="7620">
                  <a:moveTo>
                    <a:pt x="3785616" y="7619"/>
                  </a:moveTo>
                  <a:lnTo>
                    <a:pt x="3785616" y="0"/>
                  </a:lnTo>
                  <a:lnTo>
                    <a:pt x="3790188" y="0"/>
                  </a:lnTo>
                  <a:lnTo>
                    <a:pt x="3790188" y="7619"/>
                  </a:lnTo>
                  <a:lnTo>
                    <a:pt x="3785616" y="7619"/>
                  </a:lnTo>
                  <a:close/>
                </a:path>
                <a:path w="4074159" h="7620">
                  <a:moveTo>
                    <a:pt x="3784092" y="6096"/>
                  </a:moveTo>
                  <a:lnTo>
                    <a:pt x="3784092" y="1524"/>
                  </a:lnTo>
                  <a:lnTo>
                    <a:pt x="3785616" y="1524"/>
                  </a:lnTo>
                  <a:lnTo>
                    <a:pt x="3785616" y="6096"/>
                  </a:lnTo>
                  <a:lnTo>
                    <a:pt x="3784092" y="6096"/>
                  </a:lnTo>
                  <a:close/>
                </a:path>
                <a:path w="4074159" h="7620">
                  <a:moveTo>
                    <a:pt x="3823716" y="4572"/>
                  </a:moveTo>
                  <a:lnTo>
                    <a:pt x="3823716" y="3048"/>
                  </a:lnTo>
                  <a:lnTo>
                    <a:pt x="3826764" y="0"/>
                  </a:lnTo>
                  <a:lnTo>
                    <a:pt x="3829812" y="0"/>
                  </a:lnTo>
                  <a:lnTo>
                    <a:pt x="3832860" y="3048"/>
                  </a:lnTo>
                  <a:lnTo>
                    <a:pt x="3832860" y="4572"/>
                  </a:lnTo>
                  <a:lnTo>
                    <a:pt x="3829812" y="7619"/>
                  </a:lnTo>
                  <a:lnTo>
                    <a:pt x="3826764" y="7619"/>
                  </a:lnTo>
                  <a:lnTo>
                    <a:pt x="3823716" y="4572"/>
                  </a:lnTo>
                  <a:close/>
                </a:path>
                <a:path w="4074159" h="7620">
                  <a:moveTo>
                    <a:pt x="3870960" y="6096"/>
                  </a:moveTo>
                  <a:lnTo>
                    <a:pt x="3870960" y="1524"/>
                  </a:lnTo>
                  <a:lnTo>
                    <a:pt x="3872484" y="1524"/>
                  </a:lnTo>
                  <a:lnTo>
                    <a:pt x="3872484" y="6096"/>
                  </a:lnTo>
                  <a:lnTo>
                    <a:pt x="3870960" y="6096"/>
                  </a:lnTo>
                  <a:close/>
                </a:path>
                <a:path w="4074159" h="7620">
                  <a:moveTo>
                    <a:pt x="3864864" y="6096"/>
                  </a:moveTo>
                  <a:lnTo>
                    <a:pt x="3864864" y="1524"/>
                  </a:lnTo>
                  <a:lnTo>
                    <a:pt x="3866388" y="0"/>
                  </a:lnTo>
                  <a:lnTo>
                    <a:pt x="3870960" y="0"/>
                  </a:lnTo>
                  <a:lnTo>
                    <a:pt x="3870960" y="7619"/>
                  </a:lnTo>
                  <a:lnTo>
                    <a:pt x="3866388" y="7619"/>
                  </a:lnTo>
                  <a:lnTo>
                    <a:pt x="3864864" y="6096"/>
                  </a:lnTo>
                  <a:close/>
                </a:path>
                <a:path w="4074159" h="7620">
                  <a:moveTo>
                    <a:pt x="3906012" y="7619"/>
                  </a:moveTo>
                  <a:lnTo>
                    <a:pt x="3906012" y="0"/>
                  </a:lnTo>
                  <a:lnTo>
                    <a:pt x="3910584" y="0"/>
                  </a:lnTo>
                  <a:lnTo>
                    <a:pt x="3912108" y="1524"/>
                  </a:lnTo>
                  <a:lnTo>
                    <a:pt x="3912108" y="6096"/>
                  </a:lnTo>
                  <a:lnTo>
                    <a:pt x="3910584" y="7619"/>
                  </a:lnTo>
                  <a:lnTo>
                    <a:pt x="3906012" y="7619"/>
                  </a:lnTo>
                  <a:close/>
                </a:path>
                <a:path w="4074159" h="7620">
                  <a:moveTo>
                    <a:pt x="3904488" y="6096"/>
                  </a:moveTo>
                  <a:lnTo>
                    <a:pt x="3904488" y="1524"/>
                  </a:lnTo>
                  <a:lnTo>
                    <a:pt x="3906012" y="1524"/>
                  </a:lnTo>
                  <a:lnTo>
                    <a:pt x="3906012" y="6096"/>
                  </a:lnTo>
                  <a:lnTo>
                    <a:pt x="3904488" y="6096"/>
                  </a:lnTo>
                  <a:close/>
                </a:path>
                <a:path w="4074159" h="7620">
                  <a:moveTo>
                    <a:pt x="3951732" y="6096"/>
                  </a:moveTo>
                  <a:lnTo>
                    <a:pt x="3951732" y="1524"/>
                  </a:lnTo>
                  <a:lnTo>
                    <a:pt x="3953256" y="1524"/>
                  </a:lnTo>
                  <a:lnTo>
                    <a:pt x="3953256" y="6096"/>
                  </a:lnTo>
                  <a:lnTo>
                    <a:pt x="3951732" y="6096"/>
                  </a:lnTo>
                  <a:close/>
                </a:path>
                <a:path w="4074159" h="7620">
                  <a:moveTo>
                    <a:pt x="3945636" y="6096"/>
                  </a:moveTo>
                  <a:lnTo>
                    <a:pt x="3945636" y="1524"/>
                  </a:lnTo>
                  <a:lnTo>
                    <a:pt x="3947160" y="0"/>
                  </a:lnTo>
                  <a:lnTo>
                    <a:pt x="3951732" y="0"/>
                  </a:lnTo>
                  <a:lnTo>
                    <a:pt x="3951732" y="7619"/>
                  </a:lnTo>
                  <a:lnTo>
                    <a:pt x="3947160" y="7619"/>
                  </a:lnTo>
                  <a:lnTo>
                    <a:pt x="3945636" y="6096"/>
                  </a:lnTo>
                  <a:close/>
                </a:path>
                <a:path w="4074159" h="7620">
                  <a:moveTo>
                    <a:pt x="3991356" y="6096"/>
                  </a:moveTo>
                  <a:lnTo>
                    <a:pt x="3991356" y="1524"/>
                  </a:lnTo>
                  <a:lnTo>
                    <a:pt x="3992880" y="1524"/>
                  </a:lnTo>
                  <a:lnTo>
                    <a:pt x="3992880" y="6096"/>
                  </a:lnTo>
                  <a:lnTo>
                    <a:pt x="3991356" y="6096"/>
                  </a:lnTo>
                  <a:close/>
                </a:path>
                <a:path w="4074159" h="7620">
                  <a:moveTo>
                    <a:pt x="3986784" y="7619"/>
                  </a:moveTo>
                  <a:lnTo>
                    <a:pt x="3986784" y="0"/>
                  </a:lnTo>
                  <a:lnTo>
                    <a:pt x="3991356" y="0"/>
                  </a:lnTo>
                  <a:lnTo>
                    <a:pt x="3991356" y="7619"/>
                  </a:lnTo>
                  <a:lnTo>
                    <a:pt x="3986784" y="7619"/>
                  </a:lnTo>
                  <a:close/>
                </a:path>
                <a:path w="4074159" h="7620">
                  <a:moveTo>
                    <a:pt x="3985260" y="6096"/>
                  </a:moveTo>
                  <a:lnTo>
                    <a:pt x="3985260" y="1524"/>
                  </a:lnTo>
                  <a:lnTo>
                    <a:pt x="3986784" y="1524"/>
                  </a:lnTo>
                  <a:lnTo>
                    <a:pt x="3986784" y="6096"/>
                  </a:lnTo>
                  <a:lnTo>
                    <a:pt x="3985260" y="6096"/>
                  </a:lnTo>
                  <a:close/>
                </a:path>
                <a:path w="4074159" h="7620">
                  <a:moveTo>
                    <a:pt x="4024884" y="4572"/>
                  </a:moveTo>
                  <a:lnTo>
                    <a:pt x="4024884" y="3048"/>
                  </a:lnTo>
                  <a:lnTo>
                    <a:pt x="4027932" y="0"/>
                  </a:lnTo>
                  <a:lnTo>
                    <a:pt x="4030980" y="0"/>
                  </a:lnTo>
                  <a:lnTo>
                    <a:pt x="4034028" y="3048"/>
                  </a:lnTo>
                  <a:lnTo>
                    <a:pt x="4034028" y="4572"/>
                  </a:lnTo>
                  <a:lnTo>
                    <a:pt x="4030980" y="7619"/>
                  </a:lnTo>
                  <a:lnTo>
                    <a:pt x="4027932" y="7619"/>
                  </a:lnTo>
                  <a:lnTo>
                    <a:pt x="4024884" y="4572"/>
                  </a:lnTo>
                  <a:close/>
                </a:path>
                <a:path w="4074159" h="7620">
                  <a:moveTo>
                    <a:pt x="4072128" y="6096"/>
                  </a:moveTo>
                  <a:lnTo>
                    <a:pt x="4072128" y="1524"/>
                  </a:lnTo>
                  <a:lnTo>
                    <a:pt x="4073652" y="1524"/>
                  </a:lnTo>
                  <a:lnTo>
                    <a:pt x="4073652" y="6096"/>
                  </a:lnTo>
                  <a:lnTo>
                    <a:pt x="4072128" y="6096"/>
                  </a:lnTo>
                  <a:close/>
                </a:path>
                <a:path w="4074159" h="7620">
                  <a:moveTo>
                    <a:pt x="4067556" y="7619"/>
                  </a:moveTo>
                  <a:lnTo>
                    <a:pt x="4067556" y="0"/>
                  </a:lnTo>
                  <a:lnTo>
                    <a:pt x="4072128" y="0"/>
                  </a:lnTo>
                  <a:lnTo>
                    <a:pt x="4072128" y="7619"/>
                  </a:lnTo>
                  <a:lnTo>
                    <a:pt x="4067556" y="7619"/>
                  </a:lnTo>
                  <a:close/>
                </a:path>
                <a:path w="4074159" h="7620">
                  <a:moveTo>
                    <a:pt x="4066032" y="6096"/>
                  </a:moveTo>
                  <a:lnTo>
                    <a:pt x="4066032" y="1524"/>
                  </a:lnTo>
                  <a:lnTo>
                    <a:pt x="4067556" y="1524"/>
                  </a:lnTo>
                  <a:lnTo>
                    <a:pt x="4067556" y="6096"/>
                  </a:lnTo>
                  <a:lnTo>
                    <a:pt x="4066032" y="6096"/>
                  </a:lnTo>
                  <a:close/>
                </a:path>
              </a:pathLst>
            </a:custGeom>
            <a:solidFill>
              <a:srgbClr val="C8C6C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811012" y="4664963"/>
              <a:ext cx="94488" cy="70104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945124" y="4661916"/>
              <a:ext cx="94487" cy="71628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787640" y="6425183"/>
              <a:ext cx="755903" cy="82296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657088" y="5088635"/>
              <a:ext cx="83820" cy="749808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580632" y="6281927"/>
              <a:ext cx="173735" cy="71628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6798564" y="6284976"/>
              <a:ext cx="22860" cy="68580"/>
            </a:xfrm>
            <a:custGeom>
              <a:avLst/>
              <a:gdLst/>
              <a:ahLst/>
              <a:cxnLst/>
              <a:rect l="l" t="t" r="r" b="b"/>
              <a:pathLst>
                <a:path w="22859" h="68579">
                  <a:moveTo>
                    <a:pt x="0" y="18288"/>
                  </a:moveTo>
                  <a:lnTo>
                    <a:pt x="0" y="10668"/>
                  </a:lnTo>
                  <a:lnTo>
                    <a:pt x="3048" y="10668"/>
                  </a:lnTo>
                  <a:lnTo>
                    <a:pt x="4572" y="9144"/>
                  </a:lnTo>
                  <a:lnTo>
                    <a:pt x="7620" y="9144"/>
                  </a:lnTo>
                  <a:lnTo>
                    <a:pt x="10668" y="6096"/>
                  </a:lnTo>
                  <a:lnTo>
                    <a:pt x="12192" y="6096"/>
                  </a:lnTo>
                  <a:lnTo>
                    <a:pt x="15240" y="3048"/>
                  </a:lnTo>
                  <a:lnTo>
                    <a:pt x="16764" y="3048"/>
                  </a:lnTo>
                  <a:lnTo>
                    <a:pt x="19812" y="0"/>
                  </a:lnTo>
                  <a:lnTo>
                    <a:pt x="22860" y="0"/>
                  </a:lnTo>
                  <a:lnTo>
                    <a:pt x="22860" y="68580"/>
                  </a:lnTo>
                  <a:lnTo>
                    <a:pt x="15240" y="68580"/>
                  </a:lnTo>
                  <a:lnTo>
                    <a:pt x="15240" y="10668"/>
                  </a:lnTo>
                  <a:lnTo>
                    <a:pt x="13716" y="12192"/>
                  </a:lnTo>
                  <a:lnTo>
                    <a:pt x="12192" y="12192"/>
                  </a:lnTo>
                  <a:lnTo>
                    <a:pt x="9144" y="15240"/>
                  </a:lnTo>
                  <a:lnTo>
                    <a:pt x="7620" y="15240"/>
                  </a:lnTo>
                  <a:lnTo>
                    <a:pt x="6096" y="16764"/>
                  </a:lnTo>
                  <a:lnTo>
                    <a:pt x="4572" y="16764"/>
                  </a:lnTo>
                  <a:lnTo>
                    <a:pt x="3048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307580" y="6281927"/>
              <a:ext cx="173735" cy="71628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7519416" y="6284976"/>
              <a:ext cx="43180" cy="68580"/>
            </a:xfrm>
            <a:custGeom>
              <a:avLst/>
              <a:gdLst/>
              <a:ahLst/>
              <a:cxnLst/>
              <a:rect l="l" t="t" r="r" b="b"/>
              <a:pathLst>
                <a:path w="43179" h="68579">
                  <a:moveTo>
                    <a:pt x="0" y="68580"/>
                  </a:moveTo>
                  <a:lnTo>
                    <a:pt x="0" y="60960"/>
                  </a:lnTo>
                  <a:lnTo>
                    <a:pt x="1523" y="57912"/>
                  </a:lnTo>
                  <a:lnTo>
                    <a:pt x="1523" y="56388"/>
                  </a:lnTo>
                  <a:lnTo>
                    <a:pt x="3047" y="53340"/>
                  </a:lnTo>
                  <a:lnTo>
                    <a:pt x="6095" y="50292"/>
                  </a:lnTo>
                  <a:lnTo>
                    <a:pt x="7619" y="47244"/>
                  </a:lnTo>
                  <a:lnTo>
                    <a:pt x="10667" y="45720"/>
                  </a:lnTo>
                  <a:lnTo>
                    <a:pt x="15239" y="41148"/>
                  </a:lnTo>
                  <a:lnTo>
                    <a:pt x="19811" y="39624"/>
                  </a:lnTo>
                  <a:lnTo>
                    <a:pt x="28955" y="30480"/>
                  </a:lnTo>
                  <a:lnTo>
                    <a:pt x="28955" y="28956"/>
                  </a:lnTo>
                  <a:lnTo>
                    <a:pt x="30479" y="27432"/>
                  </a:lnTo>
                  <a:lnTo>
                    <a:pt x="30479" y="25908"/>
                  </a:lnTo>
                  <a:lnTo>
                    <a:pt x="32003" y="24384"/>
                  </a:lnTo>
                  <a:lnTo>
                    <a:pt x="32003" y="13716"/>
                  </a:lnTo>
                  <a:lnTo>
                    <a:pt x="30479" y="12192"/>
                  </a:lnTo>
                  <a:lnTo>
                    <a:pt x="30479" y="10668"/>
                  </a:lnTo>
                  <a:lnTo>
                    <a:pt x="28955" y="9144"/>
                  </a:lnTo>
                  <a:lnTo>
                    <a:pt x="27431" y="9144"/>
                  </a:lnTo>
                  <a:lnTo>
                    <a:pt x="25907" y="7620"/>
                  </a:lnTo>
                  <a:lnTo>
                    <a:pt x="22859" y="7620"/>
                  </a:lnTo>
                  <a:lnTo>
                    <a:pt x="21335" y="6096"/>
                  </a:lnTo>
                  <a:lnTo>
                    <a:pt x="16763" y="6096"/>
                  </a:lnTo>
                  <a:lnTo>
                    <a:pt x="15239" y="7620"/>
                  </a:lnTo>
                  <a:lnTo>
                    <a:pt x="12191" y="7620"/>
                  </a:lnTo>
                  <a:lnTo>
                    <a:pt x="10667" y="9144"/>
                  </a:lnTo>
                  <a:lnTo>
                    <a:pt x="9143" y="9144"/>
                  </a:lnTo>
                  <a:lnTo>
                    <a:pt x="7619" y="10668"/>
                  </a:lnTo>
                  <a:lnTo>
                    <a:pt x="6095" y="10668"/>
                  </a:lnTo>
                  <a:lnTo>
                    <a:pt x="6095" y="12192"/>
                  </a:lnTo>
                  <a:lnTo>
                    <a:pt x="4571" y="13716"/>
                  </a:lnTo>
                  <a:lnTo>
                    <a:pt x="3047" y="13716"/>
                  </a:lnTo>
                  <a:lnTo>
                    <a:pt x="3047" y="6096"/>
                  </a:lnTo>
                  <a:lnTo>
                    <a:pt x="4571" y="4572"/>
                  </a:lnTo>
                  <a:lnTo>
                    <a:pt x="10667" y="1524"/>
                  </a:lnTo>
                  <a:lnTo>
                    <a:pt x="13715" y="1524"/>
                  </a:lnTo>
                  <a:lnTo>
                    <a:pt x="16763" y="0"/>
                  </a:lnTo>
                  <a:lnTo>
                    <a:pt x="22859" y="0"/>
                  </a:lnTo>
                  <a:lnTo>
                    <a:pt x="25907" y="1524"/>
                  </a:lnTo>
                  <a:lnTo>
                    <a:pt x="27431" y="1524"/>
                  </a:lnTo>
                  <a:lnTo>
                    <a:pt x="30479" y="3048"/>
                  </a:lnTo>
                  <a:lnTo>
                    <a:pt x="32003" y="3048"/>
                  </a:lnTo>
                  <a:lnTo>
                    <a:pt x="35051" y="4572"/>
                  </a:lnTo>
                  <a:lnTo>
                    <a:pt x="36575" y="6096"/>
                  </a:lnTo>
                  <a:lnTo>
                    <a:pt x="38099" y="9144"/>
                  </a:lnTo>
                  <a:lnTo>
                    <a:pt x="38099" y="10668"/>
                  </a:lnTo>
                  <a:lnTo>
                    <a:pt x="39623" y="13716"/>
                  </a:lnTo>
                  <a:lnTo>
                    <a:pt x="39623" y="25908"/>
                  </a:lnTo>
                  <a:lnTo>
                    <a:pt x="38099" y="27432"/>
                  </a:lnTo>
                  <a:lnTo>
                    <a:pt x="38099" y="30480"/>
                  </a:lnTo>
                  <a:lnTo>
                    <a:pt x="32003" y="36576"/>
                  </a:lnTo>
                  <a:lnTo>
                    <a:pt x="28955" y="38100"/>
                  </a:lnTo>
                  <a:lnTo>
                    <a:pt x="27431" y="41148"/>
                  </a:lnTo>
                  <a:lnTo>
                    <a:pt x="21335" y="44196"/>
                  </a:lnTo>
                  <a:lnTo>
                    <a:pt x="16763" y="48768"/>
                  </a:lnTo>
                  <a:lnTo>
                    <a:pt x="13715" y="50292"/>
                  </a:lnTo>
                  <a:lnTo>
                    <a:pt x="12191" y="51816"/>
                  </a:lnTo>
                  <a:lnTo>
                    <a:pt x="10667" y="51816"/>
                  </a:lnTo>
                  <a:lnTo>
                    <a:pt x="10667" y="53340"/>
                  </a:lnTo>
                  <a:lnTo>
                    <a:pt x="9143" y="54864"/>
                  </a:lnTo>
                  <a:lnTo>
                    <a:pt x="9143" y="56388"/>
                  </a:lnTo>
                  <a:lnTo>
                    <a:pt x="7619" y="57912"/>
                  </a:lnTo>
                  <a:lnTo>
                    <a:pt x="7619" y="60960"/>
                  </a:lnTo>
                  <a:lnTo>
                    <a:pt x="42671" y="60960"/>
                  </a:lnTo>
                  <a:lnTo>
                    <a:pt x="42671" y="68580"/>
                  </a:lnTo>
                  <a:lnTo>
                    <a:pt x="0" y="68580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034528" y="6281927"/>
              <a:ext cx="175259" cy="71628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8249412" y="6284975"/>
              <a:ext cx="38100" cy="70485"/>
            </a:xfrm>
            <a:custGeom>
              <a:avLst/>
              <a:gdLst/>
              <a:ahLst/>
              <a:cxnLst/>
              <a:rect l="l" t="t" r="r" b="b"/>
              <a:pathLst>
                <a:path w="38100" h="70485">
                  <a:moveTo>
                    <a:pt x="35052" y="57912"/>
                  </a:moveTo>
                  <a:lnTo>
                    <a:pt x="35052" y="42672"/>
                  </a:lnTo>
                  <a:lnTo>
                    <a:pt x="36576" y="44196"/>
                  </a:lnTo>
                  <a:lnTo>
                    <a:pt x="36576" y="45720"/>
                  </a:lnTo>
                  <a:lnTo>
                    <a:pt x="38100" y="47244"/>
                  </a:lnTo>
                  <a:lnTo>
                    <a:pt x="38100" y="53340"/>
                  </a:lnTo>
                  <a:lnTo>
                    <a:pt x="36576" y="56388"/>
                  </a:lnTo>
                  <a:lnTo>
                    <a:pt x="35052" y="57912"/>
                  </a:lnTo>
                  <a:close/>
                </a:path>
                <a:path w="38100" h="70485">
                  <a:moveTo>
                    <a:pt x="1524" y="10668"/>
                  </a:moveTo>
                  <a:lnTo>
                    <a:pt x="1524" y="4572"/>
                  </a:lnTo>
                  <a:lnTo>
                    <a:pt x="6096" y="1524"/>
                  </a:lnTo>
                  <a:lnTo>
                    <a:pt x="10668" y="0"/>
                  </a:lnTo>
                  <a:lnTo>
                    <a:pt x="19812" y="0"/>
                  </a:lnTo>
                  <a:lnTo>
                    <a:pt x="21336" y="1524"/>
                  </a:lnTo>
                  <a:lnTo>
                    <a:pt x="24384" y="1524"/>
                  </a:lnTo>
                  <a:lnTo>
                    <a:pt x="25908" y="3048"/>
                  </a:lnTo>
                  <a:lnTo>
                    <a:pt x="27432" y="3048"/>
                  </a:lnTo>
                  <a:lnTo>
                    <a:pt x="32004" y="7620"/>
                  </a:lnTo>
                  <a:lnTo>
                    <a:pt x="33528" y="10668"/>
                  </a:lnTo>
                  <a:lnTo>
                    <a:pt x="33528" y="12192"/>
                  </a:lnTo>
                  <a:lnTo>
                    <a:pt x="35052" y="13716"/>
                  </a:lnTo>
                  <a:lnTo>
                    <a:pt x="35052" y="25908"/>
                  </a:lnTo>
                  <a:lnTo>
                    <a:pt x="30480" y="30480"/>
                  </a:lnTo>
                  <a:lnTo>
                    <a:pt x="27432" y="31496"/>
                  </a:lnTo>
                  <a:lnTo>
                    <a:pt x="27432" y="10668"/>
                  </a:lnTo>
                  <a:lnTo>
                    <a:pt x="22860" y="6096"/>
                  </a:lnTo>
                  <a:lnTo>
                    <a:pt x="10668" y="6096"/>
                  </a:lnTo>
                  <a:lnTo>
                    <a:pt x="6096" y="7620"/>
                  </a:lnTo>
                  <a:lnTo>
                    <a:pt x="1524" y="10668"/>
                  </a:lnTo>
                  <a:close/>
                </a:path>
                <a:path w="38100" h="70485">
                  <a:moveTo>
                    <a:pt x="21336" y="36576"/>
                  </a:moveTo>
                  <a:lnTo>
                    <a:pt x="21336" y="33528"/>
                  </a:lnTo>
                  <a:lnTo>
                    <a:pt x="24384" y="33528"/>
                  </a:lnTo>
                  <a:lnTo>
                    <a:pt x="25908" y="35052"/>
                  </a:lnTo>
                  <a:lnTo>
                    <a:pt x="27432" y="35052"/>
                  </a:lnTo>
                  <a:lnTo>
                    <a:pt x="30480" y="36576"/>
                  </a:lnTo>
                  <a:lnTo>
                    <a:pt x="33528" y="39624"/>
                  </a:lnTo>
                  <a:lnTo>
                    <a:pt x="35052" y="39624"/>
                  </a:lnTo>
                  <a:lnTo>
                    <a:pt x="35052" y="60960"/>
                  </a:lnTo>
                  <a:lnTo>
                    <a:pt x="30480" y="65532"/>
                  </a:lnTo>
                  <a:lnTo>
                    <a:pt x="30480" y="41148"/>
                  </a:lnTo>
                  <a:lnTo>
                    <a:pt x="24384" y="36576"/>
                  </a:lnTo>
                  <a:lnTo>
                    <a:pt x="21336" y="36576"/>
                  </a:lnTo>
                  <a:close/>
                </a:path>
                <a:path w="38100" h="70485">
                  <a:moveTo>
                    <a:pt x="0" y="67056"/>
                  </a:moveTo>
                  <a:lnTo>
                    <a:pt x="0" y="57912"/>
                  </a:lnTo>
                  <a:lnTo>
                    <a:pt x="3048" y="62484"/>
                  </a:lnTo>
                  <a:lnTo>
                    <a:pt x="9144" y="64008"/>
                  </a:lnTo>
                  <a:lnTo>
                    <a:pt x="21336" y="64008"/>
                  </a:lnTo>
                  <a:lnTo>
                    <a:pt x="22860" y="62484"/>
                  </a:lnTo>
                  <a:lnTo>
                    <a:pt x="24384" y="62484"/>
                  </a:lnTo>
                  <a:lnTo>
                    <a:pt x="27432" y="59436"/>
                  </a:lnTo>
                  <a:lnTo>
                    <a:pt x="27432" y="57912"/>
                  </a:lnTo>
                  <a:lnTo>
                    <a:pt x="28956" y="56388"/>
                  </a:lnTo>
                  <a:lnTo>
                    <a:pt x="28956" y="54864"/>
                  </a:lnTo>
                  <a:lnTo>
                    <a:pt x="30480" y="53340"/>
                  </a:lnTo>
                  <a:lnTo>
                    <a:pt x="30480" y="65532"/>
                  </a:lnTo>
                  <a:lnTo>
                    <a:pt x="28956" y="67056"/>
                  </a:lnTo>
                  <a:lnTo>
                    <a:pt x="25908" y="68580"/>
                  </a:lnTo>
                  <a:lnTo>
                    <a:pt x="24384" y="68580"/>
                  </a:lnTo>
                  <a:lnTo>
                    <a:pt x="21336" y="70104"/>
                  </a:lnTo>
                  <a:lnTo>
                    <a:pt x="3048" y="70104"/>
                  </a:lnTo>
                  <a:lnTo>
                    <a:pt x="0" y="67056"/>
                  </a:lnTo>
                  <a:close/>
                </a:path>
                <a:path w="38100" h="70485">
                  <a:moveTo>
                    <a:pt x="6096" y="36576"/>
                  </a:moveTo>
                  <a:lnTo>
                    <a:pt x="6096" y="30480"/>
                  </a:lnTo>
                  <a:lnTo>
                    <a:pt x="21336" y="30480"/>
                  </a:lnTo>
                  <a:lnTo>
                    <a:pt x="27432" y="27432"/>
                  </a:lnTo>
                  <a:lnTo>
                    <a:pt x="27432" y="31496"/>
                  </a:lnTo>
                  <a:lnTo>
                    <a:pt x="21336" y="33528"/>
                  </a:lnTo>
                  <a:lnTo>
                    <a:pt x="21336" y="36576"/>
                  </a:lnTo>
                  <a:lnTo>
                    <a:pt x="6096" y="36576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763000" y="6281927"/>
              <a:ext cx="173735" cy="71628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8970264" y="6286499"/>
              <a:ext cx="48895" cy="67310"/>
            </a:xfrm>
            <a:custGeom>
              <a:avLst/>
              <a:gdLst/>
              <a:ahLst/>
              <a:cxnLst/>
              <a:rect l="l" t="t" r="r" b="b"/>
              <a:pathLst>
                <a:path w="48895" h="67310">
                  <a:moveTo>
                    <a:pt x="39624" y="50292"/>
                  </a:moveTo>
                  <a:lnTo>
                    <a:pt x="39624" y="44196"/>
                  </a:lnTo>
                  <a:lnTo>
                    <a:pt x="48768" y="44196"/>
                  </a:lnTo>
                  <a:lnTo>
                    <a:pt x="48768" y="50292"/>
                  </a:lnTo>
                  <a:lnTo>
                    <a:pt x="39624" y="50292"/>
                  </a:lnTo>
                  <a:close/>
                </a:path>
                <a:path w="48895" h="67310">
                  <a:moveTo>
                    <a:pt x="0" y="50292"/>
                  </a:moveTo>
                  <a:lnTo>
                    <a:pt x="0" y="45720"/>
                  </a:lnTo>
                  <a:lnTo>
                    <a:pt x="3048" y="41148"/>
                  </a:lnTo>
                  <a:lnTo>
                    <a:pt x="9144" y="35052"/>
                  </a:lnTo>
                  <a:lnTo>
                    <a:pt x="12192" y="30480"/>
                  </a:lnTo>
                  <a:lnTo>
                    <a:pt x="15240" y="27432"/>
                  </a:lnTo>
                  <a:lnTo>
                    <a:pt x="18288" y="22860"/>
                  </a:lnTo>
                  <a:lnTo>
                    <a:pt x="19812" y="19812"/>
                  </a:lnTo>
                  <a:lnTo>
                    <a:pt x="22860" y="15240"/>
                  </a:lnTo>
                  <a:lnTo>
                    <a:pt x="25908" y="12192"/>
                  </a:lnTo>
                  <a:lnTo>
                    <a:pt x="27432" y="7620"/>
                  </a:lnTo>
                  <a:lnTo>
                    <a:pt x="28956" y="4572"/>
                  </a:lnTo>
                  <a:lnTo>
                    <a:pt x="32004" y="0"/>
                  </a:lnTo>
                  <a:lnTo>
                    <a:pt x="39624" y="0"/>
                  </a:lnTo>
                  <a:lnTo>
                    <a:pt x="39624" y="67056"/>
                  </a:lnTo>
                  <a:lnTo>
                    <a:pt x="32004" y="67056"/>
                  </a:lnTo>
                  <a:lnTo>
                    <a:pt x="32004" y="12192"/>
                  </a:lnTo>
                  <a:lnTo>
                    <a:pt x="28956" y="16764"/>
                  </a:lnTo>
                  <a:lnTo>
                    <a:pt x="25908" y="22860"/>
                  </a:lnTo>
                  <a:lnTo>
                    <a:pt x="22860" y="25908"/>
                  </a:lnTo>
                  <a:lnTo>
                    <a:pt x="19812" y="32004"/>
                  </a:lnTo>
                  <a:lnTo>
                    <a:pt x="16764" y="33528"/>
                  </a:lnTo>
                  <a:lnTo>
                    <a:pt x="15240" y="36576"/>
                  </a:lnTo>
                  <a:lnTo>
                    <a:pt x="13716" y="38100"/>
                  </a:lnTo>
                  <a:lnTo>
                    <a:pt x="12192" y="41148"/>
                  </a:lnTo>
                  <a:lnTo>
                    <a:pt x="9144" y="44196"/>
                  </a:lnTo>
                  <a:lnTo>
                    <a:pt x="9144" y="50292"/>
                  </a:lnTo>
                  <a:lnTo>
                    <a:pt x="0" y="50292"/>
                  </a:lnTo>
                  <a:close/>
                </a:path>
                <a:path w="48895" h="67310">
                  <a:moveTo>
                    <a:pt x="9144" y="50292"/>
                  </a:moveTo>
                  <a:lnTo>
                    <a:pt x="9144" y="44196"/>
                  </a:lnTo>
                  <a:lnTo>
                    <a:pt x="32004" y="44196"/>
                  </a:lnTo>
                  <a:lnTo>
                    <a:pt x="32004" y="50292"/>
                  </a:lnTo>
                  <a:lnTo>
                    <a:pt x="9144" y="50292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518904" y="6281928"/>
              <a:ext cx="195071" cy="73152"/>
            </a:xfrm>
            <a:prstGeom prst="rect">
              <a:avLst/>
            </a:prstGeom>
          </p:spPr>
        </p:pic>
        <p:sp>
          <p:nvSpPr>
            <p:cNvPr id="48" name="object 48" descr=""/>
            <p:cNvSpPr/>
            <p:nvPr/>
          </p:nvSpPr>
          <p:spPr>
            <a:xfrm>
              <a:off x="6417564" y="4934724"/>
              <a:ext cx="2746375" cy="1290955"/>
            </a:xfrm>
            <a:custGeom>
              <a:avLst/>
              <a:gdLst/>
              <a:ahLst/>
              <a:cxnLst/>
              <a:rect l="l" t="t" r="r" b="b"/>
              <a:pathLst>
                <a:path w="2746375" h="1290954">
                  <a:moveTo>
                    <a:pt x="563880" y="1088136"/>
                  </a:moveTo>
                  <a:lnTo>
                    <a:pt x="0" y="1088136"/>
                  </a:lnTo>
                  <a:lnTo>
                    <a:pt x="0" y="1290815"/>
                  </a:lnTo>
                  <a:lnTo>
                    <a:pt x="563880" y="1290815"/>
                  </a:lnTo>
                  <a:lnTo>
                    <a:pt x="563880" y="1088136"/>
                  </a:lnTo>
                  <a:close/>
                </a:path>
                <a:path w="2746375" h="1290954">
                  <a:moveTo>
                    <a:pt x="1290828" y="841248"/>
                  </a:moveTo>
                  <a:lnTo>
                    <a:pt x="726948" y="841248"/>
                  </a:lnTo>
                  <a:lnTo>
                    <a:pt x="726948" y="1089647"/>
                  </a:lnTo>
                  <a:lnTo>
                    <a:pt x="1290828" y="1089647"/>
                  </a:lnTo>
                  <a:lnTo>
                    <a:pt x="1290828" y="841248"/>
                  </a:lnTo>
                  <a:close/>
                </a:path>
                <a:path w="2746375" h="1290954">
                  <a:moveTo>
                    <a:pt x="2017776" y="574548"/>
                  </a:moveTo>
                  <a:lnTo>
                    <a:pt x="1455420" y="574548"/>
                  </a:lnTo>
                  <a:lnTo>
                    <a:pt x="1455420" y="842772"/>
                  </a:lnTo>
                  <a:lnTo>
                    <a:pt x="2017776" y="842772"/>
                  </a:lnTo>
                  <a:lnTo>
                    <a:pt x="2017776" y="574548"/>
                  </a:lnTo>
                  <a:close/>
                </a:path>
                <a:path w="2746375" h="1290954">
                  <a:moveTo>
                    <a:pt x="2746248" y="0"/>
                  </a:moveTo>
                  <a:lnTo>
                    <a:pt x="2182368" y="0"/>
                  </a:lnTo>
                  <a:lnTo>
                    <a:pt x="2182368" y="576072"/>
                  </a:lnTo>
                  <a:lnTo>
                    <a:pt x="2746248" y="576072"/>
                  </a:lnTo>
                  <a:lnTo>
                    <a:pt x="2746248" y="0"/>
                  </a:lnTo>
                  <a:close/>
                </a:path>
              </a:pathLst>
            </a:custGeom>
            <a:solidFill>
              <a:srgbClr val="1AAA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9326880" y="4934712"/>
              <a:ext cx="563880" cy="1290955"/>
            </a:xfrm>
            <a:custGeom>
              <a:avLst/>
              <a:gdLst/>
              <a:ahLst/>
              <a:cxnLst/>
              <a:rect l="l" t="t" r="r" b="b"/>
              <a:pathLst>
                <a:path w="563879" h="1290954">
                  <a:moveTo>
                    <a:pt x="0" y="1290827"/>
                  </a:moveTo>
                  <a:lnTo>
                    <a:pt x="0" y="0"/>
                  </a:lnTo>
                  <a:lnTo>
                    <a:pt x="563879" y="0"/>
                  </a:lnTo>
                  <a:lnTo>
                    <a:pt x="563879" y="1290827"/>
                  </a:lnTo>
                  <a:lnTo>
                    <a:pt x="0" y="1290827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6417564" y="4930139"/>
              <a:ext cx="3473450" cy="1099185"/>
            </a:xfrm>
            <a:custGeom>
              <a:avLst/>
              <a:gdLst/>
              <a:ahLst/>
              <a:cxnLst/>
              <a:rect l="l" t="t" r="r" b="b"/>
              <a:pathLst>
                <a:path w="3473450" h="1099185">
                  <a:moveTo>
                    <a:pt x="1290828" y="1089672"/>
                  </a:moveTo>
                  <a:lnTo>
                    <a:pt x="0" y="1089672"/>
                  </a:lnTo>
                  <a:lnTo>
                    <a:pt x="0" y="1098816"/>
                  </a:lnTo>
                  <a:lnTo>
                    <a:pt x="1290828" y="1098816"/>
                  </a:lnTo>
                  <a:lnTo>
                    <a:pt x="1290828" y="1089672"/>
                  </a:lnTo>
                  <a:close/>
                </a:path>
                <a:path w="3473450" h="1099185">
                  <a:moveTo>
                    <a:pt x="2017776" y="842784"/>
                  </a:moveTo>
                  <a:lnTo>
                    <a:pt x="726948" y="842784"/>
                  </a:lnTo>
                  <a:lnTo>
                    <a:pt x="726948" y="851916"/>
                  </a:lnTo>
                  <a:lnTo>
                    <a:pt x="2017776" y="851916"/>
                  </a:lnTo>
                  <a:lnTo>
                    <a:pt x="2017776" y="842784"/>
                  </a:lnTo>
                  <a:close/>
                </a:path>
                <a:path w="3473450" h="1099185">
                  <a:moveTo>
                    <a:pt x="2746248" y="574548"/>
                  </a:moveTo>
                  <a:lnTo>
                    <a:pt x="1455420" y="574548"/>
                  </a:lnTo>
                  <a:lnTo>
                    <a:pt x="1455420" y="585216"/>
                  </a:lnTo>
                  <a:lnTo>
                    <a:pt x="2746248" y="585216"/>
                  </a:lnTo>
                  <a:lnTo>
                    <a:pt x="2746248" y="574548"/>
                  </a:lnTo>
                  <a:close/>
                </a:path>
                <a:path w="3473450" h="1099185">
                  <a:moveTo>
                    <a:pt x="3473196" y="0"/>
                  </a:moveTo>
                  <a:lnTo>
                    <a:pt x="2182368" y="0"/>
                  </a:lnTo>
                  <a:lnTo>
                    <a:pt x="2182368" y="10668"/>
                  </a:lnTo>
                  <a:lnTo>
                    <a:pt x="3473196" y="10668"/>
                  </a:lnTo>
                  <a:lnTo>
                    <a:pt x="3473196" y="0"/>
                  </a:lnTo>
                  <a:close/>
                </a:path>
              </a:pathLst>
            </a:custGeom>
            <a:solidFill>
              <a:srgbClr val="B3AF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644896" y="4474463"/>
              <a:ext cx="1453895" cy="80772"/>
            </a:xfrm>
            <a:prstGeom prst="rect">
              <a:avLst/>
            </a:prstGeom>
          </p:spPr>
        </p:pic>
        <p:sp>
          <p:nvSpPr>
            <p:cNvPr id="52" name="object 52" descr=""/>
            <p:cNvSpPr/>
            <p:nvPr/>
          </p:nvSpPr>
          <p:spPr>
            <a:xfrm>
              <a:off x="7114032" y="4472939"/>
              <a:ext cx="10795" cy="81280"/>
            </a:xfrm>
            <a:custGeom>
              <a:avLst/>
              <a:gdLst/>
              <a:ahLst/>
              <a:cxnLst/>
              <a:rect l="l" t="t" r="r" b="b"/>
              <a:pathLst>
                <a:path w="10795" h="81279">
                  <a:moveTo>
                    <a:pt x="0" y="80771"/>
                  </a:moveTo>
                  <a:lnTo>
                    <a:pt x="0" y="0"/>
                  </a:lnTo>
                  <a:lnTo>
                    <a:pt x="10667" y="0"/>
                  </a:lnTo>
                  <a:lnTo>
                    <a:pt x="10667" y="80771"/>
                  </a:lnTo>
                  <a:lnTo>
                    <a:pt x="0" y="80771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836676" y="2249423"/>
              <a:ext cx="4639310" cy="396875"/>
            </a:xfrm>
            <a:custGeom>
              <a:avLst/>
              <a:gdLst/>
              <a:ahLst/>
              <a:cxnLst/>
              <a:rect l="l" t="t" r="r" b="b"/>
              <a:pathLst>
                <a:path w="4639310" h="396875">
                  <a:moveTo>
                    <a:pt x="4639056" y="0"/>
                  </a:moveTo>
                  <a:lnTo>
                    <a:pt x="0" y="0"/>
                  </a:lnTo>
                  <a:lnTo>
                    <a:pt x="0" y="396252"/>
                  </a:lnTo>
                  <a:lnTo>
                    <a:pt x="4639056" y="396252"/>
                  </a:lnTo>
                  <a:lnTo>
                    <a:pt x="46390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902208" y="2314955"/>
              <a:ext cx="2230120" cy="177165"/>
            </a:xfrm>
            <a:custGeom>
              <a:avLst/>
              <a:gdLst/>
              <a:ahLst/>
              <a:cxnLst/>
              <a:rect l="l" t="t" r="r" b="b"/>
              <a:pathLst>
                <a:path w="2230120" h="177164">
                  <a:moveTo>
                    <a:pt x="0" y="137160"/>
                  </a:moveTo>
                  <a:lnTo>
                    <a:pt x="0" y="28956"/>
                  </a:lnTo>
                  <a:lnTo>
                    <a:pt x="3048" y="24384"/>
                  </a:lnTo>
                  <a:lnTo>
                    <a:pt x="4572" y="19812"/>
                  </a:lnTo>
                  <a:lnTo>
                    <a:pt x="2194560" y="0"/>
                  </a:lnTo>
                  <a:lnTo>
                    <a:pt x="2200656" y="1524"/>
                  </a:lnTo>
                  <a:lnTo>
                    <a:pt x="2209799" y="4572"/>
                  </a:lnTo>
                  <a:lnTo>
                    <a:pt x="2214372" y="7620"/>
                  </a:lnTo>
                  <a:lnTo>
                    <a:pt x="2217420" y="12192"/>
                  </a:lnTo>
                  <a:lnTo>
                    <a:pt x="2221992" y="15240"/>
                  </a:lnTo>
                  <a:lnTo>
                    <a:pt x="2225040" y="19812"/>
                  </a:lnTo>
                  <a:lnTo>
                    <a:pt x="2228088" y="28956"/>
                  </a:lnTo>
                  <a:lnTo>
                    <a:pt x="2229612" y="35052"/>
                  </a:lnTo>
                  <a:lnTo>
                    <a:pt x="2229612" y="141732"/>
                  </a:lnTo>
                  <a:lnTo>
                    <a:pt x="2228088" y="147828"/>
                  </a:lnTo>
                  <a:lnTo>
                    <a:pt x="2225040" y="156972"/>
                  </a:lnTo>
                  <a:lnTo>
                    <a:pt x="2221992" y="161544"/>
                  </a:lnTo>
                  <a:lnTo>
                    <a:pt x="2221992" y="36576"/>
                  </a:lnTo>
                  <a:lnTo>
                    <a:pt x="2218944" y="27432"/>
                  </a:lnTo>
                  <a:lnTo>
                    <a:pt x="2217420" y="24384"/>
                  </a:lnTo>
                  <a:lnTo>
                    <a:pt x="2215896" y="19812"/>
                  </a:lnTo>
                  <a:lnTo>
                    <a:pt x="2209799" y="13716"/>
                  </a:lnTo>
                  <a:lnTo>
                    <a:pt x="2205228" y="12192"/>
                  </a:lnTo>
                  <a:lnTo>
                    <a:pt x="2202180" y="10668"/>
                  </a:lnTo>
                  <a:lnTo>
                    <a:pt x="2197608" y="9144"/>
                  </a:lnTo>
                  <a:lnTo>
                    <a:pt x="2194560" y="7620"/>
                  </a:lnTo>
                  <a:lnTo>
                    <a:pt x="35052" y="7620"/>
                  </a:lnTo>
                  <a:lnTo>
                    <a:pt x="32004" y="9144"/>
                  </a:lnTo>
                  <a:lnTo>
                    <a:pt x="22860" y="12192"/>
                  </a:lnTo>
                  <a:lnTo>
                    <a:pt x="19812" y="13716"/>
                  </a:lnTo>
                  <a:lnTo>
                    <a:pt x="13716" y="19812"/>
                  </a:lnTo>
                  <a:lnTo>
                    <a:pt x="12192" y="24384"/>
                  </a:lnTo>
                  <a:lnTo>
                    <a:pt x="10668" y="27432"/>
                  </a:lnTo>
                  <a:lnTo>
                    <a:pt x="7620" y="36576"/>
                  </a:lnTo>
                  <a:lnTo>
                    <a:pt x="7620" y="137160"/>
                  </a:lnTo>
                  <a:lnTo>
                    <a:pt x="0" y="137160"/>
                  </a:lnTo>
                  <a:close/>
                </a:path>
                <a:path w="2230120" h="177164">
                  <a:moveTo>
                    <a:pt x="0" y="147828"/>
                  </a:moveTo>
                  <a:lnTo>
                    <a:pt x="0" y="137160"/>
                  </a:lnTo>
                  <a:lnTo>
                    <a:pt x="7620" y="137160"/>
                  </a:lnTo>
                  <a:lnTo>
                    <a:pt x="7620" y="141732"/>
                  </a:lnTo>
                  <a:lnTo>
                    <a:pt x="9144" y="144780"/>
                  </a:lnTo>
                  <a:lnTo>
                    <a:pt x="10668" y="149352"/>
                  </a:lnTo>
                  <a:lnTo>
                    <a:pt x="12192" y="152400"/>
                  </a:lnTo>
                  <a:lnTo>
                    <a:pt x="13716" y="156972"/>
                  </a:lnTo>
                  <a:lnTo>
                    <a:pt x="19812" y="163068"/>
                  </a:lnTo>
                  <a:lnTo>
                    <a:pt x="22860" y="164592"/>
                  </a:lnTo>
                  <a:lnTo>
                    <a:pt x="32004" y="167640"/>
                  </a:lnTo>
                  <a:lnTo>
                    <a:pt x="35052" y="169164"/>
                  </a:lnTo>
                  <a:lnTo>
                    <a:pt x="2194560" y="169164"/>
                  </a:lnTo>
                  <a:lnTo>
                    <a:pt x="2197608" y="167640"/>
                  </a:lnTo>
                  <a:lnTo>
                    <a:pt x="2202180" y="166116"/>
                  </a:lnTo>
                  <a:lnTo>
                    <a:pt x="2205228" y="164592"/>
                  </a:lnTo>
                  <a:lnTo>
                    <a:pt x="2209799" y="163068"/>
                  </a:lnTo>
                  <a:lnTo>
                    <a:pt x="2215896" y="156972"/>
                  </a:lnTo>
                  <a:lnTo>
                    <a:pt x="2217420" y="152400"/>
                  </a:lnTo>
                  <a:lnTo>
                    <a:pt x="2218944" y="149352"/>
                  </a:lnTo>
                  <a:lnTo>
                    <a:pt x="2220468" y="144780"/>
                  </a:lnTo>
                  <a:lnTo>
                    <a:pt x="2221992" y="141732"/>
                  </a:lnTo>
                  <a:lnTo>
                    <a:pt x="2221992" y="161544"/>
                  </a:lnTo>
                  <a:lnTo>
                    <a:pt x="2217420" y="164592"/>
                  </a:lnTo>
                  <a:lnTo>
                    <a:pt x="2214372" y="169164"/>
                  </a:lnTo>
                  <a:lnTo>
                    <a:pt x="2209799" y="172212"/>
                  </a:lnTo>
                  <a:lnTo>
                    <a:pt x="2205228" y="173736"/>
                  </a:lnTo>
                  <a:lnTo>
                    <a:pt x="2200656" y="176784"/>
                  </a:lnTo>
                  <a:lnTo>
                    <a:pt x="28956" y="176784"/>
                  </a:lnTo>
                  <a:lnTo>
                    <a:pt x="24384" y="173736"/>
                  </a:lnTo>
                  <a:lnTo>
                    <a:pt x="19812" y="172212"/>
                  </a:lnTo>
                  <a:lnTo>
                    <a:pt x="15240" y="169164"/>
                  </a:lnTo>
                  <a:lnTo>
                    <a:pt x="7620" y="161544"/>
                  </a:lnTo>
                  <a:lnTo>
                    <a:pt x="4572" y="156972"/>
                  </a:lnTo>
                  <a:lnTo>
                    <a:pt x="3048" y="152400"/>
                  </a:lnTo>
                  <a:lnTo>
                    <a:pt x="0" y="1478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900428" y="2359151"/>
              <a:ext cx="155448" cy="77724"/>
            </a:xfrm>
            <a:prstGeom prst="rect">
              <a:avLst/>
            </a:prstGeom>
          </p:spPr>
        </p:pic>
        <p:sp>
          <p:nvSpPr>
            <p:cNvPr id="56" name="object 56" descr=""/>
            <p:cNvSpPr/>
            <p:nvPr/>
          </p:nvSpPr>
          <p:spPr>
            <a:xfrm>
              <a:off x="2081784" y="2359151"/>
              <a:ext cx="50800" cy="78105"/>
            </a:xfrm>
            <a:custGeom>
              <a:avLst/>
              <a:gdLst/>
              <a:ahLst/>
              <a:cxnLst/>
              <a:rect l="l" t="t" r="r" b="b"/>
              <a:pathLst>
                <a:path w="50800" h="78105">
                  <a:moveTo>
                    <a:pt x="35052" y="41148"/>
                  </a:moveTo>
                  <a:lnTo>
                    <a:pt x="35052" y="33528"/>
                  </a:lnTo>
                  <a:lnTo>
                    <a:pt x="39624" y="35052"/>
                  </a:lnTo>
                  <a:lnTo>
                    <a:pt x="48768" y="44196"/>
                  </a:lnTo>
                  <a:lnTo>
                    <a:pt x="50292" y="48768"/>
                  </a:lnTo>
                  <a:lnTo>
                    <a:pt x="50292" y="60960"/>
                  </a:lnTo>
                  <a:lnTo>
                    <a:pt x="47244" y="65532"/>
                  </a:lnTo>
                  <a:lnTo>
                    <a:pt x="42672" y="71628"/>
                  </a:lnTo>
                  <a:lnTo>
                    <a:pt x="41148" y="73152"/>
                  </a:lnTo>
                  <a:lnTo>
                    <a:pt x="41148" y="48768"/>
                  </a:lnTo>
                  <a:lnTo>
                    <a:pt x="39624" y="45720"/>
                  </a:lnTo>
                  <a:lnTo>
                    <a:pt x="35052" y="41148"/>
                  </a:lnTo>
                  <a:close/>
                </a:path>
                <a:path w="50800" h="78105">
                  <a:moveTo>
                    <a:pt x="0" y="19812"/>
                  </a:moveTo>
                  <a:lnTo>
                    <a:pt x="0" y="13716"/>
                  </a:lnTo>
                  <a:lnTo>
                    <a:pt x="3048" y="9144"/>
                  </a:lnTo>
                  <a:lnTo>
                    <a:pt x="7620" y="6096"/>
                  </a:lnTo>
                  <a:lnTo>
                    <a:pt x="10668" y="1524"/>
                  </a:lnTo>
                  <a:lnTo>
                    <a:pt x="16764" y="0"/>
                  </a:lnTo>
                  <a:lnTo>
                    <a:pt x="27432" y="0"/>
                  </a:lnTo>
                  <a:lnTo>
                    <a:pt x="33528" y="3048"/>
                  </a:lnTo>
                  <a:lnTo>
                    <a:pt x="38100" y="4572"/>
                  </a:lnTo>
                  <a:lnTo>
                    <a:pt x="42672" y="9144"/>
                  </a:lnTo>
                  <a:lnTo>
                    <a:pt x="44196" y="12192"/>
                  </a:lnTo>
                  <a:lnTo>
                    <a:pt x="45720" y="16764"/>
                  </a:lnTo>
                  <a:lnTo>
                    <a:pt x="45720" y="22860"/>
                  </a:lnTo>
                  <a:lnTo>
                    <a:pt x="44196" y="25908"/>
                  </a:lnTo>
                  <a:lnTo>
                    <a:pt x="42672" y="27432"/>
                  </a:lnTo>
                  <a:lnTo>
                    <a:pt x="41148" y="30480"/>
                  </a:lnTo>
                  <a:lnTo>
                    <a:pt x="36576" y="32766"/>
                  </a:lnTo>
                  <a:lnTo>
                    <a:pt x="36576" y="16764"/>
                  </a:lnTo>
                  <a:lnTo>
                    <a:pt x="35052" y="13716"/>
                  </a:lnTo>
                  <a:lnTo>
                    <a:pt x="32004" y="12192"/>
                  </a:lnTo>
                  <a:lnTo>
                    <a:pt x="30480" y="10668"/>
                  </a:lnTo>
                  <a:lnTo>
                    <a:pt x="27432" y="9144"/>
                  </a:lnTo>
                  <a:lnTo>
                    <a:pt x="19812" y="9144"/>
                  </a:lnTo>
                  <a:lnTo>
                    <a:pt x="15240" y="10668"/>
                  </a:lnTo>
                  <a:lnTo>
                    <a:pt x="10668" y="15240"/>
                  </a:lnTo>
                  <a:lnTo>
                    <a:pt x="9144" y="18288"/>
                  </a:lnTo>
                  <a:lnTo>
                    <a:pt x="9144" y="21336"/>
                  </a:lnTo>
                  <a:lnTo>
                    <a:pt x="0" y="19812"/>
                  </a:lnTo>
                  <a:close/>
                </a:path>
                <a:path w="50800" h="78105">
                  <a:moveTo>
                    <a:pt x="0" y="62484"/>
                  </a:moveTo>
                  <a:lnTo>
                    <a:pt x="0" y="56388"/>
                  </a:lnTo>
                  <a:lnTo>
                    <a:pt x="9144" y="54864"/>
                  </a:lnTo>
                  <a:lnTo>
                    <a:pt x="9144" y="59436"/>
                  </a:lnTo>
                  <a:lnTo>
                    <a:pt x="10668" y="64008"/>
                  </a:lnTo>
                  <a:lnTo>
                    <a:pt x="13716" y="65532"/>
                  </a:lnTo>
                  <a:lnTo>
                    <a:pt x="16764" y="68580"/>
                  </a:lnTo>
                  <a:lnTo>
                    <a:pt x="28956" y="68580"/>
                  </a:lnTo>
                  <a:lnTo>
                    <a:pt x="33528" y="67056"/>
                  </a:lnTo>
                  <a:lnTo>
                    <a:pt x="39624" y="60960"/>
                  </a:lnTo>
                  <a:lnTo>
                    <a:pt x="41148" y="57912"/>
                  </a:lnTo>
                  <a:lnTo>
                    <a:pt x="41148" y="73152"/>
                  </a:lnTo>
                  <a:lnTo>
                    <a:pt x="38100" y="76200"/>
                  </a:lnTo>
                  <a:lnTo>
                    <a:pt x="32004" y="77724"/>
                  </a:lnTo>
                  <a:lnTo>
                    <a:pt x="16764" y="77724"/>
                  </a:lnTo>
                  <a:lnTo>
                    <a:pt x="12192" y="76200"/>
                  </a:lnTo>
                  <a:lnTo>
                    <a:pt x="7620" y="71628"/>
                  </a:lnTo>
                  <a:lnTo>
                    <a:pt x="3048" y="68580"/>
                  </a:lnTo>
                  <a:lnTo>
                    <a:pt x="0" y="62484"/>
                  </a:lnTo>
                  <a:close/>
                </a:path>
                <a:path w="50800" h="78105">
                  <a:moveTo>
                    <a:pt x="18288" y="39624"/>
                  </a:moveTo>
                  <a:lnTo>
                    <a:pt x="19812" y="30480"/>
                  </a:lnTo>
                  <a:lnTo>
                    <a:pt x="27432" y="30480"/>
                  </a:lnTo>
                  <a:lnTo>
                    <a:pt x="30480" y="27432"/>
                  </a:lnTo>
                  <a:lnTo>
                    <a:pt x="35052" y="25908"/>
                  </a:lnTo>
                  <a:lnTo>
                    <a:pt x="36576" y="22860"/>
                  </a:lnTo>
                  <a:lnTo>
                    <a:pt x="36576" y="32766"/>
                  </a:lnTo>
                  <a:lnTo>
                    <a:pt x="35052" y="33528"/>
                  </a:lnTo>
                  <a:lnTo>
                    <a:pt x="35052" y="41148"/>
                  </a:lnTo>
                  <a:lnTo>
                    <a:pt x="33528" y="39624"/>
                  </a:lnTo>
                  <a:lnTo>
                    <a:pt x="18288" y="3962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3183636" y="2319527"/>
              <a:ext cx="2223770" cy="169545"/>
            </a:xfrm>
            <a:custGeom>
              <a:avLst/>
              <a:gdLst/>
              <a:ahLst/>
              <a:cxnLst/>
              <a:rect l="l" t="t" r="r" b="b"/>
              <a:pathLst>
                <a:path w="2223770" h="169544">
                  <a:moveTo>
                    <a:pt x="0" y="137159"/>
                  </a:moveTo>
                  <a:lnTo>
                    <a:pt x="0" y="132587"/>
                  </a:lnTo>
                  <a:lnTo>
                    <a:pt x="0" y="30479"/>
                  </a:lnTo>
                  <a:lnTo>
                    <a:pt x="4571" y="16763"/>
                  </a:lnTo>
                  <a:lnTo>
                    <a:pt x="15239" y="6095"/>
                  </a:lnTo>
                  <a:lnTo>
                    <a:pt x="18287" y="4571"/>
                  </a:lnTo>
                  <a:lnTo>
                    <a:pt x="22859" y="1523"/>
                  </a:lnTo>
                  <a:lnTo>
                    <a:pt x="27431" y="0"/>
                  </a:lnTo>
                  <a:lnTo>
                    <a:pt x="2196083" y="0"/>
                  </a:lnTo>
                  <a:lnTo>
                    <a:pt x="2200655" y="1523"/>
                  </a:lnTo>
                  <a:lnTo>
                    <a:pt x="2205228" y="4571"/>
                  </a:lnTo>
                  <a:lnTo>
                    <a:pt x="2208275" y="6095"/>
                  </a:lnTo>
                  <a:lnTo>
                    <a:pt x="2218944" y="16763"/>
                  </a:lnTo>
                  <a:lnTo>
                    <a:pt x="2223516" y="30479"/>
                  </a:lnTo>
                  <a:lnTo>
                    <a:pt x="2223516" y="137159"/>
                  </a:lnTo>
                  <a:lnTo>
                    <a:pt x="2218944" y="150875"/>
                  </a:lnTo>
                  <a:lnTo>
                    <a:pt x="2215895" y="153923"/>
                  </a:lnTo>
                  <a:lnTo>
                    <a:pt x="2212848" y="158495"/>
                  </a:lnTo>
                  <a:lnTo>
                    <a:pt x="2208275" y="161543"/>
                  </a:lnTo>
                  <a:lnTo>
                    <a:pt x="2205228" y="164591"/>
                  </a:lnTo>
                  <a:lnTo>
                    <a:pt x="2191512" y="169163"/>
                  </a:lnTo>
                  <a:lnTo>
                    <a:pt x="32004" y="169163"/>
                  </a:lnTo>
                  <a:lnTo>
                    <a:pt x="18288" y="164591"/>
                  </a:lnTo>
                  <a:lnTo>
                    <a:pt x="15240" y="161544"/>
                  </a:lnTo>
                  <a:lnTo>
                    <a:pt x="10668" y="158495"/>
                  </a:lnTo>
                  <a:lnTo>
                    <a:pt x="7620" y="153923"/>
                  </a:lnTo>
                  <a:lnTo>
                    <a:pt x="4572" y="150875"/>
                  </a:lnTo>
                  <a:lnTo>
                    <a:pt x="0" y="1371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3180588" y="2314955"/>
              <a:ext cx="2230120" cy="177165"/>
            </a:xfrm>
            <a:custGeom>
              <a:avLst/>
              <a:gdLst/>
              <a:ahLst/>
              <a:cxnLst/>
              <a:rect l="l" t="t" r="r" b="b"/>
              <a:pathLst>
                <a:path w="2230120" h="177164">
                  <a:moveTo>
                    <a:pt x="0" y="137160"/>
                  </a:moveTo>
                  <a:lnTo>
                    <a:pt x="0" y="35052"/>
                  </a:lnTo>
                  <a:lnTo>
                    <a:pt x="12192" y="12192"/>
                  </a:lnTo>
                  <a:lnTo>
                    <a:pt x="15240" y="7620"/>
                  </a:lnTo>
                  <a:lnTo>
                    <a:pt x="19812" y="4572"/>
                  </a:lnTo>
                  <a:lnTo>
                    <a:pt x="28956" y="1524"/>
                  </a:lnTo>
                  <a:lnTo>
                    <a:pt x="35052" y="0"/>
                  </a:lnTo>
                  <a:lnTo>
                    <a:pt x="2194560" y="0"/>
                  </a:lnTo>
                  <a:lnTo>
                    <a:pt x="2200656" y="1524"/>
                  </a:lnTo>
                  <a:lnTo>
                    <a:pt x="2226564" y="24384"/>
                  </a:lnTo>
                  <a:lnTo>
                    <a:pt x="2229612" y="28956"/>
                  </a:lnTo>
                  <a:lnTo>
                    <a:pt x="2229612" y="147828"/>
                  </a:lnTo>
                  <a:lnTo>
                    <a:pt x="2226564" y="152400"/>
                  </a:lnTo>
                  <a:lnTo>
                    <a:pt x="2225040" y="156972"/>
                  </a:lnTo>
                  <a:lnTo>
                    <a:pt x="2221992" y="161544"/>
                  </a:lnTo>
                  <a:lnTo>
                    <a:pt x="2221992" y="36576"/>
                  </a:lnTo>
                  <a:lnTo>
                    <a:pt x="2218944" y="27432"/>
                  </a:lnTo>
                  <a:lnTo>
                    <a:pt x="2217420" y="24384"/>
                  </a:lnTo>
                  <a:lnTo>
                    <a:pt x="2215896" y="19812"/>
                  </a:lnTo>
                  <a:lnTo>
                    <a:pt x="2209799" y="13716"/>
                  </a:lnTo>
                  <a:lnTo>
                    <a:pt x="2206752" y="12192"/>
                  </a:lnTo>
                  <a:lnTo>
                    <a:pt x="2197608" y="9144"/>
                  </a:lnTo>
                  <a:lnTo>
                    <a:pt x="2194560" y="7620"/>
                  </a:lnTo>
                  <a:lnTo>
                    <a:pt x="35052" y="7620"/>
                  </a:lnTo>
                  <a:lnTo>
                    <a:pt x="32004" y="9144"/>
                  </a:lnTo>
                  <a:lnTo>
                    <a:pt x="27432" y="10668"/>
                  </a:lnTo>
                  <a:lnTo>
                    <a:pt x="24384" y="12192"/>
                  </a:lnTo>
                  <a:lnTo>
                    <a:pt x="19812" y="13716"/>
                  </a:lnTo>
                  <a:lnTo>
                    <a:pt x="13716" y="19812"/>
                  </a:lnTo>
                  <a:lnTo>
                    <a:pt x="12192" y="24384"/>
                  </a:lnTo>
                  <a:lnTo>
                    <a:pt x="10668" y="27432"/>
                  </a:lnTo>
                  <a:lnTo>
                    <a:pt x="7620" y="36576"/>
                  </a:lnTo>
                  <a:lnTo>
                    <a:pt x="7620" y="137160"/>
                  </a:lnTo>
                  <a:lnTo>
                    <a:pt x="0" y="137160"/>
                  </a:lnTo>
                  <a:close/>
                </a:path>
                <a:path w="2230120" h="177164">
                  <a:moveTo>
                    <a:pt x="0" y="141732"/>
                  </a:moveTo>
                  <a:lnTo>
                    <a:pt x="0" y="137160"/>
                  </a:lnTo>
                  <a:lnTo>
                    <a:pt x="7620" y="137160"/>
                  </a:lnTo>
                  <a:lnTo>
                    <a:pt x="7620" y="141732"/>
                  </a:lnTo>
                  <a:lnTo>
                    <a:pt x="9144" y="144780"/>
                  </a:lnTo>
                  <a:lnTo>
                    <a:pt x="10668" y="149352"/>
                  </a:lnTo>
                  <a:lnTo>
                    <a:pt x="12192" y="152400"/>
                  </a:lnTo>
                  <a:lnTo>
                    <a:pt x="13716" y="156972"/>
                  </a:lnTo>
                  <a:lnTo>
                    <a:pt x="19812" y="163068"/>
                  </a:lnTo>
                  <a:lnTo>
                    <a:pt x="24384" y="164592"/>
                  </a:lnTo>
                  <a:lnTo>
                    <a:pt x="27432" y="166116"/>
                  </a:lnTo>
                  <a:lnTo>
                    <a:pt x="32004" y="167640"/>
                  </a:lnTo>
                  <a:lnTo>
                    <a:pt x="35052" y="169164"/>
                  </a:lnTo>
                  <a:lnTo>
                    <a:pt x="2194560" y="169164"/>
                  </a:lnTo>
                  <a:lnTo>
                    <a:pt x="2197608" y="167640"/>
                  </a:lnTo>
                  <a:lnTo>
                    <a:pt x="2206752" y="164592"/>
                  </a:lnTo>
                  <a:lnTo>
                    <a:pt x="2209799" y="163068"/>
                  </a:lnTo>
                  <a:lnTo>
                    <a:pt x="2215896" y="156972"/>
                  </a:lnTo>
                  <a:lnTo>
                    <a:pt x="2217420" y="152400"/>
                  </a:lnTo>
                  <a:lnTo>
                    <a:pt x="2218944" y="149352"/>
                  </a:lnTo>
                  <a:lnTo>
                    <a:pt x="2220468" y="144780"/>
                  </a:lnTo>
                  <a:lnTo>
                    <a:pt x="2221992" y="141732"/>
                  </a:lnTo>
                  <a:lnTo>
                    <a:pt x="2221992" y="161544"/>
                  </a:lnTo>
                  <a:lnTo>
                    <a:pt x="2214372" y="169164"/>
                  </a:lnTo>
                  <a:lnTo>
                    <a:pt x="2209799" y="172212"/>
                  </a:lnTo>
                  <a:lnTo>
                    <a:pt x="2205228" y="173736"/>
                  </a:lnTo>
                  <a:lnTo>
                    <a:pt x="2200656" y="176784"/>
                  </a:lnTo>
                  <a:lnTo>
                    <a:pt x="28956" y="176784"/>
                  </a:lnTo>
                  <a:lnTo>
                    <a:pt x="24384" y="173736"/>
                  </a:lnTo>
                  <a:lnTo>
                    <a:pt x="19812" y="172212"/>
                  </a:lnTo>
                  <a:lnTo>
                    <a:pt x="15240" y="169164"/>
                  </a:lnTo>
                  <a:lnTo>
                    <a:pt x="12192" y="164592"/>
                  </a:lnTo>
                  <a:lnTo>
                    <a:pt x="7620" y="161544"/>
                  </a:lnTo>
                  <a:lnTo>
                    <a:pt x="4572" y="156972"/>
                  </a:lnTo>
                  <a:lnTo>
                    <a:pt x="1524" y="147828"/>
                  </a:lnTo>
                  <a:lnTo>
                    <a:pt x="0" y="1417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178808" y="2359151"/>
              <a:ext cx="156972" cy="77724"/>
            </a:xfrm>
            <a:prstGeom prst="rect">
              <a:avLst/>
            </a:prstGeom>
          </p:spPr>
        </p:pic>
        <p:sp>
          <p:nvSpPr>
            <p:cNvPr id="60" name="object 60" descr=""/>
            <p:cNvSpPr/>
            <p:nvPr/>
          </p:nvSpPr>
          <p:spPr>
            <a:xfrm>
              <a:off x="4357116" y="2360675"/>
              <a:ext cx="53340" cy="74930"/>
            </a:xfrm>
            <a:custGeom>
              <a:avLst/>
              <a:gdLst/>
              <a:ahLst/>
              <a:cxnLst/>
              <a:rect l="l" t="t" r="r" b="b"/>
              <a:pathLst>
                <a:path w="53339" h="74930">
                  <a:moveTo>
                    <a:pt x="44196" y="56388"/>
                  </a:moveTo>
                  <a:lnTo>
                    <a:pt x="44196" y="47244"/>
                  </a:lnTo>
                  <a:lnTo>
                    <a:pt x="53340" y="47244"/>
                  </a:lnTo>
                  <a:lnTo>
                    <a:pt x="53340" y="56388"/>
                  </a:lnTo>
                  <a:lnTo>
                    <a:pt x="44196" y="56388"/>
                  </a:lnTo>
                  <a:close/>
                </a:path>
                <a:path w="53339" h="74930">
                  <a:moveTo>
                    <a:pt x="0" y="56388"/>
                  </a:moveTo>
                  <a:lnTo>
                    <a:pt x="0" y="47244"/>
                  </a:lnTo>
                  <a:lnTo>
                    <a:pt x="36576" y="0"/>
                  </a:lnTo>
                  <a:lnTo>
                    <a:pt x="44196" y="0"/>
                  </a:lnTo>
                  <a:lnTo>
                    <a:pt x="44196" y="74676"/>
                  </a:lnTo>
                  <a:lnTo>
                    <a:pt x="35052" y="74676"/>
                  </a:lnTo>
                  <a:lnTo>
                    <a:pt x="35052" y="16764"/>
                  </a:lnTo>
                  <a:lnTo>
                    <a:pt x="10668" y="47244"/>
                  </a:lnTo>
                  <a:lnTo>
                    <a:pt x="10668" y="56388"/>
                  </a:lnTo>
                  <a:lnTo>
                    <a:pt x="0" y="56388"/>
                  </a:lnTo>
                  <a:close/>
                </a:path>
                <a:path w="53339" h="74930">
                  <a:moveTo>
                    <a:pt x="10668" y="56388"/>
                  </a:moveTo>
                  <a:lnTo>
                    <a:pt x="10668" y="47244"/>
                  </a:lnTo>
                  <a:lnTo>
                    <a:pt x="35052" y="47244"/>
                  </a:lnTo>
                  <a:lnTo>
                    <a:pt x="35052" y="56388"/>
                  </a:lnTo>
                  <a:lnTo>
                    <a:pt x="10668" y="56388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5594604" y="2209800"/>
              <a:ext cx="2562225" cy="1885314"/>
            </a:xfrm>
            <a:custGeom>
              <a:avLst/>
              <a:gdLst/>
              <a:ahLst/>
              <a:cxnLst/>
              <a:rect l="l" t="t" r="r" b="b"/>
              <a:pathLst>
                <a:path w="2562225" h="1885314">
                  <a:moveTo>
                    <a:pt x="0" y="1885188"/>
                  </a:moveTo>
                  <a:lnTo>
                    <a:pt x="0" y="0"/>
                  </a:lnTo>
                  <a:lnTo>
                    <a:pt x="2561844" y="0"/>
                  </a:lnTo>
                  <a:lnTo>
                    <a:pt x="2561844" y="1885188"/>
                  </a:lnTo>
                  <a:lnTo>
                    <a:pt x="0" y="1885188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6746748" y="2734055"/>
              <a:ext cx="257810" cy="257810"/>
            </a:xfrm>
            <a:custGeom>
              <a:avLst/>
              <a:gdLst/>
              <a:ahLst/>
              <a:cxnLst/>
              <a:rect l="l" t="t" r="r" b="b"/>
              <a:pathLst>
                <a:path w="257809" h="257810">
                  <a:moveTo>
                    <a:pt x="0" y="128016"/>
                  </a:moveTo>
                  <a:lnTo>
                    <a:pt x="7143" y="86510"/>
                  </a:lnTo>
                  <a:lnTo>
                    <a:pt x="27622" y="49911"/>
                  </a:lnTo>
                  <a:lnTo>
                    <a:pt x="57173" y="21383"/>
                  </a:lnTo>
                  <a:lnTo>
                    <a:pt x="94488" y="4572"/>
                  </a:lnTo>
                  <a:lnTo>
                    <a:pt x="129540" y="0"/>
                  </a:lnTo>
                  <a:lnTo>
                    <a:pt x="137279" y="248"/>
                  </a:lnTo>
                  <a:lnTo>
                    <a:pt x="178879" y="10096"/>
                  </a:lnTo>
                  <a:lnTo>
                    <a:pt x="213693" y="31765"/>
                  </a:lnTo>
                  <a:lnTo>
                    <a:pt x="219456" y="38100"/>
                  </a:lnTo>
                  <a:lnTo>
                    <a:pt x="225790" y="43862"/>
                  </a:lnTo>
                  <a:lnTo>
                    <a:pt x="247459" y="78676"/>
                  </a:lnTo>
                  <a:lnTo>
                    <a:pt x="257270" y="119776"/>
                  </a:lnTo>
                  <a:lnTo>
                    <a:pt x="257556" y="128016"/>
                  </a:lnTo>
                  <a:lnTo>
                    <a:pt x="257270" y="137136"/>
                  </a:lnTo>
                  <a:lnTo>
                    <a:pt x="247459" y="178879"/>
                  </a:lnTo>
                  <a:lnTo>
                    <a:pt x="242316" y="190361"/>
                  </a:lnTo>
                  <a:lnTo>
                    <a:pt x="242316" y="128016"/>
                  </a:lnTo>
                  <a:lnTo>
                    <a:pt x="242030" y="120276"/>
                  </a:lnTo>
                  <a:lnTo>
                    <a:pt x="230243" y="77628"/>
                  </a:lnTo>
                  <a:lnTo>
                    <a:pt x="208788" y="48768"/>
                  </a:lnTo>
                  <a:lnTo>
                    <a:pt x="203930" y="44196"/>
                  </a:lnTo>
                  <a:lnTo>
                    <a:pt x="166211" y="22121"/>
                  </a:lnTo>
                  <a:lnTo>
                    <a:pt x="129540" y="15240"/>
                  </a:lnTo>
                  <a:lnTo>
                    <a:pt x="121562" y="15525"/>
                  </a:lnTo>
                  <a:lnTo>
                    <a:pt x="78676" y="27236"/>
                  </a:lnTo>
                  <a:lnTo>
                    <a:pt x="44219" y="53625"/>
                  </a:lnTo>
                  <a:lnTo>
                    <a:pt x="22359" y="91344"/>
                  </a:lnTo>
                  <a:lnTo>
                    <a:pt x="16764" y="128016"/>
                  </a:lnTo>
                  <a:lnTo>
                    <a:pt x="16764" y="191016"/>
                  </a:lnTo>
                  <a:lnTo>
                    <a:pt x="14001" y="186428"/>
                  </a:lnTo>
                  <a:lnTo>
                    <a:pt x="1143" y="146113"/>
                  </a:lnTo>
                  <a:lnTo>
                    <a:pt x="285" y="137136"/>
                  </a:lnTo>
                  <a:lnTo>
                    <a:pt x="0" y="128016"/>
                  </a:lnTo>
                  <a:close/>
                </a:path>
                <a:path w="257809" h="257810">
                  <a:moveTo>
                    <a:pt x="16764" y="191016"/>
                  </a:moveTo>
                  <a:lnTo>
                    <a:pt x="16764" y="128016"/>
                  </a:lnTo>
                  <a:lnTo>
                    <a:pt x="17025" y="135993"/>
                  </a:lnTo>
                  <a:lnTo>
                    <a:pt x="17716" y="143827"/>
                  </a:lnTo>
                  <a:lnTo>
                    <a:pt x="32004" y="185928"/>
                  </a:lnTo>
                  <a:lnTo>
                    <a:pt x="60198" y="217741"/>
                  </a:lnTo>
                  <a:lnTo>
                    <a:pt x="99060" y="237744"/>
                  </a:lnTo>
                  <a:lnTo>
                    <a:pt x="129540" y="240791"/>
                  </a:lnTo>
                  <a:lnTo>
                    <a:pt x="137279" y="240530"/>
                  </a:lnTo>
                  <a:lnTo>
                    <a:pt x="179927" y="228957"/>
                  </a:lnTo>
                  <a:lnTo>
                    <a:pt x="185928" y="225552"/>
                  </a:lnTo>
                  <a:lnTo>
                    <a:pt x="192500" y="221861"/>
                  </a:lnTo>
                  <a:lnTo>
                    <a:pt x="222718" y="191643"/>
                  </a:lnTo>
                  <a:lnTo>
                    <a:pt x="227076" y="185928"/>
                  </a:lnTo>
                  <a:lnTo>
                    <a:pt x="241173" y="143827"/>
                  </a:lnTo>
                  <a:lnTo>
                    <a:pt x="242316" y="128016"/>
                  </a:lnTo>
                  <a:lnTo>
                    <a:pt x="242316" y="190361"/>
                  </a:lnTo>
                  <a:lnTo>
                    <a:pt x="219456" y="219455"/>
                  </a:lnTo>
                  <a:lnTo>
                    <a:pt x="213693" y="225123"/>
                  </a:lnTo>
                  <a:lnTo>
                    <a:pt x="207645" y="230505"/>
                  </a:lnTo>
                  <a:lnTo>
                    <a:pt x="201025" y="235315"/>
                  </a:lnTo>
                  <a:lnTo>
                    <a:pt x="193548" y="239267"/>
                  </a:lnTo>
                  <a:lnTo>
                    <a:pt x="186428" y="243554"/>
                  </a:lnTo>
                  <a:lnTo>
                    <a:pt x="146875" y="256413"/>
                  </a:lnTo>
                  <a:lnTo>
                    <a:pt x="129540" y="257555"/>
                  </a:lnTo>
                  <a:lnTo>
                    <a:pt x="121562" y="257300"/>
                  </a:lnTo>
                  <a:lnTo>
                    <a:pt x="78676" y="247269"/>
                  </a:lnTo>
                  <a:lnTo>
                    <a:pt x="64008" y="239267"/>
                  </a:lnTo>
                  <a:lnTo>
                    <a:pt x="57173" y="235315"/>
                  </a:lnTo>
                  <a:lnTo>
                    <a:pt x="27622" y="207073"/>
                  </a:lnTo>
                  <a:lnTo>
                    <a:pt x="18288" y="193548"/>
                  </a:lnTo>
                  <a:lnTo>
                    <a:pt x="16764" y="191016"/>
                  </a:lnTo>
                  <a:close/>
                </a:path>
                <a:path w="257809" h="257810">
                  <a:moveTo>
                    <a:pt x="73152" y="83820"/>
                  </a:moveTo>
                  <a:lnTo>
                    <a:pt x="85344" y="73152"/>
                  </a:lnTo>
                  <a:lnTo>
                    <a:pt x="129540" y="117348"/>
                  </a:lnTo>
                  <a:lnTo>
                    <a:pt x="173736" y="73152"/>
                  </a:lnTo>
                  <a:lnTo>
                    <a:pt x="184404" y="83820"/>
                  </a:lnTo>
                  <a:lnTo>
                    <a:pt x="140208" y="128016"/>
                  </a:lnTo>
                  <a:lnTo>
                    <a:pt x="140208" y="150876"/>
                  </a:lnTo>
                  <a:lnTo>
                    <a:pt x="129540" y="140208"/>
                  </a:lnTo>
                  <a:lnTo>
                    <a:pt x="117348" y="152400"/>
                  </a:lnTo>
                  <a:lnTo>
                    <a:pt x="117348" y="128016"/>
                  </a:lnTo>
                  <a:lnTo>
                    <a:pt x="73152" y="83820"/>
                  </a:lnTo>
                  <a:close/>
                </a:path>
                <a:path w="257809" h="257810">
                  <a:moveTo>
                    <a:pt x="140208" y="150876"/>
                  </a:moveTo>
                  <a:lnTo>
                    <a:pt x="140208" y="128016"/>
                  </a:lnTo>
                  <a:lnTo>
                    <a:pt x="184404" y="172212"/>
                  </a:lnTo>
                  <a:lnTo>
                    <a:pt x="173736" y="184403"/>
                  </a:lnTo>
                  <a:lnTo>
                    <a:pt x="140208" y="150876"/>
                  </a:lnTo>
                  <a:close/>
                </a:path>
                <a:path w="257809" h="257810">
                  <a:moveTo>
                    <a:pt x="73152" y="172212"/>
                  </a:moveTo>
                  <a:lnTo>
                    <a:pt x="117348" y="128016"/>
                  </a:lnTo>
                  <a:lnTo>
                    <a:pt x="117348" y="152400"/>
                  </a:lnTo>
                  <a:lnTo>
                    <a:pt x="85344" y="184403"/>
                  </a:lnTo>
                  <a:lnTo>
                    <a:pt x="73152" y="1722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794248" y="3061716"/>
              <a:ext cx="894587" cy="83820"/>
            </a:xfrm>
            <a:prstGeom prst="rect">
              <a:avLst/>
            </a:prstGeom>
          </p:spPr>
        </p:pic>
        <p:sp>
          <p:nvSpPr>
            <p:cNvPr id="64" name="object 64" descr=""/>
            <p:cNvSpPr/>
            <p:nvPr/>
          </p:nvSpPr>
          <p:spPr>
            <a:xfrm>
              <a:off x="7929373" y="3108959"/>
              <a:ext cx="32384" cy="9525"/>
            </a:xfrm>
            <a:custGeom>
              <a:avLst/>
              <a:gdLst/>
              <a:ahLst/>
              <a:cxnLst/>
              <a:rect l="l" t="t" r="r" b="b"/>
              <a:pathLst>
                <a:path w="32384" h="9525">
                  <a:moveTo>
                    <a:pt x="0" y="9143"/>
                  </a:moveTo>
                  <a:lnTo>
                    <a:pt x="0" y="0"/>
                  </a:lnTo>
                  <a:lnTo>
                    <a:pt x="32003" y="0"/>
                  </a:lnTo>
                  <a:lnTo>
                    <a:pt x="32003" y="9143"/>
                  </a:lnTo>
                  <a:lnTo>
                    <a:pt x="0" y="91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891784" y="3060191"/>
              <a:ext cx="2026919" cy="406908"/>
            </a:xfrm>
            <a:prstGeom prst="rect">
              <a:avLst/>
            </a:prstGeom>
          </p:spPr>
        </p:pic>
        <p:sp>
          <p:nvSpPr>
            <p:cNvPr id="66" name="object 66" descr=""/>
            <p:cNvSpPr/>
            <p:nvPr/>
          </p:nvSpPr>
          <p:spPr>
            <a:xfrm>
              <a:off x="8284464" y="2209800"/>
              <a:ext cx="1958339" cy="1885314"/>
            </a:xfrm>
            <a:custGeom>
              <a:avLst/>
              <a:gdLst/>
              <a:ahLst/>
              <a:cxnLst/>
              <a:rect l="l" t="t" r="r" b="b"/>
              <a:pathLst>
                <a:path w="1958340" h="1885314">
                  <a:moveTo>
                    <a:pt x="0" y="1885188"/>
                  </a:moveTo>
                  <a:lnTo>
                    <a:pt x="0" y="0"/>
                  </a:lnTo>
                  <a:lnTo>
                    <a:pt x="1958340" y="0"/>
                  </a:lnTo>
                  <a:lnTo>
                    <a:pt x="1958340" y="1885188"/>
                  </a:lnTo>
                  <a:lnTo>
                    <a:pt x="0" y="18851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330184" y="2241804"/>
              <a:ext cx="1684020" cy="124967"/>
            </a:xfrm>
            <a:prstGeom prst="rect">
              <a:avLst/>
            </a:prstGeom>
          </p:spPr>
        </p:pic>
        <p:sp>
          <p:nvSpPr>
            <p:cNvPr id="68" name="object 68" descr=""/>
            <p:cNvSpPr/>
            <p:nvPr/>
          </p:nvSpPr>
          <p:spPr>
            <a:xfrm>
              <a:off x="8324088" y="2403348"/>
              <a:ext cx="1222375" cy="1652270"/>
            </a:xfrm>
            <a:custGeom>
              <a:avLst/>
              <a:gdLst/>
              <a:ahLst/>
              <a:cxnLst/>
              <a:rect l="l" t="t" r="r" b="b"/>
              <a:pathLst>
                <a:path w="1222375" h="1652270">
                  <a:moveTo>
                    <a:pt x="0" y="1652016"/>
                  </a:moveTo>
                  <a:lnTo>
                    <a:pt x="0" y="0"/>
                  </a:lnTo>
                  <a:lnTo>
                    <a:pt x="1222247" y="0"/>
                  </a:lnTo>
                  <a:lnTo>
                    <a:pt x="1222247" y="1652016"/>
                  </a:lnTo>
                  <a:lnTo>
                    <a:pt x="0" y="1652016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8323072" y="2403347"/>
              <a:ext cx="1228090" cy="1653539"/>
            </a:xfrm>
            <a:custGeom>
              <a:avLst/>
              <a:gdLst/>
              <a:ahLst/>
              <a:cxnLst/>
              <a:rect l="l" t="t" r="r" b="b"/>
              <a:pathLst>
                <a:path w="1228090" h="1653539">
                  <a:moveTo>
                    <a:pt x="1228090" y="0"/>
                  </a:moveTo>
                  <a:lnTo>
                    <a:pt x="1215390" y="0"/>
                  </a:lnTo>
                  <a:lnTo>
                    <a:pt x="1215390" y="6096"/>
                  </a:lnTo>
                  <a:lnTo>
                    <a:pt x="1215390" y="1644396"/>
                  </a:lnTo>
                  <a:lnTo>
                    <a:pt x="8890" y="1644396"/>
                  </a:lnTo>
                  <a:lnTo>
                    <a:pt x="8890" y="6096"/>
                  </a:lnTo>
                  <a:lnTo>
                    <a:pt x="1215390" y="6096"/>
                  </a:lnTo>
                  <a:lnTo>
                    <a:pt x="1215390" y="0"/>
                  </a:lnTo>
                  <a:lnTo>
                    <a:pt x="2540" y="0"/>
                  </a:lnTo>
                  <a:lnTo>
                    <a:pt x="0" y="0"/>
                  </a:lnTo>
                  <a:lnTo>
                    <a:pt x="0" y="1653540"/>
                  </a:lnTo>
                  <a:lnTo>
                    <a:pt x="2540" y="1653540"/>
                  </a:lnTo>
                  <a:lnTo>
                    <a:pt x="8890" y="1653540"/>
                  </a:lnTo>
                  <a:lnTo>
                    <a:pt x="1215390" y="1653540"/>
                  </a:lnTo>
                  <a:lnTo>
                    <a:pt x="1228090" y="1653540"/>
                  </a:lnTo>
                  <a:lnTo>
                    <a:pt x="12280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9544812" y="2403348"/>
              <a:ext cx="657225" cy="1118870"/>
            </a:xfrm>
            <a:custGeom>
              <a:avLst/>
              <a:gdLst/>
              <a:ahLst/>
              <a:cxnLst/>
              <a:rect l="l" t="t" r="r" b="b"/>
              <a:pathLst>
                <a:path w="657225" h="1118870">
                  <a:moveTo>
                    <a:pt x="0" y="1118616"/>
                  </a:moveTo>
                  <a:lnTo>
                    <a:pt x="0" y="0"/>
                  </a:lnTo>
                  <a:lnTo>
                    <a:pt x="656844" y="0"/>
                  </a:lnTo>
                  <a:lnTo>
                    <a:pt x="656844" y="1118616"/>
                  </a:lnTo>
                  <a:lnTo>
                    <a:pt x="0" y="1118616"/>
                  </a:lnTo>
                  <a:close/>
                </a:path>
              </a:pathLst>
            </a:custGeom>
            <a:solidFill>
              <a:srgbClr val="1123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9538462" y="2403347"/>
              <a:ext cx="662940" cy="1123315"/>
            </a:xfrm>
            <a:custGeom>
              <a:avLst/>
              <a:gdLst/>
              <a:ahLst/>
              <a:cxnLst/>
              <a:rect l="l" t="t" r="r" b="b"/>
              <a:pathLst>
                <a:path w="662940" h="1123314">
                  <a:moveTo>
                    <a:pt x="662940" y="0"/>
                  </a:moveTo>
                  <a:lnTo>
                    <a:pt x="656590" y="0"/>
                  </a:lnTo>
                  <a:lnTo>
                    <a:pt x="656590" y="6096"/>
                  </a:lnTo>
                  <a:lnTo>
                    <a:pt x="656590" y="1110996"/>
                  </a:lnTo>
                  <a:lnTo>
                    <a:pt x="12700" y="1110996"/>
                  </a:lnTo>
                  <a:lnTo>
                    <a:pt x="12700" y="6096"/>
                  </a:lnTo>
                  <a:lnTo>
                    <a:pt x="656590" y="6096"/>
                  </a:lnTo>
                  <a:lnTo>
                    <a:pt x="656590" y="0"/>
                  </a:lnTo>
                  <a:lnTo>
                    <a:pt x="6350" y="0"/>
                  </a:lnTo>
                  <a:lnTo>
                    <a:pt x="0" y="0"/>
                  </a:lnTo>
                  <a:lnTo>
                    <a:pt x="0" y="1123188"/>
                  </a:lnTo>
                  <a:lnTo>
                    <a:pt x="6350" y="1123188"/>
                  </a:lnTo>
                  <a:lnTo>
                    <a:pt x="12700" y="1123188"/>
                  </a:lnTo>
                  <a:lnTo>
                    <a:pt x="656590" y="1123188"/>
                  </a:lnTo>
                  <a:lnTo>
                    <a:pt x="662940" y="1123188"/>
                  </a:lnTo>
                  <a:lnTo>
                    <a:pt x="6629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9544812" y="3520439"/>
              <a:ext cx="439420" cy="535305"/>
            </a:xfrm>
            <a:custGeom>
              <a:avLst/>
              <a:gdLst/>
              <a:ahLst/>
              <a:cxnLst/>
              <a:rect l="l" t="t" r="r" b="b"/>
              <a:pathLst>
                <a:path w="439420" h="535304">
                  <a:moveTo>
                    <a:pt x="0" y="534924"/>
                  </a:moveTo>
                  <a:lnTo>
                    <a:pt x="0" y="0"/>
                  </a:lnTo>
                  <a:lnTo>
                    <a:pt x="438912" y="0"/>
                  </a:lnTo>
                  <a:lnTo>
                    <a:pt x="438912" y="534924"/>
                  </a:lnTo>
                  <a:lnTo>
                    <a:pt x="0" y="534924"/>
                  </a:lnTo>
                  <a:close/>
                </a:path>
              </a:pathLst>
            </a:custGeom>
            <a:solidFill>
              <a:srgbClr val="E66B3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9538462" y="3514343"/>
              <a:ext cx="449580" cy="542925"/>
            </a:xfrm>
            <a:custGeom>
              <a:avLst/>
              <a:gdLst/>
              <a:ahLst/>
              <a:cxnLst/>
              <a:rect l="l" t="t" r="r" b="b"/>
              <a:pathLst>
                <a:path w="449579" h="542925">
                  <a:moveTo>
                    <a:pt x="449580" y="0"/>
                  </a:moveTo>
                  <a:lnTo>
                    <a:pt x="438150" y="0"/>
                  </a:lnTo>
                  <a:lnTo>
                    <a:pt x="438150" y="12192"/>
                  </a:lnTo>
                  <a:lnTo>
                    <a:pt x="438150" y="533400"/>
                  </a:lnTo>
                  <a:lnTo>
                    <a:pt x="12700" y="533400"/>
                  </a:lnTo>
                  <a:lnTo>
                    <a:pt x="12700" y="12192"/>
                  </a:lnTo>
                  <a:lnTo>
                    <a:pt x="438150" y="12192"/>
                  </a:lnTo>
                  <a:lnTo>
                    <a:pt x="438150" y="0"/>
                  </a:lnTo>
                  <a:lnTo>
                    <a:pt x="12700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0" y="542544"/>
                  </a:lnTo>
                  <a:lnTo>
                    <a:pt x="6350" y="542544"/>
                  </a:lnTo>
                  <a:lnTo>
                    <a:pt x="12700" y="542544"/>
                  </a:lnTo>
                  <a:lnTo>
                    <a:pt x="438150" y="542544"/>
                  </a:lnTo>
                  <a:lnTo>
                    <a:pt x="449580" y="542544"/>
                  </a:lnTo>
                  <a:lnTo>
                    <a:pt x="4495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9982200" y="3520439"/>
              <a:ext cx="219710" cy="535305"/>
            </a:xfrm>
            <a:custGeom>
              <a:avLst/>
              <a:gdLst/>
              <a:ahLst/>
              <a:cxnLst/>
              <a:rect l="l" t="t" r="r" b="b"/>
              <a:pathLst>
                <a:path w="219709" h="535304">
                  <a:moveTo>
                    <a:pt x="0" y="534924"/>
                  </a:moveTo>
                  <a:lnTo>
                    <a:pt x="0" y="0"/>
                  </a:lnTo>
                  <a:lnTo>
                    <a:pt x="219455" y="0"/>
                  </a:lnTo>
                  <a:lnTo>
                    <a:pt x="219455" y="534924"/>
                  </a:lnTo>
                  <a:lnTo>
                    <a:pt x="0" y="534924"/>
                  </a:lnTo>
                  <a:close/>
                </a:path>
              </a:pathLst>
            </a:custGeom>
            <a:solidFill>
              <a:srgbClr val="6B007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8369808" y="2474975"/>
              <a:ext cx="1832610" cy="1582420"/>
            </a:xfrm>
            <a:custGeom>
              <a:avLst/>
              <a:gdLst/>
              <a:ahLst/>
              <a:cxnLst/>
              <a:rect l="l" t="t" r="r" b="b"/>
              <a:pathLst>
                <a:path w="1832609" h="1582420">
                  <a:moveTo>
                    <a:pt x="60960" y="36576"/>
                  </a:moveTo>
                  <a:lnTo>
                    <a:pt x="36576" y="36576"/>
                  </a:lnTo>
                  <a:lnTo>
                    <a:pt x="36576" y="45720"/>
                  </a:lnTo>
                  <a:lnTo>
                    <a:pt x="53340" y="45720"/>
                  </a:lnTo>
                  <a:lnTo>
                    <a:pt x="53340" y="65532"/>
                  </a:lnTo>
                  <a:lnTo>
                    <a:pt x="48768" y="68580"/>
                  </a:lnTo>
                  <a:lnTo>
                    <a:pt x="42672" y="70104"/>
                  </a:lnTo>
                  <a:lnTo>
                    <a:pt x="28956" y="70104"/>
                  </a:lnTo>
                  <a:lnTo>
                    <a:pt x="22860" y="67056"/>
                  </a:lnTo>
                  <a:lnTo>
                    <a:pt x="12192" y="56388"/>
                  </a:lnTo>
                  <a:lnTo>
                    <a:pt x="9144" y="48768"/>
                  </a:lnTo>
                  <a:lnTo>
                    <a:pt x="9144" y="30480"/>
                  </a:lnTo>
                  <a:lnTo>
                    <a:pt x="12192" y="22860"/>
                  </a:lnTo>
                  <a:lnTo>
                    <a:pt x="18288" y="16764"/>
                  </a:lnTo>
                  <a:lnTo>
                    <a:pt x="22860" y="10668"/>
                  </a:lnTo>
                  <a:lnTo>
                    <a:pt x="30480" y="7620"/>
                  </a:lnTo>
                  <a:lnTo>
                    <a:pt x="47244" y="7620"/>
                  </a:lnTo>
                  <a:lnTo>
                    <a:pt x="59436" y="13716"/>
                  </a:lnTo>
                  <a:lnTo>
                    <a:pt x="59436" y="4572"/>
                  </a:lnTo>
                  <a:lnTo>
                    <a:pt x="54864" y="1524"/>
                  </a:lnTo>
                  <a:lnTo>
                    <a:pt x="47244" y="0"/>
                  </a:lnTo>
                  <a:lnTo>
                    <a:pt x="39624" y="0"/>
                  </a:lnTo>
                  <a:lnTo>
                    <a:pt x="3238" y="23431"/>
                  </a:lnTo>
                  <a:lnTo>
                    <a:pt x="0" y="39624"/>
                  </a:lnTo>
                  <a:lnTo>
                    <a:pt x="800" y="47345"/>
                  </a:lnTo>
                  <a:lnTo>
                    <a:pt x="28879" y="76923"/>
                  </a:lnTo>
                  <a:lnTo>
                    <a:pt x="36576" y="77724"/>
                  </a:lnTo>
                  <a:lnTo>
                    <a:pt x="45720" y="77724"/>
                  </a:lnTo>
                  <a:lnTo>
                    <a:pt x="60960" y="71628"/>
                  </a:lnTo>
                  <a:lnTo>
                    <a:pt x="60960" y="36576"/>
                  </a:lnTo>
                  <a:close/>
                </a:path>
                <a:path w="1832609" h="1582420">
                  <a:moveTo>
                    <a:pt x="126492" y="41160"/>
                  </a:moveTo>
                  <a:lnTo>
                    <a:pt x="124968" y="33540"/>
                  </a:lnTo>
                  <a:lnTo>
                    <a:pt x="117348" y="25920"/>
                  </a:lnTo>
                  <a:lnTo>
                    <a:pt x="117348" y="38112"/>
                  </a:lnTo>
                  <a:lnTo>
                    <a:pt x="117348" y="60972"/>
                  </a:lnTo>
                  <a:lnTo>
                    <a:pt x="114300" y="64020"/>
                  </a:lnTo>
                  <a:lnTo>
                    <a:pt x="111252" y="68592"/>
                  </a:lnTo>
                  <a:lnTo>
                    <a:pt x="106680" y="70116"/>
                  </a:lnTo>
                  <a:lnTo>
                    <a:pt x="96012" y="70116"/>
                  </a:lnTo>
                  <a:lnTo>
                    <a:pt x="91440" y="68592"/>
                  </a:lnTo>
                  <a:lnTo>
                    <a:pt x="88392" y="64020"/>
                  </a:lnTo>
                  <a:lnTo>
                    <a:pt x="85344" y="60972"/>
                  </a:lnTo>
                  <a:lnTo>
                    <a:pt x="83820" y="56400"/>
                  </a:lnTo>
                  <a:lnTo>
                    <a:pt x="83820" y="42684"/>
                  </a:lnTo>
                  <a:lnTo>
                    <a:pt x="85344" y="38112"/>
                  </a:lnTo>
                  <a:lnTo>
                    <a:pt x="88392" y="33540"/>
                  </a:lnTo>
                  <a:lnTo>
                    <a:pt x="91440" y="30492"/>
                  </a:lnTo>
                  <a:lnTo>
                    <a:pt x="96012" y="28968"/>
                  </a:lnTo>
                  <a:lnTo>
                    <a:pt x="106680" y="28968"/>
                  </a:lnTo>
                  <a:lnTo>
                    <a:pt x="111252" y="30492"/>
                  </a:lnTo>
                  <a:lnTo>
                    <a:pt x="114300" y="33540"/>
                  </a:lnTo>
                  <a:lnTo>
                    <a:pt x="117348" y="38112"/>
                  </a:lnTo>
                  <a:lnTo>
                    <a:pt x="117348" y="25920"/>
                  </a:lnTo>
                  <a:lnTo>
                    <a:pt x="115824" y="24396"/>
                  </a:lnTo>
                  <a:lnTo>
                    <a:pt x="109728" y="21348"/>
                  </a:lnTo>
                  <a:lnTo>
                    <a:pt x="92964" y="21348"/>
                  </a:lnTo>
                  <a:lnTo>
                    <a:pt x="86868" y="24396"/>
                  </a:lnTo>
                  <a:lnTo>
                    <a:pt x="82296" y="28968"/>
                  </a:lnTo>
                  <a:lnTo>
                    <a:pt x="76200" y="33540"/>
                  </a:lnTo>
                  <a:lnTo>
                    <a:pt x="74676" y="41160"/>
                  </a:lnTo>
                  <a:lnTo>
                    <a:pt x="74676" y="57924"/>
                  </a:lnTo>
                  <a:lnTo>
                    <a:pt x="76200" y="65544"/>
                  </a:lnTo>
                  <a:lnTo>
                    <a:pt x="83820" y="73164"/>
                  </a:lnTo>
                  <a:lnTo>
                    <a:pt x="85344" y="74688"/>
                  </a:lnTo>
                  <a:lnTo>
                    <a:pt x="92964" y="77736"/>
                  </a:lnTo>
                  <a:lnTo>
                    <a:pt x="108204" y="77736"/>
                  </a:lnTo>
                  <a:lnTo>
                    <a:pt x="114300" y="74688"/>
                  </a:lnTo>
                  <a:lnTo>
                    <a:pt x="117348" y="71640"/>
                  </a:lnTo>
                  <a:lnTo>
                    <a:pt x="124968" y="64020"/>
                  </a:lnTo>
                  <a:lnTo>
                    <a:pt x="126492" y="57924"/>
                  </a:lnTo>
                  <a:lnTo>
                    <a:pt x="126492" y="41160"/>
                  </a:lnTo>
                  <a:close/>
                </a:path>
                <a:path w="1832609" h="1582420">
                  <a:moveTo>
                    <a:pt x="182880" y="22860"/>
                  </a:moveTo>
                  <a:lnTo>
                    <a:pt x="173736" y="22860"/>
                  </a:lnTo>
                  <a:lnTo>
                    <a:pt x="160020" y="60960"/>
                  </a:lnTo>
                  <a:lnTo>
                    <a:pt x="158496" y="64008"/>
                  </a:lnTo>
                  <a:lnTo>
                    <a:pt x="158496" y="68580"/>
                  </a:lnTo>
                  <a:lnTo>
                    <a:pt x="156972" y="67056"/>
                  </a:lnTo>
                  <a:lnTo>
                    <a:pt x="156972" y="64008"/>
                  </a:lnTo>
                  <a:lnTo>
                    <a:pt x="155448" y="60960"/>
                  </a:lnTo>
                  <a:lnTo>
                    <a:pt x="141732" y="22860"/>
                  </a:lnTo>
                  <a:lnTo>
                    <a:pt x="132588" y="22860"/>
                  </a:lnTo>
                  <a:lnTo>
                    <a:pt x="152400" y="76200"/>
                  </a:lnTo>
                  <a:lnTo>
                    <a:pt x="161544" y="76200"/>
                  </a:lnTo>
                  <a:lnTo>
                    <a:pt x="182880" y="22860"/>
                  </a:lnTo>
                  <a:close/>
                </a:path>
                <a:path w="1832609" h="1582420">
                  <a:moveTo>
                    <a:pt x="234696" y="39624"/>
                  </a:moveTo>
                  <a:lnTo>
                    <a:pt x="233172" y="33528"/>
                  </a:lnTo>
                  <a:lnTo>
                    <a:pt x="230124" y="28956"/>
                  </a:lnTo>
                  <a:lnTo>
                    <a:pt x="227076" y="25908"/>
                  </a:lnTo>
                  <a:lnTo>
                    <a:pt x="227076" y="39624"/>
                  </a:lnTo>
                  <a:lnTo>
                    <a:pt x="227076" y="44196"/>
                  </a:lnTo>
                  <a:lnTo>
                    <a:pt x="198120" y="44196"/>
                  </a:lnTo>
                  <a:lnTo>
                    <a:pt x="198120" y="39624"/>
                  </a:lnTo>
                  <a:lnTo>
                    <a:pt x="199644" y="36576"/>
                  </a:lnTo>
                  <a:lnTo>
                    <a:pt x="205740" y="30480"/>
                  </a:lnTo>
                  <a:lnTo>
                    <a:pt x="208788" y="28956"/>
                  </a:lnTo>
                  <a:lnTo>
                    <a:pt x="217932" y="28956"/>
                  </a:lnTo>
                  <a:lnTo>
                    <a:pt x="220980" y="30480"/>
                  </a:lnTo>
                  <a:lnTo>
                    <a:pt x="222504" y="33528"/>
                  </a:lnTo>
                  <a:lnTo>
                    <a:pt x="225552" y="35052"/>
                  </a:lnTo>
                  <a:lnTo>
                    <a:pt x="227076" y="39624"/>
                  </a:lnTo>
                  <a:lnTo>
                    <a:pt x="227076" y="25908"/>
                  </a:lnTo>
                  <a:lnTo>
                    <a:pt x="225552" y="24384"/>
                  </a:lnTo>
                  <a:lnTo>
                    <a:pt x="219456" y="21336"/>
                  </a:lnTo>
                  <a:lnTo>
                    <a:pt x="205740" y="21336"/>
                  </a:lnTo>
                  <a:lnTo>
                    <a:pt x="199644" y="24384"/>
                  </a:lnTo>
                  <a:lnTo>
                    <a:pt x="195072" y="28956"/>
                  </a:lnTo>
                  <a:lnTo>
                    <a:pt x="190500" y="35052"/>
                  </a:lnTo>
                  <a:lnTo>
                    <a:pt x="188976" y="41148"/>
                  </a:lnTo>
                  <a:lnTo>
                    <a:pt x="188976" y="57912"/>
                  </a:lnTo>
                  <a:lnTo>
                    <a:pt x="190500" y="65532"/>
                  </a:lnTo>
                  <a:lnTo>
                    <a:pt x="198120" y="73152"/>
                  </a:lnTo>
                  <a:lnTo>
                    <a:pt x="199644" y="74676"/>
                  </a:lnTo>
                  <a:lnTo>
                    <a:pt x="205740" y="77724"/>
                  </a:lnTo>
                  <a:lnTo>
                    <a:pt x="220980" y="77724"/>
                  </a:lnTo>
                  <a:lnTo>
                    <a:pt x="227076" y="76200"/>
                  </a:lnTo>
                  <a:lnTo>
                    <a:pt x="231648" y="71628"/>
                  </a:lnTo>
                  <a:lnTo>
                    <a:pt x="231648" y="64008"/>
                  </a:lnTo>
                  <a:lnTo>
                    <a:pt x="227076" y="68580"/>
                  </a:lnTo>
                  <a:lnTo>
                    <a:pt x="220980" y="70104"/>
                  </a:lnTo>
                  <a:lnTo>
                    <a:pt x="208788" y="70104"/>
                  </a:lnTo>
                  <a:lnTo>
                    <a:pt x="205740" y="68580"/>
                  </a:lnTo>
                  <a:lnTo>
                    <a:pt x="199644" y="62484"/>
                  </a:lnTo>
                  <a:lnTo>
                    <a:pt x="198120" y="57912"/>
                  </a:lnTo>
                  <a:lnTo>
                    <a:pt x="198120" y="51816"/>
                  </a:lnTo>
                  <a:lnTo>
                    <a:pt x="227076" y="51816"/>
                  </a:lnTo>
                  <a:lnTo>
                    <a:pt x="234696" y="51816"/>
                  </a:lnTo>
                  <a:lnTo>
                    <a:pt x="234696" y="39624"/>
                  </a:lnTo>
                  <a:close/>
                </a:path>
                <a:path w="1832609" h="1582420">
                  <a:moveTo>
                    <a:pt x="275844" y="22860"/>
                  </a:moveTo>
                  <a:lnTo>
                    <a:pt x="274320" y="21336"/>
                  </a:lnTo>
                  <a:lnTo>
                    <a:pt x="268224" y="21336"/>
                  </a:lnTo>
                  <a:lnTo>
                    <a:pt x="262128" y="24384"/>
                  </a:lnTo>
                  <a:lnTo>
                    <a:pt x="257556" y="33528"/>
                  </a:lnTo>
                  <a:lnTo>
                    <a:pt x="257556" y="22860"/>
                  </a:lnTo>
                  <a:lnTo>
                    <a:pt x="248412" y="22860"/>
                  </a:lnTo>
                  <a:lnTo>
                    <a:pt x="248412" y="76200"/>
                  </a:lnTo>
                  <a:lnTo>
                    <a:pt x="257556" y="76200"/>
                  </a:lnTo>
                  <a:lnTo>
                    <a:pt x="257556" y="38100"/>
                  </a:lnTo>
                  <a:lnTo>
                    <a:pt x="266700" y="28956"/>
                  </a:lnTo>
                  <a:lnTo>
                    <a:pt x="272796" y="28956"/>
                  </a:lnTo>
                  <a:lnTo>
                    <a:pt x="275844" y="32004"/>
                  </a:lnTo>
                  <a:lnTo>
                    <a:pt x="275844" y="22860"/>
                  </a:lnTo>
                  <a:close/>
                </a:path>
                <a:path w="1832609" h="1582420">
                  <a:moveTo>
                    <a:pt x="330708" y="36588"/>
                  </a:moveTo>
                  <a:lnTo>
                    <a:pt x="329184" y="30492"/>
                  </a:lnTo>
                  <a:lnTo>
                    <a:pt x="324612" y="27444"/>
                  </a:lnTo>
                  <a:lnTo>
                    <a:pt x="321564" y="22872"/>
                  </a:lnTo>
                  <a:lnTo>
                    <a:pt x="318516" y="21348"/>
                  </a:lnTo>
                  <a:lnTo>
                    <a:pt x="304800" y="21348"/>
                  </a:lnTo>
                  <a:lnTo>
                    <a:pt x="298704" y="24396"/>
                  </a:lnTo>
                  <a:lnTo>
                    <a:pt x="294132" y="32016"/>
                  </a:lnTo>
                  <a:lnTo>
                    <a:pt x="294132" y="22872"/>
                  </a:lnTo>
                  <a:lnTo>
                    <a:pt x="284988" y="22872"/>
                  </a:lnTo>
                  <a:lnTo>
                    <a:pt x="284988" y="76212"/>
                  </a:lnTo>
                  <a:lnTo>
                    <a:pt x="294132" y="76212"/>
                  </a:lnTo>
                  <a:lnTo>
                    <a:pt x="294132" y="41160"/>
                  </a:lnTo>
                  <a:lnTo>
                    <a:pt x="295656" y="36588"/>
                  </a:lnTo>
                  <a:lnTo>
                    <a:pt x="301752" y="30492"/>
                  </a:lnTo>
                  <a:lnTo>
                    <a:pt x="304800" y="28968"/>
                  </a:lnTo>
                  <a:lnTo>
                    <a:pt x="316992" y="28968"/>
                  </a:lnTo>
                  <a:lnTo>
                    <a:pt x="321564" y="35064"/>
                  </a:lnTo>
                  <a:lnTo>
                    <a:pt x="321564" y="76212"/>
                  </a:lnTo>
                  <a:lnTo>
                    <a:pt x="330708" y="76212"/>
                  </a:lnTo>
                  <a:lnTo>
                    <a:pt x="330708" y="36588"/>
                  </a:lnTo>
                  <a:close/>
                </a:path>
                <a:path w="1832609" h="1582420">
                  <a:moveTo>
                    <a:pt x="422148" y="42672"/>
                  </a:moveTo>
                  <a:lnTo>
                    <a:pt x="421005" y="33553"/>
                  </a:lnTo>
                  <a:lnTo>
                    <a:pt x="417576" y="26860"/>
                  </a:lnTo>
                  <a:lnTo>
                    <a:pt x="411861" y="22745"/>
                  </a:lnTo>
                  <a:lnTo>
                    <a:pt x="411480" y="22682"/>
                  </a:lnTo>
                  <a:lnTo>
                    <a:pt x="403860" y="21336"/>
                  </a:lnTo>
                  <a:lnTo>
                    <a:pt x="396240" y="21336"/>
                  </a:lnTo>
                  <a:lnTo>
                    <a:pt x="390144" y="25908"/>
                  </a:lnTo>
                  <a:lnTo>
                    <a:pt x="387096" y="32004"/>
                  </a:lnTo>
                  <a:lnTo>
                    <a:pt x="384048" y="25908"/>
                  </a:lnTo>
                  <a:lnTo>
                    <a:pt x="374904" y="21336"/>
                  </a:lnTo>
                  <a:lnTo>
                    <a:pt x="364236" y="21336"/>
                  </a:lnTo>
                  <a:lnTo>
                    <a:pt x="359664" y="24384"/>
                  </a:lnTo>
                  <a:lnTo>
                    <a:pt x="355092" y="30480"/>
                  </a:lnTo>
                  <a:lnTo>
                    <a:pt x="355092" y="22860"/>
                  </a:lnTo>
                  <a:lnTo>
                    <a:pt x="345948" y="22860"/>
                  </a:lnTo>
                  <a:lnTo>
                    <a:pt x="345948" y="76200"/>
                  </a:lnTo>
                  <a:lnTo>
                    <a:pt x="355092" y="76200"/>
                  </a:lnTo>
                  <a:lnTo>
                    <a:pt x="355092" y="41148"/>
                  </a:lnTo>
                  <a:lnTo>
                    <a:pt x="356616" y="36576"/>
                  </a:lnTo>
                  <a:lnTo>
                    <a:pt x="358140" y="33528"/>
                  </a:lnTo>
                  <a:lnTo>
                    <a:pt x="361188" y="30480"/>
                  </a:lnTo>
                  <a:lnTo>
                    <a:pt x="364236" y="28956"/>
                  </a:lnTo>
                  <a:lnTo>
                    <a:pt x="376428" y="28956"/>
                  </a:lnTo>
                  <a:lnTo>
                    <a:pt x="379476" y="33528"/>
                  </a:lnTo>
                  <a:lnTo>
                    <a:pt x="379476" y="76200"/>
                  </a:lnTo>
                  <a:lnTo>
                    <a:pt x="388620" y="76200"/>
                  </a:lnTo>
                  <a:lnTo>
                    <a:pt x="388620" y="41148"/>
                  </a:lnTo>
                  <a:lnTo>
                    <a:pt x="390144" y="36576"/>
                  </a:lnTo>
                  <a:lnTo>
                    <a:pt x="391668" y="33528"/>
                  </a:lnTo>
                  <a:lnTo>
                    <a:pt x="394716" y="30480"/>
                  </a:lnTo>
                  <a:lnTo>
                    <a:pt x="397764" y="28956"/>
                  </a:lnTo>
                  <a:lnTo>
                    <a:pt x="405384" y="28956"/>
                  </a:lnTo>
                  <a:lnTo>
                    <a:pt x="411480" y="32004"/>
                  </a:lnTo>
                  <a:lnTo>
                    <a:pt x="413004" y="35052"/>
                  </a:lnTo>
                  <a:lnTo>
                    <a:pt x="413004" y="76200"/>
                  </a:lnTo>
                  <a:lnTo>
                    <a:pt x="422148" y="76200"/>
                  </a:lnTo>
                  <a:lnTo>
                    <a:pt x="422148" y="42672"/>
                  </a:lnTo>
                  <a:close/>
                </a:path>
                <a:path w="1832609" h="1582420">
                  <a:moveTo>
                    <a:pt x="481584" y="39624"/>
                  </a:moveTo>
                  <a:lnTo>
                    <a:pt x="480060" y="33528"/>
                  </a:lnTo>
                  <a:lnTo>
                    <a:pt x="475488" y="28956"/>
                  </a:lnTo>
                  <a:lnTo>
                    <a:pt x="472440" y="24384"/>
                  </a:lnTo>
                  <a:lnTo>
                    <a:pt x="472440" y="35052"/>
                  </a:lnTo>
                  <a:lnTo>
                    <a:pt x="472440" y="44196"/>
                  </a:lnTo>
                  <a:lnTo>
                    <a:pt x="443484" y="44196"/>
                  </a:lnTo>
                  <a:lnTo>
                    <a:pt x="445008" y="39624"/>
                  </a:lnTo>
                  <a:lnTo>
                    <a:pt x="446532" y="36576"/>
                  </a:lnTo>
                  <a:lnTo>
                    <a:pt x="452628" y="30480"/>
                  </a:lnTo>
                  <a:lnTo>
                    <a:pt x="455676" y="28956"/>
                  </a:lnTo>
                  <a:lnTo>
                    <a:pt x="463296" y="28956"/>
                  </a:lnTo>
                  <a:lnTo>
                    <a:pt x="466344" y="30480"/>
                  </a:lnTo>
                  <a:lnTo>
                    <a:pt x="469392" y="33528"/>
                  </a:lnTo>
                  <a:lnTo>
                    <a:pt x="472440" y="35052"/>
                  </a:lnTo>
                  <a:lnTo>
                    <a:pt x="472440" y="24384"/>
                  </a:lnTo>
                  <a:lnTo>
                    <a:pt x="466344" y="21336"/>
                  </a:lnTo>
                  <a:lnTo>
                    <a:pt x="452628" y="21336"/>
                  </a:lnTo>
                  <a:lnTo>
                    <a:pt x="446532" y="24384"/>
                  </a:lnTo>
                  <a:lnTo>
                    <a:pt x="441960" y="28956"/>
                  </a:lnTo>
                  <a:lnTo>
                    <a:pt x="437388" y="35052"/>
                  </a:lnTo>
                  <a:lnTo>
                    <a:pt x="435864" y="41148"/>
                  </a:lnTo>
                  <a:lnTo>
                    <a:pt x="435864" y="57912"/>
                  </a:lnTo>
                  <a:lnTo>
                    <a:pt x="437388" y="65532"/>
                  </a:lnTo>
                  <a:lnTo>
                    <a:pt x="443484" y="71628"/>
                  </a:lnTo>
                  <a:lnTo>
                    <a:pt x="446532" y="74676"/>
                  </a:lnTo>
                  <a:lnTo>
                    <a:pt x="452628" y="77724"/>
                  </a:lnTo>
                  <a:lnTo>
                    <a:pt x="467868" y="77724"/>
                  </a:lnTo>
                  <a:lnTo>
                    <a:pt x="473964" y="76200"/>
                  </a:lnTo>
                  <a:lnTo>
                    <a:pt x="478536" y="71628"/>
                  </a:lnTo>
                  <a:lnTo>
                    <a:pt x="478536" y="64008"/>
                  </a:lnTo>
                  <a:lnTo>
                    <a:pt x="472440" y="68580"/>
                  </a:lnTo>
                  <a:lnTo>
                    <a:pt x="467868" y="70104"/>
                  </a:lnTo>
                  <a:lnTo>
                    <a:pt x="455676" y="70104"/>
                  </a:lnTo>
                  <a:lnTo>
                    <a:pt x="452628" y="68580"/>
                  </a:lnTo>
                  <a:lnTo>
                    <a:pt x="446532" y="62484"/>
                  </a:lnTo>
                  <a:lnTo>
                    <a:pt x="443484" y="57912"/>
                  </a:lnTo>
                  <a:lnTo>
                    <a:pt x="443484" y="51816"/>
                  </a:lnTo>
                  <a:lnTo>
                    <a:pt x="472440" y="51816"/>
                  </a:lnTo>
                  <a:lnTo>
                    <a:pt x="481584" y="51816"/>
                  </a:lnTo>
                  <a:lnTo>
                    <a:pt x="481584" y="39624"/>
                  </a:lnTo>
                  <a:close/>
                </a:path>
                <a:path w="1832609" h="1582420">
                  <a:moveTo>
                    <a:pt x="539496" y="36588"/>
                  </a:moveTo>
                  <a:lnTo>
                    <a:pt x="537972" y="30492"/>
                  </a:lnTo>
                  <a:lnTo>
                    <a:pt x="534924" y="27444"/>
                  </a:lnTo>
                  <a:lnTo>
                    <a:pt x="531876" y="22872"/>
                  </a:lnTo>
                  <a:lnTo>
                    <a:pt x="527304" y="21348"/>
                  </a:lnTo>
                  <a:lnTo>
                    <a:pt x="513588" y="21348"/>
                  </a:lnTo>
                  <a:lnTo>
                    <a:pt x="507492" y="24396"/>
                  </a:lnTo>
                  <a:lnTo>
                    <a:pt x="504444" y="32016"/>
                  </a:lnTo>
                  <a:lnTo>
                    <a:pt x="502920" y="32016"/>
                  </a:lnTo>
                  <a:lnTo>
                    <a:pt x="502920" y="22872"/>
                  </a:lnTo>
                  <a:lnTo>
                    <a:pt x="495300" y="22872"/>
                  </a:lnTo>
                  <a:lnTo>
                    <a:pt x="495300" y="76212"/>
                  </a:lnTo>
                  <a:lnTo>
                    <a:pt x="502920" y="76212"/>
                  </a:lnTo>
                  <a:lnTo>
                    <a:pt x="502920" y="41160"/>
                  </a:lnTo>
                  <a:lnTo>
                    <a:pt x="504444" y="36588"/>
                  </a:lnTo>
                  <a:lnTo>
                    <a:pt x="510540" y="30492"/>
                  </a:lnTo>
                  <a:lnTo>
                    <a:pt x="513588" y="28968"/>
                  </a:lnTo>
                  <a:lnTo>
                    <a:pt x="527304" y="28968"/>
                  </a:lnTo>
                  <a:lnTo>
                    <a:pt x="530352" y="35064"/>
                  </a:lnTo>
                  <a:lnTo>
                    <a:pt x="530352" y="76212"/>
                  </a:lnTo>
                  <a:lnTo>
                    <a:pt x="539496" y="76212"/>
                  </a:lnTo>
                  <a:lnTo>
                    <a:pt x="539496" y="44208"/>
                  </a:lnTo>
                  <a:lnTo>
                    <a:pt x="539496" y="36588"/>
                  </a:lnTo>
                  <a:close/>
                </a:path>
                <a:path w="1832609" h="1582420">
                  <a:moveTo>
                    <a:pt x="580644" y="22860"/>
                  </a:moveTo>
                  <a:lnTo>
                    <a:pt x="566928" y="22860"/>
                  </a:lnTo>
                  <a:lnTo>
                    <a:pt x="566928" y="7620"/>
                  </a:lnTo>
                  <a:lnTo>
                    <a:pt x="557784" y="9144"/>
                  </a:lnTo>
                  <a:lnTo>
                    <a:pt x="557784" y="22860"/>
                  </a:lnTo>
                  <a:lnTo>
                    <a:pt x="548640" y="22860"/>
                  </a:lnTo>
                  <a:lnTo>
                    <a:pt x="548640" y="30480"/>
                  </a:lnTo>
                  <a:lnTo>
                    <a:pt x="557784" y="30480"/>
                  </a:lnTo>
                  <a:lnTo>
                    <a:pt x="557784" y="71628"/>
                  </a:lnTo>
                  <a:lnTo>
                    <a:pt x="563880" y="77724"/>
                  </a:lnTo>
                  <a:lnTo>
                    <a:pt x="576072" y="77724"/>
                  </a:lnTo>
                  <a:lnTo>
                    <a:pt x="579120" y="76200"/>
                  </a:lnTo>
                  <a:lnTo>
                    <a:pt x="580644" y="76200"/>
                  </a:lnTo>
                  <a:lnTo>
                    <a:pt x="580644" y="68580"/>
                  </a:lnTo>
                  <a:lnTo>
                    <a:pt x="579120" y="70104"/>
                  </a:lnTo>
                  <a:lnTo>
                    <a:pt x="571500" y="70104"/>
                  </a:lnTo>
                  <a:lnTo>
                    <a:pt x="566928" y="65532"/>
                  </a:lnTo>
                  <a:lnTo>
                    <a:pt x="566928" y="30480"/>
                  </a:lnTo>
                  <a:lnTo>
                    <a:pt x="580644" y="30480"/>
                  </a:lnTo>
                  <a:lnTo>
                    <a:pt x="580644" y="22860"/>
                  </a:lnTo>
                  <a:close/>
                </a:path>
                <a:path w="1832609" h="1582420">
                  <a:moveTo>
                    <a:pt x="1832102" y="1039368"/>
                  </a:moveTo>
                  <a:lnTo>
                    <a:pt x="1825752" y="1039368"/>
                  </a:lnTo>
                  <a:lnTo>
                    <a:pt x="1825752" y="1051560"/>
                  </a:lnTo>
                  <a:lnTo>
                    <a:pt x="1825752" y="1572768"/>
                  </a:lnTo>
                  <a:lnTo>
                    <a:pt x="1618742" y="1572768"/>
                  </a:lnTo>
                  <a:lnTo>
                    <a:pt x="1618742" y="1051560"/>
                  </a:lnTo>
                  <a:lnTo>
                    <a:pt x="1825752" y="1051560"/>
                  </a:lnTo>
                  <a:lnTo>
                    <a:pt x="1825752" y="1039368"/>
                  </a:lnTo>
                  <a:lnTo>
                    <a:pt x="1618742" y="1039368"/>
                  </a:lnTo>
                  <a:lnTo>
                    <a:pt x="1606042" y="1039368"/>
                  </a:lnTo>
                  <a:lnTo>
                    <a:pt x="1606042" y="1045464"/>
                  </a:lnTo>
                  <a:lnTo>
                    <a:pt x="1606042" y="1581912"/>
                  </a:lnTo>
                  <a:lnTo>
                    <a:pt x="1612392" y="1581912"/>
                  </a:lnTo>
                  <a:lnTo>
                    <a:pt x="1618742" y="1581912"/>
                  </a:lnTo>
                  <a:lnTo>
                    <a:pt x="1825752" y="1581912"/>
                  </a:lnTo>
                  <a:lnTo>
                    <a:pt x="1832102" y="1581912"/>
                  </a:lnTo>
                  <a:lnTo>
                    <a:pt x="1832102" y="10393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6" name="object 76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9592056" y="2471927"/>
              <a:ext cx="242315" cy="80772"/>
            </a:xfrm>
            <a:prstGeom prst="rect">
              <a:avLst/>
            </a:prstGeom>
          </p:spPr>
        </p:pic>
        <p:pic>
          <p:nvPicPr>
            <p:cNvPr id="77" name="object 77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9881616" y="2473452"/>
              <a:ext cx="254507" cy="79247"/>
            </a:xfrm>
            <a:prstGeom prst="rect">
              <a:avLst/>
            </a:prstGeom>
          </p:spPr>
        </p:pic>
        <p:pic>
          <p:nvPicPr>
            <p:cNvPr id="78" name="object 78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590532" y="3589020"/>
              <a:ext cx="309372" cy="80771"/>
            </a:xfrm>
            <a:prstGeom prst="rect">
              <a:avLst/>
            </a:prstGeom>
          </p:spPr>
        </p:pic>
        <p:sp>
          <p:nvSpPr>
            <p:cNvPr id="79" name="object 79" descr=""/>
            <p:cNvSpPr/>
            <p:nvPr/>
          </p:nvSpPr>
          <p:spPr>
            <a:xfrm>
              <a:off x="868680" y="2052827"/>
              <a:ext cx="3810000" cy="17145"/>
            </a:xfrm>
            <a:custGeom>
              <a:avLst/>
              <a:gdLst/>
              <a:ahLst/>
              <a:cxnLst/>
              <a:rect l="l" t="t" r="r" b="b"/>
              <a:pathLst>
                <a:path w="3810000" h="17144">
                  <a:moveTo>
                    <a:pt x="0" y="16763"/>
                  </a:moveTo>
                  <a:lnTo>
                    <a:pt x="0" y="0"/>
                  </a:lnTo>
                  <a:lnTo>
                    <a:pt x="3810000" y="0"/>
                  </a:lnTo>
                  <a:lnTo>
                    <a:pt x="3810000" y="16763"/>
                  </a:lnTo>
                  <a:lnTo>
                    <a:pt x="0" y="16763"/>
                  </a:lnTo>
                  <a:close/>
                </a:path>
              </a:pathLst>
            </a:custGeom>
            <a:solidFill>
              <a:srgbClr val="0C69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4564380" y="1709928"/>
              <a:ext cx="66040" cy="332740"/>
            </a:xfrm>
            <a:custGeom>
              <a:avLst/>
              <a:gdLst/>
              <a:ahLst/>
              <a:cxnLst/>
              <a:rect l="l" t="t" r="r" b="b"/>
              <a:pathLst>
                <a:path w="66039" h="332739">
                  <a:moveTo>
                    <a:pt x="0" y="332231"/>
                  </a:moveTo>
                  <a:lnTo>
                    <a:pt x="0" y="0"/>
                  </a:lnTo>
                  <a:lnTo>
                    <a:pt x="65532" y="0"/>
                  </a:lnTo>
                  <a:lnTo>
                    <a:pt x="65532" y="332231"/>
                  </a:lnTo>
                  <a:lnTo>
                    <a:pt x="0" y="332231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1" name="object 81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938784" y="1812035"/>
              <a:ext cx="272796" cy="184404"/>
            </a:xfrm>
            <a:prstGeom prst="rect">
              <a:avLst/>
            </a:prstGeom>
          </p:spPr>
        </p:pic>
        <p:sp>
          <p:nvSpPr>
            <p:cNvPr id="82" name="object 82" descr=""/>
            <p:cNvSpPr/>
            <p:nvPr/>
          </p:nvSpPr>
          <p:spPr>
            <a:xfrm>
              <a:off x="1234440" y="1801367"/>
              <a:ext cx="41275" cy="192405"/>
            </a:xfrm>
            <a:custGeom>
              <a:avLst/>
              <a:gdLst/>
              <a:ahLst/>
              <a:cxnLst/>
              <a:rect l="l" t="t" r="r" b="b"/>
              <a:pathLst>
                <a:path w="41275" h="192405">
                  <a:moveTo>
                    <a:pt x="0" y="192024"/>
                  </a:moveTo>
                  <a:lnTo>
                    <a:pt x="0" y="0"/>
                  </a:lnTo>
                  <a:lnTo>
                    <a:pt x="41148" y="0"/>
                  </a:lnTo>
                  <a:lnTo>
                    <a:pt x="41148" y="192024"/>
                  </a:lnTo>
                  <a:lnTo>
                    <a:pt x="0" y="192024"/>
                  </a:lnTo>
                  <a:close/>
                </a:path>
              </a:pathLst>
            </a:custGeom>
            <a:solidFill>
              <a:srgbClr val="24232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3" name="object 83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299972" y="1860803"/>
              <a:ext cx="115824" cy="135636"/>
            </a:xfrm>
            <a:prstGeom prst="rect">
              <a:avLst/>
            </a:prstGeom>
          </p:spPr>
        </p:pic>
        <p:pic>
          <p:nvPicPr>
            <p:cNvPr id="84" name="object 84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435608" y="1802892"/>
              <a:ext cx="242316" cy="193548"/>
            </a:xfrm>
            <a:prstGeom prst="rect">
              <a:avLst/>
            </a:prstGeom>
          </p:spPr>
        </p:pic>
        <p:pic>
          <p:nvPicPr>
            <p:cNvPr id="85" name="object 85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703832" y="1802892"/>
              <a:ext cx="146303" cy="190500"/>
            </a:xfrm>
            <a:prstGeom prst="rect">
              <a:avLst/>
            </a:prstGeom>
          </p:spPr>
        </p:pic>
        <p:pic>
          <p:nvPicPr>
            <p:cNvPr id="86" name="object 86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872996" y="1860804"/>
              <a:ext cx="140208" cy="135636"/>
            </a:xfrm>
            <a:prstGeom prst="rect">
              <a:avLst/>
            </a:prstGeom>
          </p:spPr>
        </p:pic>
        <p:pic>
          <p:nvPicPr>
            <p:cNvPr id="87" name="object 87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2101596" y="1802891"/>
              <a:ext cx="134112" cy="193548"/>
            </a:xfrm>
            <a:prstGeom prst="rect">
              <a:avLst/>
            </a:prstGeom>
          </p:spPr>
        </p:pic>
        <p:pic>
          <p:nvPicPr>
            <p:cNvPr id="88" name="object 88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2261616" y="1860803"/>
              <a:ext cx="123444" cy="135636"/>
            </a:xfrm>
            <a:prstGeom prst="rect">
              <a:avLst/>
            </a:prstGeom>
          </p:spPr>
        </p:pic>
        <p:pic>
          <p:nvPicPr>
            <p:cNvPr id="89" name="object 89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2484374" y="1812036"/>
              <a:ext cx="249681" cy="184403"/>
            </a:xfrm>
            <a:prstGeom prst="rect">
              <a:avLst/>
            </a:prstGeom>
          </p:spPr>
        </p:pic>
        <p:pic>
          <p:nvPicPr>
            <p:cNvPr id="90" name="object 90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2759964" y="1860804"/>
              <a:ext cx="105156" cy="135636"/>
            </a:xfrm>
            <a:prstGeom prst="rect">
              <a:avLst/>
            </a:prstGeom>
          </p:spPr>
        </p:pic>
        <p:pic>
          <p:nvPicPr>
            <p:cNvPr id="91" name="object 91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2891028" y="1860804"/>
              <a:ext cx="233172" cy="135636"/>
            </a:xfrm>
            <a:prstGeom prst="rect">
              <a:avLst/>
            </a:prstGeom>
          </p:spPr>
        </p:pic>
        <p:sp>
          <p:nvSpPr>
            <p:cNvPr id="92" name="object 92" descr=""/>
            <p:cNvSpPr/>
            <p:nvPr/>
          </p:nvSpPr>
          <p:spPr>
            <a:xfrm>
              <a:off x="3226308" y="1801367"/>
              <a:ext cx="603885" cy="195580"/>
            </a:xfrm>
            <a:custGeom>
              <a:avLst/>
              <a:gdLst/>
              <a:ahLst/>
              <a:cxnLst/>
              <a:rect l="l" t="t" r="r" b="b"/>
              <a:pathLst>
                <a:path w="603885" h="195580">
                  <a:moveTo>
                    <a:pt x="160020" y="99060"/>
                  </a:moveTo>
                  <a:lnTo>
                    <a:pt x="154012" y="60820"/>
                  </a:lnTo>
                  <a:lnTo>
                    <a:pt x="136017" y="33147"/>
                  </a:lnTo>
                  <a:lnTo>
                    <a:pt x="117348" y="22694"/>
                  </a:lnTo>
                  <a:lnTo>
                    <a:pt x="117348" y="99060"/>
                  </a:lnTo>
                  <a:lnTo>
                    <a:pt x="116459" y="112191"/>
                  </a:lnTo>
                  <a:lnTo>
                    <a:pt x="94170" y="150139"/>
                  </a:lnTo>
                  <a:lnTo>
                    <a:pt x="60960" y="158496"/>
                  </a:lnTo>
                  <a:lnTo>
                    <a:pt x="41148" y="158496"/>
                  </a:lnTo>
                  <a:lnTo>
                    <a:pt x="41148" y="44196"/>
                  </a:lnTo>
                  <a:lnTo>
                    <a:pt x="60960" y="44196"/>
                  </a:lnTo>
                  <a:lnTo>
                    <a:pt x="102108" y="59436"/>
                  </a:lnTo>
                  <a:lnTo>
                    <a:pt x="117348" y="99060"/>
                  </a:lnTo>
                  <a:lnTo>
                    <a:pt x="117348" y="22694"/>
                  </a:lnTo>
                  <a:lnTo>
                    <a:pt x="106006" y="16344"/>
                  </a:lnTo>
                  <a:lnTo>
                    <a:pt x="64008" y="10668"/>
                  </a:lnTo>
                  <a:lnTo>
                    <a:pt x="0" y="10668"/>
                  </a:lnTo>
                  <a:lnTo>
                    <a:pt x="0" y="192024"/>
                  </a:lnTo>
                  <a:lnTo>
                    <a:pt x="41148" y="192024"/>
                  </a:lnTo>
                  <a:lnTo>
                    <a:pt x="64008" y="192024"/>
                  </a:lnTo>
                  <a:lnTo>
                    <a:pt x="103060" y="185356"/>
                  </a:lnTo>
                  <a:lnTo>
                    <a:pt x="145224" y="152425"/>
                  </a:lnTo>
                  <a:lnTo>
                    <a:pt x="158318" y="118757"/>
                  </a:lnTo>
                  <a:lnTo>
                    <a:pt x="160020" y="99060"/>
                  </a:lnTo>
                  <a:close/>
                </a:path>
                <a:path w="603885" h="195580">
                  <a:moveTo>
                    <a:pt x="300228" y="121920"/>
                  </a:moveTo>
                  <a:lnTo>
                    <a:pt x="284988" y="76200"/>
                  </a:lnTo>
                  <a:lnTo>
                    <a:pt x="263652" y="63093"/>
                  </a:lnTo>
                  <a:lnTo>
                    <a:pt x="263652" y="114300"/>
                  </a:lnTo>
                  <a:lnTo>
                    <a:pt x="216408" y="114300"/>
                  </a:lnTo>
                  <a:lnTo>
                    <a:pt x="216408" y="106680"/>
                  </a:lnTo>
                  <a:lnTo>
                    <a:pt x="219519" y="98996"/>
                  </a:lnTo>
                  <a:lnTo>
                    <a:pt x="224028" y="94488"/>
                  </a:lnTo>
                  <a:lnTo>
                    <a:pt x="228600" y="88392"/>
                  </a:lnTo>
                  <a:lnTo>
                    <a:pt x="234696" y="86868"/>
                  </a:lnTo>
                  <a:lnTo>
                    <a:pt x="240792" y="86868"/>
                  </a:lnTo>
                  <a:lnTo>
                    <a:pt x="250786" y="88582"/>
                  </a:lnTo>
                  <a:lnTo>
                    <a:pt x="257937" y="93726"/>
                  </a:lnTo>
                  <a:lnTo>
                    <a:pt x="262216" y="102298"/>
                  </a:lnTo>
                  <a:lnTo>
                    <a:pt x="263652" y="114300"/>
                  </a:lnTo>
                  <a:lnTo>
                    <a:pt x="263652" y="63093"/>
                  </a:lnTo>
                  <a:lnTo>
                    <a:pt x="254546" y="60566"/>
                  </a:lnTo>
                  <a:lnTo>
                    <a:pt x="240792" y="59436"/>
                  </a:lnTo>
                  <a:lnTo>
                    <a:pt x="227647" y="60579"/>
                  </a:lnTo>
                  <a:lnTo>
                    <a:pt x="187071" y="88607"/>
                  </a:lnTo>
                  <a:lnTo>
                    <a:pt x="176784" y="129540"/>
                  </a:lnTo>
                  <a:lnTo>
                    <a:pt x="177927" y="144094"/>
                  </a:lnTo>
                  <a:lnTo>
                    <a:pt x="177927" y="143878"/>
                  </a:lnTo>
                  <a:lnTo>
                    <a:pt x="181165" y="156591"/>
                  </a:lnTo>
                  <a:lnTo>
                    <a:pt x="215074" y="190500"/>
                  </a:lnTo>
                  <a:lnTo>
                    <a:pt x="242316" y="195072"/>
                  </a:lnTo>
                  <a:lnTo>
                    <a:pt x="256336" y="194487"/>
                  </a:lnTo>
                  <a:lnTo>
                    <a:pt x="268795" y="192595"/>
                  </a:lnTo>
                  <a:lnTo>
                    <a:pt x="279819" y="189293"/>
                  </a:lnTo>
                  <a:lnTo>
                    <a:pt x="289560" y="184404"/>
                  </a:lnTo>
                  <a:lnTo>
                    <a:pt x="289560" y="156972"/>
                  </a:lnTo>
                  <a:lnTo>
                    <a:pt x="281025" y="160972"/>
                  </a:lnTo>
                  <a:lnTo>
                    <a:pt x="271653" y="163830"/>
                  </a:lnTo>
                  <a:lnTo>
                    <a:pt x="261696" y="165544"/>
                  </a:lnTo>
                  <a:lnTo>
                    <a:pt x="251460" y="166116"/>
                  </a:lnTo>
                  <a:lnTo>
                    <a:pt x="250786" y="166039"/>
                  </a:lnTo>
                  <a:lnTo>
                    <a:pt x="237185" y="164401"/>
                  </a:lnTo>
                  <a:lnTo>
                    <a:pt x="226504" y="159258"/>
                  </a:lnTo>
                  <a:lnTo>
                    <a:pt x="219519" y="150685"/>
                  </a:lnTo>
                  <a:lnTo>
                    <a:pt x="216408" y="138684"/>
                  </a:lnTo>
                  <a:lnTo>
                    <a:pt x="263652" y="138684"/>
                  </a:lnTo>
                  <a:lnTo>
                    <a:pt x="300228" y="138684"/>
                  </a:lnTo>
                  <a:lnTo>
                    <a:pt x="300228" y="121920"/>
                  </a:lnTo>
                  <a:close/>
                </a:path>
                <a:path w="603885" h="195580">
                  <a:moveTo>
                    <a:pt x="402336" y="62484"/>
                  </a:moveTo>
                  <a:lnTo>
                    <a:pt x="373380" y="62484"/>
                  </a:lnTo>
                  <a:lnTo>
                    <a:pt x="373380" y="22860"/>
                  </a:lnTo>
                  <a:lnTo>
                    <a:pt x="333756" y="35052"/>
                  </a:lnTo>
                  <a:lnTo>
                    <a:pt x="333756" y="62484"/>
                  </a:lnTo>
                  <a:lnTo>
                    <a:pt x="312420" y="62484"/>
                  </a:lnTo>
                  <a:lnTo>
                    <a:pt x="312420" y="91440"/>
                  </a:lnTo>
                  <a:lnTo>
                    <a:pt x="333756" y="91440"/>
                  </a:lnTo>
                  <a:lnTo>
                    <a:pt x="333756" y="150876"/>
                  </a:lnTo>
                  <a:lnTo>
                    <a:pt x="336321" y="170002"/>
                  </a:lnTo>
                  <a:lnTo>
                    <a:pt x="344043" y="183832"/>
                  </a:lnTo>
                  <a:lnTo>
                    <a:pt x="356895" y="192239"/>
                  </a:lnTo>
                  <a:lnTo>
                    <a:pt x="374904" y="195072"/>
                  </a:lnTo>
                  <a:lnTo>
                    <a:pt x="383476" y="194792"/>
                  </a:lnTo>
                  <a:lnTo>
                    <a:pt x="390906" y="193929"/>
                  </a:lnTo>
                  <a:lnTo>
                    <a:pt x="397192" y="192506"/>
                  </a:lnTo>
                  <a:lnTo>
                    <a:pt x="402336" y="190500"/>
                  </a:lnTo>
                  <a:lnTo>
                    <a:pt x="402336" y="160020"/>
                  </a:lnTo>
                  <a:lnTo>
                    <a:pt x="397764" y="163068"/>
                  </a:lnTo>
                  <a:lnTo>
                    <a:pt x="393192" y="164592"/>
                  </a:lnTo>
                  <a:lnTo>
                    <a:pt x="377952" y="164592"/>
                  </a:lnTo>
                  <a:lnTo>
                    <a:pt x="373380" y="156972"/>
                  </a:lnTo>
                  <a:lnTo>
                    <a:pt x="373380" y="91440"/>
                  </a:lnTo>
                  <a:lnTo>
                    <a:pt x="402336" y="91440"/>
                  </a:lnTo>
                  <a:lnTo>
                    <a:pt x="402336" y="62484"/>
                  </a:lnTo>
                  <a:close/>
                </a:path>
                <a:path w="603885" h="195580">
                  <a:moveTo>
                    <a:pt x="531876" y="114300"/>
                  </a:moveTo>
                  <a:lnTo>
                    <a:pt x="528447" y="90297"/>
                  </a:lnTo>
                  <a:lnTo>
                    <a:pt x="518160" y="73152"/>
                  </a:lnTo>
                  <a:lnTo>
                    <a:pt x="501015" y="62865"/>
                  </a:lnTo>
                  <a:lnTo>
                    <a:pt x="477012" y="59436"/>
                  </a:lnTo>
                  <a:lnTo>
                    <a:pt x="470357" y="59702"/>
                  </a:lnTo>
                  <a:lnTo>
                    <a:pt x="463867" y="60388"/>
                  </a:lnTo>
                  <a:lnTo>
                    <a:pt x="463296" y="60477"/>
                  </a:lnTo>
                  <a:lnTo>
                    <a:pt x="457073" y="61366"/>
                  </a:lnTo>
                  <a:lnTo>
                    <a:pt x="449580" y="62484"/>
                  </a:lnTo>
                  <a:lnTo>
                    <a:pt x="440436" y="65532"/>
                  </a:lnTo>
                  <a:lnTo>
                    <a:pt x="432816" y="67056"/>
                  </a:lnTo>
                  <a:lnTo>
                    <a:pt x="426720" y="70104"/>
                  </a:lnTo>
                  <a:lnTo>
                    <a:pt x="426720" y="100584"/>
                  </a:lnTo>
                  <a:lnTo>
                    <a:pt x="437908" y="94589"/>
                  </a:lnTo>
                  <a:lnTo>
                    <a:pt x="438150" y="94500"/>
                  </a:lnTo>
                  <a:lnTo>
                    <a:pt x="448818" y="90297"/>
                  </a:lnTo>
                  <a:lnTo>
                    <a:pt x="459714" y="87731"/>
                  </a:lnTo>
                  <a:lnTo>
                    <a:pt x="470916" y="86868"/>
                  </a:lnTo>
                  <a:lnTo>
                    <a:pt x="480910" y="88061"/>
                  </a:lnTo>
                  <a:lnTo>
                    <a:pt x="488061" y="91821"/>
                  </a:lnTo>
                  <a:lnTo>
                    <a:pt x="492340" y="98450"/>
                  </a:lnTo>
                  <a:lnTo>
                    <a:pt x="493776" y="108204"/>
                  </a:lnTo>
                  <a:lnTo>
                    <a:pt x="493776" y="131064"/>
                  </a:lnTo>
                  <a:lnTo>
                    <a:pt x="493776" y="146304"/>
                  </a:lnTo>
                  <a:lnTo>
                    <a:pt x="492340" y="153454"/>
                  </a:lnTo>
                  <a:lnTo>
                    <a:pt x="492340" y="153835"/>
                  </a:lnTo>
                  <a:lnTo>
                    <a:pt x="481584" y="164592"/>
                  </a:lnTo>
                  <a:lnTo>
                    <a:pt x="477012" y="166116"/>
                  </a:lnTo>
                  <a:lnTo>
                    <a:pt x="463296" y="166116"/>
                  </a:lnTo>
                  <a:lnTo>
                    <a:pt x="458724" y="164592"/>
                  </a:lnTo>
                  <a:lnTo>
                    <a:pt x="452628" y="158496"/>
                  </a:lnTo>
                  <a:lnTo>
                    <a:pt x="451104" y="155448"/>
                  </a:lnTo>
                  <a:lnTo>
                    <a:pt x="451104" y="150876"/>
                  </a:lnTo>
                  <a:lnTo>
                    <a:pt x="493776" y="131064"/>
                  </a:lnTo>
                  <a:lnTo>
                    <a:pt x="493776" y="108204"/>
                  </a:lnTo>
                  <a:lnTo>
                    <a:pt x="439597" y="117309"/>
                  </a:lnTo>
                  <a:lnTo>
                    <a:pt x="414528" y="155448"/>
                  </a:lnTo>
                  <a:lnTo>
                    <a:pt x="415112" y="164045"/>
                  </a:lnTo>
                  <a:lnTo>
                    <a:pt x="446189" y="194271"/>
                  </a:lnTo>
                  <a:lnTo>
                    <a:pt x="451104" y="194691"/>
                  </a:lnTo>
                  <a:lnTo>
                    <a:pt x="452259" y="194792"/>
                  </a:lnTo>
                  <a:lnTo>
                    <a:pt x="452628" y="194818"/>
                  </a:lnTo>
                  <a:lnTo>
                    <a:pt x="455676" y="195072"/>
                  </a:lnTo>
                  <a:lnTo>
                    <a:pt x="455866" y="195059"/>
                  </a:lnTo>
                  <a:lnTo>
                    <a:pt x="467410" y="193675"/>
                  </a:lnTo>
                  <a:lnTo>
                    <a:pt x="477583" y="189547"/>
                  </a:lnTo>
                  <a:lnTo>
                    <a:pt x="486321" y="182867"/>
                  </a:lnTo>
                  <a:lnTo>
                    <a:pt x="493776" y="173736"/>
                  </a:lnTo>
                  <a:lnTo>
                    <a:pt x="493776" y="192024"/>
                  </a:lnTo>
                  <a:lnTo>
                    <a:pt x="531876" y="192024"/>
                  </a:lnTo>
                  <a:lnTo>
                    <a:pt x="531876" y="114300"/>
                  </a:lnTo>
                  <a:close/>
                </a:path>
                <a:path w="603885" h="195580">
                  <a:moveTo>
                    <a:pt x="603504" y="0"/>
                  </a:moveTo>
                  <a:lnTo>
                    <a:pt x="562356" y="0"/>
                  </a:lnTo>
                  <a:lnTo>
                    <a:pt x="562356" y="192024"/>
                  </a:lnTo>
                  <a:lnTo>
                    <a:pt x="603504" y="192024"/>
                  </a:lnTo>
                  <a:lnTo>
                    <a:pt x="603504" y="0"/>
                  </a:lnTo>
                  <a:close/>
                </a:path>
              </a:pathLst>
            </a:custGeom>
            <a:solidFill>
              <a:srgbClr val="24232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3" name="object 93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861816" y="1802892"/>
              <a:ext cx="124967" cy="190500"/>
            </a:xfrm>
            <a:prstGeom prst="rect">
              <a:avLst/>
            </a:prstGeom>
          </p:spPr>
        </p:pic>
        <p:pic>
          <p:nvPicPr>
            <p:cNvPr id="94" name="object 94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4008120" y="1860803"/>
              <a:ext cx="117348" cy="135636"/>
            </a:xfrm>
            <a:prstGeom prst="rect">
              <a:avLst/>
            </a:prstGeom>
          </p:spPr>
        </p:pic>
        <p:pic>
          <p:nvPicPr>
            <p:cNvPr id="95" name="object 95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4148328" y="1802891"/>
              <a:ext cx="134112" cy="193548"/>
            </a:xfrm>
            <a:prstGeom prst="rect">
              <a:avLst/>
            </a:prstGeom>
          </p:spPr>
        </p:pic>
        <p:pic>
          <p:nvPicPr>
            <p:cNvPr id="96" name="object 96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4308348" y="1860804"/>
              <a:ext cx="138684" cy="135636"/>
            </a:xfrm>
            <a:prstGeom prst="rect">
              <a:avLst/>
            </a:prstGeom>
          </p:spPr>
        </p:pic>
        <p:sp>
          <p:nvSpPr>
            <p:cNvPr id="97" name="object 97" descr=""/>
            <p:cNvSpPr/>
            <p:nvPr/>
          </p:nvSpPr>
          <p:spPr>
            <a:xfrm>
              <a:off x="373126" y="6115824"/>
              <a:ext cx="334010" cy="337185"/>
            </a:xfrm>
            <a:custGeom>
              <a:avLst/>
              <a:gdLst/>
              <a:ahLst/>
              <a:cxnLst/>
              <a:rect l="l" t="t" r="r" b="b"/>
              <a:pathLst>
                <a:path w="334009" h="337185">
                  <a:moveTo>
                    <a:pt x="271526" y="155448"/>
                  </a:moveTo>
                  <a:lnTo>
                    <a:pt x="103873" y="155448"/>
                  </a:lnTo>
                  <a:lnTo>
                    <a:pt x="175514" y="83807"/>
                  </a:lnTo>
                  <a:lnTo>
                    <a:pt x="157226" y="67043"/>
                  </a:lnTo>
                  <a:lnTo>
                    <a:pt x="56642" y="169164"/>
                  </a:lnTo>
                  <a:lnTo>
                    <a:pt x="157226" y="269748"/>
                  </a:lnTo>
                  <a:lnTo>
                    <a:pt x="175514" y="252984"/>
                  </a:lnTo>
                  <a:lnTo>
                    <a:pt x="102565" y="181343"/>
                  </a:lnTo>
                  <a:lnTo>
                    <a:pt x="271526" y="181343"/>
                  </a:lnTo>
                  <a:lnTo>
                    <a:pt x="271526" y="155448"/>
                  </a:lnTo>
                  <a:close/>
                </a:path>
                <a:path w="334009" h="337185">
                  <a:moveTo>
                    <a:pt x="334010" y="151828"/>
                  </a:moveTo>
                  <a:lnTo>
                    <a:pt x="330200" y="127635"/>
                  </a:lnTo>
                  <a:lnTo>
                    <a:pt x="322580" y="103632"/>
                  </a:lnTo>
                  <a:lnTo>
                    <a:pt x="314960" y="89154"/>
                  </a:lnTo>
                  <a:lnTo>
                    <a:pt x="311150" y="81762"/>
                  </a:lnTo>
                  <a:lnTo>
                    <a:pt x="311150" y="154114"/>
                  </a:lnTo>
                  <a:lnTo>
                    <a:pt x="311150" y="169164"/>
                  </a:lnTo>
                  <a:lnTo>
                    <a:pt x="311150" y="182880"/>
                  </a:lnTo>
                  <a:lnTo>
                    <a:pt x="307340" y="203454"/>
                  </a:lnTo>
                  <a:lnTo>
                    <a:pt x="299720" y="224028"/>
                  </a:lnTo>
                  <a:lnTo>
                    <a:pt x="297180" y="229971"/>
                  </a:lnTo>
                  <a:lnTo>
                    <a:pt x="294640" y="236220"/>
                  </a:lnTo>
                  <a:lnTo>
                    <a:pt x="290830" y="242455"/>
                  </a:lnTo>
                  <a:lnTo>
                    <a:pt x="287020" y="248412"/>
                  </a:lnTo>
                  <a:lnTo>
                    <a:pt x="283210" y="254101"/>
                  </a:lnTo>
                  <a:lnTo>
                    <a:pt x="278130" y="259651"/>
                  </a:lnTo>
                  <a:lnTo>
                    <a:pt x="274320" y="264909"/>
                  </a:lnTo>
                  <a:lnTo>
                    <a:pt x="269240" y="269748"/>
                  </a:lnTo>
                  <a:lnTo>
                    <a:pt x="264160" y="275170"/>
                  </a:lnTo>
                  <a:lnTo>
                    <a:pt x="257810" y="280035"/>
                  </a:lnTo>
                  <a:lnTo>
                    <a:pt x="222250" y="301752"/>
                  </a:lnTo>
                  <a:lnTo>
                    <a:pt x="214630" y="304012"/>
                  </a:lnTo>
                  <a:lnTo>
                    <a:pt x="208280" y="306133"/>
                  </a:lnTo>
                  <a:lnTo>
                    <a:pt x="201930" y="307962"/>
                  </a:lnTo>
                  <a:lnTo>
                    <a:pt x="194310" y="309372"/>
                  </a:lnTo>
                  <a:lnTo>
                    <a:pt x="187960" y="311124"/>
                  </a:lnTo>
                  <a:lnTo>
                    <a:pt x="180340" y="312039"/>
                  </a:lnTo>
                  <a:lnTo>
                    <a:pt x="175260" y="312305"/>
                  </a:lnTo>
                  <a:lnTo>
                    <a:pt x="158750" y="312305"/>
                  </a:lnTo>
                  <a:lnTo>
                    <a:pt x="153670" y="312039"/>
                  </a:lnTo>
                  <a:lnTo>
                    <a:pt x="146050" y="311124"/>
                  </a:lnTo>
                  <a:lnTo>
                    <a:pt x="139700" y="309372"/>
                  </a:lnTo>
                  <a:lnTo>
                    <a:pt x="132080" y="307962"/>
                  </a:lnTo>
                  <a:lnTo>
                    <a:pt x="125730" y="306133"/>
                  </a:lnTo>
                  <a:lnTo>
                    <a:pt x="119380" y="304012"/>
                  </a:lnTo>
                  <a:lnTo>
                    <a:pt x="111760" y="301752"/>
                  </a:lnTo>
                  <a:lnTo>
                    <a:pt x="105410" y="299173"/>
                  </a:lnTo>
                  <a:lnTo>
                    <a:pt x="99060" y="296037"/>
                  </a:lnTo>
                  <a:lnTo>
                    <a:pt x="92710" y="292315"/>
                  </a:lnTo>
                  <a:lnTo>
                    <a:pt x="86360" y="288036"/>
                  </a:lnTo>
                  <a:lnTo>
                    <a:pt x="80010" y="284314"/>
                  </a:lnTo>
                  <a:lnTo>
                    <a:pt x="74930" y="280035"/>
                  </a:lnTo>
                  <a:lnTo>
                    <a:pt x="69850" y="275170"/>
                  </a:lnTo>
                  <a:lnTo>
                    <a:pt x="64770" y="269748"/>
                  </a:lnTo>
                  <a:lnTo>
                    <a:pt x="59690" y="264909"/>
                  </a:lnTo>
                  <a:lnTo>
                    <a:pt x="55880" y="259651"/>
                  </a:lnTo>
                  <a:lnTo>
                    <a:pt x="50800" y="254101"/>
                  </a:lnTo>
                  <a:lnTo>
                    <a:pt x="46990" y="248412"/>
                  </a:lnTo>
                  <a:lnTo>
                    <a:pt x="43180" y="242455"/>
                  </a:lnTo>
                  <a:lnTo>
                    <a:pt x="39370" y="236220"/>
                  </a:lnTo>
                  <a:lnTo>
                    <a:pt x="36830" y="229971"/>
                  </a:lnTo>
                  <a:lnTo>
                    <a:pt x="34290" y="224028"/>
                  </a:lnTo>
                  <a:lnTo>
                    <a:pt x="26670" y="203454"/>
                  </a:lnTo>
                  <a:lnTo>
                    <a:pt x="22860" y="182880"/>
                  </a:lnTo>
                  <a:lnTo>
                    <a:pt x="22860" y="176022"/>
                  </a:lnTo>
                  <a:lnTo>
                    <a:pt x="21590" y="169164"/>
                  </a:lnTo>
                  <a:lnTo>
                    <a:pt x="22860" y="161417"/>
                  </a:lnTo>
                  <a:lnTo>
                    <a:pt x="22860" y="154114"/>
                  </a:lnTo>
                  <a:lnTo>
                    <a:pt x="26670" y="133350"/>
                  </a:lnTo>
                  <a:lnTo>
                    <a:pt x="34290" y="112776"/>
                  </a:lnTo>
                  <a:lnTo>
                    <a:pt x="36830" y="106819"/>
                  </a:lnTo>
                  <a:lnTo>
                    <a:pt x="39370" y="100584"/>
                  </a:lnTo>
                  <a:lnTo>
                    <a:pt x="43180" y="94335"/>
                  </a:lnTo>
                  <a:lnTo>
                    <a:pt x="46990" y="88392"/>
                  </a:lnTo>
                  <a:lnTo>
                    <a:pt x="50800" y="82689"/>
                  </a:lnTo>
                  <a:lnTo>
                    <a:pt x="55880" y="77152"/>
                  </a:lnTo>
                  <a:lnTo>
                    <a:pt x="59690" y="71882"/>
                  </a:lnTo>
                  <a:lnTo>
                    <a:pt x="64770" y="67056"/>
                  </a:lnTo>
                  <a:lnTo>
                    <a:pt x="69850" y="61620"/>
                  </a:lnTo>
                  <a:lnTo>
                    <a:pt x="74930" y="56769"/>
                  </a:lnTo>
                  <a:lnTo>
                    <a:pt x="80010" y="52476"/>
                  </a:lnTo>
                  <a:lnTo>
                    <a:pt x="86360" y="48768"/>
                  </a:lnTo>
                  <a:lnTo>
                    <a:pt x="92710" y="44691"/>
                  </a:lnTo>
                  <a:lnTo>
                    <a:pt x="99060" y="41338"/>
                  </a:lnTo>
                  <a:lnTo>
                    <a:pt x="111760" y="35052"/>
                  </a:lnTo>
                  <a:lnTo>
                    <a:pt x="119380" y="32778"/>
                  </a:lnTo>
                  <a:lnTo>
                    <a:pt x="125730" y="30670"/>
                  </a:lnTo>
                  <a:lnTo>
                    <a:pt x="166370" y="24384"/>
                  </a:lnTo>
                  <a:lnTo>
                    <a:pt x="173990" y="24638"/>
                  </a:lnTo>
                  <a:lnTo>
                    <a:pt x="214630" y="32778"/>
                  </a:lnTo>
                  <a:lnTo>
                    <a:pt x="222250" y="35052"/>
                  </a:lnTo>
                  <a:lnTo>
                    <a:pt x="257810" y="56769"/>
                  </a:lnTo>
                  <a:lnTo>
                    <a:pt x="264160" y="61620"/>
                  </a:lnTo>
                  <a:lnTo>
                    <a:pt x="269240" y="67056"/>
                  </a:lnTo>
                  <a:lnTo>
                    <a:pt x="273050" y="71882"/>
                  </a:lnTo>
                  <a:lnTo>
                    <a:pt x="278130" y="77152"/>
                  </a:lnTo>
                  <a:lnTo>
                    <a:pt x="297180" y="106819"/>
                  </a:lnTo>
                  <a:lnTo>
                    <a:pt x="299720" y="112776"/>
                  </a:lnTo>
                  <a:lnTo>
                    <a:pt x="307340" y="133350"/>
                  </a:lnTo>
                  <a:lnTo>
                    <a:pt x="311150" y="154114"/>
                  </a:lnTo>
                  <a:lnTo>
                    <a:pt x="311150" y="81762"/>
                  </a:lnTo>
                  <a:lnTo>
                    <a:pt x="285750" y="48768"/>
                  </a:lnTo>
                  <a:lnTo>
                    <a:pt x="252730" y="24422"/>
                  </a:lnTo>
                  <a:lnTo>
                    <a:pt x="246380" y="20193"/>
                  </a:lnTo>
                  <a:lnTo>
                    <a:pt x="238760" y="16522"/>
                  </a:lnTo>
                  <a:lnTo>
                    <a:pt x="231140" y="13716"/>
                  </a:lnTo>
                  <a:lnTo>
                    <a:pt x="223520" y="10541"/>
                  </a:lnTo>
                  <a:lnTo>
                    <a:pt x="182880" y="952"/>
                  </a:lnTo>
                  <a:lnTo>
                    <a:pt x="166370" y="0"/>
                  </a:lnTo>
                  <a:lnTo>
                    <a:pt x="158750" y="254"/>
                  </a:lnTo>
                  <a:lnTo>
                    <a:pt x="118110" y="7810"/>
                  </a:lnTo>
                  <a:lnTo>
                    <a:pt x="102870" y="13716"/>
                  </a:lnTo>
                  <a:lnTo>
                    <a:pt x="95250" y="16522"/>
                  </a:lnTo>
                  <a:lnTo>
                    <a:pt x="87630" y="20193"/>
                  </a:lnTo>
                  <a:lnTo>
                    <a:pt x="81280" y="24422"/>
                  </a:lnTo>
                  <a:lnTo>
                    <a:pt x="73660" y="28956"/>
                  </a:lnTo>
                  <a:lnTo>
                    <a:pt x="41910" y="55384"/>
                  </a:lnTo>
                  <a:lnTo>
                    <a:pt x="19050" y="89154"/>
                  </a:lnTo>
                  <a:lnTo>
                    <a:pt x="11430" y="103632"/>
                  </a:lnTo>
                  <a:lnTo>
                    <a:pt x="3810" y="127635"/>
                  </a:lnTo>
                  <a:lnTo>
                    <a:pt x="0" y="151828"/>
                  </a:lnTo>
                  <a:lnTo>
                    <a:pt x="0" y="167640"/>
                  </a:lnTo>
                  <a:lnTo>
                    <a:pt x="0" y="169164"/>
                  </a:lnTo>
                  <a:lnTo>
                    <a:pt x="0" y="185166"/>
                  </a:lnTo>
                  <a:lnTo>
                    <a:pt x="3810" y="209169"/>
                  </a:lnTo>
                  <a:lnTo>
                    <a:pt x="10160" y="229171"/>
                  </a:lnTo>
                  <a:lnTo>
                    <a:pt x="11430" y="233172"/>
                  </a:lnTo>
                  <a:lnTo>
                    <a:pt x="12700" y="235750"/>
                  </a:lnTo>
                  <a:lnTo>
                    <a:pt x="15240" y="240906"/>
                  </a:lnTo>
                  <a:lnTo>
                    <a:pt x="19050" y="248221"/>
                  </a:lnTo>
                  <a:lnTo>
                    <a:pt x="41910" y="282054"/>
                  </a:lnTo>
                  <a:lnTo>
                    <a:pt x="73660" y="307848"/>
                  </a:lnTo>
                  <a:lnTo>
                    <a:pt x="81280" y="312394"/>
                  </a:lnTo>
                  <a:lnTo>
                    <a:pt x="87630" y="316801"/>
                  </a:lnTo>
                  <a:lnTo>
                    <a:pt x="133350" y="333756"/>
                  </a:lnTo>
                  <a:lnTo>
                    <a:pt x="160020" y="336575"/>
                  </a:lnTo>
                  <a:lnTo>
                    <a:pt x="166370" y="336804"/>
                  </a:lnTo>
                  <a:lnTo>
                    <a:pt x="231140" y="324612"/>
                  </a:lnTo>
                  <a:lnTo>
                    <a:pt x="252730" y="312394"/>
                  </a:lnTo>
                  <a:lnTo>
                    <a:pt x="260350" y="307848"/>
                  </a:lnTo>
                  <a:lnTo>
                    <a:pt x="292100" y="282054"/>
                  </a:lnTo>
                  <a:lnTo>
                    <a:pt x="314960" y="248221"/>
                  </a:lnTo>
                  <a:lnTo>
                    <a:pt x="330200" y="209169"/>
                  </a:lnTo>
                  <a:lnTo>
                    <a:pt x="334010" y="185166"/>
                  </a:lnTo>
                  <a:lnTo>
                    <a:pt x="334010" y="169164"/>
                  </a:lnTo>
                  <a:lnTo>
                    <a:pt x="334010" y="15182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8" name="object 98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8767572" y="1540763"/>
              <a:ext cx="1610868" cy="18287"/>
            </a:xfrm>
            <a:prstGeom prst="rect">
              <a:avLst/>
            </a:prstGeom>
          </p:spPr>
        </p:pic>
        <p:pic>
          <p:nvPicPr>
            <p:cNvPr id="99" name="object 99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8767572" y="1014983"/>
              <a:ext cx="1610868" cy="146303"/>
            </a:xfrm>
            <a:prstGeom prst="rect">
              <a:avLst/>
            </a:prstGeom>
          </p:spPr>
        </p:pic>
        <p:pic>
          <p:nvPicPr>
            <p:cNvPr id="100" name="object 100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8767572" y="1051560"/>
              <a:ext cx="1610868" cy="490727"/>
            </a:xfrm>
            <a:prstGeom prst="rect">
              <a:avLst/>
            </a:prstGeom>
          </p:spPr>
        </p:pic>
        <p:sp>
          <p:nvSpPr>
            <p:cNvPr id="101" name="object 101" descr=""/>
            <p:cNvSpPr/>
            <p:nvPr/>
          </p:nvSpPr>
          <p:spPr>
            <a:xfrm>
              <a:off x="9056116" y="1237487"/>
              <a:ext cx="116839" cy="135890"/>
            </a:xfrm>
            <a:custGeom>
              <a:avLst/>
              <a:gdLst/>
              <a:ahLst/>
              <a:cxnLst/>
              <a:rect l="l" t="t" r="r" b="b"/>
              <a:pathLst>
                <a:path w="116840" h="135890">
                  <a:moveTo>
                    <a:pt x="116840" y="0"/>
                  </a:moveTo>
                  <a:lnTo>
                    <a:pt x="86360" y="0"/>
                  </a:lnTo>
                  <a:lnTo>
                    <a:pt x="86360" y="53340"/>
                  </a:lnTo>
                  <a:lnTo>
                    <a:pt x="30480" y="53340"/>
                  </a:lnTo>
                  <a:lnTo>
                    <a:pt x="30480" y="0"/>
                  </a:lnTo>
                  <a:lnTo>
                    <a:pt x="0" y="0"/>
                  </a:lnTo>
                  <a:lnTo>
                    <a:pt x="0" y="135636"/>
                  </a:lnTo>
                  <a:lnTo>
                    <a:pt x="30480" y="135636"/>
                  </a:lnTo>
                  <a:lnTo>
                    <a:pt x="30480" y="80772"/>
                  </a:lnTo>
                  <a:lnTo>
                    <a:pt x="86360" y="80772"/>
                  </a:lnTo>
                  <a:lnTo>
                    <a:pt x="86360" y="135636"/>
                  </a:lnTo>
                  <a:lnTo>
                    <a:pt x="116840" y="135636"/>
                  </a:lnTo>
                  <a:lnTo>
                    <a:pt x="1168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2" name="object 102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9194292" y="1274063"/>
              <a:ext cx="388619" cy="100584"/>
            </a:xfrm>
            <a:prstGeom prst="rect">
              <a:avLst/>
            </a:prstGeom>
          </p:spPr>
        </p:pic>
        <p:pic>
          <p:nvPicPr>
            <p:cNvPr id="103" name="object 103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9656064" y="1237487"/>
              <a:ext cx="422147" cy="18135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74320" y="986027"/>
            <a:ext cx="10224770" cy="5692140"/>
            <a:chOff x="274320" y="986027"/>
            <a:chExt cx="10224770" cy="5692140"/>
          </a:xfrm>
        </p:grpSpPr>
        <p:sp>
          <p:nvSpPr>
            <p:cNvPr id="3" name="object 3" descr=""/>
            <p:cNvSpPr/>
            <p:nvPr/>
          </p:nvSpPr>
          <p:spPr>
            <a:xfrm>
              <a:off x="274344" y="988567"/>
              <a:ext cx="10224770" cy="5689600"/>
            </a:xfrm>
            <a:custGeom>
              <a:avLst/>
              <a:gdLst/>
              <a:ahLst/>
              <a:cxnLst/>
              <a:rect l="l" t="t" r="r" b="b"/>
              <a:pathLst>
                <a:path w="10224770" h="5689600">
                  <a:moveTo>
                    <a:pt x="0" y="5416189"/>
                  </a:moveTo>
                  <a:lnTo>
                    <a:pt x="1500" y="254000"/>
                  </a:lnTo>
                  <a:lnTo>
                    <a:pt x="4548" y="228600"/>
                  </a:lnTo>
                  <a:lnTo>
                    <a:pt x="10219920" y="228600"/>
                  </a:lnTo>
                  <a:lnTo>
                    <a:pt x="10222969" y="254000"/>
                  </a:lnTo>
                  <a:lnTo>
                    <a:pt x="10224468" y="292100"/>
                  </a:lnTo>
                  <a:lnTo>
                    <a:pt x="10224468" y="5410200"/>
                  </a:lnTo>
                  <a:lnTo>
                    <a:pt x="10223632" y="5431453"/>
                  </a:lnTo>
                  <a:lnTo>
                    <a:pt x="10222969" y="5436616"/>
                  </a:lnTo>
                  <a:lnTo>
                    <a:pt x="10222707" y="5443474"/>
                  </a:lnTo>
                  <a:lnTo>
                    <a:pt x="10222016" y="5450332"/>
                  </a:lnTo>
                  <a:lnTo>
                    <a:pt x="10221039" y="5457190"/>
                  </a:lnTo>
                  <a:lnTo>
                    <a:pt x="10219920" y="5464048"/>
                  </a:lnTo>
                  <a:lnTo>
                    <a:pt x="10217872" y="5470668"/>
                  </a:lnTo>
                  <a:lnTo>
                    <a:pt x="10214348" y="5483336"/>
                  </a:lnTo>
                  <a:lnTo>
                    <a:pt x="10213401" y="5486400"/>
                  </a:lnTo>
                  <a:lnTo>
                    <a:pt x="10965" y="5486400"/>
                  </a:lnTo>
                  <a:lnTo>
                    <a:pt x="7786" y="5477002"/>
                  </a:lnTo>
                  <a:lnTo>
                    <a:pt x="6072" y="5471079"/>
                  </a:lnTo>
                  <a:lnTo>
                    <a:pt x="6072" y="5471229"/>
                  </a:lnTo>
                  <a:lnTo>
                    <a:pt x="1500" y="5436616"/>
                  </a:lnTo>
                  <a:lnTo>
                    <a:pt x="619" y="5429758"/>
                  </a:lnTo>
                  <a:lnTo>
                    <a:pt x="166" y="5422900"/>
                  </a:lnTo>
                  <a:lnTo>
                    <a:pt x="0" y="5416189"/>
                  </a:lnTo>
                  <a:close/>
                </a:path>
                <a:path w="10224770" h="5689600">
                  <a:moveTo>
                    <a:pt x="6072" y="228600"/>
                  </a:moveTo>
                  <a:lnTo>
                    <a:pt x="9120" y="215900"/>
                  </a:lnTo>
                  <a:lnTo>
                    <a:pt x="10215348" y="215900"/>
                  </a:lnTo>
                  <a:lnTo>
                    <a:pt x="10218397" y="228600"/>
                  </a:lnTo>
                  <a:lnTo>
                    <a:pt x="6072" y="228600"/>
                  </a:lnTo>
                  <a:close/>
                </a:path>
                <a:path w="10224770" h="5689600">
                  <a:moveTo>
                    <a:pt x="10644" y="215900"/>
                  </a:moveTo>
                  <a:lnTo>
                    <a:pt x="12168" y="203200"/>
                  </a:lnTo>
                  <a:lnTo>
                    <a:pt x="10212301" y="203200"/>
                  </a:lnTo>
                  <a:lnTo>
                    <a:pt x="10213824" y="215900"/>
                  </a:lnTo>
                  <a:lnTo>
                    <a:pt x="10644" y="215900"/>
                  </a:lnTo>
                  <a:close/>
                </a:path>
                <a:path w="10224770" h="5689600">
                  <a:moveTo>
                    <a:pt x="10965" y="5486400"/>
                  </a:moveTo>
                  <a:lnTo>
                    <a:pt x="10213401" y="5486400"/>
                  </a:lnTo>
                  <a:lnTo>
                    <a:pt x="10212301" y="5489956"/>
                  </a:lnTo>
                  <a:lnTo>
                    <a:pt x="10207728" y="5503481"/>
                  </a:lnTo>
                  <a:lnTo>
                    <a:pt x="10205442" y="5509887"/>
                  </a:lnTo>
                  <a:lnTo>
                    <a:pt x="10204708" y="5511800"/>
                  </a:lnTo>
                  <a:lnTo>
                    <a:pt x="19174" y="5511800"/>
                  </a:lnTo>
                  <a:lnTo>
                    <a:pt x="18168" y="5509887"/>
                  </a:lnTo>
                  <a:lnTo>
                    <a:pt x="15597" y="5503481"/>
                  </a:lnTo>
                  <a:lnTo>
                    <a:pt x="13692" y="5497109"/>
                  </a:lnTo>
                  <a:lnTo>
                    <a:pt x="13692" y="5497246"/>
                  </a:lnTo>
                  <a:lnTo>
                    <a:pt x="12168" y="5489956"/>
                  </a:lnTo>
                  <a:lnTo>
                    <a:pt x="10965" y="5486400"/>
                  </a:lnTo>
                  <a:close/>
                </a:path>
                <a:path w="10224770" h="5689600">
                  <a:moveTo>
                    <a:pt x="13692" y="203200"/>
                  </a:moveTo>
                  <a:lnTo>
                    <a:pt x="15216" y="190500"/>
                  </a:lnTo>
                  <a:lnTo>
                    <a:pt x="21312" y="177800"/>
                  </a:lnTo>
                  <a:lnTo>
                    <a:pt x="28932" y="165100"/>
                  </a:lnTo>
                  <a:lnTo>
                    <a:pt x="30456" y="152400"/>
                  </a:lnTo>
                  <a:lnTo>
                    <a:pt x="10189440" y="152400"/>
                  </a:lnTo>
                  <a:lnTo>
                    <a:pt x="10203156" y="177800"/>
                  </a:lnTo>
                  <a:lnTo>
                    <a:pt x="10209252" y="190500"/>
                  </a:lnTo>
                  <a:lnTo>
                    <a:pt x="10210776" y="203200"/>
                  </a:lnTo>
                  <a:lnTo>
                    <a:pt x="13692" y="203200"/>
                  </a:lnTo>
                  <a:close/>
                </a:path>
                <a:path w="10224770" h="5689600">
                  <a:moveTo>
                    <a:pt x="19174" y="5511800"/>
                  </a:moveTo>
                  <a:lnTo>
                    <a:pt x="10204708" y="5511800"/>
                  </a:lnTo>
                  <a:lnTo>
                    <a:pt x="10200608" y="5522484"/>
                  </a:lnTo>
                  <a:lnTo>
                    <a:pt x="10199661" y="5524500"/>
                  </a:lnTo>
                  <a:lnTo>
                    <a:pt x="24730" y="5524500"/>
                  </a:lnTo>
                  <a:lnTo>
                    <a:pt x="23836" y="5522484"/>
                  </a:lnTo>
                  <a:lnTo>
                    <a:pt x="21312" y="5515864"/>
                  </a:lnTo>
                  <a:lnTo>
                    <a:pt x="19174" y="5511800"/>
                  </a:lnTo>
                  <a:close/>
                </a:path>
                <a:path w="10224770" h="5689600">
                  <a:moveTo>
                    <a:pt x="24730" y="5524500"/>
                  </a:moveTo>
                  <a:lnTo>
                    <a:pt x="10199661" y="5524500"/>
                  </a:lnTo>
                  <a:lnTo>
                    <a:pt x="10197632" y="5528818"/>
                  </a:lnTo>
                  <a:lnTo>
                    <a:pt x="10190965" y="5541772"/>
                  </a:lnTo>
                  <a:lnTo>
                    <a:pt x="10188178" y="5547487"/>
                  </a:lnTo>
                  <a:lnTo>
                    <a:pt x="10186700" y="5549900"/>
                  </a:lnTo>
                  <a:lnTo>
                    <a:pt x="36951" y="5549900"/>
                  </a:lnTo>
                  <a:lnTo>
                    <a:pt x="35433" y="5547487"/>
                  </a:lnTo>
                  <a:lnTo>
                    <a:pt x="31980" y="5541772"/>
                  </a:lnTo>
                  <a:lnTo>
                    <a:pt x="29456" y="5535152"/>
                  </a:lnTo>
                  <a:lnTo>
                    <a:pt x="24730" y="5524500"/>
                  </a:lnTo>
                  <a:close/>
                </a:path>
                <a:path w="10224770" h="5689600">
                  <a:moveTo>
                    <a:pt x="35028" y="152400"/>
                  </a:moveTo>
                  <a:lnTo>
                    <a:pt x="38076" y="139700"/>
                  </a:lnTo>
                  <a:lnTo>
                    <a:pt x="10183344" y="139700"/>
                  </a:lnTo>
                  <a:lnTo>
                    <a:pt x="10187916" y="152400"/>
                  </a:lnTo>
                  <a:lnTo>
                    <a:pt x="35028" y="152400"/>
                  </a:lnTo>
                  <a:close/>
                </a:path>
                <a:path w="10224770" h="5689600">
                  <a:moveTo>
                    <a:pt x="36951" y="5549900"/>
                  </a:moveTo>
                  <a:lnTo>
                    <a:pt x="10186392" y="5549900"/>
                  </a:lnTo>
                  <a:lnTo>
                    <a:pt x="10186193" y="5550728"/>
                  </a:lnTo>
                  <a:lnTo>
                    <a:pt x="10184678" y="5553202"/>
                  </a:lnTo>
                  <a:lnTo>
                    <a:pt x="10180891" y="5558917"/>
                  </a:lnTo>
                  <a:lnTo>
                    <a:pt x="10178528" y="5562600"/>
                  </a:lnTo>
                  <a:lnTo>
                    <a:pt x="45687" y="5562600"/>
                  </a:lnTo>
                  <a:lnTo>
                    <a:pt x="42910" y="5558917"/>
                  </a:lnTo>
                  <a:lnTo>
                    <a:pt x="39028" y="5553202"/>
                  </a:lnTo>
                  <a:lnTo>
                    <a:pt x="36951" y="5549900"/>
                  </a:lnTo>
                  <a:close/>
                </a:path>
                <a:path w="10224770" h="5689600">
                  <a:moveTo>
                    <a:pt x="44172" y="139700"/>
                  </a:moveTo>
                  <a:lnTo>
                    <a:pt x="47220" y="127000"/>
                  </a:lnTo>
                  <a:lnTo>
                    <a:pt x="10177248" y="127000"/>
                  </a:lnTo>
                  <a:lnTo>
                    <a:pt x="10181820" y="139700"/>
                  </a:lnTo>
                  <a:lnTo>
                    <a:pt x="44172" y="139700"/>
                  </a:lnTo>
                  <a:close/>
                </a:path>
                <a:path w="10224770" h="5689600">
                  <a:moveTo>
                    <a:pt x="45687" y="5562600"/>
                  </a:moveTo>
                  <a:lnTo>
                    <a:pt x="10178528" y="5562600"/>
                  </a:lnTo>
                  <a:lnTo>
                    <a:pt x="10173557" y="5570347"/>
                  </a:lnTo>
                  <a:lnTo>
                    <a:pt x="10169987" y="5575300"/>
                  </a:lnTo>
                  <a:lnTo>
                    <a:pt x="54481" y="5575300"/>
                  </a:lnTo>
                  <a:lnTo>
                    <a:pt x="50911" y="5570347"/>
                  </a:lnTo>
                  <a:lnTo>
                    <a:pt x="47220" y="5564632"/>
                  </a:lnTo>
                  <a:lnTo>
                    <a:pt x="45687" y="5562600"/>
                  </a:lnTo>
                  <a:close/>
                </a:path>
                <a:path w="10224770" h="5689600">
                  <a:moveTo>
                    <a:pt x="51792" y="127000"/>
                  </a:moveTo>
                  <a:lnTo>
                    <a:pt x="54840" y="114300"/>
                  </a:lnTo>
                  <a:lnTo>
                    <a:pt x="10169629" y="114300"/>
                  </a:lnTo>
                  <a:lnTo>
                    <a:pt x="10172676" y="127000"/>
                  </a:lnTo>
                  <a:lnTo>
                    <a:pt x="51792" y="127000"/>
                  </a:lnTo>
                  <a:close/>
                </a:path>
                <a:path w="10224770" h="5689600">
                  <a:moveTo>
                    <a:pt x="54481" y="5575300"/>
                  </a:moveTo>
                  <a:lnTo>
                    <a:pt x="10169629" y="5575300"/>
                  </a:lnTo>
                  <a:lnTo>
                    <a:pt x="10169629" y="5575956"/>
                  </a:lnTo>
                  <a:lnTo>
                    <a:pt x="10160484" y="5587492"/>
                  </a:lnTo>
                  <a:lnTo>
                    <a:pt x="10160058" y="5588000"/>
                  </a:lnTo>
                  <a:lnTo>
                    <a:pt x="64350" y="5588000"/>
                  </a:lnTo>
                  <a:lnTo>
                    <a:pt x="63984" y="5587492"/>
                  </a:lnTo>
                  <a:lnTo>
                    <a:pt x="59436" y="5581777"/>
                  </a:lnTo>
                  <a:lnTo>
                    <a:pt x="55030" y="5576062"/>
                  </a:lnTo>
                  <a:lnTo>
                    <a:pt x="54481" y="5575300"/>
                  </a:lnTo>
                  <a:close/>
                </a:path>
                <a:path w="10224770" h="5689600">
                  <a:moveTo>
                    <a:pt x="60936" y="114300"/>
                  </a:moveTo>
                  <a:lnTo>
                    <a:pt x="68556" y="101600"/>
                  </a:lnTo>
                  <a:lnTo>
                    <a:pt x="10155912" y="101600"/>
                  </a:lnTo>
                  <a:lnTo>
                    <a:pt x="10163533" y="114300"/>
                  </a:lnTo>
                  <a:lnTo>
                    <a:pt x="60936" y="114300"/>
                  </a:lnTo>
                  <a:close/>
                </a:path>
                <a:path w="10224770" h="5689600">
                  <a:moveTo>
                    <a:pt x="64350" y="5588000"/>
                  </a:moveTo>
                  <a:lnTo>
                    <a:pt x="10160058" y="5588000"/>
                  </a:lnTo>
                  <a:lnTo>
                    <a:pt x="10155912" y="5592945"/>
                  </a:lnTo>
                  <a:lnTo>
                    <a:pt x="10151340" y="5597970"/>
                  </a:lnTo>
                  <a:lnTo>
                    <a:pt x="10146768" y="5602708"/>
                  </a:lnTo>
                  <a:lnTo>
                    <a:pt x="10142197" y="5607304"/>
                  </a:lnTo>
                  <a:lnTo>
                    <a:pt x="10137386" y="5612733"/>
                  </a:lnTo>
                  <a:lnTo>
                    <a:pt x="10132290" y="5617591"/>
                  </a:lnTo>
                  <a:lnTo>
                    <a:pt x="10127194" y="5621877"/>
                  </a:lnTo>
                  <a:lnTo>
                    <a:pt x="10122384" y="5625592"/>
                  </a:lnTo>
                  <a:lnTo>
                    <a:pt x="10116669" y="5630140"/>
                  </a:lnTo>
                  <a:lnTo>
                    <a:pt x="10110954" y="5634546"/>
                  </a:lnTo>
                  <a:lnTo>
                    <a:pt x="10105030" y="5638800"/>
                  </a:lnTo>
                  <a:lnTo>
                    <a:pt x="119437" y="5638800"/>
                  </a:lnTo>
                  <a:lnTo>
                    <a:pt x="113514" y="5634546"/>
                  </a:lnTo>
                  <a:lnTo>
                    <a:pt x="107799" y="5630140"/>
                  </a:lnTo>
                  <a:lnTo>
                    <a:pt x="102084" y="5625592"/>
                  </a:lnTo>
                  <a:lnTo>
                    <a:pt x="97274" y="5621877"/>
                  </a:lnTo>
                  <a:lnTo>
                    <a:pt x="92178" y="5617591"/>
                  </a:lnTo>
                  <a:lnTo>
                    <a:pt x="87082" y="5612733"/>
                  </a:lnTo>
                  <a:lnTo>
                    <a:pt x="82272" y="5607304"/>
                  </a:lnTo>
                  <a:lnTo>
                    <a:pt x="72556" y="5597970"/>
                  </a:lnTo>
                  <a:lnTo>
                    <a:pt x="67913" y="5592945"/>
                  </a:lnTo>
                  <a:lnTo>
                    <a:pt x="64350" y="5588000"/>
                  </a:lnTo>
                  <a:close/>
                </a:path>
                <a:path w="10224770" h="5689600">
                  <a:moveTo>
                    <a:pt x="70080" y="101600"/>
                  </a:moveTo>
                  <a:lnTo>
                    <a:pt x="80748" y="88900"/>
                  </a:lnTo>
                  <a:lnTo>
                    <a:pt x="10143720" y="88900"/>
                  </a:lnTo>
                  <a:lnTo>
                    <a:pt x="10154388" y="101600"/>
                  </a:lnTo>
                  <a:lnTo>
                    <a:pt x="70080" y="101600"/>
                  </a:lnTo>
                  <a:close/>
                </a:path>
                <a:path w="10224770" h="5689600">
                  <a:moveTo>
                    <a:pt x="83796" y="88900"/>
                  </a:moveTo>
                  <a:lnTo>
                    <a:pt x="94464" y="76200"/>
                  </a:lnTo>
                  <a:lnTo>
                    <a:pt x="10131529" y="76200"/>
                  </a:lnTo>
                  <a:lnTo>
                    <a:pt x="10139148" y="88900"/>
                  </a:lnTo>
                  <a:lnTo>
                    <a:pt x="83796" y="88900"/>
                  </a:lnTo>
                  <a:close/>
                </a:path>
                <a:path w="10224770" h="5689600">
                  <a:moveTo>
                    <a:pt x="97512" y="76200"/>
                  </a:moveTo>
                  <a:lnTo>
                    <a:pt x="103608" y="63500"/>
                  </a:lnTo>
                  <a:lnTo>
                    <a:pt x="10120861" y="63500"/>
                  </a:lnTo>
                  <a:lnTo>
                    <a:pt x="10128480" y="76200"/>
                  </a:lnTo>
                  <a:lnTo>
                    <a:pt x="97512" y="76200"/>
                  </a:lnTo>
                  <a:close/>
                </a:path>
                <a:path w="10224770" h="5689600">
                  <a:moveTo>
                    <a:pt x="118848" y="63500"/>
                  </a:moveTo>
                  <a:lnTo>
                    <a:pt x="123420" y="50800"/>
                  </a:lnTo>
                  <a:lnTo>
                    <a:pt x="10104097" y="50800"/>
                  </a:lnTo>
                  <a:lnTo>
                    <a:pt x="10107144" y="63500"/>
                  </a:lnTo>
                  <a:lnTo>
                    <a:pt x="118848" y="63500"/>
                  </a:lnTo>
                  <a:close/>
                </a:path>
                <a:path w="10224770" h="5689600">
                  <a:moveTo>
                    <a:pt x="119437" y="5638800"/>
                  </a:moveTo>
                  <a:lnTo>
                    <a:pt x="10105030" y="5638800"/>
                  </a:lnTo>
                  <a:lnTo>
                    <a:pt x="10099524" y="5642356"/>
                  </a:lnTo>
                  <a:lnTo>
                    <a:pt x="10093785" y="5646666"/>
                  </a:lnTo>
                  <a:lnTo>
                    <a:pt x="10087904" y="5650548"/>
                  </a:lnTo>
                  <a:lnTo>
                    <a:pt x="10086271" y="5651500"/>
                  </a:lnTo>
                  <a:lnTo>
                    <a:pt x="137887" y="5651500"/>
                  </a:lnTo>
                  <a:lnTo>
                    <a:pt x="136374" y="5650548"/>
                  </a:lnTo>
                  <a:lnTo>
                    <a:pt x="130659" y="5646666"/>
                  </a:lnTo>
                  <a:lnTo>
                    <a:pt x="124944" y="5642356"/>
                  </a:lnTo>
                  <a:lnTo>
                    <a:pt x="119437" y="5638800"/>
                  </a:lnTo>
                  <a:close/>
                </a:path>
                <a:path w="10224770" h="5689600">
                  <a:moveTo>
                    <a:pt x="137136" y="50800"/>
                  </a:moveTo>
                  <a:lnTo>
                    <a:pt x="137136" y="38100"/>
                  </a:lnTo>
                  <a:lnTo>
                    <a:pt x="10085808" y="38100"/>
                  </a:lnTo>
                  <a:lnTo>
                    <a:pt x="10087333" y="50800"/>
                  </a:lnTo>
                  <a:lnTo>
                    <a:pt x="137136" y="50800"/>
                  </a:lnTo>
                  <a:close/>
                </a:path>
                <a:path w="10224770" h="5689600">
                  <a:moveTo>
                    <a:pt x="137887" y="5651500"/>
                  </a:moveTo>
                  <a:lnTo>
                    <a:pt x="10085808" y="5651500"/>
                  </a:lnTo>
                  <a:lnTo>
                    <a:pt x="10085808" y="5651769"/>
                  </a:lnTo>
                  <a:lnTo>
                    <a:pt x="10081736" y="5654143"/>
                  </a:lnTo>
                  <a:lnTo>
                    <a:pt x="10075140" y="5657596"/>
                  </a:lnTo>
                  <a:lnTo>
                    <a:pt x="10069401" y="5660120"/>
                  </a:lnTo>
                  <a:lnTo>
                    <a:pt x="10063520" y="5662930"/>
                  </a:lnTo>
                  <a:lnTo>
                    <a:pt x="10060732" y="5664200"/>
                  </a:lnTo>
                  <a:lnTo>
                    <a:pt x="163620" y="5664200"/>
                  </a:lnTo>
                  <a:lnTo>
                    <a:pt x="154424" y="5660120"/>
                  </a:lnTo>
                  <a:lnTo>
                    <a:pt x="147804" y="5657596"/>
                  </a:lnTo>
                  <a:lnTo>
                    <a:pt x="142089" y="5654143"/>
                  </a:lnTo>
                  <a:lnTo>
                    <a:pt x="137887" y="5651500"/>
                  </a:lnTo>
                  <a:close/>
                </a:path>
                <a:path w="10224770" h="5689600">
                  <a:moveTo>
                    <a:pt x="159996" y="38100"/>
                  </a:moveTo>
                  <a:lnTo>
                    <a:pt x="159996" y="25400"/>
                  </a:lnTo>
                  <a:lnTo>
                    <a:pt x="195048" y="25400"/>
                  </a:lnTo>
                  <a:lnTo>
                    <a:pt x="195048" y="12700"/>
                  </a:lnTo>
                  <a:lnTo>
                    <a:pt x="10027897" y="12700"/>
                  </a:lnTo>
                  <a:lnTo>
                    <a:pt x="10050756" y="25400"/>
                  </a:lnTo>
                  <a:lnTo>
                    <a:pt x="10075140" y="38100"/>
                  </a:lnTo>
                  <a:lnTo>
                    <a:pt x="159996" y="38100"/>
                  </a:lnTo>
                  <a:close/>
                </a:path>
                <a:path w="10224770" h="5689600">
                  <a:moveTo>
                    <a:pt x="163620" y="5664200"/>
                  </a:moveTo>
                  <a:lnTo>
                    <a:pt x="10059901" y="5664200"/>
                  </a:lnTo>
                  <a:lnTo>
                    <a:pt x="10059901" y="5664579"/>
                  </a:lnTo>
                  <a:lnTo>
                    <a:pt x="10057352" y="5665740"/>
                  </a:lnTo>
                  <a:lnTo>
                    <a:pt x="10050756" y="5668264"/>
                  </a:lnTo>
                  <a:lnTo>
                    <a:pt x="10044136" y="5671407"/>
                  </a:lnTo>
                  <a:lnTo>
                    <a:pt x="10037802" y="5673979"/>
                  </a:lnTo>
                  <a:lnTo>
                    <a:pt x="10031468" y="5675979"/>
                  </a:lnTo>
                  <a:lnTo>
                    <a:pt x="10027203" y="5676900"/>
                  </a:lnTo>
                  <a:lnTo>
                    <a:pt x="197189" y="5676900"/>
                  </a:lnTo>
                  <a:lnTo>
                    <a:pt x="192786" y="5675979"/>
                  </a:lnTo>
                  <a:lnTo>
                    <a:pt x="186094" y="5673979"/>
                  </a:lnTo>
                  <a:lnTo>
                    <a:pt x="179689" y="5671407"/>
                  </a:lnTo>
                  <a:lnTo>
                    <a:pt x="173712" y="5668264"/>
                  </a:lnTo>
                  <a:lnTo>
                    <a:pt x="167092" y="5665740"/>
                  </a:lnTo>
                  <a:lnTo>
                    <a:pt x="163620" y="5664200"/>
                  </a:lnTo>
                  <a:close/>
                </a:path>
                <a:path w="10224770" h="5689600">
                  <a:moveTo>
                    <a:pt x="197189" y="5676900"/>
                  </a:moveTo>
                  <a:lnTo>
                    <a:pt x="10027203" y="5676900"/>
                  </a:lnTo>
                  <a:lnTo>
                    <a:pt x="10024848" y="5677408"/>
                  </a:lnTo>
                  <a:lnTo>
                    <a:pt x="10017990" y="5679670"/>
                  </a:lnTo>
                  <a:lnTo>
                    <a:pt x="10011133" y="5681790"/>
                  </a:lnTo>
                  <a:lnTo>
                    <a:pt x="10004274" y="5683623"/>
                  </a:lnTo>
                  <a:lnTo>
                    <a:pt x="9997416" y="5685028"/>
                  </a:lnTo>
                  <a:lnTo>
                    <a:pt x="9969984" y="5689600"/>
                  </a:lnTo>
                  <a:lnTo>
                    <a:pt x="252960" y="5689600"/>
                  </a:lnTo>
                  <a:lnTo>
                    <a:pt x="213145" y="5681790"/>
                  </a:lnTo>
                  <a:lnTo>
                    <a:pt x="199620" y="5677408"/>
                  </a:lnTo>
                  <a:lnTo>
                    <a:pt x="197189" y="5676900"/>
                  </a:lnTo>
                  <a:close/>
                </a:path>
                <a:path w="10224770" h="5689600">
                  <a:moveTo>
                    <a:pt x="251436" y="12700"/>
                  </a:moveTo>
                  <a:lnTo>
                    <a:pt x="251436" y="0"/>
                  </a:lnTo>
                  <a:lnTo>
                    <a:pt x="9969984" y="0"/>
                  </a:lnTo>
                  <a:lnTo>
                    <a:pt x="9997416" y="12700"/>
                  </a:lnTo>
                  <a:lnTo>
                    <a:pt x="251436" y="1270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74320" y="995171"/>
              <a:ext cx="619125" cy="5683250"/>
            </a:xfrm>
            <a:custGeom>
              <a:avLst/>
              <a:gdLst/>
              <a:ahLst/>
              <a:cxnLst/>
              <a:rect l="l" t="t" r="r" b="b"/>
              <a:pathLst>
                <a:path w="619125" h="5683250">
                  <a:moveTo>
                    <a:pt x="0" y="5682996"/>
                  </a:moveTo>
                  <a:lnTo>
                    <a:pt x="1524" y="135635"/>
                  </a:lnTo>
                  <a:lnTo>
                    <a:pt x="2708" y="124981"/>
                  </a:lnTo>
                  <a:lnTo>
                    <a:pt x="3048" y="123443"/>
                  </a:lnTo>
                  <a:lnTo>
                    <a:pt x="4442" y="116345"/>
                  </a:lnTo>
                  <a:lnTo>
                    <a:pt x="6096" y="109727"/>
                  </a:lnTo>
                  <a:lnTo>
                    <a:pt x="9143" y="100583"/>
                  </a:lnTo>
                  <a:lnTo>
                    <a:pt x="10667" y="94488"/>
                  </a:lnTo>
                  <a:lnTo>
                    <a:pt x="12192" y="92963"/>
                  </a:lnTo>
                  <a:lnTo>
                    <a:pt x="15239" y="86867"/>
                  </a:lnTo>
                  <a:lnTo>
                    <a:pt x="16764" y="85343"/>
                  </a:lnTo>
                  <a:lnTo>
                    <a:pt x="21335" y="76200"/>
                  </a:lnTo>
                  <a:lnTo>
                    <a:pt x="22860" y="74675"/>
                  </a:lnTo>
                  <a:lnTo>
                    <a:pt x="25907" y="68579"/>
                  </a:lnTo>
                  <a:lnTo>
                    <a:pt x="27432" y="67055"/>
                  </a:lnTo>
                  <a:lnTo>
                    <a:pt x="28956" y="64007"/>
                  </a:lnTo>
                  <a:lnTo>
                    <a:pt x="33528" y="59435"/>
                  </a:lnTo>
                  <a:lnTo>
                    <a:pt x="35052" y="56387"/>
                  </a:lnTo>
                  <a:lnTo>
                    <a:pt x="38100" y="53339"/>
                  </a:lnTo>
                  <a:lnTo>
                    <a:pt x="39624" y="50291"/>
                  </a:lnTo>
                  <a:lnTo>
                    <a:pt x="42671" y="47243"/>
                  </a:lnTo>
                  <a:lnTo>
                    <a:pt x="42671" y="46023"/>
                  </a:lnTo>
                  <a:lnTo>
                    <a:pt x="44196" y="44196"/>
                  </a:lnTo>
                  <a:lnTo>
                    <a:pt x="45720" y="44196"/>
                  </a:lnTo>
                  <a:lnTo>
                    <a:pt x="48767" y="41148"/>
                  </a:lnTo>
                  <a:lnTo>
                    <a:pt x="48767" y="40382"/>
                  </a:lnTo>
                  <a:lnTo>
                    <a:pt x="49677" y="39623"/>
                  </a:lnTo>
                  <a:lnTo>
                    <a:pt x="51816" y="39623"/>
                  </a:lnTo>
                  <a:lnTo>
                    <a:pt x="56388" y="35052"/>
                  </a:lnTo>
                  <a:lnTo>
                    <a:pt x="56388" y="34049"/>
                  </a:lnTo>
                  <a:lnTo>
                    <a:pt x="57081" y="33527"/>
                  </a:lnTo>
                  <a:lnTo>
                    <a:pt x="59435" y="33527"/>
                  </a:lnTo>
                  <a:lnTo>
                    <a:pt x="64007" y="28955"/>
                  </a:lnTo>
                  <a:lnTo>
                    <a:pt x="64007" y="28631"/>
                  </a:lnTo>
                  <a:lnTo>
                    <a:pt x="66021" y="27431"/>
                  </a:lnTo>
                  <a:lnTo>
                    <a:pt x="67056" y="27431"/>
                  </a:lnTo>
                  <a:lnTo>
                    <a:pt x="68579" y="25907"/>
                  </a:lnTo>
                  <a:lnTo>
                    <a:pt x="70693" y="24383"/>
                  </a:lnTo>
                  <a:lnTo>
                    <a:pt x="71628" y="24383"/>
                  </a:lnTo>
                  <a:lnTo>
                    <a:pt x="73152" y="22859"/>
                  </a:lnTo>
                  <a:lnTo>
                    <a:pt x="73152" y="22610"/>
                  </a:lnTo>
                  <a:lnTo>
                    <a:pt x="74556" y="21597"/>
                  </a:lnTo>
                  <a:lnTo>
                    <a:pt x="74989" y="21335"/>
                  </a:lnTo>
                  <a:lnTo>
                    <a:pt x="76200" y="21335"/>
                  </a:lnTo>
                  <a:lnTo>
                    <a:pt x="76200" y="20602"/>
                  </a:lnTo>
                  <a:lnTo>
                    <a:pt x="77504" y="19811"/>
                  </a:lnTo>
                  <a:lnTo>
                    <a:pt x="79248" y="19811"/>
                  </a:lnTo>
                  <a:lnTo>
                    <a:pt x="80771" y="18287"/>
                  </a:lnTo>
                  <a:lnTo>
                    <a:pt x="80771" y="17832"/>
                  </a:lnTo>
                  <a:lnTo>
                    <a:pt x="82735" y="16763"/>
                  </a:lnTo>
                  <a:lnTo>
                    <a:pt x="83820" y="16763"/>
                  </a:lnTo>
                  <a:lnTo>
                    <a:pt x="83820" y="16180"/>
                  </a:lnTo>
                  <a:lnTo>
                    <a:pt x="85571" y="15239"/>
                  </a:lnTo>
                  <a:lnTo>
                    <a:pt x="86867" y="15239"/>
                  </a:lnTo>
                  <a:lnTo>
                    <a:pt x="86867" y="14543"/>
                  </a:lnTo>
                  <a:lnTo>
                    <a:pt x="88454" y="13715"/>
                  </a:lnTo>
                  <a:lnTo>
                    <a:pt x="89916" y="13715"/>
                  </a:lnTo>
                  <a:lnTo>
                    <a:pt x="89916" y="12977"/>
                  </a:lnTo>
                  <a:lnTo>
                    <a:pt x="91471" y="12191"/>
                  </a:lnTo>
                  <a:lnTo>
                    <a:pt x="92964" y="12191"/>
                  </a:lnTo>
                  <a:lnTo>
                    <a:pt x="92964" y="11437"/>
                  </a:lnTo>
                  <a:lnTo>
                    <a:pt x="94488" y="10667"/>
                  </a:lnTo>
                  <a:lnTo>
                    <a:pt x="99060" y="10667"/>
                  </a:lnTo>
                  <a:lnTo>
                    <a:pt x="99060" y="9317"/>
                  </a:lnTo>
                  <a:lnTo>
                    <a:pt x="99646" y="9143"/>
                  </a:lnTo>
                  <a:lnTo>
                    <a:pt x="103632" y="9143"/>
                  </a:lnTo>
                  <a:lnTo>
                    <a:pt x="103632" y="7942"/>
                  </a:lnTo>
                  <a:lnTo>
                    <a:pt x="104663" y="7619"/>
                  </a:lnTo>
                  <a:lnTo>
                    <a:pt x="108203" y="7619"/>
                  </a:lnTo>
                  <a:lnTo>
                    <a:pt x="108203" y="6512"/>
                  </a:lnTo>
                  <a:lnTo>
                    <a:pt x="109537" y="6096"/>
                  </a:lnTo>
                  <a:lnTo>
                    <a:pt x="114300" y="6096"/>
                  </a:lnTo>
                  <a:lnTo>
                    <a:pt x="114300" y="4548"/>
                  </a:lnTo>
                  <a:lnTo>
                    <a:pt x="120396" y="4571"/>
                  </a:lnTo>
                  <a:lnTo>
                    <a:pt x="120396" y="3048"/>
                  </a:lnTo>
                  <a:lnTo>
                    <a:pt x="134111" y="3048"/>
                  </a:lnTo>
                  <a:lnTo>
                    <a:pt x="134111" y="1523"/>
                  </a:lnTo>
                  <a:lnTo>
                    <a:pt x="152400" y="1523"/>
                  </a:lnTo>
                  <a:lnTo>
                    <a:pt x="152400" y="4"/>
                  </a:lnTo>
                  <a:lnTo>
                    <a:pt x="618744" y="0"/>
                  </a:lnTo>
                  <a:lnTo>
                    <a:pt x="618744" y="5682996"/>
                  </a:lnTo>
                  <a:lnTo>
                    <a:pt x="0" y="5682996"/>
                  </a:lnTo>
                  <a:close/>
                </a:path>
              </a:pathLst>
            </a:custGeom>
            <a:solidFill>
              <a:srgbClr val="0811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74320" y="995171"/>
              <a:ext cx="619125" cy="5683250"/>
            </a:xfrm>
            <a:custGeom>
              <a:avLst/>
              <a:gdLst/>
              <a:ahLst/>
              <a:cxnLst/>
              <a:rect l="l" t="t" r="r" b="b"/>
              <a:pathLst>
                <a:path w="619125" h="5683250">
                  <a:moveTo>
                    <a:pt x="618744" y="0"/>
                  </a:moveTo>
                  <a:lnTo>
                    <a:pt x="611124" y="0"/>
                  </a:lnTo>
                  <a:lnTo>
                    <a:pt x="611124" y="586740"/>
                  </a:lnTo>
                  <a:lnTo>
                    <a:pt x="611124" y="5675376"/>
                  </a:lnTo>
                  <a:lnTo>
                    <a:pt x="7620" y="5675376"/>
                  </a:lnTo>
                  <a:lnTo>
                    <a:pt x="7620" y="586740"/>
                  </a:lnTo>
                  <a:lnTo>
                    <a:pt x="611124" y="586740"/>
                  </a:lnTo>
                  <a:lnTo>
                    <a:pt x="611124" y="0"/>
                  </a:lnTo>
                  <a:lnTo>
                    <a:pt x="152400" y="0"/>
                  </a:lnTo>
                  <a:lnTo>
                    <a:pt x="144780" y="0"/>
                  </a:lnTo>
                  <a:lnTo>
                    <a:pt x="144780" y="1524"/>
                  </a:lnTo>
                  <a:lnTo>
                    <a:pt x="134112" y="1524"/>
                  </a:lnTo>
                  <a:lnTo>
                    <a:pt x="128016" y="1524"/>
                  </a:lnTo>
                  <a:lnTo>
                    <a:pt x="128016" y="3048"/>
                  </a:lnTo>
                  <a:lnTo>
                    <a:pt x="120396" y="3048"/>
                  </a:lnTo>
                  <a:lnTo>
                    <a:pt x="114300" y="3048"/>
                  </a:lnTo>
                  <a:lnTo>
                    <a:pt x="114300" y="4572"/>
                  </a:lnTo>
                  <a:lnTo>
                    <a:pt x="108204" y="4572"/>
                  </a:lnTo>
                  <a:lnTo>
                    <a:pt x="108204" y="6096"/>
                  </a:lnTo>
                  <a:lnTo>
                    <a:pt x="102108" y="6032"/>
                  </a:lnTo>
                  <a:lnTo>
                    <a:pt x="102108" y="7620"/>
                  </a:lnTo>
                  <a:lnTo>
                    <a:pt x="97536" y="7518"/>
                  </a:lnTo>
                  <a:lnTo>
                    <a:pt x="97536" y="9144"/>
                  </a:lnTo>
                  <a:lnTo>
                    <a:pt x="93484" y="9144"/>
                  </a:lnTo>
                  <a:lnTo>
                    <a:pt x="92964" y="9144"/>
                  </a:lnTo>
                  <a:lnTo>
                    <a:pt x="92964" y="9372"/>
                  </a:lnTo>
                  <a:lnTo>
                    <a:pt x="92964" y="10668"/>
                  </a:lnTo>
                  <a:lnTo>
                    <a:pt x="89916" y="10668"/>
                  </a:lnTo>
                  <a:lnTo>
                    <a:pt x="88392" y="10668"/>
                  </a:lnTo>
                  <a:lnTo>
                    <a:pt x="88392" y="11264"/>
                  </a:lnTo>
                  <a:lnTo>
                    <a:pt x="88392" y="12192"/>
                  </a:lnTo>
                  <a:lnTo>
                    <a:pt x="86868" y="13716"/>
                  </a:lnTo>
                  <a:lnTo>
                    <a:pt x="83820" y="13716"/>
                  </a:lnTo>
                  <a:lnTo>
                    <a:pt x="83820" y="15240"/>
                  </a:lnTo>
                  <a:lnTo>
                    <a:pt x="80772" y="15240"/>
                  </a:lnTo>
                  <a:lnTo>
                    <a:pt x="80772" y="16764"/>
                  </a:lnTo>
                  <a:lnTo>
                    <a:pt x="77724" y="16764"/>
                  </a:lnTo>
                  <a:lnTo>
                    <a:pt x="77724" y="18288"/>
                  </a:lnTo>
                  <a:lnTo>
                    <a:pt x="74676" y="18288"/>
                  </a:lnTo>
                  <a:lnTo>
                    <a:pt x="74676" y="19812"/>
                  </a:lnTo>
                  <a:lnTo>
                    <a:pt x="71628" y="19812"/>
                  </a:lnTo>
                  <a:lnTo>
                    <a:pt x="71628" y="21336"/>
                  </a:lnTo>
                  <a:lnTo>
                    <a:pt x="70104" y="22860"/>
                  </a:lnTo>
                  <a:lnTo>
                    <a:pt x="67056" y="22860"/>
                  </a:lnTo>
                  <a:lnTo>
                    <a:pt x="67056" y="24384"/>
                  </a:lnTo>
                  <a:lnTo>
                    <a:pt x="64008" y="24384"/>
                  </a:lnTo>
                  <a:lnTo>
                    <a:pt x="64008" y="25908"/>
                  </a:lnTo>
                  <a:lnTo>
                    <a:pt x="62484" y="27432"/>
                  </a:lnTo>
                  <a:lnTo>
                    <a:pt x="59436" y="27393"/>
                  </a:lnTo>
                  <a:lnTo>
                    <a:pt x="59436" y="28956"/>
                  </a:lnTo>
                  <a:lnTo>
                    <a:pt x="53352" y="35039"/>
                  </a:lnTo>
                  <a:lnTo>
                    <a:pt x="50292" y="35052"/>
                  </a:lnTo>
                  <a:lnTo>
                    <a:pt x="50292" y="36576"/>
                  </a:lnTo>
                  <a:lnTo>
                    <a:pt x="44196" y="42672"/>
                  </a:lnTo>
                  <a:lnTo>
                    <a:pt x="42672" y="42672"/>
                  </a:lnTo>
                  <a:lnTo>
                    <a:pt x="41148" y="42672"/>
                  </a:lnTo>
                  <a:lnTo>
                    <a:pt x="41148" y="44030"/>
                  </a:lnTo>
                  <a:lnTo>
                    <a:pt x="41148" y="45720"/>
                  </a:lnTo>
                  <a:lnTo>
                    <a:pt x="35052" y="51816"/>
                  </a:lnTo>
                  <a:lnTo>
                    <a:pt x="33528" y="54864"/>
                  </a:lnTo>
                  <a:lnTo>
                    <a:pt x="27432" y="60960"/>
                  </a:lnTo>
                  <a:lnTo>
                    <a:pt x="25908" y="64008"/>
                  </a:lnTo>
                  <a:lnTo>
                    <a:pt x="24384" y="65532"/>
                  </a:lnTo>
                  <a:lnTo>
                    <a:pt x="21336" y="71628"/>
                  </a:lnTo>
                  <a:lnTo>
                    <a:pt x="19812" y="73152"/>
                  </a:lnTo>
                  <a:lnTo>
                    <a:pt x="12192" y="88392"/>
                  </a:lnTo>
                  <a:lnTo>
                    <a:pt x="10668" y="89916"/>
                  </a:lnTo>
                  <a:lnTo>
                    <a:pt x="6096" y="103632"/>
                  </a:lnTo>
                  <a:lnTo>
                    <a:pt x="3048" y="115824"/>
                  </a:lnTo>
                  <a:lnTo>
                    <a:pt x="1524" y="129540"/>
                  </a:lnTo>
                  <a:lnTo>
                    <a:pt x="25" y="579120"/>
                  </a:lnTo>
                  <a:lnTo>
                    <a:pt x="0" y="586740"/>
                  </a:lnTo>
                  <a:lnTo>
                    <a:pt x="1397" y="586740"/>
                  </a:lnTo>
                  <a:lnTo>
                    <a:pt x="0" y="5675376"/>
                  </a:lnTo>
                  <a:lnTo>
                    <a:pt x="0" y="5682996"/>
                  </a:lnTo>
                  <a:lnTo>
                    <a:pt x="611124" y="5682996"/>
                  </a:lnTo>
                  <a:lnTo>
                    <a:pt x="618744" y="5682996"/>
                  </a:lnTo>
                  <a:lnTo>
                    <a:pt x="618744" y="586740"/>
                  </a:lnTo>
                  <a:lnTo>
                    <a:pt x="618744" y="0"/>
                  </a:lnTo>
                  <a:close/>
                </a:path>
              </a:pathLst>
            </a:custGeom>
            <a:solidFill>
              <a:srgbClr val="0C69B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6429" y="1074420"/>
              <a:ext cx="422147" cy="420623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893064" y="986027"/>
              <a:ext cx="9606280" cy="5500370"/>
            </a:xfrm>
            <a:custGeom>
              <a:avLst/>
              <a:gdLst/>
              <a:ahLst/>
              <a:cxnLst/>
              <a:rect l="l" t="t" r="r" b="b"/>
              <a:pathLst>
                <a:path w="9606280" h="5500370">
                  <a:moveTo>
                    <a:pt x="9485376" y="812292"/>
                  </a:moveTo>
                  <a:lnTo>
                    <a:pt x="4806696" y="812292"/>
                  </a:lnTo>
                  <a:lnTo>
                    <a:pt x="4806696" y="5500128"/>
                  </a:lnTo>
                  <a:lnTo>
                    <a:pt x="9485376" y="5500128"/>
                  </a:lnTo>
                  <a:lnTo>
                    <a:pt x="9485376" y="812292"/>
                  </a:lnTo>
                  <a:close/>
                </a:path>
                <a:path w="9606280" h="5500370">
                  <a:moveTo>
                    <a:pt x="9605772" y="149352"/>
                  </a:moveTo>
                  <a:lnTo>
                    <a:pt x="9604248" y="132588"/>
                  </a:lnTo>
                  <a:lnTo>
                    <a:pt x="9603029" y="121640"/>
                  </a:lnTo>
                  <a:lnTo>
                    <a:pt x="9602724" y="120396"/>
                  </a:lnTo>
                  <a:lnTo>
                    <a:pt x="9601378" y="113525"/>
                  </a:lnTo>
                  <a:lnTo>
                    <a:pt x="9599485" y="106680"/>
                  </a:lnTo>
                  <a:lnTo>
                    <a:pt x="9597377" y="99822"/>
                  </a:lnTo>
                  <a:lnTo>
                    <a:pt x="9595104" y="92964"/>
                  </a:lnTo>
                  <a:lnTo>
                    <a:pt x="9593580" y="91440"/>
                  </a:lnTo>
                  <a:lnTo>
                    <a:pt x="9581388" y="67056"/>
                  </a:lnTo>
                  <a:lnTo>
                    <a:pt x="9576816" y="62484"/>
                  </a:lnTo>
                  <a:lnTo>
                    <a:pt x="9575292" y="59436"/>
                  </a:lnTo>
                  <a:lnTo>
                    <a:pt x="9570720" y="54864"/>
                  </a:lnTo>
                  <a:lnTo>
                    <a:pt x="9569196" y="51816"/>
                  </a:lnTo>
                  <a:lnTo>
                    <a:pt x="9564624" y="47244"/>
                  </a:lnTo>
                  <a:lnTo>
                    <a:pt x="9563100" y="44196"/>
                  </a:lnTo>
                  <a:lnTo>
                    <a:pt x="9560052" y="42672"/>
                  </a:lnTo>
                  <a:lnTo>
                    <a:pt x="9557004" y="39624"/>
                  </a:lnTo>
                  <a:lnTo>
                    <a:pt x="9553956" y="38100"/>
                  </a:lnTo>
                  <a:lnTo>
                    <a:pt x="9549384" y="33528"/>
                  </a:lnTo>
                  <a:lnTo>
                    <a:pt x="9546336" y="32004"/>
                  </a:lnTo>
                  <a:lnTo>
                    <a:pt x="9541764" y="27432"/>
                  </a:lnTo>
                  <a:lnTo>
                    <a:pt x="9535668" y="24384"/>
                  </a:lnTo>
                  <a:lnTo>
                    <a:pt x="9534144" y="22860"/>
                  </a:lnTo>
                  <a:lnTo>
                    <a:pt x="9515856" y="13716"/>
                  </a:lnTo>
                  <a:lnTo>
                    <a:pt x="9514332" y="12192"/>
                  </a:lnTo>
                  <a:lnTo>
                    <a:pt x="9508236" y="10668"/>
                  </a:lnTo>
                  <a:lnTo>
                    <a:pt x="9489948" y="4572"/>
                  </a:lnTo>
                  <a:lnTo>
                    <a:pt x="9483852" y="3048"/>
                  </a:lnTo>
                  <a:lnTo>
                    <a:pt x="9474708" y="1524"/>
                  </a:lnTo>
                  <a:lnTo>
                    <a:pt x="9456420" y="0"/>
                  </a:lnTo>
                  <a:lnTo>
                    <a:pt x="0" y="0"/>
                  </a:lnTo>
                  <a:lnTo>
                    <a:pt x="0" y="595884"/>
                  </a:lnTo>
                  <a:lnTo>
                    <a:pt x="9605772" y="595884"/>
                  </a:lnTo>
                  <a:lnTo>
                    <a:pt x="9605772" y="1493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45480" y="1837944"/>
              <a:ext cx="175259" cy="123444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43600" y="1871472"/>
              <a:ext cx="71627" cy="89915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8088" y="1837944"/>
              <a:ext cx="70104" cy="123444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28004" y="1871471"/>
              <a:ext cx="70104" cy="89916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17920" y="1871472"/>
              <a:ext cx="74676" cy="89916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58128" y="1871472"/>
              <a:ext cx="71628" cy="89916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95288" y="1836419"/>
              <a:ext cx="88391" cy="124968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606540" y="1871471"/>
              <a:ext cx="324611" cy="89916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90588" y="1872995"/>
              <a:ext cx="79248" cy="88391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133844" y="1837944"/>
              <a:ext cx="167639" cy="123444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325868" y="1821179"/>
              <a:ext cx="185928" cy="140208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533132" y="1837944"/>
              <a:ext cx="70104" cy="123444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627620" y="1871471"/>
              <a:ext cx="71628" cy="89916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6388608" y="5597652"/>
              <a:ext cx="3914140" cy="7620"/>
            </a:xfrm>
            <a:custGeom>
              <a:avLst/>
              <a:gdLst/>
              <a:ahLst/>
              <a:cxnLst/>
              <a:rect l="l" t="t" r="r" b="b"/>
              <a:pathLst>
                <a:path w="3914140" h="7620">
                  <a:moveTo>
                    <a:pt x="1524" y="7619"/>
                  </a:moveTo>
                  <a:lnTo>
                    <a:pt x="1524" y="0"/>
                  </a:lnTo>
                  <a:lnTo>
                    <a:pt x="6095" y="0"/>
                  </a:lnTo>
                  <a:lnTo>
                    <a:pt x="7619" y="1524"/>
                  </a:lnTo>
                  <a:lnTo>
                    <a:pt x="7619" y="6096"/>
                  </a:lnTo>
                  <a:lnTo>
                    <a:pt x="6095" y="7619"/>
                  </a:lnTo>
                  <a:lnTo>
                    <a:pt x="1524" y="7619"/>
                  </a:lnTo>
                  <a:close/>
                </a:path>
                <a:path w="3914140" h="7620">
                  <a:moveTo>
                    <a:pt x="0" y="6096"/>
                  </a:moveTo>
                  <a:lnTo>
                    <a:pt x="0" y="1524"/>
                  </a:lnTo>
                  <a:lnTo>
                    <a:pt x="1524" y="1524"/>
                  </a:lnTo>
                  <a:lnTo>
                    <a:pt x="1524" y="6096"/>
                  </a:lnTo>
                  <a:lnTo>
                    <a:pt x="0" y="6096"/>
                  </a:lnTo>
                  <a:close/>
                </a:path>
                <a:path w="3914140" h="7620">
                  <a:moveTo>
                    <a:pt x="47243" y="6096"/>
                  </a:moveTo>
                  <a:lnTo>
                    <a:pt x="47243" y="1524"/>
                  </a:lnTo>
                  <a:lnTo>
                    <a:pt x="48767" y="1524"/>
                  </a:lnTo>
                  <a:lnTo>
                    <a:pt x="48767" y="6096"/>
                  </a:lnTo>
                  <a:lnTo>
                    <a:pt x="47243" y="6096"/>
                  </a:lnTo>
                  <a:close/>
                </a:path>
                <a:path w="3914140" h="7620">
                  <a:moveTo>
                    <a:pt x="41148" y="6096"/>
                  </a:moveTo>
                  <a:lnTo>
                    <a:pt x="41148" y="1524"/>
                  </a:lnTo>
                  <a:lnTo>
                    <a:pt x="42672" y="0"/>
                  </a:lnTo>
                  <a:lnTo>
                    <a:pt x="47243" y="0"/>
                  </a:lnTo>
                  <a:lnTo>
                    <a:pt x="47243" y="7619"/>
                  </a:lnTo>
                  <a:lnTo>
                    <a:pt x="42672" y="7619"/>
                  </a:lnTo>
                  <a:lnTo>
                    <a:pt x="41148" y="6096"/>
                  </a:lnTo>
                  <a:close/>
                </a:path>
                <a:path w="3914140" h="7620">
                  <a:moveTo>
                    <a:pt x="82295" y="7619"/>
                  </a:moveTo>
                  <a:lnTo>
                    <a:pt x="82295" y="0"/>
                  </a:lnTo>
                  <a:lnTo>
                    <a:pt x="86867" y="0"/>
                  </a:lnTo>
                  <a:lnTo>
                    <a:pt x="88391" y="1524"/>
                  </a:lnTo>
                  <a:lnTo>
                    <a:pt x="88391" y="6096"/>
                  </a:lnTo>
                  <a:lnTo>
                    <a:pt x="86867" y="7619"/>
                  </a:lnTo>
                  <a:lnTo>
                    <a:pt x="82295" y="7619"/>
                  </a:lnTo>
                  <a:close/>
                </a:path>
                <a:path w="3914140" h="7620">
                  <a:moveTo>
                    <a:pt x="80772" y="6096"/>
                  </a:moveTo>
                  <a:lnTo>
                    <a:pt x="80772" y="1524"/>
                  </a:lnTo>
                  <a:lnTo>
                    <a:pt x="82295" y="1524"/>
                  </a:lnTo>
                  <a:lnTo>
                    <a:pt x="82295" y="6096"/>
                  </a:lnTo>
                  <a:lnTo>
                    <a:pt x="80772" y="6096"/>
                  </a:lnTo>
                  <a:close/>
                </a:path>
                <a:path w="3914140" h="7620">
                  <a:moveTo>
                    <a:pt x="120395" y="4571"/>
                  </a:moveTo>
                  <a:lnTo>
                    <a:pt x="120395" y="3048"/>
                  </a:lnTo>
                  <a:lnTo>
                    <a:pt x="123443" y="0"/>
                  </a:lnTo>
                  <a:lnTo>
                    <a:pt x="126491" y="0"/>
                  </a:lnTo>
                  <a:lnTo>
                    <a:pt x="129540" y="3048"/>
                  </a:lnTo>
                  <a:lnTo>
                    <a:pt x="129540" y="4571"/>
                  </a:lnTo>
                  <a:lnTo>
                    <a:pt x="126491" y="7619"/>
                  </a:lnTo>
                  <a:lnTo>
                    <a:pt x="123443" y="7619"/>
                  </a:lnTo>
                  <a:lnTo>
                    <a:pt x="120395" y="4571"/>
                  </a:lnTo>
                  <a:close/>
                </a:path>
                <a:path w="3914140" h="7620">
                  <a:moveTo>
                    <a:pt x="167640" y="6096"/>
                  </a:moveTo>
                  <a:lnTo>
                    <a:pt x="167640" y="1524"/>
                  </a:lnTo>
                  <a:lnTo>
                    <a:pt x="169164" y="1524"/>
                  </a:lnTo>
                  <a:lnTo>
                    <a:pt x="169164" y="6096"/>
                  </a:lnTo>
                  <a:lnTo>
                    <a:pt x="167640" y="6096"/>
                  </a:lnTo>
                  <a:close/>
                </a:path>
                <a:path w="3914140" h="7620">
                  <a:moveTo>
                    <a:pt x="163067" y="7619"/>
                  </a:moveTo>
                  <a:lnTo>
                    <a:pt x="163067" y="0"/>
                  </a:lnTo>
                  <a:lnTo>
                    <a:pt x="167640" y="0"/>
                  </a:lnTo>
                  <a:lnTo>
                    <a:pt x="167640" y="7619"/>
                  </a:lnTo>
                  <a:lnTo>
                    <a:pt x="163067" y="7619"/>
                  </a:lnTo>
                  <a:close/>
                </a:path>
                <a:path w="3914140" h="7620">
                  <a:moveTo>
                    <a:pt x="161543" y="6096"/>
                  </a:moveTo>
                  <a:lnTo>
                    <a:pt x="161543" y="1524"/>
                  </a:lnTo>
                  <a:lnTo>
                    <a:pt x="163067" y="1524"/>
                  </a:lnTo>
                  <a:lnTo>
                    <a:pt x="163067" y="6096"/>
                  </a:lnTo>
                  <a:lnTo>
                    <a:pt x="161543" y="6096"/>
                  </a:lnTo>
                  <a:close/>
                </a:path>
                <a:path w="3914140" h="7620">
                  <a:moveTo>
                    <a:pt x="201167" y="4571"/>
                  </a:moveTo>
                  <a:lnTo>
                    <a:pt x="201167" y="3048"/>
                  </a:lnTo>
                  <a:lnTo>
                    <a:pt x="204216" y="0"/>
                  </a:lnTo>
                  <a:lnTo>
                    <a:pt x="207264" y="0"/>
                  </a:lnTo>
                  <a:lnTo>
                    <a:pt x="210311" y="3048"/>
                  </a:lnTo>
                  <a:lnTo>
                    <a:pt x="210311" y="4571"/>
                  </a:lnTo>
                  <a:lnTo>
                    <a:pt x="207264" y="7619"/>
                  </a:lnTo>
                  <a:lnTo>
                    <a:pt x="204216" y="7619"/>
                  </a:lnTo>
                  <a:lnTo>
                    <a:pt x="201167" y="4571"/>
                  </a:lnTo>
                  <a:close/>
                </a:path>
                <a:path w="3914140" h="7620">
                  <a:moveTo>
                    <a:pt x="248411" y="6096"/>
                  </a:moveTo>
                  <a:lnTo>
                    <a:pt x="248411" y="1524"/>
                  </a:lnTo>
                  <a:lnTo>
                    <a:pt x="249935" y="1524"/>
                  </a:lnTo>
                  <a:lnTo>
                    <a:pt x="249935" y="6096"/>
                  </a:lnTo>
                  <a:lnTo>
                    <a:pt x="248411" y="6096"/>
                  </a:lnTo>
                  <a:close/>
                </a:path>
                <a:path w="3914140" h="7620">
                  <a:moveTo>
                    <a:pt x="242316" y="6096"/>
                  </a:moveTo>
                  <a:lnTo>
                    <a:pt x="242316" y="1524"/>
                  </a:lnTo>
                  <a:lnTo>
                    <a:pt x="243840" y="0"/>
                  </a:lnTo>
                  <a:lnTo>
                    <a:pt x="248411" y="0"/>
                  </a:lnTo>
                  <a:lnTo>
                    <a:pt x="248411" y="7619"/>
                  </a:lnTo>
                  <a:lnTo>
                    <a:pt x="243840" y="7619"/>
                  </a:lnTo>
                  <a:lnTo>
                    <a:pt x="242316" y="6096"/>
                  </a:lnTo>
                  <a:close/>
                </a:path>
                <a:path w="3914140" h="7620">
                  <a:moveTo>
                    <a:pt x="283464" y="7619"/>
                  </a:moveTo>
                  <a:lnTo>
                    <a:pt x="283464" y="0"/>
                  </a:lnTo>
                  <a:lnTo>
                    <a:pt x="288035" y="0"/>
                  </a:lnTo>
                  <a:lnTo>
                    <a:pt x="289559" y="1524"/>
                  </a:lnTo>
                  <a:lnTo>
                    <a:pt x="289559" y="6096"/>
                  </a:lnTo>
                  <a:lnTo>
                    <a:pt x="288035" y="7619"/>
                  </a:lnTo>
                  <a:lnTo>
                    <a:pt x="283464" y="7619"/>
                  </a:lnTo>
                  <a:close/>
                </a:path>
                <a:path w="3914140" h="7620">
                  <a:moveTo>
                    <a:pt x="281940" y="6096"/>
                  </a:moveTo>
                  <a:lnTo>
                    <a:pt x="281940" y="1524"/>
                  </a:lnTo>
                  <a:lnTo>
                    <a:pt x="283464" y="1524"/>
                  </a:lnTo>
                  <a:lnTo>
                    <a:pt x="283464" y="6096"/>
                  </a:lnTo>
                  <a:lnTo>
                    <a:pt x="281940" y="6096"/>
                  </a:lnTo>
                  <a:close/>
                </a:path>
                <a:path w="3914140" h="7620">
                  <a:moveTo>
                    <a:pt x="321564" y="4571"/>
                  </a:moveTo>
                  <a:lnTo>
                    <a:pt x="321564" y="3048"/>
                  </a:lnTo>
                  <a:lnTo>
                    <a:pt x="324611" y="0"/>
                  </a:lnTo>
                  <a:lnTo>
                    <a:pt x="327659" y="0"/>
                  </a:lnTo>
                  <a:lnTo>
                    <a:pt x="329183" y="1524"/>
                  </a:lnTo>
                  <a:lnTo>
                    <a:pt x="330708" y="1524"/>
                  </a:lnTo>
                  <a:lnTo>
                    <a:pt x="330708" y="6096"/>
                  </a:lnTo>
                  <a:lnTo>
                    <a:pt x="329183" y="6096"/>
                  </a:lnTo>
                  <a:lnTo>
                    <a:pt x="327659" y="7619"/>
                  </a:lnTo>
                  <a:lnTo>
                    <a:pt x="324611" y="7619"/>
                  </a:lnTo>
                  <a:lnTo>
                    <a:pt x="321564" y="4571"/>
                  </a:lnTo>
                  <a:close/>
                </a:path>
                <a:path w="3914140" h="7620">
                  <a:moveTo>
                    <a:pt x="368808" y="6096"/>
                  </a:moveTo>
                  <a:lnTo>
                    <a:pt x="368808" y="1524"/>
                  </a:lnTo>
                  <a:lnTo>
                    <a:pt x="370332" y="1524"/>
                  </a:lnTo>
                  <a:lnTo>
                    <a:pt x="370332" y="6096"/>
                  </a:lnTo>
                  <a:lnTo>
                    <a:pt x="368808" y="6096"/>
                  </a:lnTo>
                  <a:close/>
                </a:path>
                <a:path w="3914140" h="7620">
                  <a:moveTo>
                    <a:pt x="364235" y="7619"/>
                  </a:moveTo>
                  <a:lnTo>
                    <a:pt x="364235" y="0"/>
                  </a:lnTo>
                  <a:lnTo>
                    <a:pt x="368808" y="0"/>
                  </a:lnTo>
                  <a:lnTo>
                    <a:pt x="368808" y="7619"/>
                  </a:lnTo>
                  <a:lnTo>
                    <a:pt x="364235" y="7619"/>
                  </a:lnTo>
                  <a:close/>
                </a:path>
                <a:path w="3914140" h="7620">
                  <a:moveTo>
                    <a:pt x="362711" y="6096"/>
                  </a:moveTo>
                  <a:lnTo>
                    <a:pt x="362711" y="1524"/>
                  </a:lnTo>
                  <a:lnTo>
                    <a:pt x="364235" y="1524"/>
                  </a:lnTo>
                  <a:lnTo>
                    <a:pt x="364235" y="6096"/>
                  </a:lnTo>
                  <a:lnTo>
                    <a:pt x="362711" y="6096"/>
                  </a:lnTo>
                  <a:close/>
                </a:path>
                <a:path w="3914140" h="7620">
                  <a:moveTo>
                    <a:pt x="402335" y="4571"/>
                  </a:moveTo>
                  <a:lnTo>
                    <a:pt x="402335" y="3048"/>
                  </a:lnTo>
                  <a:lnTo>
                    <a:pt x="405383" y="0"/>
                  </a:lnTo>
                  <a:lnTo>
                    <a:pt x="408432" y="0"/>
                  </a:lnTo>
                  <a:lnTo>
                    <a:pt x="411479" y="3048"/>
                  </a:lnTo>
                  <a:lnTo>
                    <a:pt x="411479" y="4571"/>
                  </a:lnTo>
                  <a:lnTo>
                    <a:pt x="408432" y="7619"/>
                  </a:lnTo>
                  <a:lnTo>
                    <a:pt x="405383" y="7619"/>
                  </a:lnTo>
                  <a:lnTo>
                    <a:pt x="402335" y="4571"/>
                  </a:lnTo>
                  <a:close/>
                </a:path>
                <a:path w="3914140" h="7620">
                  <a:moveTo>
                    <a:pt x="449579" y="6096"/>
                  </a:moveTo>
                  <a:lnTo>
                    <a:pt x="449579" y="1524"/>
                  </a:lnTo>
                  <a:lnTo>
                    <a:pt x="451103" y="1524"/>
                  </a:lnTo>
                  <a:lnTo>
                    <a:pt x="451103" y="6096"/>
                  </a:lnTo>
                  <a:lnTo>
                    <a:pt x="449579" y="6096"/>
                  </a:lnTo>
                  <a:close/>
                </a:path>
                <a:path w="3914140" h="7620">
                  <a:moveTo>
                    <a:pt x="445008" y="7619"/>
                  </a:moveTo>
                  <a:lnTo>
                    <a:pt x="445008" y="0"/>
                  </a:lnTo>
                  <a:lnTo>
                    <a:pt x="449579" y="0"/>
                  </a:lnTo>
                  <a:lnTo>
                    <a:pt x="449579" y="7619"/>
                  </a:lnTo>
                  <a:lnTo>
                    <a:pt x="445008" y="7619"/>
                  </a:lnTo>
                  <a:close/>
                </a:path>
                <a:path w="3914140" h="7620">
                  <a:moveTo>
                    <a:pt x="443483" y="6096"/>
                  </a:moveTo>
                  <a:lnTo>
                    <a:pt x="443483" y="1524"/>
                  </a:lnTo>
                  <a:lnTo>
                    <a:pt x="445008" y="1524"/>
                  </a:lnTo>
                  <a:lnTo>
                    <a:pt x="445008" y="6096"/>
                  </a:lnTo>
                  <a:lnTo>
                    <a:pt x="443483" y="6096"/>
                  </a:lnTo>
                  <a:close/>
                </a:path>
                <a:path w="3914140" h="7620">
                  <a:moveTo>
                    <a:pt x="484632" y="7619"/>
                  </a:moveTo>
                  <a:lnTo>
                    <a:pt x="484632" y="0"/>
                  </a:lnTo>
                  <a:lnTo>
                    <a:pt x="489203" y="0"/>
                  </a:lnTo>
                  <a:lnTo>
                    <a:pt x="490727" y="1524"/>
                  </a:lnTo>
                  <a:lnTo>
                    <a:pt x="490727" y="6096"/>
                  </a:lnTo>
                  <a:lnTo>
                    <a:pt x="489203" y="7619"/>
                  </a:lnTo>
                  <a:lnTo>
                    <a:pt x="484632" y="7619"/>
                  </a:lnTo>
                  <a:close/>
                </a:path>
                <a:path w="3914140" h="7620">
                  <a:moveTo>
                    <a:pt x="483108" y="6096"/>
                  </a:moveTo>
                  <a:lnTo>
                    <a:pt x="483108" y="1524"/>
                  </a:lnTo>
                  <a:lnTo>
                    <a:pt x="484632" y="1524"/>
                  </a:lnTo>
                  <a:lnTo>
                    <a:pt x="484632" y="6096"/>
                  </a:lnTo>
                  <a:lnTo>
                    <a:pt x="483108" y="6096"/>
                  </a:lnTo>
                  <a:close/>
                </a:path>
                <a:path w="3914140" h="7620">
                  <a:moveTo>
                    <a:pt x="530351" y="6096"/>
                  </a:moveTo>
                  <a:lnTo>
                    <a:pt x="530351" y="1524"/>
                  </a:lnTo>
                  <a:lnTo>
                    <a:pt x="531875" y="1524"/>
                  </a:lnTo>
                  <a:lnTo>
                    <a:pt x="531875" y="6096"/>
                  </a:lnTo>
                  <a:lnTo>
                    <a:pt x="530351" y="6096"/>
                  </a:lnTo>
                  <a:close/>
                </a:path>
                <a:path w="3914140" h="7620">
                  <a:moveTo>
                    <a:pt x="524256" y="6096"/>
                  </a:moveTo>
                  <a:lnTo>
                    <a:pt x="524256" y="1524"/>
                  </a:lnTo>
                  <a:lnTo>
                    <a:pt x="525779" y="0"/>
                  </a:lnTo>
                  <a:lnTo>
                    <a:pt x="530351" y="0"/>
                  </a:lnTo>
                  <a:lnTo>
                    <a:pt x="530351" y="7619"/>
                  </a:lnTo>
                  <a:lnTo>
                    <a:pt x="525779" y="7619"/>
                  </a:lnTo>
                  <a:lnTo>
                    <a:pt x="524256" y="6096"/>
                  </a:lnTo>
                  <a:close/>
                </a:path>
                <a:path w="3914140" h="7620">
                  <a:moveTo>
                    <a:pt x="569975" y="6096"/>
                  </a:moveTo>
                  <a:lnTo>
                    <a:pt x="569975" y="1524"/>
                  </a:lnTo>
                  <a:lnTo>
                    <a:pt x="571500" y="1524"/>
                  </a:lnTo>
                  <a:lnTo>
                    <a:pt x="571500" y="6096"/>
                  </a:lnTo>
                  <a:lnTo>
                    <a:pt x="569975" y="6096"/>
                  </a:lnTo>
                  <a:close/>
                </a:path>
                <a:path w="3914140" h="7620">
                  <a:moveTo>
                    <a:pt x="565403" y="7619"/>
                  </a:moveTo>
                  <a:lnTo>
                    <a:pt x="565403" y="0"/>
                  </a:lnTo>
                  <a:lnTo>
                    <a:pt x="569975" y="0"/>
                  </a:lnTo>
                  <a:lnTo>
                    <a:pt x="569975" y="7619"/>
                  </a:lnTo>
                  <a:lnTo>
                    <a:pt x="565403" y="7619"/>
                  </a:lnTo>
                  <a:close/>
                </a:path>
                <a:path w="3914140" h="7620">
                  <a:moveTo>
                    <a:pt x="563879" y="6096"/>
                  </a:moveTo>
                  <a:lnTo>
                    <a:pt x="563879" y="1524"/>
                  </a:lnTo>
                  <a:lnTo>
                    <a:pt x="565403" y="1524"/>
                  </a:lnTo>
                  <a:lnTo>
                    <a:pt x="565403" y="6096"/>
                  </a:lnTo>
                  <a:lnTo>
                    <a:pt x="563879" y="6096"/>
                  </a:lnTo>
                  <a:close/>
                </a:path>
                <a:path w="3914140" h="7620">
                  <a:moveTo>
                    <a:pt x="603503" y="4571"/>
                  </a:moveTo>
                  <a:lnTo>
                    <a:pt x="603503" y="3048"/>
                  </a:lnTo>
                  <a:lnTo>
                    <a:pt x="606551" y="0"/>
                  </a:lnTo>
                  <a:lnTo>
                    <a:pt x="609600" y="0"/>
                  </a:lnTo>
                  <a:lnTo>
                    <a:pt x="612648" y="3048"/>
                  </a:lnTo>
                  <a:lnTo>
                    <a:pt x="612648" y="4571"/>
                  </a:lnTo>
                  <a:lnTo>
                    <a:pt x="609600" y="7619"/>
                  </a:lnTo>
                  <a:lnTo>
                    <a:pt x="606551" y="7619"/>
                  </a:lnTo>
                  <a:lnTo>
                    <a:pt x="603503" y="4571"/>
                  </a:lnTo>
                  <a:close/>
                </a:path>
                <a:path w="3914140" h="7620">
                  <a:moveTo>
                    <a:pt x="650748" y="6096"/>
                  </a:moveTo>
                  <a:lnTo>
                    <a:pt x="650748" y="1524"/>
                  </a:lnTo>
                  <a:lnTo>
                    <a:pt x="652272" y="1524"/>
                  </a:lnTo>
                  <a:lnTo>
                    <a:pt x="652272" y="6096"/>
                  </a:lnTo>
                  <a:lnTo>
                    <a:pt x="650748" y="6096"/>
                  </a:lnTo>
                  <a:close/>
                </a:path>
                <a:path w="3914140" h="7620">
                  <a:moveTo>
                    <a:pt x="646175" y="7619"/>
                  </a:moveTo>
                  <a:lnTo>
                    <a:pt x="646175" y="0"/>
                  </a:lnTo>
                  <a:lnTo>
                    <a:pt x="650748" y="0"/>
                  </a:lnTo>
                  <a:lnTo>
                    <a:pt x="650748" y="7619"/>
                  </a:lnTo>
                  <a:lnTo>
                    <a:pt x="646175" y="7619"/>
                  </a:lnTo>
                  <a:close/>
                </a:path>
                <a:path w="3914140" h="7620">
                  <a:moveTo>
                    <a:pt x="644651" y="6096"/>
                  </a:moveTo>
                  <a:lnTo>
                    <a:pt x="644651" y="1524"/>
                  </a:lnTo>
                  <a:lnTo>
                    <a:pt x="646175" y="1524"/>
                  </a:lnTo>
                  <a:lnTo>
                    <a:pt x="646175" y="6096"/>
                  </a:lnTo>
                  <a:lnTo>
                    <a:pt x="644651" y="6096"/>
                  </a:lnTo>
                  <a:close/>
                </a:path>
                <a:path w="3914140" h="7620">
                  <a:moveTo>
                    <a:pt x="684275" y="6096"/>
                  </a:moveTo>
                  <a:lnTo>
                    <a:pt x="684275" y="1524"/>
                  </a:lnTo>
                  <a:lnTo>
                    <a:pt x="685800" y="1524"/>
                  </a:lnTo>
                  <a:lnTo>
                    <a:pt x="687324" y="0"/>
                  </a:lnTo>
                  <a:lnTo>
                    <a:pt x="690372" y="0"/>
                  </a:lnTo>
                  <a:lnTo>
                    <a:pt x="693419" y="3048"/>
                  </a:lnTo>
                  <a:lnTo>
                    <a:pt x="693419" y="4571"/>
                  </a:lnTo>
                  <a:lnTo>
                    <a:pt x="690372" y="7619"/>
                  </a:lnTo>
                  <a:lnTo>
                    <a:pt x="687324" y="7619"/>
                  </a:lnTo>
                  <a:lnTo>
                    <a:pt x="685800" y="6096"/>
                  </a:lnTo>
                  <a:lnTo>
                    <a:pt x="684275" y="6096"/>
                  </a:lnTo>
                  <a:close/>
                </a:path>
                <a:path w="3914140" h="7620">
                  <a:moveTo>
                    <a:pt x="731519" y="6096"/>
                  </a:moveTo>
                  <a:lnTo>
                    <a:pt x="731519" y="1524"/>
                  </a:lnTo>
                  <a:lnTo>
                    <a:pt x="733043" y="1524"/>
                  </a:lnTo>
                  <a:lnTo>
                    <a:pt x="733043" y="6096"/>
                  </a:lnTo>
                  <a:lnTo>
                    <a:pt x="731519" y="6096"/>
                  </a:lnTo>
                  <a:close/>
                </a:path>
                <a:path w="3914140" h="7620">
                  <a:moveTo>
                    <a:pt x="725424" y="6096"/>
                  </a:moveTo>
                  <a:lnTo>
                    <a:pt x="725424" y="1524"/>
                  </a:lnTo>
                  <a:lnTo>
                    <a:pt x="726948" y="0"/>
                  </a:lnTo>
                  <a:lnTo>
                    <a:pt x="731519" y="0"/>
                  </a:lnTo>
                  <a:lnTo>
                    <a:pt x="731519" y="7619"/>
                  </a:lnTo>
                  <a:lnTo>
                    <a:pt x="726948" y="7619"/>
                  </a:lnTo>
                  <a:lnTo>
                    <a:pt x="725424" y="6096"/>
                  </a:lnTo>
                  <a:close/>
                </a:path>
                <a:path w="3914140" h="7620">
                  <a:moveTo>
                    <a:pt x="766572" y="7619"/>
                  </a:moveTo>
                  <a:lnTo>
                    <a:pt x="766572" y="0"/>
                  </a:lnTo>
                  <a:lnTo>
                    <a:pt x="771143" y="0"/>
                  </a:lnTo>
                  <a:lnTo>
                    <a:pt x="772667" y="1524"/>
                  </a:lnTo>
                  <a:lnTo>
                    <a:pt x="772667" y="6096"/>
                  </a:lnTo>
                  <a:lnTo>
                    <a:pt x="771143" y="7619"/>
                  </a:lnTo>
                  <a:lnTo>
                    <a:pt x="766572" y="7619"/>
                  </a:lnTo>
                  <a:close/>
                </a:path>
                <a:path w="3914140" h="7620">
                  <a:moveTo>
                    <a:pt x="765048" y="6096"/>
                  </a:moveTo>
                  <a:lnTo>
                    <a:pt x="765048" y="1524"/>
                  </a:lnTo>
                  <a:lnTo>
                    <a:pt x="766572" y="1524"/>
                  </a:lnTo>
                  <a:lnTo>
                    <a:pt x="766572" y="6096"/>
                  </a:lnTo>
                  <a:lnTo>
                    <a:pt x="765048" y="6096"/>
                  </a:lnTo>
                  <a:close/>
                </a:path>
                <a:path w="3914140" h="7620">
                  <a:moveTo>
                    <a:pt x="804672" y="4571"/>
                  </a:moveTo>
                  <a:lnTo>
                    <a:pt x="804672" y="3048"/>
                  </a:lnTo>
                  <a:lnTo>
                    <a:pt x="807719" y="0"/>
                  </a:lnTo>
                  <a:lnTo>
                    <a:pt x="810767" y="0"/>
                  </a:lnTo>
                  <a:lnTo>
                    <a:pt x="812292" y="1524"/>
                  </a:lnTo>
                  <a:lnTo>
                    <a:pt x="813816" y="1524"/>
                  </a:lnTo>
                  <a:lnTo>
                    <a:pt x="813816" y="6096"/>
                  </a:lnTo>
                  <a:lnTo>
                    <a:pt x="812292" y="6096"/>
                  </a:lnTo>
                  <a:lnTo>
                    <a:pt x="810767" y="7619"/>
                  </a:lnTo>
                  <a:lnTo>
                    <a:pt x="807719" y="7619"/>
                  </a:lnTo>
                  <a:lnTo>
                    <a:pt x="804672" y="4571"/>
                  </a:lnTo>
                  <a:close/>
                </a:path>
                <a:path w="3914140" h="7620">
                  <a:moveTo>
                    <a:pt x="851916" y="6096"/>
                  </a:moveTo>
                  <a:lnTo>
                    <a:pt x="851916" y="1524"/>
                  </a:lnTo>
                  <a:lnTo>
                    <a:pt x="853440" y="1524"/>
                  </a:lnTo>
                  <a:lnTo>
                    <a:pt x="853440" y="6096"/>
                  </a:lnTo>
                  <a:lnTo>
                    <a:pt x="851916" y="6096"/>
                  </a:lnTo>
                  <a:close/>
                </a:path>
                <a:path w="3914140" h="7620">
                  <a:moveTo>
                    <a:pt x="847343" y="7619"/>
                  </a:moveTo>
                  <a:lnTo>
                    <a:pt x="847343" y="0"/>
                  </a:lnTo>
                  <a:lnTo>
                    <a:pt x="851916" y="0"/>
                  </a:lnTo>
                  <a:lnTo>
                    <a:pt x="851916" y="7619"/>
                  </a:lnTo>
                  <a:lnTo>
                    <a:pt x="847343" y="7619"/>
                  </a:lnTo>
                  <a:close/>
                </a:path>
                <a:path w="3914140" h="7620">
                  <a:moveTo>
                    <a:pt x="845819" y="6096"/>
                  </a:moveTo>
                  <a:lnTo>
                    <a:pt x="845819" y="1524"/>
                  </a:lnTo>
                  <a:lnTo>
                    <a:pt x="847343" y="1524"/>
                  </a:lnTo>
                  <a:lnTo>
                    <a:pt x="847343" y="6096"/>
                  </a:lnTo>
                  <a:lnTo>
                    <a:pt x="845819" y="6096"/>
                  </a:lnTo>
                  <a:close/>
                </a:path>
                <a:path w="3914140" h="7620">
                  <a:moveTo>
                    <a:pt x="885443" y="4571"/>
                  </a:moveTo>
                  <a:lnTo>
                    <a:pt x="885443" y="3048"/>
                  </a:lnTo>
                  <a:lnTo>
                    <a:pt x="888492" y="0"/>
                  </a:lnTo>
                  <a:lnTo>
                    <a:pt x="891540" y="0"/>
                  </a:lnTo>
                  <a:lnTo>
                    <a:pt x="894587" y="3048"/>
                  </a:lnTo>
                  <a:lnTo>
                    <a:pt x="894587" y="4571"/>
                  </a:lnTo>
                  <a:lnTo>
                    <a:pt x="891540" y="7619"/>
                  </a:lnTo>
                  <a:lnTo>
                    <a:pt x="888492" y="7619"/>
                  </a:lnTo>
                  <a:lnTo>
                    <a:pt x="885443" y="4571"/>
                  </a:lnTo>
                  <a:close/>
                </a:path>
                <a:path w="3914140" h="7620">
                  <a:moveTo>
                    <a:pt x="932687" y="6096"/>
                  </a:moveTo>
                  <a:lnTo>
                    <a:pt x="932687" y="1524"/>
                  </a:lnTo>
                  <a:lnTo>
                    <a:pt x="934211" y="1524"/>
                  </a:lnTo>
                  <a:lnTo>
                    <a:pt x="934211" y="6096"/>
                  </a:lnTo>
                  <a:lnTo>
                    <a:pt x="932687" y="6096"/>
                  </a:lnTo>
                  <a:close/>
                </a:path>
                <a:path w="3914140" h="7620">
                  <a:moveTo>
                    <a:pt x="926592" y="6096"/>
                  </a:moveTo>
                  <a:lnTo>
                    <a:pt x="926592" y="1524"/>
                  </a:lnTo>
                  <a:lnTo>
                    <a:pt x="928116" y="0"/>
                  </a:lnTo>
                  <a:lnTo>
                    <a:pt x="932687" y="0"/>
                  </a:lnTo>
                  <a:lnTo>
                    <a:pt x="932687" y="7619"/>
                  </a:lnTo>
                  <a:lnTo>
                    <a:pt x="928116" y="7619"/>
                  </a:lnTo>
                  <a:lnTo>
                    <a:pt x="926592" y="6096"/>
                  </a:lnTo>
                  <a:close/>
                </a:path>
                <a:path w="3914140" h="7620">
                  <a:moveTo>
                    <a:pt x="967740" y="7619"/>
                  </a:moveTo>
                  <a:lnTo>
                    <a:pt x="967740" y="0"/>
                  </a:lnTo>
                  <a:lnTo>
                    <a:pt x="972311" y="0"/>
                  </a:lnTo>
                  <a:lnTo>
                    <a:pt x="973835" y="1524"/>
                  </a:lnTo>
                  <a:lnTo>
                    <a:pt x="973835" y="6096"/>
                  </a:lnTo>
                  <a:lnTo>
                    <a:pt x="972311" y="7619"/>
                  </a:lnTo>
                  <a:lnTo>
                    <a:pt x="967740" y="7619"/>
                  </a:lnTo>
                  <a:close/>
                </a:path>
                <a:path w="3914140" h="7620">
                  <a:moveTo>
                    <a:pt x="966216" y="6096"/>
                  </a:moveTo>
                  <a:lnTo>
                    <a:pt x="966216" y="1524"/>
                  </a:lnTo>
                  <a:lnTo>
                    <a:pt x="967740" y="1524"/>
                  </a:lnTo>
                  <a:lnTo>
                    <a:pt x="967740" y="6096"/>
                  </a:lnTo>
                  <a:lnTo>
                    <a:pt x="966216" y="6096"/>
                  </a:lnTo>
                  <a:close/>
                </a:path>
                <a:path w="3914140" h="7620">
                  <a:moveTo>
                    <a:pt x="1013459" y="6096"/>
                  </a:moveTo>
                  <a:lnTo>
                    <a:pt x="1013459" y="1524"/>
                  </a:lnTo>
                  <a:lnTo>
                    <a:pt x="1014984" y="1524"/>
                  </a:lnTo>
                  <a:lnTo>
                    <a:pt x="1014984" y="6096"/>
                  </a:lnTo>
                  <a:lnTo>
                    <a:pt x="1013459" y="6096"/>
                  </a:lnTo>
                  <a:close/>
                </a:path>
                <a:path w="3914140" h="7620">
                  <a:moveTo>
                    <a:pt x="1007364" y="6096"/>
                  </a:moveTo>
                  <a:lnTo>
                    <a:pt x="1007364" y="1524"/>
                  </a:lnTo>
                  <a:lnTo>
                    <a:pt x="1008887" y="0"/>
                  </a:lnTo>
                  <a:lnTo>
                    <a:pt x="1013459" y="0"/>
                  </a:lnTo>
                  <a:lnTo>
                    <a:pt x="1013459" y="7619"/>
                  </a:lnTo>
                  <a:lnTo>
                    <a:pt x="1008887" y="7619"/>
                  </a:lnTo>
                  <a:lnTo>
                    <a:pt x="1007364" y="6096"/>
                  </a:lnTo>
                  <a:close/>
                </a:path>
                <a:path w="3914140" h="7620">
                  <a:moveTo>
                    <a:pt x="1053084" y="6096"/>
                  </a:moveTo>
                  <a:lnTo>
                    <a:pt x="1053084" y="1524"/>
                  </a:lnTo>
                  <a:lnTo>
                    <a:pt x="1054608" y="1524"/>
                  </a:lnTo>
                  <a:lnTo>
                    <a:pt x="1054608" y="6096"/>
                  </a:lnTo>
                  <a:lnTo>
                    <a:pt x="1053084" y="6096"/>
                  </a:lnTo>
                  <a:close/>
                </a:path>
                <a:path w="3914140" h="7620">
                  <a:moveTo>
                    <a:pt x="1048511" y="7619"/>
                  </a:moveTo>
                  <a:lnTo>
                    <a:pt x="1048511" y="0"/>
                  </a:lnTo>
                  <a:lnTo>
                    <a:pt x="1053084" y="0"/>
                  </a:lnTo>
                  <a:lnTo>
                    <a:pt x="1053084" y="7619"/>
                  </a:lnTo>
                  <a:lnTo>
                    <a:pt x="1048511" y="7619"/>
                  </a:lnTo>
                  <a:close/>
                </a:path>
                <a:path w="3914140" h="7620">
                  <a:moveTo>
                    <a:pt x="1046987" y="6096"/>
                  </a:moveTo>
                  <a:lnTo>
                    <a:pt x="1046987" y="1524"/>
                  </a:lnTo>
                  <a:lnTo>
                    <a:pt x="1048511" y="1524"/>
                  </a:lnTo>
                  <a:lnTo>
                    <a:pt x="1048511" y="6096"/>
                  </a:lnTo>
                  <a:lnTo>
                    <a:pt x="1046987" y="6096"/>
                  </a:lnTo>
                  <a:close/>
                </a:path>
                <a:path w="3914140" h="7620">
                  <a:moveTo>
                    <a:pt x="1086611" y="4571"/>
                  </a:moveTo>
                  <a:lnTo>
                    <a:pt x="1086611" y="3048"/>
                  </a:lnTo>
                  <a:lnTo>
                    <a:pt x="1089659" y="0"/>
                  </a:lnTo>
                  <a:lnTo>
                    <a:pt x="1092708" y="0"/>
                  </a:lnTo>
                  <a:lnTo>
                    <a:pt x="1095756" y="3048"/>
                  </a:lnTo>
                  <a:lnTo>
                    <a:pt x="1095756" y="4571"/>
                  </a:lnTo>
                  <a:lnTo>
                    <a:pt x="1092708" y="7619"/>
                  </a:lnTo>
                  <a:lnTo>
                    <a:pt x="1089659" y="7619"/>
                  </a:lnTo>
                  <a:lnTo>
                    <a:pt x="1086611" y="4571"/>
                  </a:lnTo>
                  <a:close/>
                </a:path>
                <a:path w="3914140" h="7620">
                  <a:moveTo>
                    <a:pt x="1133856" y="6096"/>
                  </a:moveTo>
                  <a:lnTo>
                    <a:pt x="1133856" y="1524"/>
                  </a:lnTo>
                  <a:lnTo>
                    <a:pt x="1135379" y="1524"/>
                  </a:lnTo>
                  <a:lnTo>
                    <a:pt x="1135379" y="6096"/>
                  </a:lnTo>
                  <a:lnTo>
                    <a:pt x="1133856" y="6096"/>
                  </a:lnTo>
                  <a:close/>
                </a:path>
                <a:path w="3914140" h="7620">
                  <a:moveTo>
                    <a:pt x="1129284" y="7619"/>
                  </a:moveTo>
                  <a:lnTo>
                    <a:pt x="1129284" y="0"/>
                  </a:lnTo>
                  <a:lnTo>
                    <a:pt x="1133856" y="0"/>
                  </a:lnTo>
                  <a:lnTo>
                    <a:pt x="1133856" y="7619"/>
                  </a:lnTo>
                  <a:lnTo>
                    <a:pt x="1129284" y="7619"/>
                  </a:lnTo>
                  <a:close/>
                </a:path>
                <a:path w="3914140" h="7620">
                  <a:moveTo>
                    <a:pt x="1127759" y="6096"/>
                  </a:moveTo>
                  <a:lnTo>
                    <a:pt x="1127759" y="1524"/>
                  </a:lnTo>
                  <a:lnTo>
                    <a:pt x="1129284" y="1524"/>
                  </a:lnTo>
                  <a:lnTo>
                    <a:pt x="1129284" y="6096"/>
                  </a:lnTo>
                  <a:lnTo>
                    <a:pt x="1127759" y="6096"/>
                  </a:lnTo>
                  <a:close/>
                </a:path>
                <a:path w="3914140" h="7620">
                  <a:moveTo>
                    <a:pt x="1167384" y="6096"/>
                  </a:moveTo>
                  <a:lnTo>
                    <a:pt x="1167384" y="1524"/>
                  </a:lnTo>
                  <a:lnTo>
                    <a:pt x="1168908" y="1524"/>
                  </a:lnTo>
                  <a:lnTo>
                    <a:pt x="1170432" y="0"/>
                  </a:lnTo>
                  <a:lnTo>
                    <a:pt x="1173479" y="0"/>
                  </a:lnTo>
                  <a:lnTo>
                    <a:pt x="1176527" y="3048"/>
                  </a:lnTo>
                  <a:lnTo>
                    <a:pt x="1176527" y="4571"/>
                  </a:lnTo>
                  <a:lnTo>
                    <a:pt x="1173479" y="7619"/>
                  </a:lnTo>
                  <a:lnTo>
                    <a:pt x="1170432" y="7619"/>
                  </a:lnTo>
                  <a:lnTo>
                    <a:pt x="1168908" y="6096"/>
                  </a:lnTo>
                  <a:lnTo>
                    <a:pt x="1167384" y="6096"/>
                  </a:lnTo>
                  <a:close/>
                </a:path>
                <a:path w="3914140" h="7620">
                  <a:moveTo>
                    <a:pt x="1214627" y="6096"/>
                  </a:moveTo>
                  <a:lnTo>
                    <a:pt x="1214627" y="1524"/>
                  </a:lnTo>
                  <a:lnTo>
                    <a:pt x="1216151" y="1524"/>
                  </a:lnTo>
                  <a:lnTo>
                    <a:pt x="1216151" y="6096"/>
                  </a:lnTo>
                  <a:lnTo>
                    <a:pt x="1214627" y="6096"/>
                  </a:lnTo>
                  <a:close/>
                </a:path>
                <a:path w="3914140" h="7620">
                  <a:moveTo>
                    <a:pt x="1208532" y="6096"/>
                  </a:moveTo>
                  <a:lnTo>
                    <a:pt x="1208532" y="1524"/>
                  </a:lnTo>
                  <a:lnTo>
                    <a:pt x="1210056" y="0"/>
                  </a:lnTo>
                  <a:lnTo>
                    <a:pt x="1214627" y="0"/>
                  </a:lnTo>
                  <a:lnTo>
                    <a:pt x="1214627" y="7619"/>
                  </a:lnTo>
                  <a:lnTo>
                    <a:pt x="1210056" y="7619"/>
                  </a:lnTo>
                  <a:lnTo>
                    <a:pt x="1208532" y="6096"/>
                  </a:lnTo>
                  <a:close/>
                </a:path>
                <a:path w="3914140" h="7620">
                  <a:moveTo>
                    <a:pt x="1249679" y="7619"/>
                  </a:moveTo>
                  <a:lnTo>
                    <a:pt x="1249679" y="0"/>
                  </a:lnTo>
                  <a:lnTo>
                    <a:pt x="1254251" y="0"/>
                  </a:lnTo>
                  <a:lnTo>
                    <a:pt x="1255775" y="1524"/>
                  </a:lnTo>
                  <a:lnTo>
                    <a:pt x="1255775" y="6096"/>
                  </a:lnTo>
                  <a:lnTo>
                    <a:pt x="1254251" y="7619"/>
                  </a:lnTo>
                  <a:lnTo>
                    <a:pt x="1249679" y="7619"/>
                  </a:lnTo>
                  <a:close/>
                </a:path>
                <a:path w="3914140" h="7620">
                  <a:moveTo>
                    <a:pt x="1248156" y="6096"/>
                  </a:moveTo>
                  <a:lnTo>
                    <a:pt x="1248156" y="1524"/>
                  </a:lnTo>
                  <a:lnTo>
                    <a:pt x="1249679" y="1524"/>
                  </a:lnTo>
                  <a:lnTo>
                    <a:pt x="1249679" y="6096"/>
                  </a:lnTo>
                  <a:lnTo>
                    <a:pt x="1248156" y="6096"/>
                  </a:lnTo>
                  <a:close/>
                </a:path>
                <a:path w="3914140" h="7620">
                  <a:moveTo>
                    <a:pt x="1287779" y="4571"/>
                  </a:moveTo>
                  <a:lnTo>
                    <a:pt x="1287779" y="3048"/>
                  </a:lnTo>
                  <a:lnTo>
                    <a:pt x="1290827" y="0"/>
                  </a:lnTo>
                  <a:lnTo>
                    <a:pt x="1293876" y="0"/>
                  </a:lnTo>
                  <a:lnTo>
                    <a:pt x="1296924" y="3048"/>
                  </a:lnTo>
                  <a:lnTo>
                    <a:pt x="1296924" y="4571"/>
                  </a:lnTo>
                  <a:lnTo>
                    <a:pt x="1293876" y="7619"/>
                  </a:lnTo>
                  <a:lnTo>
                    <a:pt x="1290827" y="7619"/>
                  </a:lnTo>
                  <a:lnTo>
                    <a:pt x="1287779" y="4571"/>
                  </a:lnTo>
                  <a:close/>
                </a:path>
                <a:path w="3914140" h="7620">
                  <a:moveTo>
                    <a:pt x="1335024" y="6096"/>
                  </a:moveTo>
                  <a:lnTo>
                    <a:pt x="1335024" y="1524"/>
                  </a:lnTo>
                  <a:lnTo>
                    <a:pt x="1336548" y="1524"/>
                  </a:lnTo>
                  <a:lnTo>
                    <a:pt x="1336548" y="6096"/>
                  </a:lnTo>
                  <a:lnTo>
                    <a:pt x="1335024" y="6096"/>
                  </a:lnTo>
                  <a:close/>
                </a:path>
                <a:path w="3914140" h="7620">
                  <a:moveTo>
                    <a:pt x="1330451" y="7619"/>
                  </a:moveTo>
                  <a:lnTo>
                    <a:pt x="1330451" y="0"/>
                  </a:lnTo>
                  <a:lnTo>
                    <a:pt x="1335024" y="0"/>
                  </a:lnTo>
                  <a:lnTo>
                    <a:pt x="1335024" y="7619"/>
                  </a:lnTo>
                  <a:lnTo>
                    <a:pt x="1330451" y="7619"/>
                  </a:lnTo>
                  <a:close/>
                </a:path>
                <a:path w="3914140" h="7620">
                  <a:moveTo>
                    <a:pt x="1328927" y="6096"/>
                  </a:moveTo>
                  <a:lnTo>
                    <a:pt x="1328927" y="1524"/>
                  </a:lnTo>
                  <a:lnTo>
                    <a:pt x="1330451" y="1524"/>
                  </a:lnTo>
                  <a:lnTo>
                    <a:pt x="1330451" y="6096"/>
                  </a:lnTo>
                  <a:lnTo>
                    <a:pt x="1328927" y="6096"/>
                  </a:lnTo>
                  <a:close/>
                </a:path>
                <a:path w="3914140" h="7620">
                  <a:moveTo>
                    <a:pt x="1368551" y="4571"/>
                  </a:moveTo>
                  <a:lnTo>
                    <a:pt x="1368551" y="3048"/>
                  </a:lnTo>
                  <a:lnTo>
                    <a:pt x="1371600" y="0"/>
                  </a:lnTo>
                  <a:lnTo>
                    <a:pt x="1374648" y="0"/>
                  </a:lnTo>
                  <a:lnTo>
                    <a:pt x="1377695" y="3048"/>
                  </a:lnTo>
                  <a:lnTo>
                    <a:pt x="1377695" y="4571"/>
                  </a:lnTo>
                  <a:lnTo>
                    <a:pt x="1374648" y="7619"/>
                  </a:lnTo>
                  <a:lnTo>
                    <a:pt x="1371600" y="7619"/>
                  </a:lnTo>
                  <a:lnTo>
                    <a:pt x="1368551" y="4571"/>
                  </a:lnTo>
                  <a:close/>
                </a:path>
                <a:path w="3914140" h="7620">
                  <a:moveTo>
                    <a:pt x="1415795" y="6096"/>
                  </a:moveTo>
                  <a:lnTo>
                    <a:pt x="1415795" y="1524"/>
                  </a:lnTo>
                  <a:lnTo>
                    <a:pt x="1417319" y="1524"/>
                  </a:lnTo>
                  <a:lnTo>
                    <a:pt x="1417319" y="6096"/>
                  </a:lnTo>
                  <a:lnTo>
                    <a:pt x="1415795" y="6096"/>
                  </a:lnTo>
                  <a:close/>
                </a:path>
                <a:path w="3914140" h="7620">
                  <a:moveTo>
                    <a:pt x="1409700" y="6096"/>
                  </a:moveTo>
                  <a:lnTo>
                    <a:pt x="1409700" y="1524"/>
                  </a:lnTo>
                  <a:lnTo>
                    <a:pt x="1411224" y="0"/>
                  </a:lnTo>
                  <a:lnTo>
                    <a:pt x="1415795" y="0"/>
                  </a:lnTo>
                  <a:lnTo>
                    <a:pt x="1415795" y="7619"/>
                  </a:lnTo>
                  <a:lnTo>
                    <a:pt x="1411224" y="7619"/>
                  </a:lnTo>
                  <a:lnTo>
                    <a:pt x="1409700" y="6096"/>
                  </a:lnTo>
                  <a:close/>
                </a:path>
                <a:path w="3914140" h="7620">
                  <a:moveTo>
                    <a:pt x="1450848" y="7619"/>
                  </a:moveTo>
                  <a:lnTo>
                    <a:pt x="1450848" y="0"/>
                  </a:lnTo>
                  <a:lnTo>
                    <a:pt x="1455419" y="0"/>
                  </a:lnTo>
                  <a:lnTo>
                    <a:pt x="1456943" y="1524"/>
                  </a:lnTo>
                  <a:lnTo>
                    <a:pt x="1456943" y="6096"/>
                  </a:lnTo>
                  <a:lnTo>
                    <a:pt x="1455419" y="7619"/>
                  </a:lnTo>
                  <a:lnTo>
                    <a:pt x="1450848" y="7619"/>
                  </a:lnTo>
                  <a:close/>
                </a:path>
                <a:path w="3914140" h="7620">
                  <a:moveTo>
                    <a:pt x="1449324" y="6096"/>
                  </a:moveTo>
                  <a:lnTo>
                    <a:pt x="1449324" y="1524"/>
                  </a:lnTo>
                  <a:lnTo>
                    <a:pt x="1450848" y="1524"/>
                  </a:lnTo>
                  <a:lnTo>
                    <a:pt x="1450848" y="6096"/>
                  </a:lnTo>
                  <a:lnTo>
                    <a:pt x="1449324" y="6096"/>
                  </a:lnTo>
                  <a:close/>
                </a:path>
                <a:path w="3914140" h="7620">
                  <a:moveTo>
                    <a:pt x="1496567" y="6096"/>
                  </a:moveTo>
                  <a:lnTo>
                    <a:pt x="1496567" y="1524"/>
                  </a:lnTo>
                  <a:lnTo>
                    <a:pt x="1498092" y="1524"/>
                  </a:lnTo>
                  <a:lnTo>
                    <a:pt x="1498092" y="6096"/>
                  </a:lnTo>
                  <a:lnTo>
                    <a:pt x="1496567" y="6096"/>
                  </a:lnTo>
                  <a:close/>
                </a:path>
                <a:path w="3914140" h="7620">
                  <a:moveTo>
                    <a:pt x="1490472" y="6096"/>
                  </a:moveTo>
                  <a:lnTo>
                    <a:pt x="1490472" y="1524"/>
                  </a:lnTo>
                  <a:lnTo>
                    <a:pt x="1491995" y="0"/>
                  </a:lnTo>
                  <a:lnTo>
                    <a:pt x="1496567" y="0"/>
                  </a:lnTo>
                  <a:lnTo>
                    <a:pt x="1496567" y="7619"/>
                  </a:lnTo>
                  <a:lnTo>
                    <a:pt x="1491995" y="7619"/>
                  </a:lnTo>
                  <a:lnTo>
                    <a:pt x="1490472" y="6096"/>
                  </a:lnTo>
                  <a:close/>
                </a:path>
                <a:path w="3914140" h="7620">
                  <a:moveTo>
                    <a:pt x="1536192" y="6096"/>
                  </a:moveTo>
                  <a:lnTo>
                    <a:pt x="1536192" y="1524"/>
                  </a:lnTo>
                  <a:lnTo>
                    <a:pt x="1537716" y="1524"/>
                  </a:lnTo>
                  <a:lnTo>
                    <a:pt x="1537716" y="6096"/>
                  </a:lnTo>
                  <a:lnTo>
                    <a:pt x="1536192" y="6096"/>
                  </a:lnTo>
                  <a:close/>
                </a:path>
                <a:path w="3914140" h="7620">
                  <a:moveTo>
                    <a:pt x="1531619" y="7619"/>
                  </a:moveTo>
                  <a:lnTo>
                    <a:pt x="1531619" y="0"/>
                  </a:lnTo>
                  <a:lnTo>
                    <a:pt x="1536192" y="0"/>
                  </a:lnTo>
                  <a:lnTo>
                    <a:pt x="1536192" y="7619"/>
                  </a:lnTo>
                  <a:lnTo>
                    <a:pt x="1531619" y="7619"/>
                  </a:lnTo>
                  <a:close/>
                </a:path>
                <a:path w="3914140" h="7620">
                  <a:moveTo>
                    <a:pt x="1530095" y="6096"/>
                  </a:moveTo>
                  <a:lnTo>
                    <a:pt x="1530095" y="1524"/>
                  </a:lnTo>
                  <a:lnTo>
                    <a:pt x="1531619" y="1524"/>
                  </a:lnTo>
                  <a:lnTo>
                    <a:pt x="1531619" y="6096"/>
                  </a:lnTo>
                  <a:lnTo>
                    <a:pt x="1530095" y="6096"/>
                  </a:lnTo>
                  <a:close/>
                </a:path>
                <a:path w="3914140" h="7620">
                  <a:moveTo>
                    <a:pt x="1569719" y="4571"/>
                  </a:moveTo>
                  <a:lnTo>
                    <a:pt x="1569719" y="3048"/>
                  </a:lnTo>
                  <a:lnTo>
                    <a:pt x="1572767" y="0"/>
                  </a:lnTo>
                  <a:lnTo>
                    <a:pt x="1575816" y="0"/>
                  </a:lnTo>
                  <a:lnTo>
                    <a:pt x="1578864" y="3048"/>
                  </a:lnTo>
                  <a:lnTo>
                    <a:pt x="1578864" y="4571"/>
                  </a:lnTo>
                  <a:lnTo>
                    <a:pt x="1575816" y="7619"/>
                  </a:lnTo>
                  <a:lnTo>
                    <a:pt x="1572767" y="7619"/>
                  </a:lnTo>
                  <a:lnTo>
                    <a:pt x="1569719" y="4571"/>
                  </a:lnTo>
                  <a:close/>
                </a:path>
                <a:path w="3914140" h="7620">
                  <a:moveTo>
                    <a:pt x="1616964" y="6096"/>
                  </a:moveTo>
                  <a:lnTo>
                    <a:pt x="1616964" y="1524"/>
                  </a:lnTo>
                  <a:lnTo>
                    <a:pt x="1618487" y="1524"/>
                  </a:lnTo>
                  <a:lnTo>
                    <a:pt x="1618487" y="6096"/>
                  </a:lnTo>
                  <a:lnTo>
                    <a:pt x="1616964" y="6096"/>
                  </a:lnTo>
                  <a:close/>
                </a:path>
                <a:path w="3914140" h="7620">
                  <a:moveTo>
                    <a:pt x="1612392" y="7619"/>
                  </a:moveTo>
                  <a:lnTo>
                    <a:pt x="1612392" y="0"/>
                  </a:lnTo>
                  <a:lnTo>
                    <a:pt x="1616964" y="0"/>
                  </a:lnTo>
                  <a:lnTo>
                    <a:pt x="1616964" y="7619"/>
                  </a:lnTo>
                  <a:lnTo>
                    <a:pt x="1612392" y="7619"/>
                  </a:lnTo>
                  <a:close/>
                </a:path>
                <a:path w="3914140" h="7620">
                  <a:moveTo>
                    <a:pt x="1610868" y="6096"/>
                  </a:moveTo>
                  <a:lnTo>
                    <a:pt x="1610868" y="1524"/>
                  </a:lnTo>
                  <a:lnTo>
                    <a:pt x="1612392" y="1524"/>
                  </a:lnTo>
                  <a:lnTo>
                    <a:pt x="1612392" y="6096"/>
                  </a:lnTo>
                  <a:lnTo>
                    <a:pt x="1610868" y="6096"/>
                  </a:lnTo>
                  <a:close/>
                </a:path>
                <a:path w="3914140" h="7620">
                  <a:moveTo>
                    <a:pt x="1652016" y="7619"/>
                  </a:moveTo>
                  <a:lnTo>
                    <a:pt x="1652016" y="0"/>
                  </a:lnTo>
                  <a:lnTo>
                    <a:pt x="1656587" y="0"/>
                  </a:lnTo>
                  <a:lnTo>
                    <a:pt x="1658111" y="1524"/>
                  </a:lnTo>
                  <a:lnTo>
                    <a:pt x="1658111" y="6096"/>
                  </a:lnTo>
                  <a:lnTo>
                    <a:pt x="1656587" y="7619"/>
                  </a:lnTo>
                  <a:lnTo>
                    <a:pt x="1652016" y="7619"/>
                  </a:lnTo>
                  <a:close/>
                </a:path>
                <a:path w="3914140" h="7620">
                  <a:moveTo>
                    <a:pt x="1650492" y="6096"/>
                  </a:moveTo>
                  <a:lnTo>
                    <a:pt x="1650492" y="1524"/>
                  </a:lnTo>
                  <a:lnTo>
                    <a:pt x="1652016" y="1524"/>
                  </a:lnTo>
                  <a:lnTo>
                    <a:pt x="1652016" y="6096"/>
                  </a:lnTo>
                  <a:lnTo>
                    <a:pt x="1650492" y="6096"/>
                  </a:lnTo>
                  <a:close/>
                </a:path>
                <a:path w="3914140" h="7620">
                  <a:moveTo>
                    <a:pt x="1697735" y="6096"/>
                  </a:moveTo>
                  <a:lnTo>
                    <a:pt x="1697735" y="1524"/>
                  </a:lnTo>
                  <a:lnTo>
                    <a:pt x="1699259" y="1524"/>
                  </a:lnTo>
                  <a:lnTo>
                    <a:pt x="1699259" y="6096"/>
                  </a:lnTo>
                  <a:lnTo>
                    <a:pt x="1697735" y="6096"/>
                  </a:lnTo>
                  <a:close/>
                </a:path>
                <a:path w="3914140" h="7620">
                  <a:moveTo>
                    <a:pt x="1691640" y="6096"/>
                  </a:moveTo>
                  <a:lnTo>
                    <a:pt x="1691640" y="1524"/>
                  </a:lnTo>
                  <a:lnTo>
                    <a:pt x="1693164" y="0"/>
                  </a:lnTo>
                  <a:lnTo>
                    <a:pt x="1697735" y="0"/>
                  </a:lnTo>
                  <a:lnTo>
                    <a:pt x="1697735" y="7619"/>
                  </a:lnTo>
                  <a:lnTo>
                    <a:pt x="1693164" y="7619"/>
                  </a:lnTo>
                  <a:lnTo>
                    <a:pt x="1691640" y="6096"/>
                  </a:lnTo>
                  <a:close/>
                </a:path>
                <a:path w="3914140" h="7620">
                  <a:moveTo>
                    <a:pt x="1732787" y="7619"/>
                  </a:moveTo>
                  <a:lnTo>
                    <a:pt x="1732787" y="0"/>
                  </a:lnTo>
                  <a:lnTo>
                    <a:pt x="1737359" y="0"/>
                  </a:lnTo>
                  <a:lnTo>
                    <a:pt x="1738884" y="1524"/>
                  </a:lnTo>
                  <a:lnTo>
                    <a:pt x="1738884" y="6096"/>
                  </a:lnTo>
                  <a:lnTo>
                    <a:pt x="1737359" y="7619"/>
                  </a:lnTo>
                  <a:lnTo>
                    <a:pt x="1732787" y="7619"/>
                  </a:lnTo>
                  <a:close/>
                </a:path>
                <a:path w="3914140" h="7620">
                  <a:moveTo>
                    <a:pt x="1731264" y="6096"/>
                  </a:moveTo>
                  <a:lnTo>
                    <a:pt x="1731264" y="1524"/>
                  </a:lnTo>
                  <a:lnTo>
                    <a:pt x="1732787" y="1524"/>
                  </a:lnTo>
                  <a:lnTo>
                    <a:pt x="1732787" y="6096"/>
                  </a:lnTo>
                  <a:lnTo>
                    <a:pt x="1731264" y="6096"/>
                  </a:lnTo>
                  <a:close/>
                </a:path>
                <a:path w="3914140" h="7620">
                  <a:moveTo>
                    <a:pt x="1770887" y="4571"/>
                  </a:moveTo>
                  <a:lnTo>
                    <a:pt x="1770887" y="3048"/>
                  </a:lnTo>
                  <a:lnTo>
                    <a:pt x="1773935" y="0"/>
                  </a:lnTo>
                  <a:lnTo>
                    <a:pt x="1776984" y="0"/>
                  </a:lnTo>
                  <a:lnTo>
                    <a:pt x="1780032" y="3048"/>
                  </a:lnTo>
                  <a:lnTo>
                    <a:pt x="1780032" y="4571"/>
                  </a:lnTo>
                  <a:lnTo>
                    <a:pt x="1776984" y="7619"/>
                  </a:lnTo>
                  <a:lnTo>
                    <a:pt x="1773935" y="7619"/>
                  </a:lnTo>
                  <a:lnTo>
                    <a:pt x="1770887" y="4571"/>
                  </a:lnTo>
                  <a:close/>
                </a:path>
                <a:path w="3914140" h="7620">
                  <a:moveTo>
                    <a:pt x="1818132" y="6096"/>
                  </a:moveTo>
                  <a:lnTo>
                    <a:pt x="1818132" y="1524"/>
                  </a:lnTo>
                  <a:lnTo>
                    <a:pt x="1819656" y="1524"/>
                  </a:lnTo>
                  <a:lnTo>
                    <a:pt x="1819656" y="6096"/>
                  </a:lnTo>
                  <a:lnTo>
                    <a:pt x="1818132" y="6096"/>
                  </a:lnTo>
                  <a:close/>
                </a:path>
                <a:path w="3914140" h="7620">
                  <a:moveTo>
                    <a:pt x="1813559" y="7619"/>
                  </a:moveTo>
                  <a:lnTo>
                    <a:pt x="1813559" y="0"/>
                  </a:lnTo>
                  <a:lnTo>
                    <a:pt x="1818132" y="0"/>
                  </a:lnTo>
                  <a:lnTo>
                    <a:pt x="1818132" y="7619"/>
                  </a:lnTo>
                  <a:lnTo>
                    <a:pt x="1813559" y="7619"/>
                  </a:lnTo>
                  <a:close/>
                </a:path>
                <a:path w="3914140" h="7620">
                  <a:moveTo>
                    <a:pt x="1812035" y="6096"/>
                  </a:moveTo>
                  <a:lnTo>
                    <a:pt x="1812035" y="1524"/>
                  </a:lnTo>
                  <a:lnTo>
                    <a:pt x="1813559" y="1524"/>
                  </a:lnTo>
                  <a:lnTo>
                    <a:pt x="1813559" y="6096"/>
                  </a:lnTo>
                  <a:lnTo>
                    <a:pt x="1812035" y="6096"/>
                  </a:lnTo>
                  <a:close/>
                </a:path>
                <a:path w="3914140" h="7620">
                  <a:moveTo>
                    <a:pt x="1851659" y="4571"/>
                  </a:moveTo>
                  <a:lnTo>
                    <a:pt x="1851659" y="3048"/>
                  </a:lnTo>
                  <a:lnTo>
                    <a:pt x="1854708" y="0"/>
                  </a:lnTo>
                  <a:lnTo>
                    <a:pt x="1857756" y="0"/>
                  </a:lnTo>
                  <a:lnTo>
                    <a:pt x="1860803" y="3048"/>
                  </a:lnTo>
                  <a:lnTo>
                    <a:pt x="1860803" y="4571"/>
                  </a:lnTo>
                  <a:lnTo>
                    <a:pt x="1857756" y="7619"/>
                  </a:lnTo>
                  <a:lnTo>
                    <a:pt x="1854708" y="7619"/>
                  </a:lnTo>
                  <a:lnTo>
                    <a:pt x="1851659" y="4571"/>
                  </a:lnTo>
                  <a:close/>
                </a:path>
                <a:path w="3914140" h="7620">
                  <a:moveTo>
                    <a:pt x="1898904" y="6096"/>
                  </a:moveTo>
                  <a:lnTo>
                    <a:pt x="1898904" y="1524"/>
                  </a:lnTo>
                  <a:lnTo>
                    <a:pt x="1900427" y="1524"/>
                  </a:lnTo>
                  <a:lnTo>
                    <a:pt x="1900427" y="6096"/>
                  </a:lnTo>
                  <a:lnTo>
                    <a:pt x="1898904" y="6096"/>
                  </a:lnTo>
                  <a:close/>
                </a:path>
                <a:path w="3914140" h="7620">
                  <a:moveTo>
                    <a:pt x="1892808" y="6096"/>
                  </a:moveTo>
                  <a:lnTo>
                    <a:pt x="1892808" y="1524"/>
                  </a:lnTo>
                  <a:lnTo>
                    <a:pt x="1894331" y="0"/>
                  </a:lnTo>
                  <a:lnTo>
                    <a:pt x="1898904" y="0"/>
                  </a:lnTo>
                  <a:lnTo>
                    <a:pt x="1898904" y="7619"/>
                  </a:lnTo>
                  <a:lnTo>
                    <a:pt x="1894331" y="7619"/>
                  </a:lnTo>
                  <a:lnTo>
                    <a:pt x="1892808" y="6096"/>
                  </a:lnTo>
                  <a:close/>
                </a:path>
                <a:path w="3914140" h="7620">
                  <a:moveTo>
                    <a:pt x="1933955" y="7619"/>
                  </a:moveTo>
                  <a:lnTo>
                    <a:pt x="1933955" y="0"/>
                  </a:lnTo>
                  <a:lnTo>
                    <a:pt x="1938527" y="0"/>
                  </a:lnTo>
                  <a:lnTo>
                    <a:pt x="1940051" y="1524"/>
                  </a:lnTo>
                  <a:lnTo>
                    <a:pt x="1940051" y="6096"/>
                  </a:lnTo>
                  <a:lnTo>
                    <a:pt x="1938527" y="7619"/>
                  </a:lnTo>
                  <a:lnTo>
                    <a:pt x="1933955" y="7619"/>
                  </a:lnTo>
                  <a:close/>
                </a:path>
                <a:path w="3914140" h="7620">
                  <a:moveTo>
                    <a:pt x="1932431" y="6096"/>
                  </a:moveTo>
                  <a:lnTo>
                    <a:pt x="1932431" y="1524"/>
                  </a:lnTo>
                  <a:lnTo>
                    <a:pt x="1933955" y="1524"/>
                  </a:lnTo>
                  <a:lnTo>
                    <a:pt x="1933955" y="6096"/>
                  </a:lnTo>
                  <a:lnTo>
                    <a:pt x="1932431" y="6096"/>
                  </a:lnTo>
                  <a:close/>
                </a:path>
                <a:path w="3914140" h="7620">
                  <a:moveTo>
                    <a:pt x="1979676" y="6096"/>
                  </a:moveTo>
                  <a:lnTo>
                    <a:pt x="1979676" y="1524"/>
                  </a:lnTo>
                  <a:lnTo>
                    <a:pt x="1981200" y="1524"/>
                  </a:lnTo>
                  <a:lnTo>
                    <a:pt x="1981200" y="6096"/>
                  </a:lnTo>
                  <a:lnTo>
                    <a:pt x="1979676" y="6096"/>
                  </a:lnTo>
                  <a:close/>
                </a:path>
                <a:path w="3914140" h="7620">
                  <a:moveTo>
                    <a:pt x="1973580" y="6096"/>
                  </a:moveTo>
                  <a:lnTo>
                    <a:pt x="1973580" y="1524"/>
                  </a:lnTo>
                  <a:lnTo>
                    <a:pt x="1975104" y="0"/>
                  </a:lnTo>
                  <a:lnTo>
                    <a:pt x="1979676" y="0"/>
                  </a:lnTo>
                  <a:lnTo>
                    <a:pt x="1979676" y="7619"/>
                  </a:lnTo>
                  <a:lnTo>
                    <a:pt x="1975104" y="7619"/>
                  </a:lnTo>
                  <a:lnTo>
                    <a:pt x="1973580" y="6096"/>
                  </a:lnTo>
                  <a:close/>
                </a:path>
                <a:path w="3914140" h="7620">
                  <a:moveTo>
                    <a:pt x="2019300" y="6096"/>
                  </a:moveTo>
                  <a:lnTo>
                    <a:pt x="2019300" y="1524"/>
                  </a:lnTo>
                  <a:lnTo>
                    <a:pt x="2020824" y="1524"/>
                  </a:lnTo>
                  <a:lnTo>
                    <a:pt x="2020824" y="6096"/>
                  </a:lnTo>
                  <a:lnTo>
                    <a:pt x="2019300" y="6096"/>
                  </a:lnTo>
                  <a:close/>
                </a:path>
                <a:path w="3914140" h="7620">
                  <a:moveTo>
                    <a:pt x="2014727" y="7619"/>
                  </a:moveTo>
                  <a:lnTo>
                    <a:pt x="2014727" y="0"/>
                  </a:lnTo>
                  <a:lnTo>
                    <a:pt x="2019300" y="0"/>
                  </a:lnTo>
                  <a:lnTo>
                    <a:pt x="2019300" y="7619"/>
                  </a:lnTo>
                  <a:lnTo>
                    <a:pt x="2014727" y="7619"/>
                  </a:lnTo>
                  <a:close/>
                </a:path>
                <a:path w="3914140" h="7620">
                  <a:moveTo>
                    <a:pt x="2013204" y="6096"/>
                  </a:moveTo>
                  <a:lnTo>
                    <a:pt x="2013204" y="1524"/>
                  </a:lnTo>
                  <a:lnTo>
                    <a:pt x="2014727" y="1524"/>
                  </a:lnTo>
                  <a:lnTo>
                    <a:pt x="2014727" y="6096"/>
                  </a:lnTo>
                  <a:lnTo>
                    <a:pt x="2013204" y="6096"/>
                  </a:lnTo>
                  <a:close/>
                </a:path>
                <a:path w="3914140" h="7620">
                  <a:moveTo>
                    <a:pt x="2052827" y="4571"/>
                  </a:moveTo>
                  <a:lnTo>
                    <a:pt x="2052827" y="3048"/>
                  </a:lnTo>
                  <a:lnTo>
                    <a:pt x="2055876" y="0"/>
                  </a:lnTo>
                  <a:lnTo>
                    <a:pt x="2058924" y="0"/>
                  </a:lnTo>
                  <a:lnTo>
                    <a:pt x="2061972" y="3048"/>
                  </a:lnTo>
                  <a:lnTo>
                    <a:pt x="2061972" y="4571"/>
                  </a:lnTo>
                  <a:lnTo>
                    <a:pt x="2058924" y="7619"/>
                  </a:lnTo>
                  <a:lnTo>
                    <a:pt x="2055876" y="7619"/>
                  </a:lnTo>
                  <a:lnTo>
                    <a:pt x="2052827" y="4571"/>
                  </a:lnTo>
                  <a:close/>
                </a:path>
                <a:path w="3914140" h="7620">
                  <a:moveTo>
                    <a:pt x="2100072" y="6096"/>
                  </a:moveTo>
                  <a:lnTo>
                    <a:pt x="2100072" y="1524"/>
                  </a:lnTo>
                  <a:lnTo>
                    <a:pt x="2101596" y="1524"/>
                  </a:lnTo>
                  <a:lnTo>
                    <a:pt x="2101596" y="6096"/>
                  </a:lnTo>
                  <a:lnTo>
                    <a:pt x="2100072" y="6096"/>
                  </a:lnTo>
                  <a:close/>
                </a:path>
                <a:path w="3914140" h="7620">
                  <a:moveTo>
                    <a:pt x="2095500" y="7619"/>
                  </a:moveTo>
                  <a:lnTo>
                    <a:pt x="2095500" y="0"/>
                  </a:lnTo>
                  <a:lnTo>
                    <a:pt x="2100072" y="0"/>
                  </a:lnTo>
                  <a:lnTo>
                    <a:pt x="2100072" y="7619"/>
                  </a:lnTo>
                  <a:lnTo>
                    <a:pt x="2095500" y="7619"/>
                  </a:lnTo>
                  <a:close/>
                </a:path>
                <a:path w="3914140" h="7620">
                  <a:moveTo>
                    <a:pt x="2093976" y="6096"/>
                  </a:moveTo>
                  <a:lnTo>
                    <a:pt x="2093976" y="1524"/>
                  </a:lnTo>
                  <a:lnTo>
                    <a:pt x="2095500" y="1524"/>
                  </a:lnTo>
                  <a:lnTo>
                    <a:pt x="2095500" y="6096"/>
                  </a:lnTo>
                  <a:lnTo>
                    <a:pt x="2093976" y="6096"/>
                  </a:lnTo>
                  <a:close/>
                </a:path>
                <a:path w="3914140" h="7620">
                  <a:moveTo>
                    <a:pt x="2135124" y="7619"/>
                  </a:moveTo>
                  <a:lnTo>
                    <a:pt x="2135124" y="0"/>
                  </a:lnTo>
                  <a:lnTo>
                    <a:pt x="2139696" y="0"/>
                  </a:lnTo>
                  <a:lnTo>
                    <a:pt x="2141220" y="1524"/>
                  </a:lnTo>
                  <a:lnTo>
                    <a:pt x="2141220" y="6096"/>
                  </a:lnTo>
                  <a:lnTo>
                    <a:pt x="2139696" y="7619"/>
                  </a:lnTo>
                  <a:lnTo>
                    <a:pt x="2135124" y="7619"/>
                  </a:lnTo>
                  <a:close/>
                </a:path>
                <a:path w="3914140" h="7620">
                  <a:moveTo>
                    <a:pt x="2133600" y="6096"/>
                  </a:moveTo>
                  <a:lnTo>
                    <a:pt x="2133600" y="1524"/>
                  </a:lnTo>
                  <a:lnTo>
                    <a:pt x="2135124" y="1524"/>
                  </a:lnTo>
                  <a:lnTo>
                    <a:pt x="2135124" y="6096"/>
                  </a:lnTo>
                  <a:lnTo>
                    <a:pt x="2133600" y="6096"/>
                  </a:lnTo>
                  <a:close/>
                </a:path>
                <a:path w="3914140" h="7620">
                  <a:moveTo>
                    <a:pt x="2180843" y="6096"/>
                  </a:moveTo>
                  <a:lnTo>
                    <a:pt x="2180843" y="1524"/>
                  </a:lnTo>
                  <a:lnTo>
                    <a:pt x="2182368" y="1524"/>
                  </a:lnTo>
                  <a:lnTo>
                    <a:pt x="2182368" y="6096"/>
                  </a:lnTo>
                  <a:lnTo>
                    <a:pt x="2180843" y="6096"/>
                  </a:lnTo>
                  <a:close/>
                </a:path>
                <a:path w="3914140" h="7620">
                  <a:moveTo>
                    <a:pt x="2174747" y="6096"/>
                  </a:moveTo>
                  <a:lnTo>
                    <a:pt x="2174747" y="1524"/>
                  </a:lnTo>
                  <a:lnTo>
                    <a:pt x="2176272" y="0"/>
                  </a:lnTo>
                  <a:lnTo>
                    <a:pt x="2180843" y="0"/>
                  </a:lnTo>
                  <a:lnTo>
                    <a:pt x="2180843" y="7619"/>
                  </a:lnTo>
                  <a:lnTo>
                    <a:pt x="2176272" y="7619"/>
                  </a:lnTo>
                  <a:lnTo>
                    <a:pt x="2174747" y="6096"/>
                  </a:lnTo>
                  <a:close/>
                </a:path>
                <a:path w="3914140" h="7620">
                  <a:moveTo>
                    <a:pt x="2215896" y="7619"/>
                  </a:moveTo>
                  <a:lnTo>
                    <a:pt x="2215896" y="0"/>
                  </a:lnTo>
                  <a:lnTo>
                    <a:pt x="2220468" y="0"/>
                  </a:lnTo>
                  <a:lnTo>
                    <a:pt x="2221992" y="1524"/>
                  </a:lnTo>
                  <a:lnTo>
                    <a:pt x="2221992" y="6096"/>
                  </a:lnTo>
                  <a:lnTo>
                    <a:pt x="2220468" y="7619"/>
                  </a:lnTo>
                  <a:lnTo>
                    <a:pt x="2215896" y="7619"/>
                  </a:lnTo>
                  <a:close/>
                </a:path>
                <a:path w="3914140" h="7620">
                  <a:moveTo>
                    <a:pt x="2214372" y="6096"/>
                  </a:moveTo>
                  <a:lnTo>
                    <a:pt x="2214372" y="1524"/>
                  </a:lnTo>
                  <a:lnTo>
                    <a:pt x="2215896" y="1524"/>
                  </a:lnTo>
                  <a:lnTo>
                    <a:pt x="2215896" y="6096"/>
                  </a:lnTo>
                  <a:lnTo>
                    <a:pt x="2214372" y="6096"/>
                  </a:lnTo>
                  <a:close/>
                </a:path>
                <a:path w="3914140" h="7620">
                  <a:moveTo>
                    <a:pt x="2253996" y="4571"/>
                  </a:moveTo>
                  <a:lnTo>
                    <a:pt x="2253996" y="3048"/>
                  </a:lnTo>
                  <a:lnTo>
                    <a:pt x="2257043" y="0"/>
                  </a:lnTo>
                  <a:lnTo>
                    <a:pt x="2260092" y="0"/>
                  </a:lnTo>
                  <a:lnTo>
                    <a:pt x="2263139" y="3048"/>
                  </a:lnTo>
                  <a:lnTo>
                    <a:pt x="2263139" y="4571"/>
                  </a:lnTo>
                  <a:lnTo>
                    <a:pt x="2260092" y="7619"/>
                  </a:lnTo>
                  <a:lnTo>
                    <a:pt x="2257043" y="7619"/>
                  </a:lnTo>
                  <a:lnTo>
                    <a:pt x="2253996" y="4571"/>
                  </a:lnTo>
                  <a:close/>
                </a:path>
                <a:path w="3914140" h="7620">
                  <a:moveTo>
                    <a:pt x="2301239" y="6096"/>
                  </a:moveTo>
                  <a:lnTo>
                    <a:pt x="2301239" y="1524"/>
                  </a:lnTo>
                  <a:lnTo>
                    <a:pt x="2302764" y="1524"/>
                  </a:lnTo>
                  <a:lnTo>
                    <a:pt x="2302764" y="6096"/>
                  </a:lnTo>
                  <a:lnTo>
                    <a:pt x="2301239" y="6096"/>
                  </a:lnTo>
                  <a:close/>
                </a:path>
                <a:path w="3914140" h="7620">
                  <a:moveTo>
                    <a:pt x="2296668" y="7619"/>
                  </a:moveTo>
                  <a:lnTo>
                    <a:pt x="2296668" y="0"/>
                  </a:lnTo>
                  <a:lnTo>
                    <a:pt x="2301239" y="0"/>
                  </a:lnTo>
                  <a:lnTo>
                    <a:pt x="2301239" y="7619"/>
                  </a:lnTo>
                  <a:lnTo>
                    <a:pt x="2296668" y="7619"/>
                  </a:lnTo>
                  <a:close/>
                </a:path>
                <a:path w="3914140" h="7620">
                  <a:moveTo>
                    <a:pt x="2295143" y="6096"/>
                  </a:moveTo>
                  <a:lnTo>
                    <a:pt x="2295143" y="1524"/>
                  </a:lnTo>
                  <a:lnTo>
                    <a:pt x="2296668" y="1524"/>
                  </a:lnTo>
                  <a:lnTo>
                    <a:pt x="2296668" y="6096"/>
                  </a:lnTo>
                  <a:lnTo>
                    <a:pt x="2295143" y="6096"/>
                  </a:lnTo>
                  <a:close/>
                </a:path>
                <a:path w="3914140" h="7620">
                  <a:moveTo>
                    <a:pt x="2334768" y="4571"/>
                  </a:moveTo>
                  <a:lnTo>
                    <a:pt x="2334768" y="3048"/>
                  </a:lnTo>
                  <a:lnTo>
                    <a:pt x="2337816" y="0"/>
                  </a:lnTo>
                  <a:lnTo>
                    <a:pt x="2340864" y="0"/>
                  </a:lnTo>
                  <a:lnTo>
                    <a:pt x="2343912" y="3048"/>
                  </a:lnTo>
                  <a:lnTo>
                    <a:pt x="2343912" y="4571"/>
                  </a:lnTo>
                  <a:lnTo>
                    <a:pt x="2340864" y="7619"/>
                  </a:lnTo>
                  <a:lnTo>
                    <a:pt x="2337816" y="7619"/>
                  </a:lnTo>
                  <a:lnTo>
                    <a:pt x="2334768" y="4571"/>
                  </a:lnTo>
                  <a:close/>
                </a:path>
                <a:path w="3914140" h="7620">
                  <a:moveTo>
                    <a:pt x="2382012" y="6096"/>
                  </a:moveTo>
                  <a:lnTo>
                    <a:pt x="2382012" y="1524"/>
                  </a:lnTo>
                  <a:lnTo>
                    <a:pt x="2383535" y="1524"/>
                  </a:lnTo>
                  <a:lnTo>
                    <a:pt x="2383535" y="6096"/>
                  </a:lnTo>
                  <a:lnTo>
                    <a:pt x="2382012" y="6096"/>
                  </a:lnTo>
                  <a:close/>
                </a:path>
                <a:path w="3914140" h="7620">
                  <a:moveTo>
                    <a:pt x="2375916" y="6096"/>
                  </a:moveTo>
                  <a:lnTo>
                    <a:pt x="2375916" y="1524"/>
                  </a:lnTo>
                  <a:lnTo>
                    <a:pt x="2377439" y="0"/>
                  </a:lnTo>
                  <a:lnTo>
                    <a:pt x="2382012" y="0"/>
                  </a:lnTo>
                  <a:lnTo>
                    <a:pt x="2382012" y="7619"/>
                  </a:lnTo>
                  <a:lnTo>
                    <a:pt x="2377439" y="7619"/>
                  </a:lnTo>
                  <a:lnTo>
                    <a:pt x="2375916" y="6096"/>
                  </a:lnTo>
                  <a:close/>
                </a:path>
                <a:path w="3914140" h="7620">
                  <a:moveTo>
                    <a:pt x="2417064" y="7619"/>
                  </a:moveTo>
                  <a:lnTo>
                    <a:pt x="2417064" y="0"/>
                  </a:lnTo>
                  <a:lnTo>
                    <a:pt x="2421635" y="0"/>
                  </a:lnTo>
                  <a:lnTo>
                    <a:pt x="2423160" y="1524"/>
                  </a:lnTo>
                  <a:lnTo>
                    <a:pt x="2423160" y="6096"/>
                  </a:lnTo>
                  <a:lnTo>
                    <a:pt x="2421635" y="7619"/>
                  </a:lnTo>
                  <a:lnTo>
                    <a:pt x="2417064" y="7619"/>
                  </a:lnTo>
                  <a:close/>
                </a:path>
                <a:path w="3914140" h="7620">
                  <a:moveTo>
                    <a:pt x="2415539" y="6096"/>
                  </a:moveTo>
                  <a:lnTo>
                    <a:pt x="2415539" y="1524"/>
                  </a:lnTo>
                  <a:lnTo>
                    <a:pt x="2417064" y="1524"/>
                  </a:lnTo>
                  <a:lnTo>
                    <a:pt x="2417064" y="6096"/>
                  </a:lnTo>
                  <a:lnTo>
                    <a:pt x="2415539" y="6096"/>
                  </a:lnTo>
                  <a:close/>
                </a:path>
                <a:path w="3914140" h="7620">
                  <a:moveTo>
                    <a:pt x="2462784" y="6096"/>
                  </a:moveTo>
                  <a:lnTo>
                    <a:pt x="2462784" y="1524"/>
                  </a:lnTo>
                  <a:lnTo>
                    <a:pt x="2464308" y="1524"/>
                  </a:lnTo>
                  <a:lnTo>
                    <a:pt x="2464308" y="6096"/>
                  </a:lnTo>
                  <a:lnTo>
                    <a:pt x="2462784" y="6096"/>
                  </a:lnTo>
                  <a:close/>
                </a:path>
                <a:path w="3914140" h="7620">
                  <a:moveTo>
                    <a:pt x="2456688" y="6096"/>
                  </a:moveTo>
                  <a:lnTo>
                    <a:pt x="2456688" y="1524"/>
                  </a:lnTo>
                  <a:lnTo>
                    <a:pt x="2458212" y="0"/>
                  </a:lnTo>
                  <a:lnTo>
                    <a:pt x="2462784" y="0"/>
                  </a:lnTo>
                  <a:lnTo>
                    <a:pt x="2462784" y="7619"/>
                  </a:lnTo>
                  <a:lnTo>
                    <a:pt x="2458212" y="7619"/>
                  </a:lnTo>
                  <a:lnTo>
                    <a:pt x="2456688" y="6096"/>
                  </a:lnTo>
                  <a:close/>
                </a:path>
                <a:path w="3914140" h="7620">
                  <a:moveTo>
                    <a:pt x="2502408" y="6096"/>
                  </a:moveTo>
                  <a:lnTo>
                    <a:pt x="2502408" y="1524"/>
                  </a:lnTo>
                  <a:lnTo>
                    <a:pt x="2503931" y="1524"/>
                  </a:lnTo>
                  <a:lnTo>
                    <a:pt x="2503931" y="6096"/>
                  </a:lnTo>
                  <a:lnTo>
                    <a:pt x="2502408" y="6096"/>
                  </a:lnTo>
                  <a:close/>
                </a:path>
                <a:path w="3914140" h="7620">
                  <a:moveTo>
                    <a:pt x="2497835" y="7619"/>
                  </a:moveTo>
                  <a:lnTo>
                    <a:pt x="2497835" y="0"/>
                  </a:lnTo>
                  <a:lnTo>
                    <a:pt x="2502408" y="0"/>
                  </a:lnTo>
                  <a:lnTo>
                    <a:pt x="2502408" y="7619"/>
                  </a:lnTo>
                  <a:lnTo>
                    <a:pt x="2497835" y="7619"/>
                  </a:lnTo>
                  <a:close/>
                </a:path>
                <a:path w="3914140" h="7620">
                  <a:moveTo>
                    <a:pt x="2496312" y="6096"/>
                  </a:moveTo>
                  <a:lnTo>
                    <a:pt x="2496312" y="1524"/>
                  </a:lnTo>
                  <a:lnTo>
                    <a:pt x="2497835" y="1524"/>
                  </a:lnTo>
                  <a:lnTo>
                    <a:pt x="2497835" y="6096"/>
                  </a:lnTo>
                  <a:lnTo>
                    <a:pt x="2496312" y="6096"/>
                  </a:lnTo>
                  <a:close/>
                </a:path>
                <a:path w="3914140" h="7620">
                  <a:moveTo>
                    <a:pt x="2535935" y="4571"/>
                  </a:moveTo>
                  <a:lnTo>
                    <a:pt x="2535935" y="3048"/>
                  </a:lnTo>
                  <a:lnTo>
                    <a:pt x="2538984" y="0"/>
                  </a:lnTo>
                  <a:lnTo>
                    <a:pt x="2542031" y="0"/>
                  </a:lnTo>
                  <a:lnTo>
                    <a:pt x="2545080" y="3048"/>
                  </a:lnTo>
                  <a:lnTo>
                    <a:pt x="2545080" y="4571"/>
                  </a:lnTo>
                  <a:lnTo>
                    <a:pt x="2542031" y="7619"/>
                  </a:lnTo>
                  <a:lnTo>
                    <a:pt x="2538984" y="7619"/>
                  </a:lnTo>
                  <a:lnTo>
                    <a:pt x="2535935" y="4571"/>
                  </a:lnTo>
                  <a:close/>
                </a:path>
                <a:path w="3914140" h="7620">
                  <a:moveTo>
                    <a:pt x="2583180" y="6096"/>
                  </a:moveTo>
                  <a:lnTo>
                    <a:pt x="2583180" y="1524"/>
                  </a:lnTo>
                  <a:lnTo>
                    <a:pt x="2584704" y="1524"/>
                  </a:lnTo>
                  <a:lnTo>
                    <a:pt x="2584704" y="6096"/>
                  </a:lnTo>
                  <a:lnTo>
                    <a:pt x="2583180" y="6096"/>
                  </a:lnTo>
                  <a:close/>
                </a:path>
                <a:path w="3914140" h="7620">
                  <a:moveTo>
                    <a:pt x="2578608" y="7619"/>
                  </a:moveTo>
                  <a:lnTo>
                    <a:pt x="2578608" y="0"/>
                  </a:lnTo>
                  <a:lnTo>
                    <a:pt x="2583180" y="0"/>
                  </a:lnTo>
                  <a:lnTo>
                    <a:pt x="2583180" y="7619"/>
                  </a:lnTo>
                  <a:lnTo>
                    <a:pt x="2578608" y="7619"/>
                  </a:lnTo>
                  <a:close/>
                </a:path>
                <a:path w="3914140" h="7620">
                  <a:moveTo>
                    <a:pt x="2577084" y="6096"/>
                  </a:moveTo>
                  <a:lnTo>
                    <a:pt x="2577084" y="1524"/>
                  </a:lnTo>
                  <a:lnTo>
                    <a:pt x="2578608" y="1524"/>
                  </a:lnTo>
                  <a:lnTo>
                    <a:pt x="2578608" y="6096"/>
                  </a:lnTo>
                  <a:lnTo>
                    <a:pt x="2577084" y="6096"/>
                  </a:lnTo>
                  <a:close/>
                </a:path>
                <a:path w="3914140" h="7620">
                  <a:moveTo>
                    <a:pt x="2618231" y="7619"/>
                  </a:moveTo>
                  <a:lnTo>
                    <a:pt x="2618231" y="0"/>
                  </a:lnTo>
                  <a:lnTo>
                    <a:pt x="2622804" y="0"/>
                  </a:lnTo>
                  <a:lnTo>
                    <a:pt x="2624327" y="1524"/>
                  </a:lnTo>
                  <a:lnTo>
                    <a:pt x="2624327" y="6096"/>
                  </a:lnTo>
                  <a:lnTo>
                    <a:pt x="2622804" y="7619"/>
                  </a:lnTo>
                  <a:lnTo>
                    <a:pt x="2618231" y="7619"/>
                  </a:lnTo>
                  <a:close/>
                </a:path>
                <a:path w="3914140" h="7620">
                  <a:moveTo>
                    <a:pt x="2616708" y="6096"/>
                  </a:moveTo>
                  <a:lnTo>
                    <a:pt x="2616708" y="1524"/>
                  </a:lnTo>
                  <a:lnTo>
                    <a:pt x="2618231" y="1524"/>
                  </a:lnTo>
                  <a:lnTo>
                    <a:pt x="2618231" y="6096"/>
                  </a:lnTo>
                  <a:lnTo>
                    <a:pt x="2616708" y="6096"/>
                  </a:lnTo>
                  <a:close/>
                </a:path>
                <a:path w="3914140" h="7620">
                  <a:moveTo>
                    <a:pt x="2663952" y="6096"/>
                  </a:moveTo>
                  <a:lnTo>
                    <a:pt x="2663952" y="1524"/>
                  </a:lnTo>
                  <a:lnTo>
                    <a:pt x="2665476" y="1524"/>
                  </a:lnTo>
                  <a:lnTo>
                    <a:pt x="2665476" y="6096"/>
                  </a:lnTo>
                  <a:lnTo>
                    <a:pt x="2663952" y="6096"/>
                  </a:lnTo>
                  <a:close/>
                </a:path>
                <a:path w="3914140" h="7620">
                  <a:moveTo>
                    <a:pt x="2657856" y="6096"/>
                  </a:moveTo>
                  <a:lnTo>
                    <a:pt x="2657856" y="1524"/>
                  </a:lnTo>
                  <a:lnTo>
                    <a:pt x="2659380" y="0"/>
                  </a:lnTo>
                  <a:lnTo>
                    <a:pt x="2663952" y="0"/>
                  </a:lnTo>
                  <a:lnTo>
                    <a:pt x="2663952" y="7619"/>
                  </a:lnTo>
                  <a:lnTo>
                    <a:pt x="2659380" y="7619"/>
                  </a:lnTo>
                  <a:lnTo>
                    <a:pt x="2657856" y="6096"/>
                  </a:lnTo>
                  <a:close/>
                </a:path>
                <a:path w="3914140" h="7620">
                  <a:moveTo>
                    <a:pt x="2699004" y="7619"/>
                  </a:moveTo>
                  <a:lnTo>
                    <a:pt x="2699004" y="0"/>
                  </a:lnTo>
                  <a:lnTo>
                    <a:pt x="2703576" y="0"/>
                  </a:lnTo>
                  <a:lnTo>
                    <a:pt x="2705100" y="1524"/>
                  </a:lnTo>
                  <a:lnTo>
                    <a:pt x="2705100" y="6096"/>
                  </a:lnTo>
                  <a:lnTo>
                    <a:pt x="2703576" y="7619"/>
                  </a:lnTo>
                  <a:lnTo>
                    <a:pt x="2699004" y="7619"/>
                  </a:lnTo>
                  <a:close/>
                </a:path>
                <a:path w="3914140" h="7620">
                  <a:moveTo>
                    <a:pt x="2697480" y="6096"/>
                  </a:moveTo>
                  <a:lnTo>
                    <a:pt x="2697480" y="1524"/>
                  </a:lnTo>
                  <a:lnTo>
                    <a:pt x="2699004" y="1524"/>
                  </a:lnTo>
                  <a:lnTo>
                    <a:pt x="2699004" y="6096"/>
                  </a:lnTo>
                  <a:lnTo>
                    <a:pt x="2697480" y="6096"/>
                  </a:lnTo>
                  <a:close/>
                </a:path>
                <a:path w="3914140" h="7620">
                  <a:moveTo>
                    <a:pt x="2737104" y="4571"/>
                  </a:moveTo>
                  <a:lnTo>
                    <a:pt x="2737104" y="3048"/>
                  </a:lnTo>
                  <a:lnTo>
                    <a:pt x="2740152" y="0"/>
                  </a:lnTo>
                  <a:lnTo>
                    <a:pt x="2743200" y="0"/>
                  </a:lnTo>
                  <a:lnTo>
                    <a:pt x="2746248" y="3048"/>
                  </a:lnTo>
                  <a:lnTo>
                    <a:pt x="2746248" y="4571"/>
                  </a:lnTo>
                  <a:lnTo>
                    <a:pt x="2743200" y="7619"/>
                  </a:lnTo>
                  <a:lnTo>
                    <a:pt x="2740152" y="7619"/>
                  </a:lnTo>
                  <a:lnTo>
                    <a:pt x="2737104" y="4571"/>
                  </a:lnTo>
                  <a:close/>
                </a:path>
                <a:path w="3914140" h="7620">
                  <a:moveTo>
                    <a:pt x="2784348" y="6096"/>
                  </a:moveTo>
                  <a:lnTo>
                    <a:pt x="2784348" y="1524"/>
                  </a:lnTo>
                  <a:lnTo>
                    <a:pt x="2785872" y="1524"/>
                  </a:lnTo>
                  <a:lnTo>
                    <a:pt x="2785872" y="6096"/>
                  </a:lnTo>
                  <a:lnTo>
                    <a:pt x="2784348" y="6096"/>
                  </a:lnTo>
                  <a:close/>
                </a:path>
                <a:path w="3914140" h="7620">
                  <a:moveTo>
                    <a:pt x="2779776" y="7619"/>
                  </a:moveTo>
                  <a:lnTo>
                    <a:pt x="2779776" y="0"/>
                  </a:lnTo>
                  <a:lnTo>
                    <a:pt x="2784348" y="0"/>
                  </a:lnTo>
                  <a:lnTo>
                    <a:pt x="2784348" y="7619"/>
                  </a:lnTo>
                  <a:lnTo>
                    <a:pt x="2779776" y="7619"/>
                  </a:lnTo>
                  <a:close/>
                </a:path>
                <a:path w="3914140" h="7620">
                  <a:moveTo>
                    <a:pt x="2778252" y="6096"/>
                  </a:moveTo>
                  <a:lnTo>
                    <a:pt x="2778252" y="1524"/>
                  </a:lnTo>
                  <a:lnTo>
                    <a:pt x="2779776" y="1524"/>
                  </a:lnTo>
                  <a:lnTo>
                    <a:pt x="2779776" y="6096"/>
                  </a:lnTo>
                  <a:lnTo>
                    <a:pt x="2778252" y="6096"/>
                  </a:lnTo>
                  <a:close/>
                </a:path>
                <a:path w="3914140" h="7620">
                  <a:moveTo>
                    <a:pt x="2817876" y="4571"/>
                  </a:moveTo>
                  <a:lnTo>
                    <a:pt x="2817876" y="3048"/>
                  </a:lnTo>
                  <a:lnTo>
                    <a:pt x="2820924" y="0"/>
                  </a:lnTo>
                  <a:lnTo>
                    <a:pt x="2823972" y="0"/>
                  </a:lnTo>
                  <a:lnTo>
                    <a:pt x="2827020" y="3048"/>
                  </a:lnTo>
                  <a:lnTo>
                    <a:pt x="2827020" y="4571"/>
                  </a:lnTo>
                  <a:lnTo>
                    <a:pt x="2823972" y="7619"/>
                  </a:lnTo>
                  <a:lnTo>
                    <a:pt x="2820924" y="7619"/>
                  </a:lnTo>
                  <a:lnTo>
                    <a:pt x="2817876" y="4571"/>
                  </a:lnTo>
                  <a:close/>
                </a:path>
                <a:path w="3914140" h="7620">
                  <a:moveTo>
                    <a:pt x="2865120" y="6096"/>
                  </a:moveTo>
                  <a:lnTo>
                    <a:pt x="2865120" y="1524"/>
                  </a:lnTo>
                  <a:lnTo>
                    <a:pt x="2866643" y="1524"/>
                  </a:lnTo>
                  <a:lnTo>
                    <a:pt x="2866643" y="6096"/>
                  </a:lnTo>
                  <a:lnTo>
                    <a:pt x="2865120" y="6096"/>
                  </a:lnTo>
                  <a:close/>
                </a:path>
                <a:path w="3914140" h="7620">
                  <a:moveTo>
                    <a:pt x="2859024" y="6096"/>
                  </a:moveTo>
                  <a:lnTo>
                    <a:pt x="2859024" y="1524"/>
                  </a:lnTo>
                  <a:lnTo>
                    <a:pt x="2860548" y="0"/>
                  </a:lnTo>
                  <a:lnTo>
                    <a:pt x="2865120" y="0"/>
                  </a:lnTo>
                  <a:lnTo>
                    <a:pt x="2865120" y="7619"/>
                  </a:lnTo>
                  <a:lnTo>
                    <a:pt x="2860548" y="7619"/>
                  </a:lnTo>
                  <a:lnTo>
                    <a:pt x="2859024" y="6096"/>
                  </a:lnTo>
                  <a:close/>
                </a:path>
                <a:path w="3914140" h="7620">
                  <a:moveTo>
                    <a:pt x="2900172" y="7619"/>
                  </a:moveTo>
                  <a:lnTo>
                    <a:pt x="2900172" y="0"/>
                  </a:lnTo>
                  <a:lnTo>
                    <a:pt x="2904744" y="0"/>
                  </a:lnTo>
                  <a:lnTo>
                    <a:pt x="2906268" y="1524"/>
                  </a:lnTo>
                  <a:lnTo>
                    <a:pt x="2906268" y="6096"/>
                  </a:lnTo>
                  <a:lnTo>
                    <a:pt x="2904744" y="7619"/>
                  </a:lnTo>
                  <a:lnTo>
                    <a:pt x="2900172" y="7619"/>
                  </a:lnTo>
                  <a:close/>
                </a:path>
                <a:path w="3914140" h="7620">
                  <a:moveTo>
                    <a:pt x="2898648" y="6096"/>
                  </a:moveTo>
                  <a:lnTo>
                    <a:pt x="2898648" y="1524"/>
                  </a:lnTo>
                  <a:lnTo>
                    <a:pt x="2900172" y="1524"/>
                  </a:lnTo>
                  <a:lnTo>
                    <a:pt x="2900172" y="6096"/>
                  </a:lnTo>
                  <a:lnTo>
                    <a:pt x="2898648" y="6096"/>
                  </a:lnTo>
                  <a:close/>
                </a:path>
                <a:path w="3914140" h="7620">
                  <a:moveTo>
                    <a:pt x="2945892" y="6096"/>
                  </a:moveTo>
                  <a:lnTo>
                    <a:pt x="2945892" y="1524"/>
                  </a:lnTo>
                  <a:lnTo>
                    <a:pt x="2947416" y="1524"/>
                  </a:lnTo>
                  <a:lnTo>
                    <a:pt x="2947416" y="6096"/>
                  </a:lnTo>
                  <a:lnTo>
                    <a:pt x="2945892" y="6096"/>
                  </a:lnTo>
                  <a:close/>
                </a:path>
                <a:path w="3914140" h="7620">
                  <a:moveTo>
                    <a:pt x="2939796" y="6096"/>
                  </a:moveTo>
                  <a:lnTo>
                    <a:pt x="2939796" y="1524"/>
                  </a:lnTo>
                  <a:lnTo>
                    <a:pt x="2941320" y="0"/>
                  </a:lnTo>
                  <a:lnTo>
                    <a:pt x="2945892" y="0"/>
                  </a:lnTo>
                  <a:lnTo>
                    <a:pt x="2945892" y="7619"/>
                  </a:lnTo>
                  <a:lnTo>
                    <a:pt x="2941320" y="7619"/>
                  </a:lnTo>
                  <a:lnTo>
                    <a:pt x="2939796" y="6096"/>
                  </a:lnTo>
                  <a:close/>
                </a:path>
                <a:path w="3914140" h="7620">
                  <a:moveTo>
                    <a:pt x="2985516" y="6096"/>
                  </a:moveTo>
                  <a:lnTo>
                    <a:pt x="2985516" y="1524"/>
                  </a:lnTo>
                  <a:lnTo>
                    <a:pt x="2987040" y="1524"/>
                  </a:lnTo>
                  <a:lnTo>
                    <a:pt x="2987040" y="6096"/>
                  </a:lnTo>
                  <a:lnTo>
                    <a:pt x="2985516" y="6096"/>
                  </a:lnTo>
                  <a:close/>
                </a:path>
                <a:path w="3914140" h="7620">
                  <a:moveTo>
                    <a:pt x="2980944" y="7619"/>
                  </a:moveTo>
                  <a:lnTo>
                    <a:pt x="2980944" y="0"/>
                  </a:lnTo>
                  <a:lnTo>
                    <a:pt x="2985516" y="0"/>
                  </a:lnTo>
                  <a:lnTo>
                    <a:pt x="2985516" y="7619"/>
                  </a:lnTo>
                  <a:lnTo>
                    <a:pt x="2980944" y="7619"/>
                  </a:lnTo>
                  <a:close/>
                </a:path>
                <a:path w="3914140" h="7620">
                  <a:moveTo>
                    <a:pt x="2979420" y="6096"/>
                  </a:moveTo>
                  <a:lnTo>
                    <a:pt x="2979420" y="1524"/>
                  </a:lnTo>
                  <a:lnTo>
                    <a:pt x="2980944" y="1524"/>
                  </a:lnTo>
                  <a:lnTo>
                    <a:pt x="2980944" y="6096"/>
                  </a:lnTo>
                  <a:lnTo>
                    <a:pt x="2979420" y="6096"/>
                  </a:lnTo>
                  <a:close/>
                </a:path>
                <a:path w="3914140" h="7620">
                  <a:moveTo>
                    <a:pt x="3019044" y="4571"/>
                  </a:moveTo>
                  <a:lnTo>
                    <a:pt x="3019044" y="3048"/>
                  </a:lnTo>
                  <a:lnTo>
                    <a:pt x="3022092" y="0"/>
                  </a:lnTo>
                  <a:lnTo>
                    <a:pt x="3025140" y="0"/>
                  </a:lnTo>
                  <a:lnTo>
                    <a:pt x="3028188" y="3048"/>
                  </a:lnTo>
                  <a:lnTo>
                    <a:pt x="3028188" y="4571"/>
                  </a:lnTo>
                  <a:lnTo>
                    <a:pt x="3025140" y="7619"/>
                  </a:lnTo>
                  <a:lnTo>
                    <a:pt x="3022092" y="7619"/>
                  </a:lnTo>
                  <a:lnTo>
                    <a:pt x="3019044" y="4571"/>
                  </a:lnTo>
                  <a:close/>
                </a:path>
                <a:path w="3914140" h="7620">
                  <a:moveTo>
                    <a:pt x="3066288" y="6096"/>
                  </a:moveTo>
                  <a:lnTo>
                    <a:pt x="3066288" y="1524"/>
                  </a:lnTo>
                  <a:lnTo>
                    <a:pt x="3067812" y="1524"/>
                  </a:lnTo>
                  <a:lnTo>
                    <a:pt x="3067812" y="6096"/>
                  </a:lnTo>
                  <a:lnTo>
                    <a:pt x="3066288" y="6096"/>
                  </a:lnTo>
                  <a:close/>
                </a:path>
                <a:path w="3914140" h="7620">
                  <a:moveTo>
                    <a:pt x="3061716" y="7619"/>
                  </a:moveTo>
                  <a:lnTo>
                    <a:pt x="3061716" y="0"/>
                  </a:lnTo>
                  <a:lnTo>
                    <a:pt x="3066288" y="0"/>
                  </a:lnTo>
                  <a:lnTo>
                    <a:pt x="3066288" y="7619"/>
                  </a:lnTo>
                  <a:lnTo>
                    <a:pt x="3061716" y="7619"/>
                  </a:lnTo>
                  <a:close/>
                </a:path>
                <a:path w="3914140" h="7620">
                  <a:moveTo>
                    <a:pt x="3060192" y="6096"/>
                  </a:moveTo>
                  <a:lnTo>
                    <a:pt x="3060192" y="1524"/>
                  </a:lnTo>
                  <a:lnTo>
                    <a:pt x="3061716" y="1524"/>
                  </a:lnTo>
                  <a:lnTo>
                    <a:pt x="3061716" y="6096"/>
                  </a:lnTo>
                  <a:lnTo>
                    <a:pt x="3060192" y="6096"/>
                  </a:lnTo>
                  <a:close/>
                </a:path>
                <a:path w="3914140" h="7620">
                  <a:moveTo>
                    <a:pt x="3101340" y="7619"/>
                  </a:moveTo>
                  <a:lnTo>
                    <a:pt x="3101340" y="0"/>
                  </a:lnTo>
                  <a:lnTo>
                    <a:pt x="3105912" y="0"/>
                  </a:lnTo>
                  <a:lnTo>
                    <a:pt x="3107436" y="1524"/>
                  </a:lnTo>
                  <a:lnTo>
                    <a:pt x="3107436" y="6096"/>
                  </a:lnTo>
                  <a:lnTo>
                    <a:pt x="3105912" y="7619"/>
                  </a:lnTo>
                  <a:lnTo>
                    <a:pt x="3101340" y="7619"/>
                  </a:lnTo>
                  <a:close/>
                </a:path>
                <a:path w="3914140" h="7620">
                  <a:moveTo>
                    <a:pt x="3099816" y="6096"/>
                  </a:moveTo>
                  <a:lnTo>
                    <a:pt x="3099816" y="1524"/>
                  </a:lnTo>
                  <a:lnTo>
                    <a:pt x="3101340" y="1524"/>
                  </a:lnTo>
                  <a:lnTo>
                    <a:pt x="3101340" y="6096"/>
                  </a:lnTo>
                  <a:lnTo>
                    <a:pt x="3099816" y="6096"/>
                  </a:lnTo>
                  <a:close/>
                </a:path>
                <a:path w="3914140" h="7620">
                  <a:moveTo>
                    <a:pt x="3147060" y="6096"/>
                  </a:moveTo>
                  <a:lnTo>
                    <a:pt x="3147060" y="1524"/>
                  </a:lnTo>
                  <a:lnTo>
                    <a:pt x="3148584" y="1524"/>
                  </a:lnTo>
                  <a:lnTo>
                    <a:pt x="3148584" y="6096"/>
                  </a:lnTo>
                  <a:lnTo>
                    <a:pt x="3147060" y="6096"/>
                  </a:lnTo>
                  <a:close/>
                </a:path>
                <a:path w="3914140" h="7620">
                  <a:moveTo>
                    <a:pt x="3140964" y="6096"/>
                  </a:moveTo>
                  <a:lnTo>
                    <a:pt x="3140964" y="1524"/>
                  </a:lnTo>
                  <a:lnTo>
                    <a:pt x="3142488" y="0"/>
                  </a:lnTo>
                  <a:lnTo>
                    <a:pt x="3147060" y="0"/>
                  </a:lnTo>
                  <a:lnTo>
                    <a:pt x="3147060" y="7619"/>
                  </a:lnTo>
                  <a:lnTo>
                    <a:pt x="3142488" y="7619"/>
                  </a:lnTo>
                  <a:lnTo>
                    <a:pt x="3140964" y="6096"/>
                  </a:lnTo>
                  <a:close/>
                </a:path>
                <a:path w="3914140" h="7620">
                  <a:moveTo>
                    <a:pt x="3182112" y="7619"/>
                  </a:moveTo>
                  <a:lnTo>
                    <a:pt x="3182112" y="0"/>
                  </a:lnTo>
                  <a:lnTo>
                    <a:pt x="3186684" y="0"/>
                  </a:lnTo>
                  <a:lnTo>
                    <a:pt x="3188208" y="1524"/>
                  </a:lnTo>
                  <a:lnTo>
                    <a:pt x="3188208" y="6096"/>
                  </a:lnTo>
                  <a:lnTo>
                    <a:pt x="3186684" y="7619"/>
                  </a:lnTo>
                  <a:lnTo>
                    <a:pt x="3182112" y="7619"/>
                  </a:lnTo>
                  <a:close/>
                </a:path>
                <a:path w="3914140" h="7620">
                  <a:moveTo>
                    <a:pt x="3180588" y="6096"/>
                  </a:moveTo>
                  <a:lnTo>
                    <a:pt x="3180588" y="1524"/>
                  </a:lnTo>
                  <a:lnTo>
                    <a:pt x="3182112" y="1524"/>
                  </a:lnTo>
                  <a:lnTo>
                    <a:pt x="3182112" y="6096"/>
                  </a:lnTo>
                  <a:lnTo>
                    <a:pt x="3180588" y="6096"/>
                  </a:lnTo>
                  <a:close/>
                </a:path>
                <a:path w="3914140" h="7620">
                  <a:moveTo>
                    <a:pt x="3220212" y="4571"/>
                  </a:moveTo>
                  <a:lnTo>
                    <a:pt x="3220212" y="3048"/>
                  </a:lnTo>
                  <a:lnTo>
                    <a:pt x="3223260" y="0"/>
                  </a:lnTo>
                  <a:lnTo>
                    <a:pt x="3226308" y="0"/>
                  </a:lnTo>
                  <a:lnTo>
                    <a:pt x="3229356" y="3048"/>
                  </a:lnTo>
                  <a:lnTo>
                    <a:pt x="3229356" y="4571"/>
                  </a:lnTo>
                  <a:lnTo>
                    <a:pt x="3226308" y="7619"/>
                  </a:lnTo>
                  <a:lnTo>
                    <a:pt x="3223260" y="7619"/>
                  </a:lnTo>
                  <a:lnTo>
                    <a:pt x="3220212" y="4571"/>
                  </a:lnTo>
                  <a:close/>
                </a:path>
                <a:path w="3914140" h="7620">
                  <a:moveTo>
                    <a:pt x="3267456" y="6096"/>
                  </a:moveTo>
                  <a:lnTo>
                    <a:pt x="3267456" y="1524"/>
                  </a:lnTo>
                  <a:lnTo>
                    <a:pt x="3268980" y="1524"/>
                  </a:lnTo>
                  <a:lnTo>
                    <a:pt x="3268980" y="6096"/>
                  </a:lnTo>
                  <a:lnTo>
                    <a:pt x="3267456" y="6096"/>
                  </a:lnTo>
                  <a:close/>
                </a:path>
                <a:path w="3914140" h="7620">
                  <a:moveTo>
                    <a:pt x="3262884" y="7619"/>
                  </a:moveTo>
                  <a:lnTo>
                    <a:pt x="3262884" y="0"/>
                  </a:lnTo>
                  <a:lnTo>
                    <a:pt x="3267456" y="0"/>
                  </a:lnTo>
                  <a:lnTo>
                    <a:pt x="3267456" y="7619"/>
                  </a:lnTo>
                  <a:lnTo>
                    <a:pt x="3262884" y="7619"/>
                  </a:lnTo>
                  <a:close/>
                </a:path>
                <a:path w="3914140" h="7620">
                  <a:moveTo>
                    <a:pt x="3261360" y="6096"/>
                  </a:moveTo>
                  <a:lnTo>
                    <a:pt x="3261360" y="1524"/>
                  </a:lnTo>
                  <a:lnTo>
                    <a:pt x="3262884" y="1524"/>
                  </a:lnTo>
                  <a:lnTo>
                    <a:pt x="3262884" y="6096"/>
                  </a:lnTo>
                  <a:lnTo>
                    <a:pt x="3261360" y="6096"/>
                  </a:lnTo>
                  <a:close/>
                </a:path>
                <a:path w="3914140" h="7620">
                  <a:moveTo>
                    <a:pt x="3300984" y="4571"/>
                  </a:moveTo>
                  <a:lnTo>
                    <a:pt x="3300984" y="3048"/>
                  </a:lnTo>
                  <a:lnTo>
                    <a:pt x="3304032" y="0"/>
                  </a:lnTo>
                  <a:lnTo>
                    <a:pt x="3307080" y="0"/>
                  </a:lnTo>
                  <a:lnTo>
                    <a:pt x="3310128" y="3048"/>
                  </a:lnTo>
                  <a:lnTo>
                    <a:pt x="3310128" y="4571"/>
                  </a:lnTo>
                  <a:lnTo>
                    <a:pt x="3307080" y="7619"/>
                  </a:lnTo>
                  <a:lnTo>
                    <a:pt x="3304032" y="7619"/>
                  </a:lnTo>
                  <a:lnTo>
                    <a:pt x="3300984" y="4571"/>
                  </a:lnTo>
                  <a:close/>
                </a:path>
                <a:path w="3914140" h="7620">
                  <a:moveTo>
                    <a:pt x="3348228" y="6096"/>
                  </a:moveTo>
                  <a:lnTo>
                    <a:pt x="3348228" y="1524"/>
                  </a:lnTo>
                  <a:lnTo>
                    <a:pt x="3349752" y="1524"/>
                  </a:lnTo>
                  <a:lnTo>
                    <a:pt x="3349752" y="6096"/>
                  </a:lnTo>
                  <a:lnTo>
                    <a:pt x="3348228" y="6096"/>
                  </a:lnTo>
                  <a:close/>
                </a:path>
                <a:path w="3914140" h="7620">
                  <a:moveTo>
                    <a:pt x="3342132" y="6096"/>
                  </a:moveTo>
                  <a:lnTo>
                    <a:pt x="3342132" y="1524"/>
                  </a:lnTo>
                  <a:lnTo>
                    <a:pt x="3343656" y="0"/>
                  </a:lnTo>
                  <a:lnTo>
                    <a:pt x="3348228" y="0"/>
                  </a:lnTo>
                  <a:lnTo>
                    <a:pt x="3348228" y="7619"/>
                  </a:lnTo>
                  <a:lnTo>
                    <a:pt x="3343656" y="7619"/>
                  </a:lnTo>
                  <a:lnTo>
                    <a:pt x="3342132" y="6096"/>
                  </a:lnTo>
                  <a:close/>
                </a:path>
                <a:path w="3914140" h="7620">
                  <a:moveTo>
                    <a:pt x="3383280" y="7619"/>
                  </a:moveTo>
                  <a:lnTo>
                    <a:pt x="3383280" y="0"/>
                  </a:lnTo>
                  <a:lnTo>
                    <a:pt x="3387852" y="0"/>
                  </a:lnTo>
                  <a:lnTo>
                    <a:pt x="3389376" y="1524"/>
                  </a:lnTo>
                  <a:lnTo>
                    <a:pt x="3389376" y="6096"/>
                  </a:lnTo>
                  <a:lnTo>
                    <a:pt x="3387852" y="7619"/>
                  </a:lnTo>
                  <a:lnTo>
                    <a:pt x="3383280" y="7619"/>
                  </a:lnTo>
                  <a:close/>
                </a:path>
                <a:path w="3914140" h="7620">
                  <a:moveTo>
                    <a:pt x="3381756" y="6096"/>
                  </a:moveTo>
                  <a:lnTo>
                    <a:pt x="3381756" y="1524"/>
                  </a:lnTo>
                  <a:lnTo>
                    <a:pt x="3383280" y="1524"/>
                  </a:lnTo>
                  <a:lnTo>
                    <a:pt x="3383280" y="6096"/>
                  </a:lnTo>
                  <a:lnTo>
                    <a:pt x="3381756" y="6096"/>
                  </a:lnTo>
                  <a:close/>
                </a:path>
                <a:path w="3914140" h="7620">
                  <a:moveTo>
                    <a:pt x="3421380" y="4571"/>
                  </a:moveTo>
                  <a:lnTo>
                    <a:pt x="3421380" y="3048"/>
                  </a:lnTo>
                  <a:lnTo>
                    <a:pt x="3424428" y="0"/>
                  </a:lnTo>
                  <a:lnTo>
                    <a:pt x="3427476" y="0"/>
                  </a:lnTo>
                  <a:lnTo>
                    <a:pt x="3429000" y="1524"/>
                  </a:lnTo>
                  <a:lnTo>
                    <a:pt x="3430524" y="1524"/>
                  </a:lnTo>
                  <a:lnTo>
                    <a:pt x="3430524" y="6096"/>
                  </a:lnTo>
                  <a:lnTo>
                    <a:pt x="3429000" y="6096"/>
                  </a:lnTo>
                  <a:lnTo>
                    <a:pt x="3427476" y="7619"/>
                  </a:lnTo>
                  <a:lnTo>
                    <a:pt x="3424428" y="7619"/>
                  </a:lnTo>
                  <a:lnTo>
                    <a:pt x="3421380" y="4571"/>
                  </a:lnTo>
                  <a:close/>
                </a:path>
                <a:path w="3914140" h="7620">
                  <a:moveTo>
                    <a:pt x="3468624" y="6096"/>
                  </a:moveTo>
                  <a:lnTo>
                    <a:pt x="3468624" y="1524"/>
                  </a:lnTo>
                  <a:lnTo>
                    <a:pt x="3470148" y="1524"/>
                  </a:lnTo>
                  <a:lnTo>
                    <a:pt x="3470148" y="6096"/>
                  </a:lnTo>
                  <a:lnTo>
                    <a:pt x="3468624" y="6096"/>
                  </a:lnTo>
                  <a:close/>
                </a:path>
                <a:path w="3914140" h="7620">
                  <a:moveTo>
                    <a:pt x="3464052" y="7619"/>
                  </a:moveTo>
                  <a:lnTo>
                    <a:pt x="3464052" y="0"/>
                  </a:lnTo>
                  <a:lnTo>
                    <a:pt x="3468624" y="0"/>
                  </a:lnTo>
                  <a:lnTo>
                    <a:pt x="3468624" y="7619"/>
                  </a:lnTo>
                  <a:lnTo>
                    <a:pt x="3464052" y="7619"/>
                  </a:lnTo>
                  <a:close/>
                </a:path>
                <a:path w="3914140" h="7620">
                  <a:moveTo>
                    <a:pt x="3462528" y="6096"/>
                  </a:moveTo>
                  <a:lnTo>
                    <a:pt x="3462528" y="1524"/>
                  </a:lnTo>
                  <a:lnTo>
                    <a:pt x="3464052" y="1524"/>
                  </a:lnTo>
                  <a:lnTo>
                    <a:pt x="3464052" y="6096"/>
                  </a:lnTo>
                  <a:lnTo>
                    <a:pt x="3462528" y="6096"/>
                  </a:lnTo>
                  <a:close/>
                </a:path>
                <a:path w="3914140" h="7620">
                  <a:moveTo>
                    <a:pt x="3502152" y="4571"/>
                  </a:moveTo>
                  <a:lnTo>
                    <a:pt x="3502152" y="3048"/>
                  </a:lnTo>
                  <a:lnTo>
                    <a:pt x="3505200" y="0"/>
                  </a:lnTo>
                  <a:lnTo>
                    <a:pt x="3508248" y="0"/>
                  </a:lnTo>
                  <a:lnTo>
                    <a:pt x="3511296" y="3048"/>
                  </a:lnTo>
                  <a:lnTo>
                    <a:pt x="3511296" y="4571"/>
                  </a:lnTo>
                  <a:lnTo>
                    <a:pt x="3508248" y="7619"/>
                  </a:lnTo>
                  <a:lnTo>
                    <a:pt x="3505200" y="7619"/>
                  </a:lnTo>
                  <a:lnTo>
                    <a:pt x="3502152" y="4571"/>
                  </a:lnTo>
                  <a:close/>
                </a:path>
                <a:path w="3914140" h="7620">
                  <a:moveTo>
                    <a:pt x="3549396" y="6096"/>
                  </a:moveTo>
                  <a:lnTo>
                    <a:pt x="3549396" y="1524"/>
                  </a:lnTo>
                  <a:lnTo>
                    <a:pt x="3550920" y="1524"/>
                  </a:lnTo>
                  <a:lnTo>
                    <a:pt x="3550920" y="6096"/>
                  </a:lnTo>
                  <a:lnTo>
                    <a:pt x="3549396" y="6096"/>
                  </a:lnTo>
                  <a:close/>
                </a:path>
                <a:path w="3914140" h="7620">
                  <a:moveTo>
                    <a:pt x="3544824" y="7619"/>
                  </a:moveTo>
                  <a:lnTo>
                    <a:pt x="3544824" y="0"/>
                  </a:lnTo>
                  <a:lnTo>
                    <a:pt x="3549396" y="0"/>
                  </a:lnTo>
                  <a:lnTo>
                    <a:pt x="3549396" y="7619"/>
                  </a:lnTo>
                  <a:lnTo>
                    <a:pt x="3544824" y="7619"/>
                  </a:lnTo>
                  <a:close/>
                </a:path>
                <a:path w="3914140" h="7620">
                  <a:moveTo>
                    <a:pt x="3543300" y="6096"/>
                  </a:moveTo>
                  <a:lnTo>
                    <a:pt x="3543300" y="1524"/>
                  </a:lnTo>
                  <a:lnTo>
                    <a:pt x="3544824" y="1524"/>
                  </a:lnTo>
                  <a:lnTo>
                    <a:pt x="3544824" y="6096"/>
                  </a:lnTo>
                  <a:lnTo>
                    <a:pt x="3543300" y="6096"/>
                  </a:lnTo>
                  <a:close/>
                </a:path>
                <a:path w="3914140" h="7620">
                  <a:moveTo>
                    <a:pt x="3584448" y="7619"/>
                  </a:moveTo>
                  <a:lnTo>
                    <a:pt x="3584448" y="0"/>
                  </a:lnTo>
                  <a:lnTo>
                    <a:pt x="3589020" y="0"/>
                  </a:lnTo>
                  <a:lnTo>
                    <a:pt x="3590544" y="1524"/>
                  </a:lnTo>
                  <a:lnTo>
                    <a:pt x="3590544" y="6096"/>
                  </a:lnTo>
                  <a:lnTo>
                    <a:pt x="3589020" y="7619"/>
                  </a:lnTo>
                  <a:lnTo>
                    <a:pt x="3584448" y="7619"/>
                  </a:lnTo>
                  <a:close/>
                </a:path>
                <a:path w="3914140" h="7620">
                  <a:moveTo>
                    <a:pt x="3582924" y="6096"/>
                  </a:moveTo>
                  <a:lnTo>
                    <a:pt x="3582924" y="1524"/>
                  </a:lnTo>
                  <a:lnTo>
                    <a:pt x="3584448" y="1524"/>
                  </a:lnTo>
                  <a:lnTo>
                    <a:pt x="3584448" y="6096"/>
                  </a:lnTo>
                  <a:lnTo>
                    <a:pt x="3582924" y="6096"/>
                  </a:lnTo>
                  <a:close/>
                </a:path>
                <a:path w="3914140" h="7620">
                  <a:moveTo>
                    <a:pt x="3630168" y="6096"/>
                  </a:moveTo>
                  <a:lnTo>
                    <a:pt x="3630168" y="1524"/>
                  </a:lnTo>
                  <a:lnTo>
                    <a:pt x="3631692" y="1524"/>
                  </a:lnTo>
                  <a:lnTo>
                    <a:pt x="3631692" y="6096"/>
                  </a:lnTo>
                  <a:lnTo>
                    <a:pt x="3630168" y="6096"/>
                  </a:lnTo>
                  <a:close/>
                </a:path>
                <a:path w="3914140" h="7620">
                  <a:moveTo>
                    <a:pt x="3624072" y="6096"/>
                  </a:moveTo>
                  <a:lnTo>
                    <a:pt x="3624072" y="1524"/>
                  </a:lnTo>
                  <a:lnTo>
                    <a:pt x="3625596" y="0"/>
                  </a:lnTo>
                  <a:lnTo>
                    <a:pt x="3630168" y="0"/>
                  </a:lnTo>
                  <a:lnTo>
                    <a:pt x="3630168" y="7619"/>
                  </a:lnTo>
                  <a:lnTo>
                    <a:pt x="3625596" y="7619"/>
                  </a:lnTo>
                  <a:lnTo>
                    <a:pt x="3624072" y="6096"/>
                  </a:lnTo>
                  <a:close/>
                </a:path>
                <a:path w="3914140" h="7620">
                  <a:moveTo>
                    <a:pt x="3665220" y="7619"/>
                  </a:moveTo>
                  <a:lnTo>
                    <a:pt x="3665220" y="0"/>
                  </a:lnTo>
                  <a:lnTo>
                    <a:pt x="3669792" y="0"/>
                  </a:lnTo>
                  <a:lnTo>
                    <a:pt x="3671316" y="1524"/>
                  </a:lnTo>
                  <a:lnTo>
                    <a:pt x="3671316" y="6096"/>
                  </a:lnTo>
                  <a:lnTo>
                    <a:pt x="3669792" y="7619"/>
                  </a:lnTo>
                  <a:lnTo>
                    <a:pt x="3665220" y="7619"/>
                  </a:lnTo>
                  <a:close/>
                </a:path>
                <a:path w="3914140" h="7620">
                  <a:moveTo>
                    <a:pt x="3663696" y="6096"/>
                  </a:moveTo>
                  <a:lnTo>
                    <a:pt x="3663696" y="1524"/>
                  </a:lnTo>
                  <a:lnTo>
                    <a:pt x="3665220" y="1524"/>
                  </a:lnTo>
                  <a:lnTo>
                    <a:pt x="3665220" y="6096"/>
                  </a:lnTo>
                  <a:lnTo>
                    <a:pt x="3663696" y="6096"/>
                  </a:lnTo>
                  <a:close/>
                </a:path>
                <a:path w="3914140" h="7620">
                  <a:moveTo>
                    <a:pt x="3703320" y="4571"/>
                  </a:moveTo>
                  <a:lnTo>
                    <a:pt x="3703320" y="3048"/>
                  </a:lnTo>
                  <a:lnTo>
                    <a:pt x="3706368" y="0"/>
                  </a:lnTo>
                  <a:lnTo>
                    <a:pt x="3709416" y="0"/>
                  </a:lnTo>
                  <a:lnTo>
                    <a:pt x="3712464" y="3048"/>
                  </a:lnTo>
                  <a:lnTo>
                    <a:pt x="3712464" y="4571"/>
                  </a:lnTo>
                  <a:lnTo>
                    <a:pt x="3709416" y="7619"/>
                  </a:lnTo>
                  <a:lnTo>
                    <a:pt x="3706368" y="7619"/>
                  </a:lnTo>
                  <a:lnTo>
                    <a:pt x="3703320" y="4571"/>
                  </a:lnTo>
                  <a:close/>
                </a:path>
                <a:path w="3914140" h="7620">
                  <a:moveTo>
                    <a:pt x="3750564" y="6096"/>
                  </a:moveTo>
                  <a:lnTo>
                    <a:pt x="3750564" y="1524"/>
                  </a:lnTo>
                  <a:lnTo>
                    <a:pt x="3752088" y="1524"/>
                  </a:lnTo>
                  <a:lnTo>
                    <a:pt x="3752088" y="6096"/>
                  </a:lnTo>
                  <a:lnTo>
                    <a:pt x="3750564" y="6096"/>
                  </a:lnTo>
                  <a:close/>
                </a:path>
                <a:path w="3914140" h="7620">
                  <a:moveTo>
                    <a:pt x="3745992" y="7619"/>
                  </a:moveTo>
                  <a:lnTo>
                    <a:pt x="3745992" y="0"/>
                  </a:lnTo>
                  <a:lnTo>
                    <a:pt x="3750564" y="0"/>
                  </a:lnTo>
                  <a:lnTo>
                    <a:pt x="3750564" y="7619"/>
                  </a:lnTo>
                  <a:lnTo>
                    <a:pt x="3745992" y="7619"/>
                  </a:lnTo>
                  <a:close/>
                </a:path>
                <a:path w="3914140" h="7620">
                  <a:moveTo>
                    <a:pt x="3744468" y="6096"/>
                  </a:moveTo>
                  <a:lnTo>
                    <a:pt x="3744468" y="1524"/>
                  </a:lnTo>
                  <a:lnTo>
                    <a:pt x="3745992" y="1524"/>
                  </a:lnTo>
                  <a:lnTo>
                    <a:pt x="3745992" y="6096"/>
                  </a:lnTo>
                  <a:lnTo>
                    <a:pt x="3744468" y="6096"/>
                  </a:lnTo>
                  <a:close/>
                </a:path>
                <a:path w="3914140" h="7620">
                  <a:moveTo>
                    <a:pt x="3784092" y="6096"/>
                  </a:moveTo>
                  <a:lnTo>
                    <a:pt x="3784092" y="1524"/>
                  </a:lnTo>
                  <a:lnTo>
                    <a:pt x="3785616" y="1524"/>
                  </a:lnTo>
                  <a:lnTo>
                    <a:pt x="3787140" y="0"/>
                  </a:lnTo>
                  <a:lnTo>
                    <a:pt x="3790188" y="0"/>
                  </a:lnTo>
                  <a:lnTo>
                    <a:pt x="3793236" y="3048"/>
                  </a:lnTo>
                  <a:lnTo>
                    <a:pt x="3793236" y="4571"/>
                  </a:lnTo>
                  <a:lnTo>
                    <a:pt x="3790188" y="7619"/>
                  </a:lnTo>
                  <a:lnTo>
                    <a:pt x="3787140" y="7619"/>
                  </a:lnTo>
                  <a:lnTo>
                    <a:pt x="3785616" y="6096"/>
                  </a:lnTo>
                  <a:lnTo>
                    <a:pt x="3784092" y="6096"/>
                  </a:lnTo>
                  <a:close/>
                </a:path>
                <a:path w="3914140" h="7620">
                  <a:moveTo>
                    <a:pt x="3831336" y="6096"/>
                  </a:moveTo>
                  <a:lnTo>
                    <a:pt x="3831336" y="1524"/>
                  </a:lnTo>
                  <a:lnTo>
                    <a:pt x="3832860" y="1524"/>
                  </a:lnTo>
                  <a:lnTo>
                    <a:pt x="3832860" y="6096"/>
                  </a:lnTo>
                  <a:lnTo>
                    <a:pt x="3831336" y="6096"/>
                  </a:lnTo>
                  <a:close/>
                </a:path>
                <a:path w="3914140" h="7620">
                  <a:moveTo>
                    <a:pt x="3825240" y="6096"/>
                  </a:moveTo>
                  <a:lnTo>
                    <a:pt x="3825240" y="1524"/>
                  </a:lnTo>
                  <a:lnTo>
                    <a:pt x="3826764" y="0"/>
                  </a:lnTo>
                  <a:lnTo>
                    <a:pt x="3831336" y="0"/>
                  </a:lnTo>
                  <a:lnTo>
                    <a:pt x="3831336" y="7619"/>
                  </a:lnTo>
                  <a:lnTo>
                    <a:pt x="3826764" y="7619"/>
                  </a:lnTo>
                  <a:lnTo>
                    <a:pt x="3825240" y="6096"/>
                  </a:lnTo>
                  <a:close/>
                </a:path>
                <a:path w="3914140" h="7620">
                  <a:moveTo>
                    <a:pt x="3866388" y="7619"/>
                  </a:moveTo>
                  <a:lnTo>
                    <a:pt x="3866388" y="0"/>
                  </a:lnTo>
                  <a:lnTo>
                    <a:pt x="3870960" y="0"/>
                  </a:lnTo>
                  <a:lnTo>
                    <a:pt x="3872484" y="1524"/>
                  </a:lnTo>
                  <a:lnTo>
                    <a:pt x="3872484" y="6096"/>
                  </a:lnTo>
                  <a:lnTo>
                    <a:pt x="3870960" y="7619"/>
                  </a:lnTo>
                  <a:lnTo>
                    <a:pt x="3866388" y="7619"/>
                  </a:lnTo>
                  <a:close/>
                </a:path>
                <a:path w="3914140" h="7620">
                  <a:moveTo>
                    <a:pt x="3864864" y="6096"/>
                  </a:moveTo>
                  <a:lnTo>
                    <a:pt x="3864864" y="1524"/>
                  </a:lnTo>
                  <a:lnTo>
                    <a:pt x="3866388" y="1524"/>
                  </a:lnTo>
                  <a:lnTo>
                    <a:pt x="3866388" y="6096"/>
                  </a:lnTo>
                  <a:lnTo>
                    <a:pt x="3864864" y="6096"/>
                  </a:lnTo>
                  <a:close/>
                </a:path>
                <a:path w="3914140" h="7620">
                  <a:moveTo>
                    <a:pt x="3904488" y="4571"/>
                  </a:moveTo>
                  <a:lnTo>
                    <a:pt x="3904488" y="3048"/>
                  </a:lnTo>
                  <a:lnTo>
                    <a:pt x="3907536" y="0"/>
                  </a:lnTo>
                  <a:lnTo>
                    <a:pt x="3910584" y="0"/>
                  </a:lnTo>
                  <a:lnTo>
                    <a:pt x="3912108" y="1524"/>
                  </a:lnTo>
                  <a:lnTo>
                    <a:pt x="3913632" y="1524"/>
                  </a:lnTo>
                  <a:lnTo>
                    <a:pt x="3913632" y="6096"/>
                  </a:lnTo>
                  <a:lnTo>
                    <a:pt x="3912108" y="6096"/>
                  </a:lnTo>
                  <a:lnTo>
                    <a:pt x="3910584" y="7619"/>
                  </a:lnTo>
                  <a:lnTo>
                    <a:pt x="3907536" y="7619"/>
                  </a:lnTo>
                  <a:lnTo>
                    <a:pt x="3904488" y="4571"/>
                  </a:lnTo>
                  <a:close/>
                </a:path>
              </a:pathLst>
            </a:custGeom>
            <a:solidFill>
              <a:srgbClr val="C8C6C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004584" y="5538215"/>
              <a:ext cx="74652" cy="115824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144768" y="5539739"/>
              <a:ext cx="115824" cy="112776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6283452" y="5535167"/>
              <a:ext cx="17145" cy="117475"/>
            </a:xfrm>
            <a:custGeom>
              <a:avLst/>
              <a:gdLst/>
              <a:ahLst/>
              <a:cxnLst/>
              <a:rect l="l" t="t" r="r" b="b"/>
              <a:pathLst>
                <a:path w="17145" h="117475">
                  <a:moveTo>
                    <a:pt x="0" y="10668"/>
                  </a:moveTo>
                  <a:lnTo>
                    <a:pt x="0" y="6096"/>
                  </a:lnTo>
                  <a:lnTo>
                    <a:pt x="6096" y="0"/>
                  </a:lnTo>
                  <a:lnTo>
                    <a:pt x="10668" y="0"/>
                  </a:lnTo>
                  <a:lnTo>
                    <a:pt x="13716" y="1524"/>
                  </a:lnTo>
                  <a:lnTo>
                    <a:pt x="16764" y="4572"/>
                  </a:lnTo>
                  <a:lnTo>
                    <a:pt x="16764" y="13716"/>
                  </a:lnTo>
                  <a:lnTo>
                    <a:pt x="13716" y="16764"/>
                  </a:lnTo>
                  <a:lnTo>
                    <a:pt x="4572" y="16764"/>
                  </a:lnTo>
                  <a:lnTo>
                    <a:pt x="1524" y="13716"/>
                  </a:lnTo>
                  <a:lnTo>
                    <a:pt x="0" y="10668"/>
                  </a:lnTo>
                  <a:close/>
                </a:path>
                <a:path w="17145" h="117475">
                  <a:moveTo>
                    <a:pt x="3048" y="117348"/>
                  </a:moveTo>
                  <a:lnTo>
                    <a:pt x="3048" y="36576"/>
                  </a:lnTo>
                  <a:lnTo>
                    <a:pt x="15240" y="36576"/>
                  </a:lnTo>
                  <a:lnTo>
                    <a:pt x="15240" y="117348"/>
                  </a:lnTo>
                  <a:lnTo>
                    <a:pt x="3048" y="117348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6388608" y="4917948"/>
              <a:ext cx="3914140" cy="9525"/>
            </a:xfrm>
            <a:custGeom>
              <a:avLst/>
              <a:gdLst/>
              <a:ahLst/>
              <a:cxnLst/>
              <a:rect l="l" t="t" r="r" b="b"/>
              <a:pathLst>
                <a:path w="3914140" h="9525">
                  <a:moveTo>
                    <a:pt x="6095" y="7619"/>
                  </a:moveTo>
                  <a:lnTo>
                    <a:pt x="6095" y="1523"/>
                  </a:lnTo>
                  <a:lnTo>
                    <a:pt x="7619" y="1523"/>
                  </a:lnTo>
                  <a:lnTo>
                    <a:pt x="7619" y="7619"/>
                  </a:lnTo>
                  <a:lnTo>
                    <a:pt x="6095" y="7619"/>
                  </a:lnTo>
                  <a:close/>
                </a:path>
                <a:path w="3914140" h="9525">
                  <a:moveTo>
                    <a:pt x="0" y="6096"/>
                  </a:moveTo>
                  <a:lnTo>
                    <a:pt x="0" y="3048"/>
                  </a:lnTo>
                  <a:lnTo>
                    <a:pt x="3048" y="0"/>
                  </a:lnTo>
                  <a:lnTo>
                    <a:pt x="6095" y="0"/>
                  </a:lnTo>
                  <a:lnTo>
                    <a:pt x="6095" y="9144"/>
                  </a:lnTo>
                  <a:lnTo>
                    <a:pt x="3048" y="9144"/>
                  </a:lnTo>
                  <a:lnTo>
                    <a:pt x="0" y="6096"/>
                  </a:lnTo>
                  <a:close/>
                </a:path>
                <a:path w="3914140" h="9525">
                  <a:moveTo>
                    <a:pt x="42672" y="9144"/>
                  </a:moveTo>
                  <a:lnTo>
                    <a:pt x="42672" y="0"/>
                  </a:lnTo>
                  <a:lnTo>
                    <a:pt x="45719" y="0"/>
                  </a:lnTo>
                  <a:lnTo>
                    <a:pt x="48767" y="3048"/>
                  </a:lnTo>
                  <a:lnTo>
                    <a:pt x="48767" y="6096"/>
                  </a:lnTo>
                  <a:lnTo>
                    <a:pt x="45719" y="9144"/>
                  </a:lnTo>
                  <a:lnTo>
                    <a:pt x="42672" y="9144"/>
                  </a:lnTo>
                  <a:close/>
                </a:path>
                <a:path w="3914140" h="9525">
                  <a:moveTo>
                    <a:pt x="41148" y="7619"/>
                  </a:moveTo>
                  <a:lnTo>
                    <a:pt x="41148" y="1523"/>
                  </a:lnTo>
                  <a:lnTo>
                    <a:pt x="42672" y="1523"/>
                  </a:lnTo>
                  <a:lnTo>
                    <a:pt x="42672" y="7619"/>
                  </a:lnTo>
                  <a:lnTo>
                    <a:pt x="41148" y="7619"/>
                  </a:lnTo>
                  <a:close/>
                </a:path>
                <a:path w="3914140" h="9525">
                  <a:moveTo>
                    <a:pt x="80772" y="6096"/>
                  </a:moveTo>
                  <a:lnTo>
                    <a:pt x="80772" y="3048"/>
                  </a:lnTo>
                  <a:lnTo>
                    <a:pt x="83819" y="0"/>
                  </a:lnTo>
                  <a:lnTo>
                    <a:pt x="85343" y="0"/>
                  </a:lnTo>
                  <a:lnTo>
                    <a:pt x="86867" y="1523"/>
                  </a:lnTo>
                  <a:lnTo>
                    <a:pt x="88391" y="1523"/>
                  </a:lnTo>
                  <a:lnTo>
                    <a:pt x="88391" y="7619"/>
                  </a:lnTo>
                  <a:lnTo>
                    <a:pt x="86867" y="7619"/>
                  </a:lnTo>
                  <a:lnTo>
                    <a:pt x="85343" y="9144"/>
                  </a:lnTo>
                  <a:lnTo>
                    <a:pt x="83819" y="9144"/>
                  </a:lnTo>
                  <a:lnTo>
                    <a:pt x="80772" y="6096"/>
                  </a:lnTo>
                  <a:close/>
                </a:path>
                <a:path w="3914140" h="9525">
                  <a:moveTo>
                    <a:pt x="128016" y="6096"/>
                  </a:moveTo>
                  <a:lnTo>
                    <a:pt x="128016" y="3048"/>
                  </a:lnTo>
                  <a:lnTo>
                    <a:pt x="129540" y="3048"/>
                  </a:lnTo>
                  <a:lnTo>
                    <a:pt x="129540" y="6096"/>
                  </a:lnTo>
                  <a:lnTo>
                    <a:pt x="128016" y="6096"/>
                  </a:lnTo>
                  <a:close/>
                </a:path>
                <a:path w="3914140" h="9525">
                  <a:moveTo>
                    <a:pt x="126491" y="7619"/>
                  </a:moveTo>
                  <a:lnTo>
                    <a:pt x="126491" y="1523"/>
                  </a:lnTo>
                  <a:lnTo>
                    <a:pt x="128016" y="1523"/>
                  </a:lnTo>
                  <a:lnTo>
                    <a:pt x="128016" y="7619"/>
                  </a:lnTo>
                  <a:lnTo>
                    <a:pt x="126491" y="7619"/>
                  </a:lnTo>
                  <a:close/>
                </a:path>
                <a:path w="3914140" h="9525">
                  <a:moveTo>
                    <a:pt x="123443" y="9144"/>
                  </a:moveTo>
                  <a:lnTo>
                    <a:pt x="123443" y="0"/>
                  </a:lnTo>
                  <a:lnTo>
                    <a:pt x="126491" y="0"/>
                  </a:lnTo>
                  <a:lnTo>
                    <a:pt x="126491" y="9144"/>
                  </a:lnTo>
                  <a:lnTo>
                    <a:pt x="123443" y="9144"/>
                  </a:lnTo>
                  <a:close/>
                </a:path>
                <a:path w="3914140" h="9525">
                  <a:moveTo>
                    <a:pt x="121919" y="7619"/>
                  </a:moveTo>
                  <a:lnTo>
                    <a:pt x="121919" y="1523"/>
                  </a:lnTo>
                  <a:lnTo>
                    <a:pt x="123443" y="1523"/>
                  </a:lnTo>
                  <a:lnTo>
                    <a:pt x="123443" y="7619"/>
                  </a:lnTo>
                  <a:lnTo>
                    <a:pt x="121919" y="7619"/>
                  </a:lnTo>
                  <a:close/>
                </a:path>
                <a:path w="3914140" h="9525">
                  <a:moveTo>
                    <a:pt x="120395" y="6096"/>
                  </a:moveTo>
                  <a:lnTo>
                    <a:pt x="120395" y="3048"/>
                  </a:lnTo>
                  <a:lnTo>
                    <a:pt x="121919" y="3048"/>
                  </a:lnTo>
                  <a:lnTo>
                    <a:pt x="121919" y="6096"/>
                  </a:lnTo>
                  <a:lnTo>
                    <a:pt x="120395" y="6096"/>
                  </a:lnTo>
                  <a:close/>
                </a:path>
                <a:path w="3914140" h="9525">
                  <a:moveTo>
                    <a:pt x="161543" y="6096"/>
                  </a:moveTo>
                  <a:lnTo>
                    <a:pt x="161543" y="3048"/>
                  </a:lnTo>
                  <a:lnTo>
                    <a:pt x="164591" y="0"/>
                  </a:lnTo>
                  <a:lnTo>
                    <a:pt x="166116" y="0"/>
                  </a:lnTo>
                  <a:lnTo>
                    <a:pt x="169164" y="3048"/>
                  </a:lnTo>
                  <a:lnTo>
                    <a:pt x="169164" y="6096"/>
                  </a:lnTo>
                  <a:lnTo>
                    <a:pt x="166116" y="9144"/>
                  </a:lnTo>
                  <a:lnTo>
                    <a:pt x="164591" y="9144"/>
                  </a:lnTo>
                  <a:lnTo>
                    <a:pt x="161543" y="6096"/>
                  </a:lnTo>
                  <a:close/>
                </a:path>
                <a:path w="3914140" h="9525">
                  <a:moveTo>
                    <a:pt x="208787" y="6096"/>
                  </a:moveTo>
                  <a:lnTo>
                    <a:pt x="208787" y="3048"/>
                  </a:lnTo>
                  <a:lnTo>
                    <a:pt x="210311" y="3048"/>
                  </a:lnTo>
                  <a:lnTo>
                    <a:pt x="210311" y="6096"/>
                  </a:lnTo>
                  <a:lnTo>
                    <a:pt x="208787" y="6096"/>
                  </a:lnTo>
                  <a:close/>
                </a:path>
                <a:path w="3914140" h="9525">
                  <a:moveTo>
                    <a:pt x="207264" y="7619"/>
                  </a:moveTo>
                  <a:lnTo>
                    <a:pt x="207264" y="1523"/>
                  </a:lnTo>
                  <a:lnTo>
                    <a:pt x="208787" y="1523"/>
                  </a:lnTo>
                  <a:lnTo>
                    <a:pt x="208787" y="7619"/>
                  </a:lnTo>
                  <a:lnTo>
                    <a:pt x="207264" y="7619"/>
                  </a:lnTo>
                  <a:close/>
                </a:path>
                <a:path w="3914140" h="9525">
                  <a:moveTo>
                    <a:pt x="204216" y="9144"/>
                  </a:moveTo>
                  <a:lnTo>
                    <a:pt x="204216" y="0"/>
                  </a:lnTo>
                  <a:lnTo>
                    <a:pt x="207264" y="0"/>
                  </a:lnTo>
                  <a:lnTo>
                    <a:pt x="207264" y="9144"/>
                  </a:lnTo>
                  <a:lnTo>
                    <a:pt x="204216" y="9144"/>
                  </a:lnTo>
                  <a:close/>
                </a:path>
                <a:path w="3914140" h="9525">
                  <a:moveTo>
                    <a:pt x="202691" y="7619"/>
                  </a:moveTo>
                  <a:lnTo>
                    <a:pt x="202691" y="1523"/>
                  </a:lnTo>
                  <a:lnTo>
                    <a:pt x="204216" y="1523"/>
                  </a:lnTo>
                  <a:lnTo>
                    <a:pt x="204216" y="7619"/>
                  </a:lnTo>
                  <a:lnTo>
                    <a:pt x="202691" y="7619"/>
                  </a:lnTo>
                  <a:close/>
                </a:path>
                <a:path w="3914140" h="9525">
                  <a:moveTo>
                    <a:pt x="201167" y="6096"/>
                  </a:moveTo>
                  <a:lnTo>
                    <a:pt x="201167" y="3048"/>
                  </a:lnTo>
                  <a:lnTo>
                    <a:pt x="202691" y="3048"/>
                  </a:lnTo>
                  <a:lnTo>
                    <a:pt x="202691" y="6096"/>
                  </a:lnTo>
                  <a:lnTo>
                    <a:pt x="201167" y="6096"/>
                  </a:lnTo>
                  <a:close/>
                </a:path>
                <a:path w="3914140" h="9525">
                  <a:moveTo>
                    <a:pt x="242316" y="7619"/>
                  </a:moveTo>
                  <a:lnTo>
                    <a:pt x="242316" y="1523"/>
                  </a:lnTo>
                  <a:lnTo>
                    <a:pt x="243840" y="1523"/>
                  </a:lnTo>
                  <a:lnTo>
                    <a:pt x="245364" y="0"/>
                  </a:lnTo>
                  <a:lnTo>
                    <a:pt x="246887" y="0"/>
                  </a:lnTo>
                  <a:lnTo>
                    <a:pt x="249935" y="3048"/>
                  </a:lnTo>
                  <a:lnTo>
                    <a:pt x="249935" y="6096"/>
                  </a:lnTo>
                  <a:lnTo>
                    <a:pt x="246887" y="9144"/>
                  </a:lnTo>
                  <a:lnTo>
                    <a:pt x="245364" y="9144"/>
                  </a:lnTo>
                  <a:lnTo>
                    <a:pt x="243840" y="7619"/>
                  </a:lnTo>
                  <a:lnTo>
                    <a:pt x="242316" y="7619"/>
                  </a:lnTo>
                  <a:close/>
                </a:path>
                <a:path w="3914140" h="9525">
                  <a:moveTo>
                    <a:pt x="281940" y="6096"/>
                  </a:moveTo>
                  <a:lnTo>
                    <a:pt x="281940" y="3048"/>
                  </a:lnTo>
                  <a:lnTo>
                    <a:pt x="284987" y="0"/>
                  </a:lnTo>
                  <a:lnTo>
                    <a:pt x="286511" y="0"/>
                  </a:lnTo>
                  <a:lnTo>
                    <a:pt x="288035" y="1523"/>
                  </a:lnTo>
                  <a:lnTo>
                    <a:pt x="289559" y="1523"/>
                  </a:lnTo>
                  <a:lnTo>
                    <a:pt x="289559" y="7619"/>
                  </a:lnTo>
                  <a:lnTo>
                    <a:pt x="288035" y="7619"/>
                  </a:lnTo>
                  <a:lnTo>
                    <a:pt x="286511" y="9144"/>
                  </a:lnTo>
                  <a:lnTo>
                    <a:pt x="284987" y="9144"/>
                  </a:lnTo>
                  <a:lnTo>
                    <a:pt x="281940" y="6096"/>
                  </a:lnTo>
                  <a:close/>
                </a:path>
                <a:path w="3914140" h="9525">
                  <a:moveTo>
                    <a:pt x="327659" y="7619"/>
                  </a:moveTo>
                  <a:lnTo>
                    <a:pt x="327659" y="1523"/>
                  </a:lnTo>
                  <a:lnTo>
                    <a:pt x="329183" y="1523"/>
                  </a:lnTo>
                  <a:lnTo>
                    <a:pt x="330708" y="3048"/>
                  </a:lnTo>
                  <a:lnTo>
                    <a:pt x="330708" y="6096"/>
                  </a:lnTo>
                  <a:lnTo>
                    <a:pt x="329183" y="7619"/>
                  </a:lnTo>
                  <a:lnTo>
                    <a:pt x="327659" y="7619"/>
                  </a:lnTo>
                  <a:close/>
                </a:path>
                <a:path w="3914140" h="9525">
                  <a:moveTo>
                    <a:pt x="324611" y="9144"/>
                  </a:moveTo>
                  <a:lnTo>
                    <a:pt x="324611" y="0"/>
                  </a:lnTo>
                  <a:lnTo>
                    <a:pt x="327659" y="0"/>
                  </a:lnTo>
                  <a:lnTo>
                    <a:pt x="327659" y="9144"/>
                  </a:lnTo>
                  <a:lnTo>
                    <a:pt x="324611" y="9144"/>
                  </a:lnTo>
                  <a:close/>
                </a:path>
                <a:path w="3914140" h="9525">
                  <a:moveTo>
                    <a:pt x="323087" y="7619"/>
                  </a:moveTo>
                  <a:lnTo>
                    <a:pt x="323087" y="1523"/>
                  </a:lnTo>
                  <a:lnTo>
                    <a:pt x="324611" y="1523"/>
                  </a:lnTo>
                  <a:lnTo>
                    <a:pt x="324611" y="7619"/>
                  </a:lnTo>
                  <a:lnTo>
                    <a:pt x="323087" y="7619"/>
                  </a:lnTo>
                  <a:close/>
                </a:path>
                <a:path w="3914140" h="9525">
                  <a:moveTo>
                    <a:pt x="321564" y="6096"/>
                  </a:moveTo>
                  <a:lnTo>
                    <a:pt x="321564" y="3048"/>
                  </a:lnTo>
                  <a:lnTo>
                    <a:pt x="323087" y="3048"/>
                  </a:lnTo>
                  <a:lnTo>
                    <a:pt x="323087" y="6096"/>
                  </a:lnTo>
                  <a:lnTo>
                    <a:pt x="321564" y="6096"/>
                  </a:lnTo>
                  <a:close/>
                </a:path>
                <a:path w="3914140" h="9525">
                  <a:moveTo>
                    <a:pt x="362711" y="6096"/>
                  </a:moveTo>
                  <a:lnTo>
                    <a:pt x="362711" y="3048"/>
                  </a:lnTo>
                  <a:lnTo>
                    <a:pt x="365759" y="0"/>
                  </a:lnTo>
                  <a:lnTo>
                    <a:pt x="367283" y="0"/>
                  </a:lnTo>
                  <a:lnTo>
                    <a:pt x="370332" y="3048"/>
                  </a:lnTo>
                  <a:lnTo>
                    <a:pt x="370332" y="6096"/>
                  </a:lnTo>
                  <a:lnTo>
                    <a:pt x="367283" y="9144"/>
                  </a:lnTo>
                  <a:lnTo>
                    <a:pt x="365759" y="9144"/>
                  </a:lnTo>
                  <a:lnTo>
                    <a:pt x="362711" y="6096"/>
                  </a:lnTo>
                  <a:close/>
                </a:path>
                <a:path w="3914140" h="9525">
                  <a:moveTo>
                    <a:pt x="409956" y="6096"/>
                  </a:moveTo>
                  <a:lnTo>
                    <a:pt x="409956" y="3048"/>
                  </a:lnTo>
                  <a:lnTo>
                    <a:pt x="411479" y="3048"/>
                  </a:lnTo>
                  <a:lnTo>
                    <a:pt x="411479" y="6096"/>
                  </a:lnTo>
                  <a:lnTo>
                    <a:pt x="409956" y="6096"/>
                  </a:lnTo>
                  <a:close/>
                </a:path>
                <a:path w="3914140" h="9525">
                  <a:moveTo>
                    <a:pt x="408432" y="7619"/>
                  </a:moveTo>
                  <a:lnTo>
                    <a:pt x="408432" y="1523"/>
                  </a:lnTo>
                  <a:lnTo>
                    <a:pt x="409956" y="1523"/>
                  </a:lnTo>
                  <a:lnTo>
                    <a:pt x="409956" y="7619"/>
                  </a:lnTo>
                  <a:lnTo>
                    <a:pt x="408432" y="7619"/>
                  </a:lnTo>
                  <a:close/>
                </a:path>
                <a:path w="3914140" h="9525">
                  <a:moveTo>
                    <a:pt x="405383" y="9144"/>
                  </a:moveTo>
                  <a:lnTo>
                    <a:pt x="405383" y="0"/>
                  </a:lnTo>
                  <a:lnTo>
                    <a:pt x="408432" y="0"/>
                  </a:lnTo>
                  <a:lnTo>
                    <a:pt x="408432" y="9144"/>
                  </a:lnTo>
                  <a:lnTo>
                    <a:pt x="405383" y="9144"/>
                  </a:lnTo>
                  <a:close/>
                </a:path>
                <a:path w="3914140" h="9525">
                  <a:moveTo>
                    <a:pt x="403859" y="7619"/>
                  </a:moveTo>
                  <a:lnTo>
                    <a:pt x="403859" y="1523"/>
                  </a:lnTo>
                  <a:lnTo>
                    <a:pt x="405383" y="1523"/>
                  </a:lnTo>
                  <a:lnTo>
                    <a:pt x="405383" y="7619"/>
                  </a:lnTo>
                  <a:lnTo>
                    <a:pt x="403859" y="7619"/>
                  </a:lnTo>
                  <a:close/>
                </a:path>
                <a:path w="3914140" h="9525">
                  <a:moveTo>
                    <a:pt x="402335" y="6096"/>
                  </a:moveTo>
                  <a:lnTo>
                    <a:pt x="402335" y="3048"/>
                  </a:lnTo>
                  <a:lnTo>
                    <a:pt x="403859" y="3048"/>
                  </a:lnTo>
                  <a:lnTo>
                    <a:pt x="403859" y="6096"/>
                  </a:lnTo>
                  <a:lnTo>
                    <a:pt x="402335" y="6096"/>
                  </a:lnTo>
                  <a:close/>
                </a:path>
                <a:path w="3914140" h="9525">
                  <a:moveTo>
                    <a:pt x="443483" y="6096"/>
                  </a:moveTo>
                  <a:lnTo>
                    <a:pt x="443483" y="3048"/>
                  </a:lnTo>
                  <a:lnTo>
                    <a:pt x="446532" y="0"/>
                  </a:lnTo>
                  <a:lnTo>
                    <a:pt x="448056" y="0"/>
                  </a:lnTo>
                  <a:lnTo>
                    <a:pt x="451103" y="3048"/>
                  </a:lnTo>
                  <a:lnTo>
                    <a:pt x="451103" y="6096"/>
                  </a:lnTo>
                  <a:lnTo>
                    <a:pt x="448056" y="9144"/>
                  </a:lnTo>
                  <a:lnTo>
                    <a:pt x="446532" y="9144"/>
                  </a:lnTo>
                  <a:lnTo>
                    <a:pt x="443483" y="6096"/>
                  </a:lnTo>
                  <a:close/>
                </a:path>
                <a:path w="3914140" h="9525">
                  <a:moveTo>
                    <a:pt x="489203" y="7619"/>
                  </a:moveTo>
                  <a:lnTo>
                    <a:pt x="489203" y="1523"/>
                  </a:lnTo>
                  <a:lnTo>
                    <a:pt x="490727" y="1523"/>
                  </a:lnTo>
                  <a:lnTo>
                    <a:pt x="490727" y="7619"/>
                  </a:lnTo>
                  <a:lnTo>
                    <a:pt x="489203" y="7619"/>
                  </a:lnTo>
                  <a:close/>
                </a:path>
                <a:path w="3914140" h="9525">
                  <a:moveTo>
                    <a:pt x="483108" y="6096"/>
                  </a:moveTo>
                  <a:lnTo>
                    <a:pt x="483108" y="3048"/>
                  </a:lnTo>
                  <a:lnTo>
                    <a:pt x="486156" y="0"/>
                  </a:lnTo>
                  <a:lnTo>
                    <a:pt x="489203" y="0"/>
                  </a:lnTo>
                  <a:lnTo>
                    <a:pt x="489203" y="9144"/>
                  </a:lnTo>
                  <a:lnTo>
                    <a:pt x="486156" y="9144"/>
                  </a:lnTo>
                  <a:lnTo>
                    <a:pt x="483108" y="6096"/>
                  </a:lnTo>
                  <a:close/>
                </a:path>
                <a:path w="3914140" h="9525">
                  <a:moveTo>
                    <a:pt x="525779" y="9144"/>
                  </a:moveTo>
                  <a:lnTo>
                    <a:pt x="525779" y="0"/>
                  </a:lnTo>
                  <a:lnTo>
                    <a:pt x="528827" y="0"/>
                  </a:lnTo>
                  <a:lnTo>
                    <a:pt x="531875" y="3048"/>
                  </a:lnTo>
                  <a:lnTo>
                    <a:pt x="531875" y="6096"/>
                  </a:lnTo>
                  <a:lnTo>
                    <a:pt x="528827" y="9144"/>
                  </a:lnTo>
                  <a:lnTo>
                    <a:pt x="525779" y="9144"/>
                  </a:lnTo>
                  <a:close/>
                </a:path>
                <a:path w="3914140" h="9525">
                  <a:moveTo>
                    <a:pt x="524256" y="7619"/>
                  </a:moveTo>
                  <a:lnTo>
                    <a:pt x="524256" y="1523"/>
                  </a:lnTo>
                  <a:lnTo>
                    <a:pt x="525779" y="1523"/>
                  </a:lnTo>
                  <a:lnTo>
                    <a:pt x="525779" y="7619"/>
                  </a:lnTo>
                  <a:lnTo>
                    <a:pt x="524256" y="7619"/>
                  </a:lnTo>
                  <a:close/>
                </a:path>
                <a:path w="3914140" h="9525">
                  <a:moveTo>
                    <a:pt x="563879" y="6096"/>
                  </a:moveTo>
                  <a:lnTo>
                    <a:pt x="563879" y="3048"/>
                  </a:lnTo>
                  <a:lnTo>
                    <a:pt x="566927" y="0"/>
                  </a:lnTo>
                  <a:lnTo>
                    <a:pt x="568451" y="0"/>
                  </a:lnTo>
                  <a:lnTo>
                    <a:pt x="571500" y="3048"/>
                  </a:lnTo>
                  <a:lnTo>
                    <a:pt x="571500" y="6096"/>
                  </a:lnTo>
                  <a:lnTo>
                    <a:pt x="568451" y="9144"/>
                  </a:lnTo>
                  <a:lnTo>
                    <a:pt x="566927" y="9144"/>
                  </a:lnTo>
                  <a:lnTo>
                    <a:pt x="563879" y="6096"/>
                  </a:lnTo>
                  <a:close/>
                </a:path>
                <a:path w="3914140" h="9525">
                  <a:moveTo>
                    <a:pt x="611124" y="6096"/>
                  </a:moveTo>
                  <a:lnTo>
                    <a:pt x="611124" y="3048"/>
                  </a:lnTo>
                  <a:lnTo>
                    <a:pt x="612648" y="3048"/>
                  </a:lnTo>
                  <a:lnTo>
                    <a:pt x="612648" y="6096"/>
                  </a:lnTo>
                  <a:lnTo>
                    <a:pt x="611124" y="6096"/>
                  </a:lnTo>
                  <a:close/>
                </a:path>
                <a:path w="3914140" h="9525">
                  <a:moveTo>
                    <a:pt x="609600" y="7619"/>
                  </a:moveTo>
                  <a:lnTo>
                    <a:pt x="609600" y="1523"/>
                  </a:lnTo>
                  <a:lnTo>
                    <a:pt x="611124" y="1523"/>
                  </a:lnTo>
                  <a:lnTo>
                    <a:pt x="611124" y="7619"/>
                  </a:lnTo>
                  <a:lnTo>
                    <a:pt x="609600" y="7619"/>
                  </a:lnTo>
                  <a:close/>
                </a:path>
                <a:path w="3914140" h="9525">
                  <a:moveTo>
                    <a:pt x="606551" y="9144"/>
                  </a:moveTo>
                  <a:lnTo>
                    <a:pt x="606551" y="0"/>
                  </a:lnTo>
                  <a:lnTo>
                    <a:pt x="609600" y="0"/>
                  </a:lnTo>
                  <a:lnTo>
                    <a:pt x="609600" y="9144"/>
                  </a:lnTo>
                  <a:lnTo>
                    <a:pt x="606551" y="9144"/>
                  </a:lnTo>
                  <a:close/>
                </a:path>
                <a:path w="3914140" h="9525">
                  <a:moveTo>
                    <a:pt x="605027" y="7619"/>
                  </a:moveTo>
                  <a:lnTo>
                    <a:pt x="605027" y="1523"/>
                  </a:lnTo>
                  <a:lnTo>
                    <a:pt x="606551" y="1523"/>
                  </a:lnTo>
                  <a:lnTo>
                    <a:pt x="606551" y="7619"/>
                  </a:lnTo>
                  <a:lnTo>
                    <a:pt x="605027" y="7619"/>
                  </a:lnTo>
                  <a:close/>
                </a:path>
                <a:path w="3914140" h="9525">
                  <a:moveTo>
                    <a:pt x="603503" y="6096"/>
                  </a:moveTo>
                  <a:lnTo>
                    <a:pt x="603503" y="3048"/>
                  </a:lnTo>
                  <a:lnTo>
                    <a:pt x="605027" y="3048"/>
                  </a:lnTo>
                  <a:lnTo>
                    <a:pt x="605027" y="6096"/>
                  </a:lnTo>
                  <a:lnTo>
                    <a:pt x="603503" y="6096"/>
                  </a:lnTo>
                  <a:close/>
                </a:path>
                <a:path w="3914140" h="9525">
                  <a:moveTo>
                    <a:pt x="644651" y="6096"/>
                  </a:moveTo>
                  <a:lnTo>
                    <a:pt x="644651" y="3048"/>
                  </a:lnTo>
                  <a:lnTo>
                    <a:pt x="647700" y="0"/>
                  </a:lnTo>
                  <a:lnTo>
                    <a:pt x="649224" y="0"/>
                  </a:lnTo>
                  <a:lnTo>
                    <a:pt x="652272" y="3048"/>
                  </a:lnTo>
                  <a:lnTo>
                    <a:pt x="652272" y="6096"/>
                  </a:lnTo>
                  <a:lnTo>
                    <a:pt x="649224" y="9144"/>
                  </a:lnTo>
                  <a:lnTo>
                    <a:pt x="647700" y="9144"/>
                  </a:lnTo>
                  <a:lnTo>
                    <a:pt x="644651" y="6096"/>
                  </a:lnTo>
                  <a:close/>
                </a:path>
                <a:path w="3914140" h="9525">
                  <a:moveTo>
                    <a:pt x="691895" y="6096"/>
                  </a:moveTo>
                  <a:lnTo>
                    <a:pt x="691895" y="3048"/>
                  </a:lnTo>
                  <a:lnTo>
                    <a:pt x="693419" y="3048"/>
                  </a:lnTo>
                  <a:lnTo>
                    <a:pt x="693419" y="6096"/>
                  </a:lnTo>
                  <a:lnTo>
                    <a:pt x="691895" y="6096"/>
                  </a:lnTo>
                  <a:close/>
                </a:path>
                <a:path w="3914140" h="9525">
                  <a:moveTo>
                    <a:pt x="690372" y="7619"/>
                  </a:moveTo>
                  <a:lnTo>
                    <a:pt x="690372" y="1523"/>
                  </a:lnTo>
                  <a:lnTo>
                    <a:pt x="691895" y="1523"/>
                  </a:lnTo>
                  <a:lnTo>
                    <a:pt x="691895" y="7619"/>
                  </a:lnTo>
                  <a:lnTo>
                    <a:pt x="690372" y="7619"/>
                  </a:lnTo>
                  <a:close/>
                </a:path>
                <a:path w="3914140" h="9525">
                  <a:moveTo>
                    <a:pt x="687324" y="9144"/>
                  </a:moveTo>
                  <a:lnTo>
                    <a:pt x="687324" y="0"/>
                  </a:lnTo>
                  <a:lnTo>
                    <a:pt x="690372" y="0"/>
                  </a:lnTo>
                  <a:lnTo>
                    <a:pt x="690372" y="9144"/>
                  </a:lnTo>
                  <a:lnTo>
                    <a:pt x="687324" y="9144"/>
                  </a:lnTo>
                  <a:close/>
                </a:path>
                <a:path w="3914140" h="9525">
                  <a:moveTo>
                    <a:pt x="684275" y="6096"/>
                  </a:moveTo>
                  <a:lnTo>
                    <a:pt x="684275" y="3048"/>
                  </a:lnTo>
                  <a:lnTo>
                    <a:pt x="685800" y="1523"/>
                  </a:lnTo>
                  <a:lnTo>
                    <a:pt x="687324" y="1523"/>
                  </a:lnTo>
                  <a:lnTo>
                    <a:pt x="687324" y="7619"/>
                  </a:lnTo>
                  <a:lnTo>
                    <a:pt x="685800" y="7619"/>
                  </a:lnTo>
                  <a:lnTo>
                    <a:pt x="684275" y="6096"/>
                  </a:lnTo>
                  <a:close/>
                </a:path>
                <a:path w="3914140" h="9525">
                  <a:moveTo>
                    <a:pt x="725424" y="7619"/>
                  </a:moveTo>
                  <a:lnTo>
                    <a:pt x="725424" y="1523"/>
                  </a:lnTo>
                  <a:lnTo>
                    <a:pt x="726948" y="1523"/>
                  </a:lnTo>
                  <a:lnTo>
                    <a:pt x="728472" y="0"/>
                  </a:lnTo>
                  <a:lnTo>
                    <a:pt x="729995" y="0"/>
                  </a:lnTo>
                  <a:lnTo>
                    <a:pt x="733043" y="3048"/>
                  </a:lnTo>
                  <a:lnTo>
                    <a:pt x="733043" y="6096"/>
                  </a:lnTo>
                  <a:lnTo>
                    <a:pt x="729995" y="9144"/>
                  </a:lnTo>
                  <a:lnTo>
                    <a:pt x="728472" y="9144"/>
                  </a:lnTo>
                  <a:lnTo>
                    <a:pt x="726948" y="7619"/>
                  </a:lnTo>
                  <a:lnTo>
                    <a:pt x="725424" y="7619"/>
                  </a:lnTo>
                  <a:close/>
                </a:path>
                <a:path w="3914140" h="9525">
                  <a:moveTo>
                    <a:pt x="765048" y="6096"/>
                  </a:moveTo>
                  <a:lnTo>
                    <a:pt x="765048" y="3048"/>
                  </a:lnTo>
                  <a:lnTo>
                    <a:pt x="768095" y="0"/>
                  </a:lnTo>
                  <a:lnTo>
                    <a:pt x="769619" y="0"/>
                  </a:lnTo>
                  <a:lnTo>
                    <a:pt x="771143" y="1523"/>
                  </a:lnTo>
                  <a:lnTo>
                    <a:pt x="772667" y="1523"/>
                  </a:lnTo>
                  <a:lnTo>
                    <a:pt x="772667" y="7619"/>
                  </a:lnTo>
                  <a:lnTo>
                    <a:pt x="771143" y="7619"/>
                  </a:lnTo>
                  <a:lnTo>
                    <a:pt x="769619" y="9144"/>
                  </a:lnTo>
                  <a:lnTo>
                    <a:pt x="768095" y="9144"/>
                  </a:lnTo>
                  <a:lnTo>
                    <a:pt x="765048" y="6096"/>
                  </a:lnTo>
                  <a:close/>
                </a:path>
                <a:path w="3914140" h="9525">
                  <a:moveTo>
                    <a:pt x="810767" y="7619"/>
                  </a:moveTo>
                  <a:lnTo>
                    <a:pt x="810767" y="1523"/>
                  </a:lnTo>
                  <a:lnTo>
                    <a:pt x="812292" y="1523"/>
                  </a:lnTo>
                  <a:lnTo>
                    <a:pt x="813816" y="3048"/>
                  </a:lnTo>
                  <a:lnTo>
                    <a:pt x="813816" y="6096"/>
                  </a:lnTo>
                  <a:lnTo>
                    <a:pt x="812292" y="7619"/>
                  </a:lnTo>
                  <a:lnTo>
                    <a:pt x="810767" y="7619"/>
                  </a:lnTo>
                  <a:close/>
                </a:path>
                <a:path w="3914140" h="9525">
                  <a:moveTo>
                    <a:pt x="807719" y="9144"/>
                  </a:moveTo>
                  <a:lnTo>
                    <a:pt x="807719" y="0"/>
                  </a:lnTo>
                  <a:lnTo>
                    <a:pt x="810767" y="0"/>
                  </a:lnTo>
                  <a:lnTo>
                    <a:pt x="810767" y="9144"/>
                  </a:lnTo>
                  <a:lnTo>
                    <a:pt x="807719" y="9144"/>
                  </a:lnTo>
                  <a:close/>
                </a:path>
                <a:path w="3914140" h="9525">
                  <a:moveTo>
                    <a:pt x="806195" y="7619"/>
                  </a:moveTo>
                  <a:lnTo>
                    <a:pt x="806195" y="1523"/>
                  </a:lnTo>
                  <a:lnTo>
                    <a:pt x="807719" y="1523"/>
                  </a:lnTo>
                  <a:lnTo>
                    <a:pt x="807719" y="7619"/>
                  </a:lnTo>
                  <a:lnTo>
                    <a:pt x="806195" y="7619"/>
                  </a:lnTo>
                  <a:close/>
                </a:path>
                <a:path w="3914140" h="9525">
                  <a:moveTo>
                    <a:pt x="804672" y="6096"/>
                  </a:moveTo>
                  <a:lnTo>
                    <a:pt x="804672" y="3048"/>
                  </a:lnTo>
                  <a:lnTo>
                    <a:pt x="806195" y="3048"/>
                  </a:lnTo>
                  <a:lnTo>
                    <a:pt x="806195" y="6096"/>
                  </a:lnTo>
                  <a:lnTo>
                    <a:pt x="804672" y="6096"/>
                  </a:lnTo>
                  <a:close/>
                </a:path>
                <a:path w="3914140" h="9525">
                  <a:moveTo>
                    <a:pt x="845819" y="6096"/>
                  </a:moveTo>
                  <a:lnTo>
                    <a:pt x="845819" y="3048"/>
                  </a:lnTo>
                  <a:lnTo>
                    <a:pt x="848867" y="0"/>
                  </a:lnTo>
                  <a:lnTo>
                    <a:pt x="850392" y="0"/>
                  </a:lnTo>
                  <a:lnTo>
                    <a:pt x="853440" y="3048"/>
                  </a:lnTo>
                  <a:lnTo>
                    <a:pt x="853440" y="6096"/>
                  </a:lnTo>
                  <a:lnTo>
                    <a:pt x="850392" y="9144"/>
                  </a:lnTo>
                  <a:lnTo>
                    <a:pt x="848867" y="9144"/>
                  </a:lnTo>
                  <a:lnTo>
                    <a:pt x="845819" y="6096"/>
                  </a:lnTo>
                  <a:close/>
                </a:path>
                <a:path w="3914140" h="9525">
                  <a:moveTo>
                    <a:pt x="893064" y="6096"/>
                  </a:moveTo>
                  <a:lnTo>
                    <a:pt x="893064" y="3048"/>
                  </a:lnTo>
                  <a:lnTo>
                    <a:pt x="894587" y="3048"/>
                  </a:lnTo>
                  <a:lnTo>
                    <a:pt x="894587" y="6096"/>
                  </a:lnTo>
                  <a:lnTo>
                    <a:pt x="893064" y="6096"/>
                  </a:lnTo>
                  <a:close/>
                </a:path>
                <a:path w="3914140" h="9525">
                  <a:moveTo>
                    <a:pt x="891540" y="7619"/>
                  </a:moveTo>
                  <a:lnTo>
                    <a:pt x="891540" y="1523"/>
                  </a:lnTo>
                  <a:lnTo>
                    <a:pt x="893064" y="1523"/>
                  </a:lnTo>
                  <a:lnTo>
                    <a:pt x="893064" y="7619"/>
                  </a:lnTo>
                  <a:lnTo>
                    <a:pt x="891540" y="7619"/>
                  </a:lnTo>
                  <a:close/>
                </a:path>
                <a:path w="3914140" h="9525">
                  <a:moveTo>
                    <a:pt x="888492" y="9144"/>
                  </a:moveTo>
                  <a:lnTo>
                    <a:pt x="888492" y="0"/>
                  </a:lnTo>
                  <a:lnTo>
                    <a:pt x="891540" y="0"/>
                  </a:lnTo>
                  <a:lnTo>
                    <a:pt x="891540" y="9144"/>
                  </a:lnTo>
                  <a:lnTo>
                    <a:pt x="888492" y="9144"/>
                  </a:lnTo>
                  <a:close/>
                </a:path>
                <a:path w="3914140" h="9525">
                  <a:moveTo>
                    <a:pt x="886967" y="7619"/>
                  </a:moveTo>
                  <a:lnTo>
                    <a:pt x="886967" y="1523"/>
                  </a:lnTo>
                  <a:lnTo>
                    <a:pt x="888492" y="1523"/>
                  </a:lnTo>
                  <a:lnTo>
                    <a:pt x="888492" y="7619"/>
                  </a:lnTo>
                  <a:lnTo>
                    <a:pt x="886967" y="7619"/>
                  </a:lnTo>
                  <a:close/>
                </a:path>
                <a:path w="3914140" h="9525">
                  <a:moveTo>
                    <a:pt x="885443" y="6096"/>
                  </a:moveTo>
                  <a:lnTo>
                    <a:pt x="885443" y="3048"/>
                  </a:lnTo>
                  <a:lnTo>
                    <a:pt x="886967" y="3048"/>
                  </a:lnTo>
                  <a:lnTo>
                    <a:pt x="886967" y="6096"/>
                  </a:lnTo>
                  <a:lnTo>
                    <a:pt x="885443" y="6096"/>
                  </a:lnTo>
                  <a:close/>
                </a:path>
                <a:path w="3914140" h="9525">
                  <a:moveTo>
                    <a:pt x="926592" y="7619"/>
                  </a:moveTo>
                  <a:lnTo>
                    <a:pt x="926592" y="1523"/>
                  </a:lnTo>
                  <a:lnTo>
                    <a:pt x="928116" y="1523"/>
                  </a:lnTo>
                  <a:lnTo>
                    <a:pt x="929640" y="0"/>
                  </a:lnTo>
                  <a:lnTo>
                    <a:pt x="931164" y="0"/>
                  </a:lnTo>
                  <a:lnTo>
                    <a:pt x="934211" y="3048"/>
                  </a:lnTo>
                  <a:lnTo>
                    <a:pt x="934211" y="6096"/>
                  </a:lnTo>
                  <a:lnTo>
                    <a:pt x="931164" y="9144"/>
                  </a:lnTo>
                  <a:lnTo>
                    <a:pt x="929640" y="9144"/>
                  </a:lnTo>
                  <a:lnTo>
                    <a:pt x="928116" y="7619"/>
                  </a:lnTo>
                  <a:lnTo>
                    <a:pt x="926592" y="7619"/>
                  </a:lnTo>
                  <a:close/>
                </a:path>
                <a:path w="3914140" h="9525">
                  <a:moveTo>
                    <a:pt x="972311" y="7619"/>
                  </a:moveTo>
                  <a:lnTo>
                    <a:pt x="972311" y="1523"/>
                  </a:lnTo>
                  <a:lnTo>
                    <a:pt x="973835" y="1523"/>
                  </a:lnTo>
                  <a:lnTo>
                    <a:pt x="973835" y="7619"/>
                  </a:lnTo>
                  <a:lnTo>
                    <a:pt x="972311" y="7619"/>
                  </a:lnTo>
                  <a:close/>
                </a:path>
                <a:path w="3914140" h="9525">
                  <a:moveTo>
                    <a:pt x="966216" y="6096"/>
                  </a:moveTo>
                  <a:lnTo>
                    <a:pt x="966216" y="3048"/>
                  </a:lnTo>
                  <a:lnTo>
                    <a:pt x="969264" y="0"/>
                  </a:lnTo>
                  <a:lnTo>
                    <a:pt x="972311" y="0"/>
                  </a:lnTo>
                  <a:lnTo>
                    <a:pt x="972311" y="9144"/>
                  </a:lnTo>
                  <a:lnTo>
                    <a:pt x="969264" y="9144"/>
                  </a:lnTo>
                  <a:lnTo>
                    <a:pt x="966216" y="6096"/>
                  </a:lnTo>
                  <a:close/>
                </a:path>
                <a:path w="3914140" h="9525">
                  <a:moveTo>
                    <a:pt x="1008887" y="9144"/>
                  </a:moveTo>
                  <a:lnTo>
                    <a:pt x="1008887" y="0"/>
                  </a:lnTo>
                  <a:lnTo>
                    <a:pt x="1011935" y="0"/>
                  </a:lnTo>
                  <a:lnTo>
                    <a:pt x="1014984" y="3048"/>
                  </a:lnTo>
                  <a:lnTo>
                    <a:pt x="1014984" y="6096"/>
                  </a:lnTo>
                  <a:lnTo>
                    <a:pt x="1011935" y="9144"/>
                  </a:lnTo>
                  <a:lnTo>
                    <a:pt x="1008887" y="9144"/>
                  </a:lnTo>
                  <a:close/>
                </a:path>
                <a:path w="3914140" h="9525">
                  <a:moveTo>
                    <a:pt x="1007364" y="7619"/>
                  </a:moveTo>
                  <a:lnTo>
                    <a:pt x="1007364" y="1523"/>
                  </a:lnTo>
                  <a:lnTo>
                    <a:pt x="1008887" y="1523"/>
                  </a:lnTo>
                  <a:lnTo>
                    <a:pt x="1008887" y="7619"/>
                  </a:lnTo>
                  <a:lnTo>
                    <a:pt x="1007364" y="7619"/>
                  </a:lnTo>
                  <a:close/>
                </a:path>
                <a:path w="3914140" h="9525">
                  <a:moveTo>
                    <a:pt x="1046987" y="6096"/>
                  </a:moveTo>
                  <a:lnTo>
                    <a:pt x="1046987" y="3048"/>
                  </a:lnTo>
                  <a:lnTo>
                    <a:pt x="1050035" y="0"/>
                  </a:lnTo>
                  <a:lnTo>
                    <a:pt x="1051559" y="0"/>
                  </a:lnTo>
                  <a:lnTo>
                    <a:pt x="1054608" y="3048"/>
                  </a:lnTo>
                  <a:lnTo>
                    <a:pt x="1054608" y="6096"/>
                  </a:lnTo>
                  <a:lnTo>
                    <a:pt x="1051559" y="9144"/>
                  </a:lnTo>
                  <a:lnTo>
                    <a:pt x="1050035" y="9144"/>
                  </a:lnTo>
                  <a:lnTo>
                    <a:pt x="1046987" y="6096"/>
                  </a:lnTo>
                  <a:close/>
                </a:path>
                <a:path w="3914140" h="9525">
                  <a:moveTo>
                    <a:pt x="1094232" y="6096"/>
                  </a:moveTo>
                  <a:lnTo>
                    <a:pt x="1094232" y="3048"/>
                  </a:lnTo>
                  <a:lnTo>
                    <a:pt x="1095756" y="3048"/>
                  </a:lnTo>
                  <a:lnTo>
                    <a:pt x="1095756" y="6096"/>
                  </a:lnTo>
                  <a:lnTo>
                    <a:pt x="1094232" y="6096"/>
                  </a:lnTo>
                  <a:close/>
                </a:path>
                <a:path w="3914140" h="9525">
                  <a:moveTo>
                    <a:pt x="1092708" y="7619"/>
                  </a:moveTo>
                  <a:lnTo>
                    <a:pt x="1092708" y="1523"/>
                  </a:lnTo>
                  <a:lnTo>
                    <a:pt x="1094232" y="1523"/>
                  </a:lnTo>
                  <a:lnTo>
                    <a:pt x="1094232" y="7619"/>
                  </a:lnTo>
                  <a:lnTo>
                    <a:pt x="1092708" y="7619"/>
                  </a:lnTo>
                  <a:close/>
                </a:path>
                <a:path w="3914140" h="9525">
                  <a:moveTo>
                    <a:pt x="1089659" y="9144"/>
                  </a:moveTo>
                  <a:lnTo>
                    <a:pt x="1089659" y="0"/>
                  </a:lnTo>
                  <a:lnTo>
                    <a:pt x="1092708" y="0"/>
                  </a:lnTo>
                  <a:lnTo>
                    <a:pt x="1092708" y="9144"/>
                  </a:lnTo>
                  <a:lnTo>
                    <a:pt x="1089659" y="9144"/>
                  </a:lnTo>
                  <a:close/>
                </a:path>
                <a:path w="3914140" h="9525">
                  <a:moveTo>
                    <a:pt x="1088135" y="7619"/>
                  </a:moveTo>
                  <a:lnTo>
                    <a:pt x="1088135" y="1523"/>
                  </a:lnTo>
                  <a:lnTo>
                    <a:pt x="1089659" y="1523"/>
                  </a:lnTo>
                  <a:lnTo>
                    <a:pt x="1089659" y="7619"/>
                  </a:lnTo>
                  <a:lnTo>
                    <a:pt x="1088135" y="7619"/>
                  </a:lnTo>
                  <a:close/>
                </a:path>
                <a:path w="3914140" h="9525">
                  <a:moveTo>
                    <a:pt x="1086611" y="6096"/>
                  </a:moveTo>
                  <a:lnTo>
                    <a:pt x="1086611" y="3048"/>
                  </a:lnTo>
                  <a:lnTo>
                    <a:pt x="1088135" y="3048"/>
                  </a:lnTo>
                  <a:lnTo>
                    <a:pt x="1088135" y="6096"/>
                  </a:lnTo>
                  <a:lnTo>
                    <a:pt x="1086611" y="6096"/>
                  </a:lnTo>
                  <a:close/>
                </a:path>
                <a:path w="3914140" h="9525">
                  <a:moveTo>
                    <a:pt x="1127759" y="6096"/>
                  </a:moveTo>
                  <a:lnTo>
                    <a:pt x="1127759" y="3048"/>
                  </a:lnTo>
                  <a:lnTo>
                    <a:pt x="1130808" y="0"/>
                  </a:lnTo>
                  <a:lnTo>
                    <a:pt x="1132332" y="0"/>
                  </a:lnTo>
                  <a:lnTo>
                    <a:pt x="1135379" y="3048"/>
                  </a:lnTo>
                  <a:lnTo>
                    <a:pt x="1135379" y="6096"/>
                  </a:lnTo>
                  <a:lnTo>
                    <a:pt x="1132332" y="9144"/>
                  </a:lnTo>
                  <a:lnTo>
                    <a:pt x="1130808" y="9144"/>
                  </a:lnTo>
                  <a:lnTo>
                    <a:pt x="1127759" y="6096"/>
                  </a:lnTo>
                  <a:close/>
                </a:path>
                <a:path w="3914140" h="9525">
                  <a:moveTo>
                    <a:pt x="1175003" y="6096"/>
                  </a:moveTo>
                  <a:lnTo>
                    <a:pt x="1175003" y="3048"/>
                  </a:lnTo>
                  <a:lnTo>
                    <a:pt x="1176527" y="3048"/>
                  </a:lnTo>
                  <a:lnTo>
                    <a:pt x="1176527" y="6096"/>
                  </a:lnTo>
                  <a:lnTo>
                    <a:pt x="1175003" y="6096"/>
                  </a:lnTo>
                  <a:close/>
                </a:path>
                <a:path w="3914140" h="9525">
                  <a:moveTo>
                    <a:pt x="1173479" y="7619"/>
                  </a:moveTo>
                  <a:lnTo>
                    <a:pt x="1173479" y="1523"/>
                  </a:lnTo>
                  <a:lnTo>
                    <a:pt x="1175003" y="1523"/>
                  </a:lnTo>
                  <a:lnTo>
                    <a:pt x="1175003" y="7619"/>
                  </a:lnTo>
                  <a:lnTo>
                    <a:pt x="1173479" y="7619"/>
                  </a:lnTo>
                  <a:close/>
                </a:path>
                <a:path w="3914140" h="9525">
                  <a:moveTo>
                    <a:pt x="1170432" y="9144"/>
                  </a:moveTo>
                  <a:lnTo>
                    <a:pt x="1170432" y="0"/>
                  </a:lnTo>
                  <a:lnTo>
                    <a:pt x="1173479" y="0"/>
                  </a:lnTo>
                  <a:lnTo>
                    <a:pt x="1173479" y="9144"/>
                  </a:lnTo>
                  <a:lnTo>
                    <a:pt x="1170432" y="9144"/>
                  </a:lnTo>
                  <a:close/>
                </a:path>
                <a:path w="3914140" h="9525">
                  <a:moveTo>
                    <a:pt x="1167384" y="6096"/>
                  </a:moveTo>
                  <a:lnTo>
                    <a:pt x="1167384" y="3048"/>
                  </a:lnTo>
                  <a:lnTo>
                    <a:pt x="1168908" y="1523"/>
                  </a:lnTo>
                  <a:lnTo>
                    <a:pt x="1170432" y="1523"/>
                  </a:lnTo>
                  <a:lnTo>
                    <a:pt x="1170432" y="7619"/>
                  </a:lnTo>
                  <a:lnTo>
                    <a:pt x="1168908" y="7619"/>
                  </a:lnTo>
                  <a:lnTo>
                    <a:pt x="1167384" y="6096"/>
                  </a:lnTo>
                  <a:close/>
                </a:path>
                <a:path w="3914140" h="9525">
                  <a:moveTo>
                    <a:pt x="1208532" y="7619"/>
                  </a:moveTo>
                  <a:lnTo>
                    <a:pt x="1208532" y="1523"/>
                  </a:lnTo>
                  <a:lnTo>
                    <a:pt x="1210056" y="1523"/>
                  </a:lnTo>
                  <a:lnTo>
                    <a:pt x="1211579" y="0"/>
                  </a:lnTo>
                  <a:lnTo>
                    <a:pt x="1213103" y="0"/>
                  </a:lnTo>
                  <a:lnTo>
                    <a:pt x="1216151" y="3048"/>
                  </a:lnTo>
                  <a:lnTo>
                    <a:pt x="1216151" y="6096"/>
                  </a:lnTo>
                  <a:lnTo>
                    <a:pt x="1213103" y="9144"/>
                  </a:lnTo>
                  <a:lnTo>
                    <a:pt x="1211579" y="9144"/>
                  </a:lnTo>
                  <a:lnTo>
                    <a:pt x="1210056" y="7619"/>
                  </a:lnTo>
                  <a:lnTo>
                    <a:pt x="1208532" y="7619"/>
                  </a:lnTo>
                  <a:close/>
                </a:path>
                <a:path w="3914140" h="9525">
                  <a:moveTo>
                    <a:pt x="1248156" y="6096"/>
                  </a:moveTo>
                  <a:lnTo>
                    <a:pt x="1248156" y="3048"/>
                  </a:lnTo>
                  <a:lnTo>
                    <a:pt x="1251203" y="0"/>
                  </a:lnTo>
                  <a:lnTo>
                    <a:pt x="1252727" y="0"/>
                  </a:lnTo>
                  <a:lnTo>
                    <a:pt x="1254251" y="1523"/>
                  </a:lnTo>
                  <a:lnTo>
                    <a:pt x="1255775" y="1523"/>
                  </a:lnTo>
                  <a:lnTo>
                    <a:pt x="1255775" y="7619"/>
                  </a:lnTo>
                  <a:lnTo>
                    <a:pt x="1254251" y="7619"/>
                  </a:lnTo>
                  <a:lnTo>
                    <a:pt x="1252727" y="9144"/>
                  </a:lnTo>
                  <a:lnTo>
                    <a:pt x="1251203" y="9144"/>
                  </a:lnTo>
                  <a:lnTo>
                    <a:pt x="1248156" y="6096"/>
                  </a:lnTo>
                  <a:close/>
                </a:path>
                <a:path w="3914140" h="9525">
                  <a:moveTo>
                    <a:pt x="1295400" y="6096"/>
                  </a:moveTo>
                  <a:lnTo>
                    <a:pt x="1295400" y="3048"/>
                  </a:lnTo>
                  <a:lnTo>
                    <a:pt x="1296924" y="3048"/>
                  </a:lnTo>
                  <a:lnTo>
                    <a:pt x="1296924" y="6096"/>
                  </a:lnTo>
                  <a:lnTo>
                    <a:pt x="1295400" y="6096"/>
                  </a:lnTo>
                  <a:close/>
                </a:path>
                <a:path w="3914140" h="9525">
                  <a:moveTo>
                    <a:pt x="1293876" y="7619"/>
                  </a:moveTo>
                  <a:lnTo>
                    <a:pt x="1293876" y="1523"/>
                  </a:lnTo>
                  <a:lnTo>
                    <a:pt x="1295400" y="1523"/>
                  </a:lnTo>
                  <a:lnTo>
                    <a:pt x="1295400" y="7619"/>
                  </a:lnTo>
                  <a:lnTo>
                    <a:pt x="1293876" y="7619"/>
                  </a:lnTo>
                  <a:close/>
                </a:path>
                <a:path w="3914140" h="9525">
                  <a:moveTo>
                    <a:pt x="1290827" y="9144"/>
                  </a:moveTo>
                  <a:lnTo>
                    <a:pt x="1290827" y="0"/>
                  </a:lnTo>
                  <a:lnTo>
                    <a:pt x="1293876" y="0"/>
                  </a:lnTo>
                  <a:lnTo>
                    <a:pt x="1293876" y="9144"/>
                  </a:lnTo>
                  <a:lnTo>
                    <a:pt x="1290827" y="9144"/>
                  </a:lnTo>
                  <a:close/>
                </a:path>
                <a:path w="3914140" h="9525">
                  <a:moveTo>
                    <a:pt x="1289303" y="7619"/>
                  </a:moveTo>
                  <a:lnTo>
                    <a:pt x="1289303" y="1523"/>
                  </a:lnTo>
                  <a:lnTo>
                    <a:pt x="1290827" y="1523"/>
                  </a:lnTo>
                  <a:lnTo>
                    <a:pt x="1290827" y="7619"/>
                  </a:lnTo>
                  <a:lnTo>
                    <a:pt x="1289303" y="7619"/>
                  </a:lnTo>
                  <a:close/>
                </a:path>
                <a:path w="3914140" h="9525">
                  <a:moveTo>
                    <a:pt x="1287779" y="6096"/>
                  </a:moveTo>
                  <a:lnTo>
                    <a:pt x="1287779" y="3048"/>
                  </a:lnTo>
                  <a:lnTo>
                    <a:pt x="1289303" y="3048"/>
                  </a:lnTo>
                  <a:lnTo>
                    <a:pt x="1289303" y="6096"/>
                  </a:lnTo>
                  <a:lnTo>
                    <a:pt x="1287779" y="6096"/>
                  </a:lnTo>
                  <a:close/>
                </a:path>
                <a:path w="3914140" h="9525">
                  <a:moveTo>
                    <a:pt x="1328927" y="6096"/>
                  </a:moveTo>
                  <a:lnTo>
                    <a:pt x="1328927" y="3048"/>
                  </a:lnTo>
                  <a:lnTo>
                    <a:pt x="1331976" y="0"/>
                  </a:lnTo>
                  <a:lnTo>
                    <a:pt x="1333500" y="0"/>
                  </a:lnTo>
                  <a:lnTo>
                    <a:pt x="1336548" y="3048"/>
                  </a:lnTo>
                  <a:lnTo>
                    <a:pt x="1336548" y="6096"/>
                  </a:lnTo>
                  <a:lnTo>
                    <a:pt x="1333500" y="9144"/>
                  </a:lnTo>
                  <a:lnTo>
                    <a:pt x="1331976" y="9144"/>
                  </a:lnTo>
                  <a:lnTo>
                    <a:pt x="1328927" y="6096"/>
                  </a:lnTo>
                  <a:close/>
                </a:path>
                <a:path w="3914140" h="9525">
                  <a:moveTo>
                    <a:pt x="1376172" y="6096"/>
                  </a:moveTo>
                  <a:lnTo>
                    <a:pt x="1376172" y="3048"/>
                  </a:lnTo>
                  <a:lnTo>
                    <a:pt x="1377695" y="3048"/>
                  </a:lnTo>
                  <a:lnTo>
                    <a:pt x="1377695" y="6096"/>
                  </a:lnTo>
                  <a:lnTo>
                    <a:pt x="1376172" y="6096"/>
                  </a:lnTo>
                  <a:close/>
                </a:path>
                <a:path w="3914140" h="9525">
                  <a:moveTo>
                    <a:pt x="1374648" y="7619"/>
                  </a:moveTo>
                  <a:lnTo>
                    <a:pt x="1374648" y="1523"/>
                  </a:lnTo>
                  <a:lnTo>
                    <a:pt x="1376172" y="1523"/>
                  </a:lnTo>
                  <a:lnTo>
                    <a:pt x="1376172" y="7619"/>
                  </a:lnTo>
                  <a:lnTo>
                    <a:pt x="1374648" y="7619"/>
                  </a:lnTo>
                  <a:close/>
                </a:path>
                <a:path w="3914140" h="9525">
                  <a:moveTo>
                    <a:pt x="1371600" y="9144"/>
                  </a:moveTo>
                  <a:lnTo>
                    <a:pt x="1371600" y="0"/>
                  </a:lnTo>
                  <a:lnTo>
                    <a:pt x="1374648" y="0"/>
                  </a:lnTo>
                  <a:lnTo>
                    <a:pt x="1374648" y="9144"/>
                  </a:lnTo>
                  <a:lnTo>
                    <a:pt x="1371600" y="9144"/>
                  </a:lnTo>
                  <a:close/>
                </a:path>
                <a:path w="3914140" h="9525">
                  <a:moveTo>
                    <a:pt x="1370076" y="7619"/>
                  </a:moveTo>
                  <a:lnTo>
                    <a:pt x="1370076" y="1523"/>
                  </a:lnTo>
                  <a:lnTo>
                    <a:pt x="1371600" y="1523"/>
                  </a:lnTo>
                  <a:lnTo>
                    <a:pt x="1371600" y="7619"/>
                  </a:lnTo>
                  <a:lnTo>
                    <a:pt x="1370076" y="7619"/>
                  </a:lnTo>
                  <a:close/>
                </a:path>
                <a:path w="3914140" h="9525">
                  <a:moveTo>
                    <a:pt x="1368551" y="6096"/>
                  </a:moveTo>
                  <a:lnTo>
                    <a:pt x="1368551" y="3048"/>
                  </a:lnTo>
                  <a:lnTo>
                    <a:pt x="1370076" y="3048"/>
                  </a:lnTo>
                  <a:lnTo>
                    <a:pt x="1370076" y="6096"/>
                  </a:lnTo>
                  <a:lnTo>
                    <a:pt x="1368551" y="6096"/>
                  </a:lnTo>
                  <a:close/>
                </a:path>
                <a:path w="3914140" h="9525">
                  <a:moveTo>
                    <a:pt x="1409700" y="7619"/>
                  </a:moveTo>
                  <a:lnTo>
                    <a:pt x="1409700" y="1523"/>
                  </a:lnTo>
                  <a:lnTo>
                    <a:pt x="1411224" y="1523"/>
                  </a:lnTo>
                  <a:lnTo>
                    <a:pt x="1412748" y="0"/>
                  </a:lnTo>
                  <a:lnTo>
                    <a:pt x="1414272" y="0"/>
                  </a:lnTo>
                  <a:lnTo>
                    <a:pt x="1417319" y="3048"/>
                  </a:lnTo>
                  <a:lnTo>
                    <a:pt x="1417319" y="6096"/>
                  </a:lnTo>
                  <a:lnTo>
                    <a:pt x="1414272" y="9144"/>
                  </a:lnTo>
                  <a:lnTo>
                    <a:pt x="1412748" y="9144"/>
                  </a:lnTo>
                  <a:lnTo>
                    <a:pt x="1411224" y="7619"/>
                  </a:lnTo>
                  <a:lnTo>
                    <a:pt x="1409700" y="7619"/>
                  </a:lnTo>
                  <a:close/>
                </a:path>
                <a:path w="3914140" h="9525">
                  <a:moveTo>
                    <a:pt x="1455419" y="7619"/>
                  </a:moveTo>
                  <a:lnTo>
                    <a:pt x="1455419" y="1523"/>
                  </a:lnTo>
                  <a:lnTo>
                    <a:pt x="1456943" y="1523"/>
                  </a:lnTo>
                  <a:lnTo>
                    <a:pt x="1456943" y="7619"/>
                  </a:lnTo>
                  <a:lnTo>
                    <a:pt x="1455419" y="7619"/>
                  </a:lnTo>
                  <a:close/>
                </a:path>
                <a:path w="3914140" h="9525">
                  <a:moveTo>
                    <a:pt x="1449324" y="6096"/>
                  </a:moveTo>
                  <a:lnTo>
                    <a:pt x="1449324" y="3048"/>
                  </a:lnTo>
                  <a:lnTo>
                    <a:pt x="1452372" y="0"/>
                  </a:lnTo>
                  <a:lnTo>
                    <a:pt x="1455419" y="0"/>
                  </a:lnTo>
                  <a:lnTo>
                    <a:pt x="1455419" y="9144"/>
                  </a:lnTo>
                  <a:lnTo>
                    <a:pt x="1452372" y="9144"/>
                  </a:lnTo>
                  <a:lnTo>
                    <a:pt x="1449324" y="6096"/>
                  </a:lnTo>
                  <a:close/>
                </a:path>
                <a:path w="3914140" h="9525">
                  <a:moveTo>
                    <a:pt x="1491995" y="9144"/>
                  </a:moveTo>
                  <a:lnTo>
                    <a:pt x="1491995" y="0"/>
                  </a:lnTo>
                  <a:lnTo>
                    <a:pt x="1495043" y="0"/>
                  </a:lnTo>
                  <a:lnTo>
                    <a:pt x="1498092" y="3048"/>
                  </a:lnTo>
                  <a:lnTo>
                    <a:pt x="1498092" y="6096"/>
                  </a:lnTo>
                  <a:lnTo>
                    <a:pt x="1495043" y="9144"/>
                  </a:lnTo>
                  <a:lnTo>
                    <a:pt x="1491995" y="9144"/>
                  </a:lnTo>
                  <a:close/>
                </a:path>
                <a:path w="3914140" h="9525">
                  <a:moveTo>
                    <a:pt x="1490472" y="7619"/>
                  </a:moveTo>
                  <a:lnTo>
                    <a:pt x="1490472" y="1523"/>
                  </a:lnTo>
                  <a:lnTo>
                    <a:pt x="1491995" y="1523"/>
                  </a:lnTo>
                  <a:lnTo>
                    <a:pt x="1491995" y="7619"/>
                  </a:lnTo>
                  <a:lnTo>
                    <a:pt x="1490472" y="7619"/>
                  </a:lnTo>
                  <a:close/>
                </a:path>
                <a:path w="3914140" h="9525">
                  <a:moveTo>
                    <a:pt x="1530095" y="6096"/>
                  </a:moveTo>
                  <a:lnTo>
                    <a:pt x="1530095" y="3048"/>
                  </a:lnTo>
                  <a:lnTo>
                    <a:pt x="1533143" y="0"/>
                  </a:lnTo>
                  <a:lnTo>
                    <a:pt x="1534667" y="0"/>
                  </a:lnTo>
                  <a:lnTo>
                    <a:pt x="1537716" y="3048"/>
                  </a:lnTo>
                  <a:lnTo>
                    <a:pt x="1537716" y="6096"/>
                  </a:lnTo>
                  <a:lnTo>
                    <a:pt x="1534667" y="9144"/>
                  </a:lnTo>
                  <a:lnTo>
                    <a:pt x="1533143" y="9144"/>
                  </a:lnTo>
                  <a:lnTo>
                    <a:pt x="1530095" y="6096"/>
                  </a:lnTo>
                  <a:close/>
                </a:path>
                <a:path w="3914140" h="9525">
                  <a:moveTo>
                    <a:pt x="1577340" y="6096"/>
                  </a:moveTo>
                  <a:lnTo>
                    <a:pt x="1577340" y="3048"/>
                  </a:lnTo>
                  <a:lnTo>
                    <a:pt x="1578864" y="3048"/>
                  </a:lnTo>
                  <a:lnTo>
                    <a:pt x="1578864" y="6096"/>
                  </a:lnTo>
                  <a:lnTo>
                    <a:pt x="1577340" y="6096"/>
                  </a:lnTo>
                  <a:close/>
                </a:path>
                <a:path w="3914140" h="9525">
                  <a:moveTo>
                    <a:pt x="1575816" y="7619"/>
                  </a:moveTo>
                  <a:lnTo>
                    <a:pt x="1575816" y="1523"/>
                  </a:lnTo>
                  <a:lnTo>
                    <a:pt x="1577340" y="1523"/>
                  </a:lnTo>
                  <a:lnTo>
                    <a:pt x="1577340" y="7619"/>
                  </a:lnTo>
                  <a:lnTo>
                    <a:pt x="1575816" y="7619"/>
                  </a:lnTo>
                  <a:close/>
                </a:path>
                <a:path w="3914140" h="9525">
                  <a:moveTo>
                    <a:pt x="1572767" y="9144"/>
                  </a:moveTo>
                  <a:lnTo>
                    <a:pt x="1572767" y="0"/>
                  </a:lnTo>
                  <a:lnTo>
                    <a:pt x="1575816" y="0"/>
                  </a:lnTo>
                  <a:lnTo>
                    <a:pt x="1575816" y="9144"/>
                  </a:lnTo>
                  <a:lnTo>
                    <a:pt x="1572767" y="9144"/>
                  </a:lnTo>
                  <a:close/>
                </a:path>
                <a:path w="3914140" h="9525">
                  <a:moveTo>
                    <a:pt x="1571243" y="7619"/>
                  </a:moveTo>
                  <a:lnTo>
                    <a:pt x="1571243" y="1523"/>
                  </a:lnTo>
                  <a:lnTo>
                    <a:pt x="1572767" y="1523"/>
                  </a:lnTo>
                  <a:lnTo>
                    <a:pt x="1572767" y="7619"/>
                  </a:lnTo>
                  <a:lnTo>
                    <a:pt x="1571243" y="7619"/>
                  </a:lnTo>
                  <a:close/>
                </a:path>
                <a:path w="3914140" h="9525">
                  <a:moveTo>
                    <a:pt x="1569719" y="6096"/>
                  </a:moveTo>
                  <a:lnTo>
                    <a:pt x="1569719" y="3048"/>
                  </a:lnTo>
                  <a:lnTo>
                    <a:pt x="1571243" y="3048"/>
                  </a:lnTo>
                  <a:lnTo>
                    <a:pt x="1571243" y="6096"/>
                  </a:lnTo>
                  <a:lnTo>
                    <a:pt x="1569719" y="6096"/>
                  </a:lnTo>
                  <a:close/>
                </a:path>
                <a:path w="3914140" h="9525">
                  <a:moveTo>
                    <a:pt x="1610868" y="6096"/>
                  </a:moveTo>
                  <a:lnTo>
                    <a:pt x="1610868" y="3048"/>
                  </a:lnTo>
                  <a:lnTo>
                    <a:pt x="1613916" y="0"/>
                  </a:lnTo>
                  <a:lnTo>
                    <a:pt x="1615440" y="0"/>
                  </a:lnTo>
                  <a:lnTo>
                    <a:pt x="1618487" y="3048"/>
                  </a:lnTo>
                  <a:lnTo>
                    <a:pt x="1618487" y="6096"/>
                  </a:lnTo>
                  <a:lnTo>
                    <a:pt x="1615440" y="9144"/>
                  </a:lnTo>
                  <a:lnTo>
                    <a:pt x="1613916" y="9144"/>
                  </a:lnTo>
                  <a:lnTo>
                    <a:pt x="1610868" y="6096"/>
                  </a:lnTo>
                  <a:close/>
                </a:path>
                <a:path w="3914140" h="9525">
                  <a:moveTo>
                    <a:pt x="1656587" y="7619"/>
                  </a:moveTo>
                  <a:lnTo>
                    <a:pt x="1656587" y="1523"/>
                  </a:lnTo>
                  <a:lnTo>
                    <a:pt x="1658111" y="1523"/>
                  </a:lnTo>
                  <a:lnTo>
                    <a:pt x="1658111" y="7619"/>
                  </a:lnTo>
                  <a:lnTo>
                    <a:pt x="1656587" y="7619"/>
                  </a:lnTo>
                  <a:close/>
                </a:path>
                <a:path w="3914140" h="9525">
                  <a:moveTo>
                    <a:pt x="1650492" y="6096"/>
                  </a:moveTo>
                  <a:lnTo>
                    <a:pt x="1650492" y="3048"/>
                  </a:lnTo>
                  <a:lnTo>
                    <a:pt x="1653540" y="0"/>
                  </a:lnTo>
                  <a:lnTo>
                    <a:pt x="1656587" y="0"/>
                  </a:lnTo>
                  <a:lnTo>
                    <a:pt x="1656587" y="9144"/>
                  </a:lnTo>
                  <a:lnTo>
                    <a:pt x="1653540" y="9144"/>
                  </a:lnTo>
                  <a:lnTo>
                    <a:pt x="1650492" y="6096"/>
                  </a:lnTo>
                  <a:close/>
                </a:path>
                <a:path w="3914140" h="9525">
                  <a:moveTo>
                    <a:pt x="1691640" y="7619"/>
                  </a:moveTo>
                  <a:lnTo>
                    <a:pt x="1691640" y="1523"/>
                  </a:lnTo>
                  <a:lnTo>
                    <a:pt x="1693164" y="1523"/>
                  </a:lnTo>
                  <a:lnTo>
                    <a:pt x="1694687" y="0"/>
                  </a:lnTo>
                  <a:lnTo>
                    <a:pt x="1696211" y="0"/>
                  </a:lnTo>
                  <a:lnTo>
                    <a:pt x="1699259" y="3048"/>
                  </a:lnTo>
                  <a:lnTo>
                    <a:pt x="1699259" y="6096"/>
                  </a:lnTo>
                  <a:lnTo>
                    <a:pt x="1696211" y="9144"/>
                  </a:lnTo>
                  <a:lnTo>
                    <a:pt x="1694687" y="9144"/>
                  </a:lnTo>
                  <a:lnTo>
                    <a:pt x="1693164" y="7619"/>
                  </a:lnTo>
                  <a:lnTo>
                    <a:pt x="1691640" y="7619"/>
                  </a:lnTo>
                  <a:close/>
                </a:path>
                <a:path w="3914140" h="9525">
                  <a:moveTo>
                    <a:pt x="1731264" y="6096"/>
                  </a:moveTo>
                  <a:lnTo>
                    <a:pt x="1731264" y="3048"/>
                  </a:lnTo>
                  <a:lnTo>
                    <a:pt x="1734311" y="0"/>
                  </a:lnTo>
                  <a:lnTo>
                    <a:pt x="1735835" y="0"/>
                  </a:lnTo>
                  <a:lnTo>
                    <a:pt x="1737359" y="1523"/>
                  </a:lnTo>
                  <a:lnTo>
                    <a:pt x="1738884" y="1523"/>
                  </a:lnTo>
                  <a:lnTo>
                    <a:pt x="1738884" y="7619"/>
                  </a:lnTo>
                  <a:lnTo>
                    <a:pt x="1737359" y="7619"/>
                  </a:lnTo>
                  <a:lnTo>
                    <a:pt x="1735835" y="9144"/>
                  </a:lnTo>
                  <a:lnTo>
                    <a:pt x="1734311" y="9144"/>
                  </a:lnTo>
                  <a:lnTo>
                    <a:pt x="1731264" y="6096"/>
                  </a:lnTo>
                  <a:close/>
                </a:path>
                <a:path w="3914140" h="9525">
                  <a:moveTo>
                    <a:pt x="1778508" y="6096"/>
                  </a:moveTo>
                  <a:lnTo>
                    <a:pt x="1778508" y="3048"/>
                  </a:lnTo>
                  <a:lnTo>
                    <a:pt x="1780032" y="3048"/>
                  </a:lnTo>
                  <a:lnTo>
                    <a:pt x="1780032" y="6096"/>
                  </a:lnTo>
                  <a:lnTo>
                    <a:pt x="1778508" y="6096"/>
                  </a:lnTo>
                  <a:close/>
                </a:path>
                <a:path w="3914140" h="9525">
                  <a:moveTo>
                    <a:pt x="1776984" y="7619"/>
                  </a:moveTo>
                  <a:lnTo>
                    <a:pt x="1776984" y="1523"/>
                  </a:lnTo>
                  <a:lnTo>
                    <a:pt x="1778508" y="1523"/>
                  </a:lnTo>
                  <a:lnTo>
                    <a:pt x="1778508" y="7619"/>
                  </a:lnTo>
                  <a:lnTo>
                    <a:pt x="1776984" y="7619"/>
                  </a:lnTo>
                  <a:close/>
                </a:path>
                <a:path w="3914140" h="9525">
                  <a:moveTo>
                    <a:pt x="1773935" y="9144"/>
                  </a:moveTo>
                  <a:lnTo>
                    <a:pt x="1773935" y="0"/>
                  </a:lnTo>
                  <a:lnTo>
                    <a:pt x="1776984" y="0"/>
                  </a:lnTo>
                  <a:lnTo>
                    <a:pt x="1776984" y="9144"/>
                  </a:lnTo>
                  <a:lnTo>
                    <a:pt x="1773935" y="9144"/>
                  </a:lnTo>
                  <a:close/>
                </a:path>
                <a:path w="3914140" h="9525">
                  <a:moveTo>
                    <a:pt x="1772411" y="7619"/>
                  </a:moveTo>
                  <a:lnTo>
                    <a:pt x="1772411" y="1523"/>
                  </a:lnTo>
                  <a:lnTo>
                    <a:pt x="1773935" y="1523"/>
                  </a:lnTo>
                  <a:lnTo>
                    <a:pt x="1773935" y="7619"/>
                  </a:lnTo>
                  <a:lnTo>
                    <a:pt x="1772411" y="7619"/>
                  </a:lnTo>
                  <a:close/>
                </a:path>
                <a:path w="3914140" h="9525">
                  <a:moveTo>
                    <a:pt x="1770887" y="6096"/>
                  </a:moveTo>
                  <a:lnTo>
                    <a:pt x="1770887" y="3048"/>
                  </a:lnTo>
                  <a:lnTo>
                    <a:pt x="1772411" y="3048"/>
                  </a:lnTo>
                  <a:lnTo>
                    <a:pt x="1772411" y="6096"/>
                  </a:lnTo>
                  <a:lnTo>
                    <a:pt x="1770887" y="6096"/>
                  </a:lnTo>
                  <a:close/>
                </a:path>
                <a:path w="3914140" h="9525">
                  <a:moveTo>
                    <a:pt x="1812035" y="6096"/>
                  </a:moveTo>
                  <a:lnTo>
                    <a:pt x="1812035" y="3048"/>
                  </a:lnTo>
                  <a:lnTo>
                    <a:pt x="1815084" y="0"/>
                  </a:lnTo>
                  <a:lnTo>
                    <a:pt x="1816608" y="0"/>
                  </a:lnTo>
                  <a:lnTo>
                    <a:pt x="1819656" y="3048"/>
                  </a:lnTo>
                  <a:lnTo>
                    <a:pt x="1819656" y="6096"/>
                  </a:lnTo>
                  <a:lnTo>
                    <a:pt x="1816608" y="9144"/>
                  </a:lnTo>
                  <a:lnTo>
                    <a:pt x="1815084" y="9144"/>
                  </a:lnTo>
                  <a:lnTo>
                    <a:pt x="1812035" y="6096"/>
                  </a:lnTo>
                  <a:close/>
                </a:path>
                <a:path w="3914140" h="9525">
                  <a:moveTo>
                    <a:pt x="1859279" y="6096"/>
                  </a:moveTo>
                  <a:lnTo>
                    <a:pt x="1859279" y="3048"/>
                  </a:lnTo>
                  <a:lnTo>
                    <a:pt x="1860803" y="3048"/>
                  </a:lnTo>
                  <a:lnTo>
                    <a:pt x="1860803" y="6096"/>
                  </a:lnTo>
                  <a:lnTo>
                    <a:pt x="1859279" y="6096"/>
                  </a:lnTo>
                  <a:close/>
                </a:path>
                <a:path w="3914140" h="9525">
                  <a:moveTo>
                    <a:pt x="1857756" y="7619"/>
                  </a:moveTo>
                  <a:lnTo>
                    <a:pt x="1857756" y="1523"/>
                  </a:lnTo>
                  <a:lnTo>
                    <a:pt x="1859279" y="1523"/>
                  </a:lnTo>
                  <a:lnTo>
                    <a:pt x="1859279" y="7619"/>
                  </a:lnTo>
                  <a:lnTo>
                    <a:pt x="1857756" y="7619"/>
                  </a:lnTo>
                  <a:close/>
                </a:path>
                <a:path w="3914140" h="9525">
                  <a:moveTo>
                    <a:pt x="1854708" y="9144"/>
                  </a:moveTo>
                  <a:lnTo>
                    <a:pt x="1854708" y="0"/>
                  </a:lnTo>
                  <a:lnTo>
                    <a:pt x="1857756" y="0"/>
                  </a:lnTo>
                  <a:lnTo>
                    <a:pt x="1857756" y="9144"/>
                  </a:lnTo>
                  <a:lnTo>
                    <a:pt x="1854708" y="9144"/>
                  </a:lnTo>
                  <a:close/>
                </a:path>
                <a:path w="3914140" h="9525">
                  <a:moveTo>
                    <a:pt x="1853184" y="7619"/>
                  </a:moveTo>
                  <a:lnTo>
                    <a:pt x="1853184" y="1523"/>
                  </a:lnTo>
                  <a:lnTo>
                    <a:pt x="1854708" y="1523"/>
                  </a:lnTo>
                  <a:lnTo>
                    <a:pt x="1854708" y="7619"/>
                  </a:lnTo>
                  <a:lnTo>
                    <a:pt x="1853184" y="7619"/>
                  </a:lnTo>
                  <a:close/>
                </a:path>
                <a:path w="3914140" h="9525">
                  <a:moveTo>
                    <a:pt x="1851659" y="6096"/>
                  </a:moveTo>
                  <a:lnTo>
                    <a:pt x="1851659" y="3048"/>
                  </a:lnTo>
                  <a:lnTo>
                    <a:pt x="1853184" y="3048"/>
                  </a:lnTo>
                  <a:lnTo>
                    <a:pt x="1853184" y="6096"/>
                  </a:lnTo>
                  <a:lnTo>
                    <a:pt x="1851659" y="6096"/>
                  </a:lnTo>
                  <a:close/>
                </a:path>
                <a:path w="3914140" h="9525">
                  <a:moveTo>
                    <a:pt x="1892808" y="7619"/>
                  </a:moveTo>
                  <a:lnTo>
                    <a:pt x="1892808" y="1523"/>
                  </a:lnTo>
                  <a:lnTo>
                    <a:pt x="1894331" y="1523"/>
                  </a:lnTo>
                  <a:lnTo>
                    <a:pt x="1895855" y="0"/>
                  </a:lnTo>
                  <a:lnTo>
                    <a:pt x="1897380" y="0"/>
                  </a:lnTo>
                  <a:lnTo>
                    <a:pt x="1900427" y="3048"/>
                  </a:lnTo>
                  <a:lnTo>
                    <a:pt x="1900427" y="6096"/>
                  </a:lnTo>
                  <a:lnTo>
                    <a:pt x="1897380" y="9144"/>
                  </a:lnTo>
                  <a:lnTo>
                    <a:pt x="1895855" y="9144"/>
                  </a:lnTo>
                  <a:lnTo>
                    <a:pt x="1894331" y="7619"/>
                  </a:lnTo>
                  <a:lnTo>
                    <a:pt x="1892808" y="7619"/>
                  </a:lnTo>
                  <a:close/>
                </a:path>
                <a:path w="3914140" h="9525">
                  <a:moveTo>
                    <a:pt x="1932431" y="6096"/>
                  </a:moveTo>
                  <a:lnTo>
                    <a:pt x="1932431" y="3048"/>
                  </a:lnTo>
                  <a:lnTo>
                    <a:pt x="1935480" y="0"/>
                  </a:lnTo>
                  <a:lnTo>
                    <a:pt x="1937004" y="0"/>
                  </a:lnTo>
                  <a:lnTo>
                    <a:pt x="1938527" y="1523"/>
                  </a:lnTo>
                  <a:lnTo>
                    <a:pt x="1940051" y="1523"/>
                  </a:lnTo>
                  <a:lnTo>
                    <a:pt x="1940051" y="7619"/>
                  </a:lnTo>
                  <a:lnTo>
                    <a:pt x="1938527" y="7619"/>
                  </a:lnTo>
                  <a:lnTo>
                    <a:pt x="1937004" y="9144"/>
                  </a:lnTo>
                  <a:lnTo>
                    <a:pt x="1935480" y="9144"/>
                  </a:lnTo>
                  <a:lnTo>
                    <a:pt x="1932431" y="6096"/>
                  </a:lnTo>
                  <a:close/>
                </a:path>
                <a:path w="3914140" h="9525">
                  <a:moveTo>
                    <a:pt x="1975104" y="9144"/>
                  </a:moveTo>
                  <a:lnTo>
                    <a:pt x="1975104" y="0"/>
                  </a:lnTo>
                  <a:lnTo>
                    <a:pt x="1978151" y="0"/>
                  </a:lnTo>
                  <a:lnTo>
                    <a:pt x="1981200" y="3048"/>
                  </a:lnTo>
                  <a:lnTo>
                    <a:pt x="1981200" y="6096"/>
                  </a:lnTo>
                  <a:lnTo>
                    <a:pt x="1978151" y="9144"/>
                  </a:lnTo>
                  <a:lnTo>
                    <a:pt x="1975104" y="9144"/>
                  </a:lnTo>
                  <a:close/>
                </a:path>
                <a:path w="3914140" h="9525">
                  <a:moveTo>
                    <a:pt x="1973580" y="7619"/>
                  </a:moveTo>
                  <a:lnTo>
                    <a:pt x="1973580" y="1523"/>
                  </a:lnTo>
                  <a:lnTo>
                    <a:pt x="1975104" y="1523"/>
                  </a:lnTo>
                  <a:lnTo>
                    <a:pt x="1975104" y="7619"/>
                  </a:lnTo>
                  <a:lnTo>
                    <a:pt x="1973580" y="7619"/>
                  </a:lnTo>
                  <a:close/>
                </a:path>
                <a:path w="3914140" h="9525">
                  <a:moveTo>
                    <a:pt x="2013204" y="6096"/>
                  </a:moveTo>
                  <a:lnTo>
                    <a:pt x="2013204" y="3048"/>
                  </a:lnTo>
                  <a:lnTo>
                    <a:pt x="2016251" y="0"/>
                  </a:lnTo>
                  <a:lnTo>
                    <a:pt x="2017776" y="0"/>
                  </a:lnTo>
                  <a:lnTo>
                    <a:pt x="2020824" y="3048"/>
                  </a:lnTo>
                  <a:lnTo>
                    <a:pt x="2020824" y="6096"/>
                  </a:lnTo>
                  <a:lnTo>
                    <a:pt x="2017776" y="9144"/>
                  </a:lnTo>
                  <a:lnTo>
                    <a:pt x="2016251" y="9144"/>
                  </a:lnTo>
                  <a:lnTo>
                    <a:pt x="2013204" y="6096"/>
                  </a:lnTo>
                  <a:close/>
                </a:path>
                <a:path w="3914140" h="9525">
                  <a:moveTo>
                    <a:pt x="2060447" y="6096"/>
                  </a:moveTo>
                  <a:lnTo>
                    <a:pt x="2060447" y="3048"/>
                  </a:lnTo>
                  <a:lnTo>
                    <a:pt x="2061972" y="3048"/>
                  </a:lnTo>
                  <a:lnTo>
                    <a:pt x="2061972" y="6096"/>
                  </a:lnTo>
                  <a:lnTo>
                    <a:pt x="2060447" y="6096"/>
                  </a:lnTo>
                  <a:close/>
                </a:path>
                <a:path w="3914140" h="9525">
                  <a:moveTo>
                    <a:pt x="2058924" y="7619"/>
                  </a:moveTo>
                  <a:lnTo>
                    <a:pt x="2058924" y="1523"/>
                  </a:lnTo>
                  <a:lnTo>
                    <a:pt x="2060447" y="1523"/>
                  </a:lnTo>
                  <a:lnTo>
                    <a:pt x="2060447" y="7619"/>
                  </a:lnTo>
                  <a:lnTo>
                    <a:pt x="2058924" y="7619"/>
                  </a:lnTo>
                  <a:close/>
                </a:path>
                <a:path w="3914140" h="9525">
                  <a:moveTo>
                    <a:pt x="2055876" y="9144"/>
                  </a:moveTo>
                  <a:lnTo>
                    <a:pt x="2055876" y="0"/>
                  </a:lnTo>
                  <a:lnTo>
                    <a:pt x="2058924" y="0"/>
                  </a:lnTo>
                  <a:lnTo>
                    <a:pt x="2058924" y="9144"/>
                  </a:lnTo>
                  <a:lnTo>
                    <a:pt x="2055876" y="9144"/>
                  </a:lnTo>
                  <a:close/>
                </a:path>
                <a:path w="3914140" h="9525">
                  <a:moveTo>
                    <a:pt x="2054351" y="7619"/>
                  </a:moveTo>
                  <a:lnTo>
                    <a:pt x="2054351" y="1523"/>
                  </a:lnTo>
                  <a:lnTo>
                    <a:pt x="2055876" y="1523"/>
                  </a:lnTo>
                  <a:lnTo>
                    <a:pt x="2055876" y="7619"/>
                  </a:lnTo>
                  <a:lnTo>
                    <a:pt x="2054351" y="7619"/>
                  </a:lnTo>
                  <a:close/>
                </a:path>
                <a:path w="3914140" h="9525">
                  <a:moveTo>
                    <a:pt x="2052827" y="6096"/>
                  </a:moveTo>
                  <a:lnTo>
                    <a:pt x="2052827" y="3048"/>
                  </a:lnTo>
                  <a:lnTo>
                    <a:pt x="2054351" y="3048"/>
                  </a:lnTo>
                  <a:lnTo>
                    <a:pt x="2054351" y="6096"/>
                  </a:lnTo>
                  <a:lnTo>
                    <a:pt x="2052827" y="6096"/>
                  </a:lnTo>
                  <a:close/>
                </a:path>
                <a:path w="3914140" h="9525">
                  <a:moveTo>
                    <a:pt x="2093976" y="6096"/>
                  </a:moveTo>
                  <a:lnTo>
                    <a:pt x="2093976" y="3048"/>
                  </a:lnTo>
                  <a:lnTo>
                    <a:pt x="2097024" y="0"/>
                  </a:lnTo>
                  <a:lnTo>
                    <a:pt x="2098547" y="0"/>
                  </a:lnTo>
                  <a:lnTo>
                    <a:pt x="2101596" y="3048"/>
                  </a:lnTo>
                  <a:lnTo>
                    <a:pt x="2101596" y="6096"/>
                  </a:lnTo>
                  <a:lnTo>
                    <a:pt x="2098547" y="9144"/>
                  </a:lnTo>
                  <a:lnTo>
                    <a:pt x="2097024" y="9144"/>
                  </a:lnTo>
                  <a:lnTo>
                    <a:pt x="2093976" y="6096"/>
                  </a:lnTo>
                  <a:close/>
                </a:path>
                <a:path w="3914140" h="9525">
                  <a:moveTo>
                    <a:pt x="2139696" y="7619"/>
                  </a:moveTo>
                  <a:lnTo>
                    <a:pt x="2139696" y="1523"/>
                  </a:lnTo>
                  <a:lnTo>
                    <a:pt x="2141220" y="1523"/>
                  </a:lnTo>
                  <a:lnTo>
                    <a:pt x="2141220" y="7619"/>
                  </a:lnTo>
                  <a:lnTo>
                    <a:pt x="2139696" y="7619"/>
                  </a:lnTo>
                  <a:close/>
                </a:path>
                <a:path w="3914140" h="9525">
                  <a:moveTo>
                    <a:pt x="2133600" y="6096"/>
                  </a:moveTo>
                  <a:lnTo>
                    <a:pt x="2133600" y="3048"/>
                  </a:lnTo>
                  <a:lnTo>
                    <a:pt x="2136647" y="0"/>
                  </a:lnTo>
                  <a:lnTo>
                    <a:pt x="2139696" y="0"/>
                  </a:lnTo>
                  <a:lnTo>
                    <a:pt x="2139696" y="9144"/>
                  </a:lnTo>
                  <a:lnTo>
                    <a:pt x="2136647" y="9144"/>
                  </a:lnTo>
                  <a:lnTo>
                    <a:pt x="2133600" y="6096"/>
                  </a:lnTo>
                  <a:close/>
                </a:path>
                <a:path w="3914140" h="9525">
                  <a:moveTo>
                    <a:pt x="2174747" y="7619"/>
                  </a:moveTo>
                  <a:lnTo>
                    <a:pt x="2174747" y="1523"/>
                  </a:lnTo>
                  <a:lnTo>
                    <a:pt x="2176272" y="1523"/>
                  </a:lnTo>
                  <a:lnTo>
                    <a:pt x="2177796" y="0"/>
                  </a:lnTo>
                  <a:lnTo>
                    <a:pt x="2179320" y="0"/>
                  </a:lnTo>
                  <a:lnTo>
                    <a:pt x="2182368" y="3048"/>
                  </a:lnTo>
                  <a:lnTo>
                    <a:pt x="2182368" y="6096"/>
                  </a:lnTo>
                  <a:lnTo>
                    <a:pt x="2179320" y="9144"/>
                  </a:lnTo>
                  <a:lnTo>
                    <a:pt x="2177796" y="9144"/>
                  </a:lnTo>
                  <a:lnTo>
                    <a:pt x="2176272" y="7619"/>
                  </a:lnTo>
                  <a:lnTo>
                    <a:pt x="2174747" y="7619"/>
                  </a:lnTo>
                  <a:close/>
                </a:path>
                <a:path w="3914140" h="9525">
                  <a:moveTo>
                    <a:pt x="2214372" y="6096"/>
                  </a:moveTo>
                  <a:lnTo>
                    <a:pt x="2214372" y="3048"/>
                  </a:lnTo>
                  <a:lnTo>
                    <a:pt x="2217420" y="0"/>
                  </a:lnTo>
                  <a:lnTo>
                    <a:pt x="2218943" y="0"/>
                  </a:lnTo>
                  <a:lnTo>
                    <a:pt x="2220468" y="1523"/>
                  </a:lnTo>
                  <a:lnTo>
                    <a:pt x="2221992" y="1523"/>
                  </a:lnTo>
                  <a:lnTo>
                    <a:pt x="2221992" y="7619"/>
                  </a:lnTo>
                  <a:lnTo>
                    <a:pt x="2220468" y="7619"/>
                  </a:lnTo>
                  <a:lnTo>
                    <a:pt x="2218943" y="9144"/>
                  </a:lnTo>
                  <a:lnTo>
                    <a:pt x="2217420" y="9144"/>
                  </a:lnTo>
                  <a:lnTo>
                    <a:pt x="2214372" y="6096"/>
                  </a:lnTo>
                  <a:close/>
                </a:path>
                <a:path w="3914140" h="9525">
                  <a:moveTo>
                    <a:pt x="2261616" y="6096"/>
                  </a:moveTo>
                  <a:lnTo>
                    <a:pt x="2261616" y="3048"/>
                  </a:lnTo>
                  <a:lnTo>
                    <a:pt x="2263139" y="3048"/>
                  </a:lnTo>
                  <a:lnTo>
                    <a:pt x="2263139" y="6096"/>
                  </a:lnTo>
                  <a:lnTo>
                    <a:pt x="2261616" y="6096"/>
                  </a:lnTo>
                  <a:close/>
                </a:path>
                <a:path w="3914140" h="9525">
                  <a:moveTo>
                    <a:pt x="2260092" y="7619"/>
                  </a:moveTo>
                  <a:lnTo>
                    <a:pt x="2260092" y="1523"/>
                  </a:lnTo>
                  <a:lnTo>
                    <a:pt x="2261616" y="1523"/>
                  </a:lnTo>
                  <a:lnTo>
                    <a:pt x="2261616" y="7619"/>
                  </a:lnTo>
                  <a:lnTo>
                    <a:pt x="2260092" y="7619"/>
                  </a:lnTo>
                  <a:close/>
                </a:path>
                <a:path w="3914140" h="9525">
                  <a:moveTo>
                    <a:pt x="2257043" y="9144"/>
                  </a:moveTo>
                  <a:lnTo>
                    <a:pt x="2257043" y="0"/>
                  </a:lnTo>
                  <a:lnTo>
                    <a:pt x="2260092" y="0"/>
                  </a:lnTo>
                  <a:lnTo>
                    <a:pt x="2260092" y="9144"/>
                  </a:lnTo>
                  <a:lnTo>
                    <a:pt x="2257043" y="9144"/>
                  </a:lnTo>
                  <a:close/>
                </a:path>
                <a:path w="3914140" h="9525">
                  <a:moveTo>
                    <a:pt x="2255520" y="7619"/>
                  </a:moveTo>
                  <a:lnTo>
                    <a:pt x="2255520" y="1523"/>
                  </a:lnTo>
                  <a:lnTo>
                    <a:pt x="2257043" y="1523"/>
                  </a:lnTo>
                  <a:lnTo>
                    <a:pt x="2257043" y="7619"/>
                  </a:lnTo>
                  <a:lnTo>
                    <a:pt x="2255520" y="7619"/>
                  </a:lnTo>
                  <a:close/>
                </a:path>
                <a:path w="3914140" h="9525">
                  <a:moveTo>
                    <a:pt x="2253996" y="6096"/>
                  </a:moveTo>
                  <a:lnTo>
                    <a:pt x="2253996" y="3048"/>
                  </a:lnTo>
                  <a:lnTo>
                    <a:pt x="2255520" y="3048"/>
                  </a:lnTo>
                  <a:lnTo>
                    <a:pt x="2255520" y="6096"/>
                  </a:lnTo>
                  <a:lnTo>
                    <a:pt x="2253996" y="6096"/>
                  </a:lnTo>
                  <a:close/>
                </a:path>
                <a:path w="3914140" h="9525">
                  <a:moveTo>
                    <a:pt x="2295143" y="6096"/>
                  </a:moveTo>
                  <a:lnTo>
                    <a:pt x="2295143" y="3048"/>
                  </a:lnTo>
                  <a:lnTo>
                    <a:pt x="2298192" y="0"/>
                  </a:lnTo>
                  <a:lnTo>
                    <a:pt x="2299716" y="0"/>
                  </a:lnTo>
                  <a:lnTo>
                    <a:pt x="2302764" y="3048"/>
                  </a:lnTo>
                  <a:lnTo>
                    <a:pt x="2302764" y="6096"/>
                  </a:lnTo>
                  <a:lnTo>
                    <a:pt x="2299716" y="9144"/>
                  </a:lnTo>
                  <a:lnTo>
                    <a:pt x="2298192" y="9144"/>
                  </a:lnTo>
                  <a:lnTo>
                    <a:pt x="2295143" y="6096"/>
                  </a:lnTo>
                  <a:close/>
                </a:path>
                <a:path w="3914140" h="9525">
                  <a:moveTo>
                    <a:pt x="2342388" y="6096"/>
                  </a:moveTo>
                  <a:lnTo>
                    <a:pt x="2342388" y="3048"/>
                  </a:lnTo>
                  <a:lnTo>
                    <a:pt x="2343912" y="3048"/>
                  </a:lnTo>
                  <a:lnTo>
                    <a:pt x="2343912" y="6096"/>
                  </a:lnTo>
                  <a:lnTo>
                    <a:pt x="2342388" y="6096"/>
                  </a:lnTo>
                  <a:close/>
                </a:path>
                <a:path w="3914140" h="9525">
                  <a:moveTo>
                    <a:pt x="2340864" y="7619"/>
                  </a:moveTo>
                  <a:lnTo>
                    <a:pt x="2340864" y="1523"/>
                  </a:lnTo>
                  <a:lnTo>
                    <a:pt x="2342388" y="1523"/>
                  </a:lnTo>
                  <a:lnTo>
                    <a:pt x="2342388" y="7619"/>
                  </a:lnTo>
                  <a:lnTo>
                    <a:pt x="2340864" y="7619"/>
                  </a:lnTo>
                  <a:close/>
                </a:path>
                <a:path w="3914140" h="9525">
                  <a:moveTo>
                    <a:pt x="2337816" y="9144"/>
                  </a:moveTo>
                  <a:lnTo>
                    <a:pt x="2337816" y="0"/>
                  </a:lnTo>
                  <a:lnTo>
                    <a:pt x="2340864" y="0"/>
                  </a:lnTo>
                  <a:lnTo>
                    <a:pt x="2340864" y="9144"/>
                  </a:lnTo>
                  <a:lnTo>
                    <a:pt x="2337816" y="9144"/>
                  </a:lnTo>
                  <a:close/>
                </a:path>
                <a:path w="3914140" h="9525">
                  <a:moveTo>
                    <a:pt x="2336292" y="7619"/>
                  </a:moveTo>
                  <a:lnTo>
                    <a:pt x="2336292" y="1523"/>
                  </a:lnTo>
                  <a:lnTo>
                    <a:pt x="2337816" y="1523"/>
                  </a:lnTo>
                  <a:lnTo>
                    <a:pt x="2337816" y="7619"/>
                  </a:lnTo>
                  <a:lnTo>
                    <a:pt x="2336292" y="7619"/>
                  </a:lnTo>
                  <a:close/>
                </a:path>
                <a:path w="3914140" h="9525">
                  <a:moveTo>
                    <a:pt x="2334768" y="6096"/>
                  </a:moveTo>
                  <a:lnTo>
                    <a:pt x="2334768" y="3048"/>
                  </a:lnTo>
                  <a:lnTo>
                    <a:pt x="2336292" y="3048"/>
                  </a:lnTo>
                  <a:lnTo>
                    <a:pt x="2336292" y="6096"/>
                  </a:lnTo>
                  <a:lnTo>
                    <a:pt x="2334768" y="6096"/>
                  </a:lnTo>
                  <a:close/>
                </a:path>
                <a:path w="3914140" h="9525">
                  <a:moveTo>
                    <a:pt x="2375916" y="7619"/>
                  </a:moveTo>
                  <a:lnTo>
                    <a:pt x="2375916" y="1523"/>
                  </a:lnTo>
                  <a:lnTo>
                    <a:pt x="2377439" y="1523"/>
                  </a:lnTo>
                  <a:lnTo>
                    <a:pt x="2378964" y="0"/>
                  </a:lnTo>
                  <a:lnTo>
                    <a:pt x="2380488" y="0"/>
                  </a:lnTo>
                  <a:lnTo>
                    <a:pt x="2383535" y="3048"/>
                  </a:lnTo>
                  <a:lnTo>
                    <a:pt x="2383535" y="6096"/>
                  </a:lnTo>
                  <a:lnTo>
                    <a:pt x="2380488" y="9144"/>
                  </a:lnTo>
                  <a:lnTo>
                    <a:pt x="2378964" y="9144"/>
                  </a:lnTo>
                  <a:lnTo>
                    <a:pt x="2377439" y="7619"/>
                  </a:lnTo>
                  <a:lnTo>
                    <a:pt x="2375916" y="7619"/>
                  </a:lnTo>
                  <a:close/>
                </a:path>
                <a:path w="3914140" h="9525">
                  <a:moveTo>
                    <a:pt x="2415539" y="6096"/>
                  </a:moveTo>
                  <a:lnTo>
                    <a:pt x="2415539" y="3048"/>
                  </a:lnTo>
                  <a:lnTo>
                    <a:pt x="2418588" y="0"/>
                  </a:lnTo>
                  <a:lnTo>
                    <a:pt x="2420112" y="0"/>
                  </a:lnTo>
                  <a:lnTo>
                    <a:pt x="2421635" y="1523"/>
                  </a:lnTo>
                  <a:lnTo>
                    <a:pt x="2423160" y="1523"/>
                  </a:lnTo>
                  <a:lnTo>
                    <a:pt x="2423160" y="7619"/>
                  </a:lnTo>
                  <a:lnTo>
                    <a:pt x="2421635" y="7619"/>
                  </a:lnTo>
                  <a:lnTo>
                    <a:pt x="2420112" y="9144"/>
                  </a:lnTo>
                  <a:lnTo>
                    <a:pt x="2418588" y="9144"/>
                  </a:lnTo>
                  <a:lnTo>
                    <a:pt x="2415539" y="6096"/>
                  </a:lnTo>
                  <a:close/>
                </a:path>
                <a:path w="3914140" h="9525">
                  <a:moveTo>
                    <a:pt x="2458212" y="9144"/>
                  </a:moveTo>
                  <a:lnTo>
                    <a:pt x="2458212" y="0"/>
                  </a:lnTo>
                  <a:lnTo>
                    <a:pt x="2461260" y="0"/>
                  </a:lnTo>
                  <a:lnTo>
                    <a:pt x="2464308" y="3048"/>
                  </a:lnTo>
                  <a:lnTo>
                    <a:pt x="2464308" y="6096"/>
                  </a:lnTo>
                  <a:lnTo>
                    <a:pt x="2461260" y="9144"/>
                  </a:lnTo>
                  <a:lnTo>
                    <a:pt x="2458212" y="9144"/>
                  </a:lnTo>
                  <a:close/>
                </a:path>
                <a:path w="3914140" h="9525">
                  <a:moveTo>
                    <a:pt x="2456688" y="7619"/>
                  </a:moveTo>
                  <a:lnTo>
                    <a:pt x="2456688" y="1523"/>
                  </a:lnTo>
                  <a:lnTo>
                    <a:pt x="2458212" y="1523"/>
                  </a:lnTo>
                  <a:lnTo>
                    <a:pt x="2458212" y="7619"/>
                  </a:lnTo>
                  <a:lnTo>
                    <a:pt x="2456688" y="7619"/>
                  </a:lnTo>
                  <a:close/>
                </a:path>
                <a:path w="3914140" h="9525">
                  <a:moveTo>
                    <a:pt x="2496312" y="6096"/>
                  </a:moveTo>
                  <a:lnTo>
                    <a:pt x="2496312" y="3048"/>
                  </a:lnTo>
                  <a:lnTo>
                    <a:pt x="2499360" y="0"/>
                  </a:lnTo>
                  <a:lnTo>
                    <a:pt x="2500884" y="0"/>
                  </a:lnTo>
                  <a:lnTo>
                    <a:pt x="2503931" y="3048"/>
                  </a:lnTo>
                  <a:lnTo>
                    <a:pt x="2503931" y="6096"/>
                  </a:lnTo>
                  <a:lnTo>
                    <a:pt x="2500884" y="9144"/>
                  </a:lnTo>
                  <a:lnTo>
                    <a:pt x="2499360" y="9144"/>
                  </a:lnTo>
                  <a:lnTo>
                    <a:pt x="2496312" y="6096"/>
                  </a:lnTo>
                  <a:close/>
                </a:path>
                <a:path w="3914140" h="9525">
                  <a:moveTo>
                    <a:pt x="2543556" y="6096"/>
                  </a:moveTo>
                  <a:lnTo>
                    <a:pt x="2543556" y="3048"/>
                  </a:lnTo>
                  <a:lnTo>
                    <a:pt x="2545080" y="3048"/>
                  </a:lnTo>
                  <a:lnTo>
                    <a:pt x="2545080" y="6096"/>
                  </a:lnTo>
                  <a:lnTo>
                    <a:pt x="2543556" y="6096"/>
                  </a:lnTo>
                  <a:close/>
                </a:path>
                <a:path w="3914140" h="9525">
                  <a:moveTo>
                    <a:pt x="2542031" y="7619"/>
                  </a:moveTo>
                  <a:lnTo>
                    <a:pt x="2542031" y="1523"/>
                  </a:lnTo>
                  <a:lnTo>
                    <a:pt x="2543556" y="1523"/>
                  </a:lnTo>
                  <a:lnTo>
                    <a:pt x="2543556" y="7619"/>
                  </a:lnTo>
                  <a:lnTo>
                    <a:pt x="2542031" y="7619"/>
                  </a:lnTo>
                  <a:close/>
                </a:path>
                <a:path w="3914140" h="9525">
                  <a:moveTo>
                    <a:pt x="2538984" y="9144"/>
                  </a:moveTo>
                  <a:lnTo>
                    <a:pt x="2538984" y="0"/>
                  </a:lnTo>
                  <a:lnTo>
                    <a:pt x="2542031" y="0"/>
                  </a:lnTo>
                  <a:lnTo>
                    <a:pt x="2542031" y="9144"/>
                  </a:lnTo>
                  <a:lnTo>
                    <a:pt x="2538984" y="9144"/>
                  </a:lnTo>
                  <a:close/>
                </a:path>
                <a:path w="3914140" h="9525">
                  <a:moveTo>
                    <a:pt x="2537460" y="7619"/>
                  </a:moveTo>
                  <a:lnTo>
                    <a:pt x="2537460" y="1523"/>
                  </a:lnTo>
                  <a:lnTo>
                    <a:pt x="2538984" y="1523"/>
                  </a:lnTo>
                  <a:lnTo>
                    <a:pt x="2538984" y="7619"/>
                  </a:lnTo>
                  <a:lnTo>
                    <a:pt x="2537460" y="7619"/>
                  </a:lnTo>
                  <a:close/>
                </a:path>
                <a:path w="3914140" h="9525">
                  <a:moveTo>
                    <a:pt x="2535935" y="6096"/>
                  </a:moveTo>
                  <a:lnTo>
                    <a:pt x="2535935" y="3048"/>
                  </a:lnTo>
                  <a:lnTo>
                    <a:pt x="2537460" y="3048"/>
                  </a:lnTo>
                  <a:lnTo>
                    <a:pt x="2537460" y="6096"/>
                  </a:lnTo>
                  <a:lnTo>
                    <a:pt x="2535935" y="6096"/>
                  </a:lnTo>
                  <a:close/>
                </a:path>
                <a:path w="3914140" h="9525">
                  <a:moveTo>
                    <a:pt x="2577084" y="6096"/>
                  </a:moveTo>
                  <a:lnTo>
                    <a:pt x="2577084" y="3048"/>
                  </a:lnTo>
                  <a:lnTo>
                    <a:pt x="2580131" y="0"/>
                  </a:lnTo>
                  <a:lnTo>
                    <a:pt x="2581656" y="0"/>
                  </a:lnTo>
                  <a:lnTo>
                    <a:pt x="2584704" y="3048"/>
                  </a:lnTo>
                  <a:lnTo>
                    <a:pt x="2584704" y="6096"/>
                  </a:lnTo>
                  <a:lnTo>
                    <a:pt x="2581656" y="9144"/>
                  </a:lnTo>
                  <a:lnTo>
                    <a:pt x="2580131" y="9144"/>
                  </a:lnTo>
                  <a:lnTo>
                    <a:pt x="2577084" y="6096"/>
                  </a:lnTo>
                  <a:close/>
                </a:path>
                <a:path w="3914140" h="9525">
                  <a:moveTo>
                    <a:pt x="2622804" y="7619"/>
                  </a:moveTo>
                  <a:lnTo>
                    <a:pt x="2622804" y="1523"/>
                  </a:lnTo>
                  <a:lnTo>
                    <a:pt x="2624327" y="1523"/>
                  </a:lnTo>
                  <a:lnTo>
                    <a:pt x="2624327" y="7619"/>
                  </a:lnTo>
                  <a:lnTo>
                    <a:pt x="2622804" y="7619"/>
                  </a:lnTo>
                  <a:close/>
                </a:path>
                <a:path w="3914140" h="9525">
                  <a:moveTo>
                    <a:pt x="2616708" y="6096"/>
                  </a:moveTo>
                  <a:lnTo>
                    <a:pt x="2616708" y="3048"/>
                  </a:lnTo>
                  <a:lnTo>
                    <a:pt x="2619756" y="0"/>
                  </a:lnTo>
                  <a:lnTo>
                    <a:pt x="2622804" y="0"/>
                  </a:lnTo>
                  <a:lnTo>
                    <a:pt x="2622804" y="9144"/>
                  </a:lnTo>
                  <a:lnTo>
                    <a:pt x="2619756" y="9144"/>
                  </a:lnTo>
                  <a:lnTo>
                    <a:pt x="2616708" y="6096"/>
                  </a:lnTo>
                  <a:close/>
                </a:path>
                <a:path w="3914140" h="9525">
                  <a:moveTo>
                    <a:pt x="2657856" y="7619"/>
                  </a:moveTo>
                  <a:lnTo>
                    <a:pt x="2657856" y="1523"/>
                  </a:lnTo>
                  <a:lnTo>
                    <a:pt x="2659380" y="1523"/>
                  </a:lnTo>
                  <a:lnTo>
                    <a:pt x="2660904" y="0"/>
                  </a:lnTo>
                  <a:lnTo>
                    <a:pt x="2662427" y="0"/>
                  </a:lnTo>
                  <a:lnTo>
                    <a:pt x="2665476" y="3048"/>
                  </a:lnTo>
                  <a:lnTo>
                    <a:pt x="2665476" y="6096"/>
                  </a:lnTo>
                  <a:lnTo>
                    <a:pt x="2662427" y="9144"/>
                  </a:lnTo>
                  <a:lnTo>
                    <a:pt x="2660904" y="9144"/>
                  </a:lnTo>
                  <a:lnTo>
                    <a:pt x="2659380" y="7619"/>
                  </a:lnTo>
                  <a:lnTo>
                    <a:pt x="2657856" y="7619"/>
                  </a:lnTo>
                  <a:close/>
                </a:path>
                <a:path w="3914140" h="9525">
                  <a:moveTo>
                    <a:pt x="2697480" y="6096"/>
                  </a:moveTo>
                  <a:lnTo>
                    <a:pt x="2697480" y="3048"/>
                  </a:lnTo>
                  <a:lnTo>
                    <a:pt x="2700527" y="0"/>
                  </a:lnTo>
                  <a:lnTo>
                    <a:pt x="2702052" y="0"/>
                  </a:lnTo>
                  <a:lnTo>
                    <a:pt x="2703576" y="1523"/>
                  </a:lnTo>
                  <a:lnTo>
                    <a:pt x="2705100" y="1523"/>
                  </a:lnTo>
                  <a:lnTo>
                    <a:pt x="2705100" y="7619"/>
                  </a:lnTo>
                  <a:lnTo>
                    <a:pt x="2703576" y="7619"/>
                  </a:lnTo>
                  <a:lnTo>
                    <a:pt x="2702052" y="9144"/>
                  </a:lnTo>
                  <a:lnTo>
                    <a:pt x="2700527" y="9144"/>
                  </a:lnTo>
                  <a:lnTo>
                    <a:pt x="2697480" y="6096"/>
                  </a:lnTo>
                  <a:close/>
                </a:path>
                <a:path w="3914140" h="9525">
                  <a:moveTo>
                    <a:pt x="2744724" y="6096"/>
                  </a:moveTo>
                  <a:lnTo>
                    <a:pt x="2744724" y="3048"/>
                  </a:lnTo>
                  <a:lnTo>
                    <a:pt x="2746248" y="3048"/>
                  </a:lnTo>
                  <a:lnTo>
                    <a:pt x="2746248" y="6096"/>
                  </a:lnTo>
                  <a:lnTo>
                    <a:pt x="2744724" y="6096"/>
                  </a:lnTo>
                  <a:close/>
                </a:path>
                <a:path w="3914140" h="9525">
                  <a:moveTo>
                    <a:pt x="2743200" y="7619"/>
                  </a:moveTo>
                  <a:lnTo>
                    <a:pt x="2743200" y="1523"/>
                  </a:lnTo>
                  <a:lnTo>
                    <a:pt x="2744724" y="1523"/>
                  </a:lnTo>
                  <a:lnTo>
                    <a:pt x="2744724" y="7619"/>
                  </a:lnTo>
                  <a:lnTo>
                    <a:pt x="2743200" y="7619"/>
                  </a:lnTo>
                  <a:close/>
                </a:path>
                <a:path w="3914140" h="9525">
                  <a:moveTo>
                    <a:pt x="2740152" y="9144"/>
                  </a:moveTo>
                  <a:lnTo>
                    <a:pt x="2740152" y="0"/>
                  </a:lnTo>
                  <a:lnTo>
                    <a:pt x="2743200" y="0"/>
                  </a:lnTo>
                  <a:lnTo>
                    <a:pt x="2743200" y="9144"/>
                  </a:lnTo>
                  <a:lnTo>
                    <a:pt x="2740152" y="9144"/>
                  </a:lnTo>
                  <a:close/>
                </a:path>
                <a:path w="3914140" h="9525">
                  <a:moveTo>
                    <a:pt x="2738627" y="7619"/>
                  </a:moveTo>
                  <a:lnTo>
                    <a:pt x="2738627" y="1523"/>
                  </a:lnTo>
                  <a:lnTo>
                    <a:pt x="2740152" y="1523"/>
                  </a:lnTo>
                  <a:lnTo>
                    <a:pt x="2740152" y="7619"/>
                  </a:lnTo>
                  <a:lnTo>
                    <a:pt x="2738627" y="7619"/>
                  </a:lnTo>
                  <a:close/>
                </a:path>
                <a:path w="3914140" h="9525">
                  <a:moveTo>
                    <a:pt x="2737104" y="6096"/>
                  </a:moveTo>
                  <a:lnTo>
                    <a:pt x="2737104" y="3048"/>
                  </a:lnTo>
                  <a:lnTo>
                    <a:pt x="2738627" y="3048"/>
                  </a:lnTo>
                  <a:lnTo>
                    <a:pt x="2738627" y="6096"/>
                  </a:lnTo>
                  <a:lnTo>
                    <a:pt x="2737104" y="6096"/>
                  </a:lnTo>
                  <a:close/>
                </a:path>
                <a:path w="3914140" h="9525">
                  <a:moveTo>
                    <a:pt x="2778252" y="6096"/>
                  </a:moveTo>
                  <a:lnTo>
                    <a:pt x="2778252" y="3048"/>
                  </a:lnTo>
                  <a:lnTo>
                    <a:pt x="2781300" y="0"/>
                  </a:lnTo>
                  <a:lnTo>
                    <a:pt x="2782824" y="0"/>
                  </a:lnTo>
                  <a:lnTo>
                    <a:pt x="2785872" y="3048"/>
                  </a:lnTo>
                  <a:lnTo>
                    <a:pt x="2785872" y="6096"/>
                  </a:lnTo>
                  <a:lnTo>
                    <a:pt x="2782824" y="9144"/>
                  </a:lnTo>
                  <a:lnTo>
                    <a:pt x="2781300" y="9144"/>
                  </a:lnTo>
                  <a:lnTo>
                    <a:pt x="2778252" y="6096"/>
                  </a:lnTo>
                  <a:close/>
                </a:path>
                <a:path w="3914140" h="9525">
                  <a:moveTo>
                    <a:pt x="2825496" y="6096"/>
                  </a:moveTo>
                  <a:lnTo>
                    <a:pt x="2825496" y="3048"/>
                  </a:lnTo>
                  <a:lnTo>
                    <a:pt x="2827020" y="3048"/>
                  </a:lnTo>
                  <a:lnTo>
                    <a:pt x="2827020" y="6096"/>
                  </a:lnTo>
                  <a:lnTo>
                    <a:pt x="2825496" y="6096"/>
                  </a:lnTo>
                  <a:close/>
                </a:path>
                <a:path w="3914140" h="9525">
                  <a:moveTo>
                    <a:pt x="2823972" y="7619"/>
                  </a:moveTo>
                  <a:lnTo>
                    <a:pt x="2823972" y="1523"/>
                  </a:lnTo>
                  <a:lnTo>
                    <a:pt x="2825496" y="1523"/>
                  </a:lnTo>
                  <a:lnTo>
                    <a:pt x="2825496" y="7619"/>
                  </a:lnTo>
                  <a:lnTo>
                    <a:pt x="2823972" y="7619"/>
                  </a:lnTo>
                  <a:close/>
                </a:path>
                <a:path w="3914140" h="9525">
                  <a:moveTo>
                    <a:pt x="2820924" y="9144"/>
                  </a:moveTo>
                  <a:lnTo>
                    <a:pt x="2820924" y="0"/>
                  </a:lnTo>
                  <a:lnTo>
                    <a:pt x="2823972" y="0"/>
                  </a:lnTo>
                  <a:lnTo>
                    <a:pt x="2823972" y="9144"/>
                  </a:lnTo>
                  <a:lnTo>
                    <a:pt x="2820924" y="9144"/>
                  </a:lnTo>
                  <a:close/>
                </a:path>
                <a:path w="3914140" h="9525">
                  <a:moveTo>
                    <a:pt x="2819400" y="7619"/>
                  </a:moveTo>
                  <a:lnTo>
                    <a:pt x="2819400" y="1523"/>
                  </a:lnTo>
                  <a:lnTo>
                    <a:pt x="2820924" y="1523"/>
                  </a:lnTo>
                  <a:lnTo>
                    <a:pt x="2820924" y="7619"/>
                  </a:lnTo>
                  <a:lnTo>
                    <a:pt x="2819400" y="7619"/>
                  </a:lnTo>
                  <a:close/>
                </a:path>
                <a:path w="3914140" h="9525">
                  <a:moveTo>
                    <a:pt x="2817876" y="6096"/>
                  </a:moveTo>
                  <a:lnTo>
                    <a:pt x="2817876" y="3048"/>
                  </a:lnTo>
                  <a:lnTo>
                    <a:pt x="2819400" y="3048"/>
                  </a:lnTo>
                  <a:lnTo>
                    <a:pt x="2819400" y="6096"/>
                  </a:lnTo>
                  <a:lnTo>
                    <a:pt x="2817876" y="6096"/>
                  </a:lnTo>
                  <a:close/>
                </a:path>
                <a:path w="3914140" h="9525">
                  <a:moveTo>
                    <a:pt x="2859024" y="7619"/>
                  </a:moveTo>
                  <a:lnTo>
                    <a:pt x="2859024" y="1523"/>
                  </a:lnTo>
                  <a:lnTo>
                    <a:pt x="2860548" y="1523"/>
                  </a:lnTo>
                  <a:lnTo>
                    <a:pt x="2862072" y="0"/>
                  </a:lnTo>
                  <a:lnTo>
                    <a:pt x="2863596" y="0"/>
                  </a:lnTo>
                  <a:lnTo>
                    <a:pt x="2866643" y="3048"/>
                  </a:lnTo>
                  <a:lnTo>
                    <a:pt x="2866643" y="6096"/>
                  </a:lnTo>
                  <a:lnTo>
                    <a:pt x="2863596" y="9144"/>
                  </a:lnTo>
                  <a:lnTo>
                    <a:pt x="2862072" y="9144"/>
                  </a:lnTo>
                  <a:lnTo>
                    <a:pt x="2860548" y="7619"/>
                  </a:lnTo>
                  <a:lnTo>
                    <a:pt x="2859024" y="7619"/>
                  </a:lnTo>
                  <a:close/>
                </a:path>
                <a:path w="3914140" h="9525">
                  <a:moveTo>
                    <a:pt x="2898648" y="6096"/>
                  </a:moveTo>
                  <a:lnTo>
                    <a:pt x="2898648" y="3048"/>
                  </a:lnTo>
                  <a:lnTo>
                    <a:pt x="2901696" y="0"/>
                  </a:lnTo>
                  <a:lnTo>
                    <a:pt x="2903220" y="0"/>
                  </a:lnTo>
                  <a:lnTo>
                    <a:pt x="2904744" y="1523"/>
                  </a:lnTo>
                  <a:lnTo>
                    <a:pt x="2906268" y="1523"/>
                  </a:lnTo>
                  <a:lnTo>
                    <a:pt x="2906268" y="7619"/>
                  </a:lnTo>
                  <a:lnTo>
                    <a:pt x="2904744" y="7619"/>
                  </a:lnTo>
                  <a:lnTo>
                    <a:pt x="2903220" y="9144"/>
                  </a:lnTo>
                  <a:lnTo>
                    <a:pt x="2901696" y="9144"/>
                  </a:lnTo>
                  <a:lnTo>
                    <a:pt x="2898648" y="6096"/>
                  </a:lnTo>
                  <a:close/>
                </a:path>
                <a:path w="3914140" h="9525">
                  <a:moveTo>
                    <a:pt x="2941320" y="9144"/>
                  </a:moveTo>
                  <a:lnTo>
                    <a:pt x="2941320" y="0"/>
                  </a:lnTo>
                  <a:lnTo>
                    <a:pt x="2944368" y="0"/>
                  </a:lnTo>
                  <a:lnTo>
                    <a:pt x="2947416" y="3048"/>
                  </a:lnTo>
                  <a:lnTo>
                    <a:pt x="2947416" y="6096"/>
                  </a:lnTo>
                  <a:lnTo>
                    <a:pt x="2944368" y="9144"/>
                  </a:lnTo>
                  <a:lnTo>
                    <a:pt x="2941320" y="9144"/>
                  </a:lnTo>
                  <a:close/>
                </a:path>
                <a:path w="3914140" h="9525">
                  <a:moveTo>
                    <a:pt x="2939796" y="7619"/>
                  </a:moveTo>
                  <a:lnTo>
                    <a:pt x="2939796" y="1523"/>
                  </a:lnTo>
                  <a:lnTo>
                    <a:pt x="2941320" y="1523"/>
                  </a:lnTo>
                  <a:lnTo>
                    <a:pt x="2941320" y="7619"/>
                  </a:lnTo>
                  <a:lnTo>
                    <a:pt x="2939796" y="7619"/>
                  </a:lnTo>
                  <a:close/>
                </a:path>
                <a:path w="3914140" h="9525">
                  <a:moveTo>
                    <a:pt x="2979420" y="6096"/>
                  </a:moveTo>
                  <a:lnTo>
                    <a:pt x="2979420" y="3048"/>
                  </a:lnTo>
                  <a:lnTo>
                    <a:pt x="2982468" y="0"/>
                  </a:lnTo>
                  <a:lnTo>
                    <a:pt x="2983992" y="0"/>
                  </a:lnTo>
                  <a:lnTo>
                    <a:pt x="2987040" y="3048"/>
                  </a:lnTo>
                  <a:lnTo>
                    <a:pt x="2987040" y="6096"/>
                  </a:lnTo>
                  <a:lnTo>
                    <a:pt x="2983992" y="9144"/>
                  </a:lnTo>
                  <a:lnTo>
                    <a:pt x="2982468" y="9144"/>
                  </a:lnTo>
                  <a:lnTo>
                    <a:pt x="2979420" y="6096"/>
                  </a:lnTo>
                  <a:close/>
                </a:path>
                <a:path w="3914140" h="9525">
                  <a:moveTo>
                    <a:pt x="3026664" y="6096"/>
                  </a:moveTo>
                  <a:lnTo>
                    <a:pt x="3026664" y="3048"/>
                  </a:lnTo>
                  <a:lnTo>
                    <a:pt x="3028188" y="3048"/>
                  </a:lnTo>
                  <a:lnTo>
                    <a:pt x="3028188" y="6096"/>
                  </a:lnTo>
                  <a:lnTo>
                    <a:pt x="3026664" y="6096"/>
                  </a:lnTo>
                  <a:close/>
                </a:path>
                <a:path w="3914140" h="9525">
                  <a:moveTo>
                    <a:pt x="3025140" y="7619"/>
                  </a:moveTo>
                  <a:lnTo>
                    <a:pt x="3025140" y="1523"/>
                  </a:lnTo>
                  <a:lnTo>
                    <a:pt x="3026664" y="1523"/>
                  </a:lnTo>
                  <a:lnTo>
                    <a:pt x="3026664" y="7619"/>
                  </a:lnTo>
                  <a:lnTo>
                    <a:pt x="3025140" y="7619"/>
                  </a:lnTo>
                  <a:close/>
                </a:path>
                <a:path w="3914140" h="9525">
                  <a:moveTo>
                    <a:pt x="3022092" y="9144"/>
                  </a:moveTo>
                  <a:lnTo>
                    <a:pt x="3022092" y="0"/>
                  </a:lnTo>
                  <a:lnTo>
                    <a:pt x="3025140" y="0"/>
                  </a:lnTo>
                  <a:lnTo>
                    <a:pt x="3025140" y="9144"/>
                  </a:lnTo>
                  <a:lnTo>
                    <a:pt x="3022092" y="9144"/>
                  </a:lnTo>
                  <a:close/>
                </a:path>
                <a:path w="3914140" h="9525">
                  <a:moveTo>
                    <a:pt x="3020568" y="7619"/>
                  </a:moveTo>
                  <a:lnTo>
                    <a:pt x="3020568" y="1523"/>
                  </a:lnTo>
                  <a:lnTo>
                    <a:pt x="3022092" y="1523"/>
                  </a:lnTo>
                  <a:lnTo>
                    <a:pt x="3022092" y="7619"/>
                  </a:lnTo>
                  <a:lnTo>
                    <a:pt x="3020568" y="7619"/>
                  </a:lnTo>
                  <a:close/>
                </a:path>
                <a:path w="3914140" h="9525">
                  <a:moveTo>
                    <a:pt x="3019044" y="6096"/>
                  </a:moveTo>
                  <a:lnTo>
                    <a:pt x="3019044" y="3048"/>
                  </a:lnTo>
                  <a:lnTo>
                    <a:pt x="3020568" y="3048"/>
                  </a:lnTo>
                  <a:lnTo>
                    <a:pt x="3020568" y="6096"/>
                  </a:lnTo>
                  <a:lnTo>
                    <a:pt x="3019044" y="6096"/>
                  </a:lnTo>
                  <a:close/>
                </a:path>
                <a:path w="3914140" h="9525">
                  <a:moveTo>
                    <a:pt x="3060192" y="6096"/>
                  </a:moveTo>
                  <a:lnTo>
                    <a:pt x="3060192" y="3048"/>
                  </a:lnTo>
                  <a:lnTo>
                    <a:pt x="3063240" y="0"/>
                  </a:lnTo>
                  <a:lnTo>
                    <a:pt x="3064764" y="0"/>
                  </a:lnTo>
                  <a:lnTo>
                    <a:pt x="3067812" y="3048"/>
                  </a:lnTo>
                  <a:lnTo>
                    <a:pt x="3067812" y="6096"/>
                  </a:lnTo>
                  <a:lnTo>
                    <a:pt x="3064764" y="9144"/>
                  </a:lnTo>
                  <a:lnTo>
                    <a:pt x="3063240" y="9144"/>
                  </a:lnTo>
                  <a:lnTo>
                    <a:pt x="3060192" y="6096"/>
                  </a:lnTo>
                  <a:close/>
                </a:path>
                <a:path w="3914140" h="9525">
                  <a:moveTo>
                    <a:pt x="3105912" y="7619"/>
                  </a:moveTo>
                  <a:lnTo>
                    <a:pt x="3105912" y="1523"/>
                  </a:lnTo>
                  <a:lnTo>
                    <a:pt x="3107436" y="1523"/>
                  </a:lnTo>
                  <a:lnTo>
                    <a:pt x="3107436" y="7619"/>
                  </a:lnTo>
                  <a:lnTo>
                    <a:pt x="3105912" y="7619"/>
                  </a:lnTo>
                  <a:close/>
                </a:path>
                <a:path w="3914140" h="9525">
                  <a:moveTo>
                    <a:pt x="3099816" y="6096"/>
                  </a:moveTo>
                  <a:lnTo>
                    <a:pt x="3099816" y="3048"/>
                  </a:lnTo>
                  <a:lnTo>
                    <a:pt x="3102864" y="0"/>
                  </a:lnTo>
                  <a:lnTo>
                    <a:pt x="3105912" y="0"/>
                  </a:lnTo>
                  <a:lnTo>
                    <a:pt x="3105912" y="9144"/>
                  </a:lnTo>
                  <a:lnTo>
                    <a:pt x="3102864" y="9144"/>
                  </a:lnTo>
                  <a:lnTo>
                    <a:pt x="3099816" y="6096"/>
                  </a:lnTo>
                  <a:close/>
                </a:path>
                <a:path w="3914140" h="9525">
                  <a:moveTo>
                    <a:pt x="3142488" y="9144"/>
                  </a:moveTo>
                  <a:lnTo>
                    <a:pt x="3142488" y="0"/>
                  </a:lnTo>
                  <a:lnTo>
                    <a:pt x="3145536" y="0"/>
                  </a:lnTo>
                  <a:lnTo>
                    <a:pt x="3148584" y="3048"/>
                  </a:lnTo>
                  <a:lnTo>
                    <a:pt x="3148584" y="6096"/>
                  </a:lnTo>
                  <a:lnTo>
                    <a:pt x="3145536" y="9144"/>
                  </a:lnTo>
                  <a:lnTo>
                    <a:pt x="3142488" y="9144"/>
                  </a:lnTo>
                  <a:close/>
                </a:path>
                <a:path w="3914140" h="9525">
                  <a:moveTo>
                    <a:pt x="3140964" y="7619"/>
                  </a:moveTo>
                  <a:lnTo>
                    <a:pt x="3140964" y="1523"/>
                  </a:lnTo>
                  <a:lnTo>
                    <a:pt x="3142488" y="1523"/>
                  </a:lnTo>
                  <a:lnTo>
                    <a:pt x="3142488" y="7619"/>
                  </a:lnTo>
                  <a:lnTo>
                    <a:pt x="3140964" y="7619"/>
                  </a:lnTo>
                  <a:close/>
                </a:path>
                <a:path w="3914140" h="9525">
                  <a:moveTo>
                    <a:pt x="3180588" y="6096"/>
                  </a:moveTo>
                  <a:lnTo>
                    <a:pt x="3180588" y="3048"/>
                  </a:lnTo>
                  <a:lnTo>
                    <a:pt x="3183636" y="0"/>
                  </a:lnTo>
                  <a:lnTo>
                    <a:pt x="3185160" y="0"/>
                  </a:lnTo>
                  <a:lnTo>
                    <a:pt x="3186684" y="1523"/>
                  </a:lnTo>
                  <a:lnTo>
                    <a:pt x="3188208" y="1523"/>
                  </a:lnTo>
                  <a:lnTo>
                    <a:pt x="3188208" y="7619"/>
                  </a:lnTo>
                  <a:lnTo>
                    <a:pt x="3186684" y="7619"/>
                  </a:lnTo>
                  <a:lnTo>
                    <a:pt x="3185160" y="9144"/>
                  </a:lnTo>
                  <a:lnTo>
                    <a:pt x="3183636" y="9144"/>
                  </a:lnTo>
                  <a:lnTo>
                    <a:pt x="3180588" y="6096"/>
                  </a:lnTo>
                  <a:close/>
                </a:path>
                <a:path w="3914140" h="9525">
                  <a:moveTo>
                    <a:pt x="3227832" y="6096"/>
                  </a:moveTo>
                  <a:lnTo>
                    <a:pt x="3227832" y="3048"/>
                  </a:lnTo>
                  <a:lnTo>
                    <a:pt x="3229356" y="3048"/>
                  </a:lnTo>
                  <a:lnTo>
                    <a:pt x="3229356" y="6096"/>
                  </a:lnTo>
                  <a:lnTo>
                    <a:pt x="3227832" y="6096"/>
                  </a:lnTo>
                  <a:close/>
                </a:path>
                <a:path w="3914140" h="9525">
                  <a:moveTo>
                    <a:pt x="3226308" y="7619"/>
                  </a:moveTo>
                  <a:lnTo>
                    <a:pt x="3226308" y="1523"/>
                  </a:lnTo>
                  <a:lnTo>
                    <a:pt x="3227832" y="1523"/>
                  </a:lnTo>
                  <a:lnTo>
                    <a:pt x="3227832" y="7619"/>
                  </a:lnTo>
                  <a:lnTo>
                    <a:pt x="3226308" y="7619"/>
                  </a:lnTo>
                  <a:close/>
                </a:path>
                <a:path w="3914140" h="9525">
                  <a:moveTo>
                    <a:pt x="3223260" y="9144"/>
                  </a:moveTo>
                  <a:lnTo>
                    <a:pt x="3223260" y="0"/>
                  </a:lnTo>
                  <a:lnTo>
                    <a:pt x="3226308" y="0"/>
                  </a:lnTo>
                  <a:lnTo>
                    <a:pt x="3226308" y="9144"/>
                  </a:lnTo>
                  <a:lnTo>
                    <a:pt x="3223260" y="9144"/>
                  </a:lnTo>
                  <a:close/>
                </a:path>
                <a:path w="3914140" h="9525">
                  <a:moveTo>
                    <a:pt x="3221736" y="7619"/>
                  </a:moveTo>
                  <a:lnTo>
                    <a:pt x="3221736" y="1523"/>
                  </a:lnTo>
                  <a:lnTo>
                    <a:pt x="3223260" y="1523"/>
                  </a:lnTo>
                  <a:lnTo>
                    <a:pt x="3223260" y="7619"/>
                  </a:lnTo>
                  <a:lnTo>
                    <a:pt x="3221736" y="7619"/>
                  </a:lnTo>
                  <a:close/>
                </a:path>
                <a:path w="3914140" h="9525">
                  <a:moveTo>
                    <a:pt x="3220212" y="6096"/>
                  </a:moveTo>
                  <a:lnTo>
                    <a:pt x="3220212" y="3048"/>
                  </a:lnTo>
                  <a:lnTo>
                    <a:pt x="3221736" y="3048"/>
                  </a:lnTo>
                  <a:lnTo>
                    <a:pt x="3221736" y="6096"/>
                  </a:lnTo>
                  <a:lnTo>
                    <a:pt x="3220212" y="6096"/>
                  </a:lnTo>
                  <a:close/>
                </a:path>
                <a:path w="3914140" h="9525">
                  <a:moveTo>
                    <a:pt x="3261360" y="6096"/>
                  </a:moveTo>
                  <a:lnTo>
                    <a:pt x="3261360" y="3048"/>
                  </a:lnTo>
                  <a:lnTo>
                    <a:pt x="3264408" y="0"/>
                  </a:lnTo>
                  <a:lnTo>
                    <a:pt x="3265932" y="0"/>
                  </a:lnTo>
                  <a:lnTo>
                    <a:pt x="3268980" y="3048"/>
                  </a:lnTo>
                  <a:lnTo>
                    <a:pt x="3268980" y="6096"/>
                  </a:lnTo>
                  <a:lnTo>
                    <a:pt x="3265932" y="9144"/>
                  </a:lnTo>
                  <a:lnTo>
                    <a:pt x="3264408" y="9144"/>
                  </a:lnTo>
                  <a:lnTo>
                    <a:pt x="3261360" y="6096"/>
                  </a:lnTo>
                  <a:close/>
                </a:path>
                <a:path w="3914140" h="9525">
                  <a:moveTo>
                    <a:pt x="3308604" y="6096"/>
                  </a:moveTo>
                  <a:lnTo>
                    <a:pt x="3308604" y="3048"/>
                  </a:lnTo>
                  <a:lnTo>
                    <a:pt x="3310128" y="3048"/>
                  </a:lnTo>
                  <a:lnTo>
                    <a:pt x="3310128" y="6096"/>
                  </a:lnTo>
                  <a:lnTo>
                    <a:pt x="3308604" y="6096"/>
                  </a:lnTo>
                  <a:close/>
                </a:path>
                <a:path w="3914140" h="9525">
                  <a:moveTo>
                    <a:pt x="3307080" y="7619"/>
                  </a:moveTo>
                  <a:lnTo>
                    <a:pt x="3307080" y="1523"/>
                  </a:lnTo>
                  <a:lnTo>
                    <a:pt x="3308604" y="1523"/>
                  </a:lnTo>
                  <a:lnTo>
                    <a:pt x="3308604" y="7619"/>
                  </a:lnTo>
                  <a:lnTo>
                    <a:pt x="3307080" y="7619"/>
                  </a:lnTo>
                  <a:close/>
                </a:path>
                <a:path w="3914140" h="9525">
                  <a:moveTo>
                    <a:pt x="3304032" y="9144"/>
                  </a:moveTo>
                  <a:lnTo>
                    <a:pt x="3304032" y="0"/>
                  </a:lnTo>
                  <a:lnTo>
                    <a:pt x="3307080" y="0"/>
                  </a:lnTo>
                  <a:lnTo>
                    <a:pt x="3307080" y="9144"/>
                  </a:lnTo>
                  <a:lnTo>
                    <a:pt x="3304032" y="9144"/>
                  </a:lnTo>
                  <a:close/>
                </a:path>
                <a:path w="3914140" h="9525">
                  <a:moveTo>
                    <a:pt x="3302508" y="7619"/>
                  </a:moveTo>
                  <a:lnTo>
                    <a:pt x="3302508" y="1523"/>
                  </a:lnTo>
                  <a:lnTo>
                    <a:pt x="3304032" y="1523"/>
                  </a:lnTo>
                  <a:lnTo>
                    <a:pt x="3304032" y="7619"/>
                  </a:lnTo>
                  <a:lnTo>
                    <a:pt x="3302508" y="7619"/>
                  </a:lnTo>
                  <a:close/>
                </a:path>
                <a:path w="3914140" h="9525">
                  <a:moveTo>
                    <a:pt x="3300984" y="6096"/>
                  </a:moveTo>
                  <a:lnTo>
                    <a:pt x="3300984" y="3048"/>
                  </a:lnTo>
                  <a:lnTo>
                    <a:pt x="3302508" y="3048"/>
                  </a:lnTo>
                  <a:lnTo>
                    <a:pt x="3302508" y="6096"/>
                  </a:lnTo>
                  <a:lnTo>
                    <a:pt x="3300984" y="6096"/>
                  </a:lnTo>
                  <a:close/>
                </a:path>
                <a:path w="3914140" h="9525">
                  <a:moveTo>
                    <a:pt x="3342132" y="7619"/>
                  </a:moveTo>
                  <a:lnTo>
                    <a:pt x="3342132" y="1523"/>
                  </a:lnTo>
                  <a:lnTo>
                    <a:pt x="3343656" y="1523"/>
                  </a:lnTo>
                  <a:lnTo>
                    <a:pt x="3345180" y="0"/>
                  </a:lnTo>
                  <a:lnTo>
                    <a:pt x="3346704" y="0"/>
                  </a:lnTo>
                  <a:lnTo>
                    <a:pt x="3349752" y="3048"/>
                  </a:lnTo>
                  <a:lnTo>
                    <a:pt x="3349752" y="6096"/>
                  </a:lnTo>
                  <a:lnTo>
                    <a:pt x="3346704" y="9144"/>
                  </a:lnTo>
                  <a:lnTo>
                    <a:pt x="3345180" y="9144"/>
                  </a:lnTo>
                  <a:lnTo>
                    <a:pt x="3343656" y="7619"/>
                  </a:lnTo>
                  <a:lnTo>
                    <a:pt x="3342132" y="7619"/>
                  </a:lnTo>
                  <a:close/>
                </a:path>
                <a:path w="3914140" h="9525">
                  <a:moveTo>
                    <a:pt x="3381756" y="6096"/>
                  </a:moveTo>
                  <a:lnTo>
                    <a:pt x="3381756" y="3048"/>
                  </a:lnTo>
                  <a:lnTo>
                    <a:pt x="3384804" y="0"/>
                  </a:lnTo>
                  <a:lnTo>
                    <a:pt x="3386328" y="0"/>
                  </a:lnTo>
                  <a:lnTo>
                    <a:pt x="3387852" y="1523"/>
                  </a:lnTo>
                  <a:lnTo>
                    <a:pt x="3389376" y="1523"/>
                  </a:lnTo>
                  <a:lnTo>
                    <a:pt x="3389376" y="7619"/>
                  </a:lnTo>
                  <a:lnTo>
                    <a:pt x="3387852" y="7619"/>
                  </a:lnTo>
                  <a:lnTo>
                    <a:pt x="3386328" y="9144"/>
                  </a:lnTo>
                  <a:lnTo>
                    <a:pt x="3384804" y="9144"/>
                  </a:lnTo>
                  <a:lnTo>
                    <a:pt x="3381756" y="6096"/>
                  </a:lnTo>
                  <a:close/>
                </a:path>
                <a:path w="3914140" h="9525">
                  <a:moveTo>
                    <a:pt x="3427476" y="7619"/>
                  </a:moveTo>
                  <a:lnTo>
                    <a:pt x="3427476" y="1523"/>
                  </a:lnTo>
                  <a:lnTo>
                    <a:pt x="3429000" y="1523"/>
                  </a:lnTo>
                  <a:lnTo>
                    <a:pt x="3430524" y="3048"/>
                  </a:lnTo>
                  <a:lnTo>
                    <a:pt x="3430524" y="6096"/>
                  </a:lnTo>
                  <a:lnTo>
                    <a:pt x="3429000" y="7619"/>
                  </a:lnTo>
                  <a:lnTo>
                    <a:pt x="3427476" y="7619"/>
                  </a:lnTo>
                  <a:close/>
                </a:path>
                <a:path w="3914140" h="9525">
                  <a:moveTo>
                    <a:pt x="3424428" y="9144"/>
                  </a:moveTo>
                  <a:lnTo>
                    <a:pt x="3424428" y="0"/>
                  </a:lnTo>
                  <a:lnTo>
                    <a:pt x="3427476" y="0"/>
                  </a:lnTo>
                  <a:lnTo>
                    <a:pt x="3427476" y="9144"/>
                  </a:lnTo>
                  <a:lnTo>
                    <a:pt x="3424428" y="9144"/>
                  </a:lnTo>
                  <a:close/>
                </a:path>
                <a:path w="3914140" h="9525">
                  <a:moveTo>
                    <a:pt x="3422904" y="7619"/>
                  </a:moveTo>
                  <a:lnTo>
                    <a:pt x="3422904" y="1523"/>
                  </a:lnTo>
                  <a:lnTo>
                    <a:pt x="3424428" y="1523"/>
                  </a:lnTo>
                  <a:lnTo>
                    <a:pt x="3424428" y="7619"/>
                  </a:lnTo>
                  <a:lnTo>
                    <a:pt x="3422904" y="7619"/>
                  </a:lnTo>
                  <a:close/>
                </a:path>
                <a:path w="3914140" h="9525">
                  <a:moveTo>
                    <a:pt x="3421380" y="6096"/>
                  </a:moveTo>
                  <a:lnTo>
                    <a:pt x="3421380" y="3048"/>
                  </a:lnTo>
                  <a:lnTo>
                    <a:pt x="3422904" y="3048"/>
                  </a:lnTo>
                  <a:lnTo>
                    <a:pt x="3422904" y="6096"/>
                  </a:lnTo>
                  <a:lnTo>
                    <a:pt x="3421380" y="6096"/>
                  </a:lnTo>
                  <a:close/>
                </a:path>
                <a:path w="3914140" h="9525">
                  <a:moveTo>
                    <a:pt x="3462528" y="6096"/>
                  </a:moveTo>
                  <a:lnTo>
                    <a:pt x="3462528" y="3048"/>
                  </a:lnTo>
                  <a:lnTo>
                    <a:pt x="3465576" y="0"/>
                  </a:lnTo>
                  <a:lnTo>
                    <a:pt x="3467100" y="0"/>
                  </a:lnTo>
                  <a:lnTo>
                    <a:pt x="3470148" y="3048"/>
                  </a:lnTo>
                  <a:lnTo>
                    <a:pt x="3470148" y="6096"/>
                  </a:lnTo>
                  <a:lnTo>
                    <a:pt x="3467100" y="9144"/>
                  </a:lnTo>
                  <a:lnTo>
                    <a:pt x="3465576" y="9144"/>
                  </a:lnTo>
                  <a:lnTo>
                    <a:pt x="3462528" y="6096"/>
                  </a:lnTo>
                  <a:close/>
                </a:path>
                <a:path w="3914140" h="9525">
                  <a:moveTo>
                    <a:pt x="3509772" y="6096"/>
                  </a:moveTo>
                  <a:lnTo>
                    <a:pt x="3509772" y="3048"/>
                  </a:lnTo>
                  <a:lnTo>
                    <a:pt x="3511296" y="3048"/>
                  </a:lnTo>
                  <a:lnTo>
                    <a:pt x="3511296" y="6096"/>
                  </a:lnTo>
                  <a:lnTo>
                    <a:pt x="3509772" y="6096"/>
                  </a:lnTo>
                  <a:close/>
                </a:path>
                <a:path w="3914140" h="9525">
                  <a:moveTo>
                    <a:pt x="3508248" y="7619"/>
                  </a:moveTo>
                  <a:lnTo>
                    <a:pt x="3508248" y="1523"/>
                  </a:lnTo>
                  <a:lnTo>
                    <a:pt x="3509772" y="1523"/>
                  </a:lnTo>
                  <a:lnTo>
                    <a:pt x="3509772" y="7619"/>
                  </a:lnTo>
                  <a:lnTo>
                    <a:pt x="3508248" y="7619"/>
                  </a:lnTo>
                  <a:close/>
                </a:path>
                <a:path w="3914140" h="9525">
                  <a:moveTo>
                    <a:pt x="3505200" y="9144"/>
                  </a:moveTo>
                  <a:lnTo>
                    <a:pt x="3505200" y="0"/>
                  </a:lnTo>
                  <a:lnTo>
                    <a:pt x="3508248" y="0"/>
                  </a:lnTo>
                  <a:lnTo>
                    <a:pt x="3508248" y="9144"/>
                  </a:lnTo>
                  <a:lnTo>
                    <a:pt x="3505200" y="9144"/>
                  </a:lnTo>
                  <a:close/>
                </a:path>
                <a:path w="3914140" h="9525">
                  <a:moveTo>
                    <a:pt x="3503676" y="7619"/>
                  </a:moveTo>
                  <a:lnTo>
                    <a:pt x="3503676" y="1523"/>
                  </a:lnTo>
                  <a:lnTo>
                    <a:pt x="3505200" y="1523"/>
                  </a:lnTo>
                  <a:lnTo>
                    <a:pt x="3505200" y="7619"/>
                  </a:lnTo>
                  <a:lnTo>
                    <a:pt x="3503676" y="7619"/>
                  </a:lnTo>
                  <a:close/>
                </a:path>
                <a:path w="3914140" h="9525">
                  <a:moveTo>
                    <a:pt x="3502152" y="6096"/>
                  </a:moveTo>
                  <a:lnTo>
                    <a:pt x="3502152" y="3048"/>
                  </a:lnTo>
                  <a:lnTo>
                    <a:pt x="3503676" y="3048"/>
                  </a:lnTo>
                  <a:lnTo>
                    <a:pt x="3503676" y="6096"/>
                  </a:lnTo>
                  <a:lnTo>
                    <a:pt x="3502152" y="6096"/>
                  </a:lnTo>
                  <a:close/>
                </a:path>
                <a:path w="3914140" h="9525">
                  <a:moveTo>
                    <a:pt x="3543300" y="6096"/>
                  </a:moveTo>
                  <a:lnTo>
                    <a:pt x="3543300" y="3048"/>
                  </a:lnTo>
                  <a:lnTo>
                    <a:pt x="3546348" y="0"/>
                  </a:lnTo>
                  <a:lnTo>
                    <a:pt x="3547872" y="0"/>
                  </a:lnTo>
                  <a:lnTo>
                    <a:pt x="3550920" y="3048"/>
                  </a:lnTo>
                  <a:lnTo>
                    <a:pt x="3550920" y="6096"/>
                  </a:lnTo>
                  <a:lnTo>
                    <a:pt x="3547872" y="9144"/>
                  </a:lnTo>
                  <a:lnTo>
                    <a:pt x="3546348" y="9144"/>
                  </a:lnTo>
                  <a:lnTo>
                    <a:pt x="3543300" y="6096"/>
                  </a:lnTo>
                  <a:close/>
                </a:path>
                <a:path w="3914140" h="9525">
                  <a:moveTo>
                    <a:pt x="3589020" y="7619"/>
                  </a:moveTo>
                  <a:lnTo>
                    <a:pt x="3589020" y="1523"/>
                  </a:lnTo>
                  <a:lnTo>
                    <a:pt x="3590544" y="1523"/>
                  </a:lnTo>
                  <a:lnTo>
                    <a:pt x="3590544" y="7619"/>
                  </a:lnTo>
                  <a:lnTo>
                    <a:pt x="3589020" y="7619"/>
                  </a:lnTo>
                  <a:close/>
                </a:path>
                <a:path w="3914140" h="9525">
                  <a:moveTo>
                    <a:pt x="3582924" y="6096"/>
                  </a:moveTo>
                  <a:lnTo>
                    <a:pt x="3582924" y="3048"/>
                  </a:lnTo>
                  <a:lnTo>
                    <a:pt x="3585972" y="0"/>
                  </a:lnTo>
                  <a:lnTo>
                    <a:pt x="3589020" y="0"/>
                  </a:lnTo>
                  <a:lnTo>
                    <a:pt x="3589020" y="9144"/>
                  </a:lnTo>
                  <a:lnTo>
                    <a:pt x="3585972" y="9144"/>
                  </a:lnTo>
                  <a:lnTo>
                    <a:pt x="3582924" y="6096"/>
                  </a:lnTo>
                  <a:close/>
                </a:path>
                <a:path w="3914140" h="9525">
                  <a:moveTo>
                    <a:pt x="3625596" y="9144"/>
                  </a:moveTo>
                  <a:lnTo>
                    <a:pt x="3625596" y="0"/>
                  </a:lnTo>
                  <a:lnTo>
                    <a:pt x="3628644" y="0"/>
                  </a:lnTo>
                  <a:lnTo>
                    <a:pt x="3631692" y="3048"/>
                  </a:lnTo>
                  <a:lnTo>
                    <a:pt x="3631692" y="6096"/>
                  </a:lnTo>
                  <a:lnTo>
                    <a:pt x="3628644" y="9144"/>
                  </a:lnTo>
                  <a:lnTo>
                    <a:pt x="3625596" y="9144"/>
                  </a:lnTo>
                  <a:close/>
                </a:path>
                <a:path w="3914140" h="9525">
                  <a:moveTo>
                    <a:pt x="3624072" y="7619"/>
                  </a:moveTo>
                  <a:lnTo>
                    <a:pt x="3624072" y="1523"/>
                  </a:lnTo>
                  <a:lnTo>
                    <a:pt x="3625596" y="1523"/>
                  </a:lnTo>
                  <a:lnTo>
                    <a:pt x="3625596" y="7619"/>
                  </a:lnTo>
                  <a:lnTo>
                    <a:pt x="3624072" y="7619"/>
                  </a:lnTo>
                  <a:close/>
                </a:path>
                <a:path w="3914140" h="9525">
                  <a:moveTo>
                    <a:pt x="3663696" y="6096"/>
                  </a:moveTo>
                  <a:lnTo>
                    <a:pt x="3663696" y="3048"/>
                  </a:lnTo>
                  <a:lnTo>
                    <a:pt x="3666744" y="0"/>
                  </a:lnTo>
                  <a:lnTo>
                    <a:pt x="3668268" y="0"/>
                  </a:lnTo>
                  <a:lnTo>
                    <a:pt x="3669792" y="1523"/>
                  </a:lnTo>
                  <a:lnTo>
                    <a:pt x="3671316" y="1523"/>
                  </a:lnTo>
                  <a:lnTo>
                    <a:pt x="3671316" y="7619"/>
                  </a:lnTo>
                  <a:lnTo>
                    <a:pt x="3669792" y="7619"/>
                  </a:lnTo>
                  <a:lnTo>
                    <a:pt x="3668268" y="9144"/>
                  </a:lnTo>
                  <a:lnTo>
                    <a:pt x="3666744" y="9144"/>
                  </a:lnTo>
                  <a:lnTo>
                    <a:pt x="3663696" y="6096"/>
                  </a:lnTo>
                  <a:close/>
                </a:path>
                <a:path w="3914140" h="9525">
                  <a:moveTo>
                    <a:pt x="3710940" y="6096"/>
                  </a:moveTo>
                  <a:lnTo>
                    <a:pt x="3710940" y="3048"/>
                  </a:lnTo>
                  <a:lnTo>
                    <a:pt x="3712464" y="3048"/>
                  </a:lnTo>
                  <a:lnTo>
                    <a:pt x="3712464" y="6096"/>
                  </a:lnTo>
                  <a:lnTo>
                    <a:pt x="3710940" y="6096"/>
                  </a:lnTo>
                  <a:close/>
                </a:path>
                <a:path w="3914140" h="9525">
                  <a:moveTo>
                    <a:pt x="3709416" y="7619"/>
                  </a:moveTo>
                  <a:lnTo>
                    <a:pt x="3709416" y="1523"/>
                  </a:lnTo>
                  <a:lnTo>
                    <a:pt x="3710940" y="1523"/>
                  </a:lnTo>
                  <a:lnTo>
                    <a:pt x="3710940" y="7619"/>
                  </a:lnTo>
                  <a:lnTo>
                    <a:pt x="3709416" y="7619"/>
                  </a:lnTo>
                  <a:close/>
                </a:path>
                <a:path w="3914140" h="9525">
                  <a:moveTo>
                    <a:pt x="3706368" y="9144"/>
                  </a:moveTo>
                  <a:lnTo>
                    <a:pt x="3706368" y="0"/>
                  </a:lnTo>
                  <a:lnTo>
                    <a:pt x="3709416" y="0"/>
                  </a:lnTo>
                  <a:lnTo>
                    <a:pt x="3709416" y="9144"/>
                  </a:lnTo>
                  <a:lnTo>
                    <a:pt x="3706368" y="9144"/>
                  </a:lnTo>
                  <a:close/>
                </a:path>
                <a:path w="3914140" h="9525">
                  <a:moveTo>
                    <a:pt x="3704844" y="7619"/>
                  </a:moveTo>
                  <a:lnTo>
                    <a:pt x="3704844" y="1523"/>
                  </a:lnTo>
                  <a:lnTo>
                    <a:pt x="3706368" y="1523"/>
                  </a:lnTo>
                  <a:lnTo>
                    <a:pt x="3706368" y="7619"/>
                  </a:lnTo>
                  <a:lnTo>
                    <a:pt x="3704844" y="7619"/>
                  </a:lnTo>
                  <a:close/>
                </a:path>
                <a:path w="3914140" h="9525">
                  <a:moveTo>
                    <a:pt x="3703320" y="6096"/>
                  </a:moveTo>
                  <a:lnTo>
                    <a:pt x="3703320" y="3048"/>
                  </a:lnTo>
                  <a:lnTo>
                    <a:pt x="3704844" y="3048"/>
                  </a:lnTo>
                  <a:lnTo>
                    <a:pt x="3704844" y="6096"/>
                  </a:lnTo>
                  <a:lnTo>
                    <a:pt x="3703320" y="6096"/>
                  </a:lnTo>
                  <a:close/>
                </a:path>
                <a:path w="3914140" h="9525">
                  <a:moveTo>
                    <a:pt x="3744468" y="6096"/>
                  </a:moveTo>
                  <a:lnTo>
                    <a:pt x="3744468" y="3048"/>
                  </a:lnTo>
                  <a:lnTo>
                    <a:pt x="3747516" y="0"/>
                  </a:lnTo>
                  <a:lnTo>
                    <a:pt x="3749040" y="0"/>
                  </a:lnTo>
                  <a:lnTo>
                    <a:pt x="3752088" y="3048"/>
                  </a:lnTo>
                  <a:lnTo>
                    <a:pt x="3752088" y="6096"/>
                  </a:lnTo>
                  <a:lnTo>
                    <a:pt x="3749040" y="9144"/>
                  </a:lnTo>
                  <a:lnTo>
                    <a:pt x="3747516" y="9144"/>
                  </a:lnTo>
                  <a:lnTo>
                    <a:pt x="3744468" y="6096"/>
                  </a:lnTo>
                  <a:close/>
                </a:path>
                <a:path w="3914140" h="9525">
                  <a:moveTo>
                    <a:pt x="3791712" y="6096"/>
                  </a:moveTo>
                  <a:lnTo>
                    <a:pt x="3791712" y="3048"/>
                  </a:lnTo>
                  <a:lnTo>
                    <a:pt x="3793236" y="3048"/>
                  </a:lnTo>
                  <a:lnTo>
                    <a:pt x="3793236" y="6096"/>
                  </a:lnTo>
                  <a:lnTo>
                    <a:pt x="3791712" y="6096"/>
                  </a:lnTo>
                  <a:close/>
                </a:path>
                <a:path w="3914140" h="9525">
                  <a:moveTo>
                    <a:pt x="3790188" y="7619"/>
                  </a:moveTo>
                  <a:lnTo>
                    <a:pt x="3790188" y="1523"/>
                  </a:lnTo>
                  <a:lnTo>
                    <a:pt x="3791712" y="1523"/>
                  </a:lnTo>
                  <a:lnTo>
                    <a:pt x="3791712" y="7619"/>
                  </a:lnTo>
                  <a:lnTo>
                    <a:pt x="3790188" y="7619"/>
                  </a:lnTo>
                  <a:close/>
                </a:path>
                <a:path w="3914140" h="9525">
                  <a:moveTo>
                    <a:pt x="3787140" y="9144"/>
                  </a:moveTo>
                  <a:lnTo>
                    <a:pt x="3787140" y="0"/>
                  </a:lnTo>
                  <a:lnTo>
                    <a:pt x="3790188" y="0"/>
                  </a:lnTo>
                  <a:lnTo>
                    <a:pt x="3790188" y="9144"/>
                  </a:lnTo>
                  <a:lnTo>
                    <a:pt x="3787140" y="9144"/>
                  </a:lnTo>
                  <a:close/>
                </a:path>
                <a:path w="3914140" h="9525">
                  <a:moveTo>
                    <a:pt x="3784092" y="6096"/>
                  </a:moveTo>
                  <a:lnTo>
                    <a:pt x="3784092" y="3048"/>
                  </a:lnTo>
                  <a:lnTo>
                    <a:pt x="3785616" y="1523"/>
                  </a:lnTo>
                  <a:lnTo>
                    <a:pt x="3787140" y="1523"/>
                  </a:lnTo>
                  <a:lnTo>
                    <a:pt x="3787140" y="7619"/>
                  </a:lnTo>
                  <a:lnTo>
                    <a:pt x="3785616" y="7619"/>
                  </a:lnTo>
                  <a:lnTo>
                    <a:pt x="3784092" y="6096"/>
                  </a:lnTo>
                  <a:close/>
                </a:path>
                <a:path w="3914140" h="9525">
                  <a:moveTo>
                    <a:pt x="3825240" y="7619"/>
                  </a:moveTo>
                  <a:lnTo>
                    <a:pt x="3825240" y="1523"/>
                  </a:lnTo>
                  <a:lnTo>
                    <a:pt x="3826764" y="1523"/>
                  </a:lnTo>
                  <a:lnTo>
                    <a:pt x="3828288" y="0"/>
                  </a:lnTo>
                  <a:lnTo>
                    <a:pt x="3829812" y="0"/>
                  </a:lnTo>
                  <a:lnTo>
                    <a:pt x="3832860" y="3048"/>
                  </a:lnTo>
                  <a:lnTo>
                    <a:pt x="3832860" y="6096"/>
                  </a:lnTo>
                  <a:lnTo>
                    <a:pt x="3829812" y="9144"/>
                  </a:lnTo>
                  <a:lnTo>
                    <a:pt x="3828288" y="9144"/>
                  </a:lnTo>
                  <a:lnTo>
                    <a:pt x="3826764" y="7619"/>
                  </a:lnTo>
                  <a:lnTo>
                    <a:pt x="3825240" y="7619"/>
                  </a:lnTo>
                  <a:close/>
                </a:path>
                <a:path w="3914140" h="9525">
                  <a:moveTo>
                    <a:pt x="3864864" y="6096"/>
                  </a:moveTo>
                  <a:lnTo>
                    <a:pt x="3864864" y="3048"/>
                  </a:lnTo>
                  <a:lnTo>
                    <a:pt x="3867912" y="0"/>
                  </a:lnTo>
                  <a:lnTo>
                    <a:pt x="3869436" y="0"/>
                  </a:lnTo>
                  <a:lnTo>
                    <a:pt x="3870960" y="1523"/>
                  </a:lnTo>
                  <a:lnTo>
                    <a:pt x="3872484" y="1523"/>
                  </a:lnTo>
                  <a:lnTo>
                    <a:pt x="3872484" y="7619"/>
                  </a:lnTo>
                  <a:lnTo>
                    <a:pt x="3870960" y="7619"/>
                  </a:lnTo>
                  <a:lnTo>
                    <a:pt x="3869436" y="9144"/>
                  </a:lnTo>
                  <a:lnTo>
                    <a:pt x="3867912" y="9144"/>
                  </a:lnTo>
                  <a:lnTo>
                    <a:pt x="3864864" y="6096"/>
                  </a:lnTo>
                  <a:close/>
                </a:path>
                <a:path w="3914140" h="9525">
                  <a:moveTo>
                    <a:pt x="3910584" y="7619"/>
                  </a:moveTo>
                  <a:lnTo>
                    <a:pt x="3910584" y="1523"/>
                  </a:lnTo>
                  <a:lnTo>
                    <a:pt x="3912108" y="1523"/>
                  </a:lnTo>
                  <a:lnTo>
                    <a:pt x="3913632" y="3048"/>
                  </a:lnTo>
                  <a:lnTo>
                    <a:pt x="3913632" y="6096"/>
                  </a:lnTo>
                  <a:lnTo>
                    <a:pt x="3912108" y="7619"/>
                  </a:lnTo>
                  <a:lnTo>
                    <a:pt x="3910584" y="7619"/>
                  </a:lnTo>
                  <a:close/>
                </a:path>
                <a:path w="3914140" h="9525">
                  <a:moveTo>
                    <a:pt x="3907536" y="9144"/>
                  </a:moveTo>
                  <a:lnTo>
                    <a:pt x="3907536" y="0"/>
                  </a:lnTo>
                  <a:lnTo>
                    <a:pt x="3910584" y="0"/>
                  </a:lnTo>
                  <a:lnTo>
                    <a:pt x="3910584" y="9144"/>
                  </a:lnTo>
                  <a:lnTo>
                    <a:pt x="3907536" y="9144"/>
                  </a:lnTo>
                  <a:close/>
                </a:path>
                <a:path w="3914140" h="9525">
                  <a:moveTo>
                    <a:pt x="3906012" y="7619"/>
                  </a:moveTo>
                  <a:lnTo>
                    <a:pt x="3906012" y="1523"/>
                  </a:lnTo>
                  <a:lnTo>
                    <a:pt x="3907536" y="1523"/>
                  </a:lnTo>
                  <a:lnTo>
                    <a:pt x="3907536" y="7619"/>
                  </a:lnTo>
                  <a:lnTo>
                    <a:pt x="3906012" y="7619"/>
                  </a:lnTo>
                  <a:close/>
                </a:path>
                <a:path w="3914140" h="9525">
                  <a:moveTo>
                    <a:pt x="3904488" y="6096"/>
                  </a:moveTo>
                  <a:lnTo>
                    <a:pt x="3904488" y="3048"/>
                  </a:lnTo>
                  <a:lnTo>
                    <a:pt x="3906012" y="3048"/>
                  </a:lnTo>
                  <a:lnTo>
                    <a:pt x="3906012" y="6096"/>
                  </a:lnTo>
                  <a:lnTo>
                    <a:pt x="3904488" y="6096"/>
                  </a:lnTo>
                  <a:close/>
                </a:path>
              </a:pathLst>
            </a:custGeom>
            <a:solidFill>
              <a:srgbClr val="C8C6C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010656" y="4861559"/>
              <a:ext cx="64008" cy="114300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144768" y="4861559"/>
              <a:ext cx="115824" cy="112776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6283452" y="4856987"/>
              <a:ext cx="17145" cy="117475"/>
            </a:xfrm>
            <a:custGeom>
              <a:avLst/>
              <a:gdLst/>
              <a:ahLst/>
              <a:cxnLst/>
              <a:rect l="l" t="t" r="r" b="b"/>
              <a:pathLst>
                <a:path w="17145" h="117475">
                  <a:moveTo>
                    <a:pt x="0" y="10668"/>
                  </a:moveTo>
                  <a:lnTo>
                    <a:pt x="0" y="6096"/>
                  </a:lnTo>
                  <a:lnTo>
                    <a:pt x="1524" y="3048"/>
                  </a:lnTo>
                  <a:lnTo>
                    <a:pt x="4572" y="0"/>
                  </a:lnTo>
                  <a:lnTo>
                    <a:pt x="13716" y="0"/>
                  </a:lnTo>
                  <a:lnTo>
                    <a:pt x="16764" y="3048"/>
                  </a:lnTo>
                  <a:lnTo>
                    <a:pt x="16764" y="12192"/>
                  </a:lnTo>
                  <a:lnTo>
                    <a:pt x="13716" y="15240"/>
                  </a:lnTo>
                  <a:lnTo>
                    <a:pt x="10668" y="16764"/>
                  </a:lnTo>
                  <a:lnTo>
                    <a:pt x="6096" y="16764"/>
                  </a:lnTo>
                  <a:lnTo>
                    <a:pt x="0" y="10668"/>
                  </a:lnTo>
                  <a:close/>
                </a:path>
                <a:path w="17145" h="117475">
                  <a:moveTo>
                    <a:pt x="3048" y="117348"/>
                  </a:moveTo>
                  <a:lnTo>
                    <a:pt x="3048" y="36576"/>
                  </a:lnTo>
                  <a:lnTo>
                    <a:pt x="15240" y="36576"/>
                  </a:lnTo>
                  <a:lnTo>
                    <a:pt x="15240" y="117348"/>
                  </a:lnTo>
                  <a:lnTo>
                    <a:pt x="3048" y="117348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6388608" y="4239767"/>
              <a:ext cx="3914140" cy="7620"/>
            </a:xfrm>
            <a:custGeom>
              <a:avLst/>
              <a:gdLst/>
              <a:ahLst/>
              <a:cxnLst/>
              <a:rect l="l" t="t" r="r" b="b"/>
              <a:pathLst>
                <a:path w="3914140" h="7620">
                  <a:moveTo>
                    <a:pt x="1524" y="7620"/>
                  </a:moveTo>
                  <a:lnTo>
                    <a:pt x="1524" y="0"/>
                  </a:lnTo>
                  <a:lnTo>
                    <a:pt x="6095" y="0"/>
                  </a:lnTo>
                  <a:lnTo>
                    <a:pt x="7619" y="1524"/>
                  </a:lnTo>
                  <a:lnTo>
                    <a:pt x="7619" y="6096"/>
                  </a:lnTo>
                  <a:lnTo>
                    <a:pt x="6095" y="7620"/>
                  </a:lnTo>
                  <a:lnTo>
                    <a:pt x="1524" y="7620"/>
                  </a:lnTo>
                  <a:close/>
                </a:path>
                <a:path w="3914140" h="7620">
                  <a:moveTo>
                    <a:pt x="0" y="6096"/>
                  </a:moveTo>
                  <a:lnTo>
                    <a:pt x="0" y="1524"/>
                  </a:lnTo>
                  <a:lnTo>
                    <a:pt x="1524" y="1524"/>
                  </a:lnTo>
                  <a:lnTo>
                    <a:pt x="1524" y="6096"/>
                  </a:lnTo>
                  <a:lnTo>
                    <a:pt x="0" y="6096"/>
                  </a:lnTo>
                  <a:close/>
                </a:path>
                <a:path w="3914140" h="7620">
                  <a:moveTo>
                    <a:pt x="47243" y="6096"/>
                  </a:moveTo>
                  <a:lnTo>
                    <a:pt x="47243" y="1524"/>
                  </a:lnTo>
                  <a:lnTo>
                    <a:pt x="48767" y="1524"/>
                  </a:lnTo>
                  <a:lnTo>
                    <a:pt x="48767" y="6096"/>
                  </a:lnTo>
                  <a:lnTo>
                    <a:pt x="47243" y="6096"/>
                  </a:lnTo>
                  <a:close/>
                </a:path>
                <a:path w="3914140" h="7620">
                  <a:moveTo>
                    <a:pt x="41148" y="6096"/>
                  </a:moveTo>
                  <a:lnTo>
                    <a:pt x="41148" y="1524"/>
                  </a:lnTo>
                  <a:lnTo>
                    <a:pt x="42672" y="0"/>
                  </a:lnTo>
                  <a:lnTo>
                    <a:pt x="47243" y="0"/>
                  </a:lnTo>
                  <a:lnTo>
                    <a:pt x="47243" y="7620"/>
                  </a:lnTo>
                  <a:lnTo>
                    <a:pt x="42672" y="7620"/>
                  </a:lnTo>
                  <a:lnTo>
                    <a:pt x="41148" y="6096"/>
                  </a:lnTo>
                  <a:close/>
                </a:path>
                <a:path w="3914140" h="7620">
                  <a:moveTo>
                    <a:pt x="82295" y="7620"/>
                  </a:moveTo>
                  <a:lnTo>
                    <a:pt x="82295" y="0"/>
                  </a:lnTo>
                  <a:lnTo>
                    <a:pt x="86867" y="0"/>
                  </a:lnTo>
                  <a:lnTo>
                    <a:pt x="88391" y="1524"/>
                  </a:lnTo>
                  <a:lnTo>
                    <a:pt x="88391" y="6096"/>
                  </a:lnTo>
                  <a:lnTo>
                    <a:pt x="86867" y="7620"/>
                  </a:lnTo>
                  <a:lnTo>
                    <a:pt x="82295" y="7620"/>
                  </a:lnTo>
                  <a:close/>
                </a:path>
                <a:path w="3914140" h="7620">
                  <a:moveTo>
                    <a:pt x="80772" y="6096"/>
                  </a:moveTo>
                  <a:lnTo>
                    <a:pt x="80772" y="1524"/>
                  </a:lnTo>
                  <a:lnTo>
                    <a:pt x="82295" y="1524"/>
                  </a:lnTo>
                  <a:lnTo>
                    <a:pt x="82295" y="6096"/>
                  </a:lnTo>
                  <a:lnTo>
                    <a:pt x="80772" y="6096"/>
                  </a:lnTo>
                  <a:close/>
                </a:path>
                <a:path w="3914140" h="7620">
                  <a:moveTo>
                    <a:pt x="120395" y="4572"/>
                  </a:moveTo>
                  <a:lnTo>
                    <a:pt x="120395" y="3048"/>
                  </a:lnTo>
                  <a:lnTo>
                    <a:pt x="123443" y="0"/>
                  </a:lnTo>
                  <a:lnTo>
                    <a:pt x="126491" y="0"/>
                  </a:lnTo>
                  <a:lnTo>
                    <a:pt x="129540" y="3048"/>
                  </a:lnTo>
                  <a:lnTo>
                    <a:pt x="129540" y="4572"/>
                  </a:lnTo>
                  <a:lnTo>
                    <a:pt x="126491" y="7620"/>
                  </a:lnTo>
                  <a:lnTo>
                    <a:pt x="123443" y="7620"/>
                  </a:lnTo>
                  <a:lnTo>
                    <a:pt x="120395" y="4572"/>
                  </a:lnTo>
                  <a:close/>
                </a:path>
                <a:path w="3914140" h="7620">
                  <a:moveTo>
                    <a:pt x="167640" y="6096"/>
                  </a:moveTo>
                  <a:lnTo>
                    <a:pt x="167640" y="1524"/>
                  </a:lnTo>
                  <a:lnTo>
                    <a:pt x="169164" y="1524"/>
                  </a:lnTo>
                  <a:lnTo>
                    <a:pt x="169164" y="6096"/>
                  </a:lnTo>
                  <a:lnTo>
                    <a:pt x="167640" y="6096"/>
                  </a:lnTo>
                  <a:close/>
                </a:path>
                <a:path w="3914140" h="7620">
                  <a:moveTo>
                    <a:pt x="163067" y="7620"/>
                  </a:moveTo>
                  <a:lnTo>
                    <a:pt x="163067" y="0"/>
                  </a:lnTo>
                  <a:lnTo>
                    <a:pt x="167640" y="0"/>
                  </a:lnTo>
                  <a:lnTo>
                    <a:pt x="167640" y="7620"/>
                  </a:lnTo>
                  <a:lnTo>
                    <a:pt x="163067" y="7620"/>
                  </a:lnTo>
                  <a:close/>
                </a:path>
                <a:path w="3914140" h="7620">
                  <a:moveTo>
                    <a:pt x="161543" y="6096"/>
                  </a:moveTo>
                  <a:lnTo>
                    <a:pt x="161543" y="1524"/>
                  </a:lnTo>
                  <a:lnTo>
                    <a:pt x="163067" y="1524"/>
                  </a:lnTo>
                  <a:lnTo>
                    <a:pt x="163067" y="6096"/>
                  </a:lnTo>
                  <a:lnTo>
                    <a:pt x="161543" y="6096"/>
                  </a:lnTo>
                  <a:close/>
                </a:path>
                <a:path w="3914140" h="7620">
                  <a:moveTo>
                    <a:pt x="201167" y="4572"/>
                  </a:moveTo>
                  <a:lnTo>
                    <a:pt x="201167" y="3048"/>
                  </a:lnTo>
                  <a:lnTo>
                    <a:pt x="204216" y="0"/>
                  </a:lnTo>
                  <a:lnTo>
                    <a:pt x="207264" y="0"/>
                  </a:lnTo>
                  <a:lnTo>
                    <a:pt x="210311" y="3048"/>
                  </a:lnTo>
                  <a:lnTo>
                    <a:pt x="210311" y="4572"/>
                  </a:lnTo>
                  <a:lnTo>
                    <a:pt x="207264" y="7620"/>
                  </a:lnTo>
                  <a:lnTo>
                    <a:pt x="204216" y="7620"/>
                  </a:lnTo>
                  <a:lnTo>
                    <a:pt x="201167" y="4572"/>
                  </a:lnTo>
                  <a:close/>
                </a:path>
                <a:path w="3914140" h="7620">
                  <a:moveTo>
                    <a:pt x="248411" y="6096"/>
                  </a:moveTo>
                  <a:lnTo>
                    <a:pt x="248411" y="1524"/>
                  </a:lnTo>
                  <a:lnTo>
                    <a:pt x="249935" y="1524"/>
                  </a:lnTo>
                  <a:lnTo>
                    <a:pt x="249935" y="6096"/>
                  </a:lnTo>
                  <a:lnTo>
                    <a:pt x="248411" y="6096"/>
                  </a:lnTo>
                  <a:close/>
                </a:path>
                <a:path w="3914140" h="7620">
                  <a:moveTo>
                    <a:pt x="242316" y="6096"/>
                  </a:moveTo>
                  <a:lnTo>
                    <a:pt x="242316" y="1524"/>
                  </a:lnTo>
                  <a:lnTo>
                    <a:pt x="243840" y="0"/>
                  </a:lnTo>
                  <a:lnTo>
                    <a:pt x="248411" y="0"/>
                  </a:lnTo>
                  <a:lnTo>
                    <a:pt x="248411" y="7620"/>
                  </a:lnTo>
                  <a:lnTo>
                    <a:pt x="243840" y="7620"/>
                  </a:lnTo>
                  <a:lnTo>
                    <a:pt x="242316" y="6096"/>
                  </a:lnTo>
                  <a:close/>
                </a:path>
                <a:path w="3914140" h="7620">
                  <a:moveTo>
                    <a:pt x="283464" y="7620"/>
                  </a:moveTo>
                  <a:lnTo>
                    <a:pt x="283464" y="0"/>
                  </a:lnTo>
                  <a:lnTo>
                    <a:pt x="288035" y="0"/>
                  </a:lnTo>
                  <a:lnTo>
                    <a:pt x="289559" y="1524"/>
                  </a:lnTo>
                  <a:lnTo>
                    <a:pt x="289559" y="6096"/>
                  </a:lnTo>
                  <a:lnTo>
                    <a:pt x="288035" y="7620"/>
                  </a:lnTo>
                  <a:lnTo>
                    <a:pt x="283464" y="7620"/>
                  </a:lnTo>
                  <a:close/>
                </a:path>
                <a:path w="3914140" h="7620">
                  <a:moveTo>
                    <a:pt x="281940" y="6096"/>
                  </a:moveTo>
                  <a:lnTo>
                    <a:pt x="281940" y="1524"/>
                  </a:lnTo>
                  <a:lnTo>
                    <a:pt x="283464" y="1524"/>
                  </a:lnTo>
                  <a:lnTo>
                    <a:pt x="283464" y="6096"/>
                  </a:lnTo>
                  <a:lnTo>
                    <a:pt x="281940" y="6096"/>
                  </a:lnTo>
                  <a:close/>
                </a:path>
                <a:path w="3914140" h="7620">
                  <a:moveTo>
                    <a:pt x="321564" y="4572"/>
                  </a:moveTo>
                  <a:lnTo>
                    <a:pt x="321564" y="3048"/>
                  </a:lnTo>
                  <a:lnTo>
                    <a:pt x="324611" y="0"/>
                  </a:lnTo>
                  <a:lnTo>
                    <a:pt x="327659" y="0"/>
                  </a:lnTo>
                  <a:lnTo>
                    <a:pt x="329183" y="1524"/>
                  </a:lnTo>
                  <a:lnTo>
                    <a:pt x="330708" y="1524"/>
                  </a:lnTo>
                  <a:lnTo>
                    <a:pt x="330708" y="6096"/>
                  </a:lnTo>
                  <a:lnTo>
                    <a:pt x="329183" y="6096"/>
                  </a:lnTo>
                  <a:lnTo>
                    <a:pt x="327659" y="7620"/>
                  </a:lnTo>
                  <a:lnTo>
                    <a:pt x="324611" y="7620"/>
                  </a:lnTo>
                  <a:lnTo>
                    <a:pt x="321564" y="4572"/>
                  </a:lnTo>
                  <a:close/>
                </a:path>
                <a:path w="3914140" h="7620">
                  <a:moveTo>
                    <a:pt x="368808" y="6096"/>
                  </a:moveTo>
                  <a:lnTo>
                    <a:pt x="368808" y="1524"/>
                  </a:lnTo>
                  <a:lnTo>
                    <a:pt x="370332" y="1524"/>
                  </a:lnTo>
                  <a:lnTo>
                    <a:pt x="370332" y="6096"/>
                  </a:lnTo>
                  <a:lnTo>
                    <a:pt x="368808" y="6096"/>
                  </a:lnTo>
                  <a:close/>
                </a:path>
                <a:path w="3914140" h="7620">
                  <a:moveTo>
                    <a:pt x="364235" y="7620"/>
                  </a:moveTo>
                  <a:lnTo>
                    <a:pt x="364235" y="0"/>
                  </a:lnTo>
                  <a:lnTo>
                    <a:pt x="368808" y="0"/>
                  </a:lnTo>
                  <a:lnTo>
                    <a:pt x="368808" y="7620"/>
                  </a:lnTo>
                  <a:lnTo>
                    <a:pt x="364235" y="7620"/>
                  </a:lnTo>
                  <a:close/>
                </a:path>
                <a:path w="3914140" h="7620">
                  <a:moveTo>
                    <a:pt x="362711" y="6096"/>
                  </a:moveTo>
                  <a:lnTo>
                    <a:pt x="362711" y="1524"/>
                  </a:lnTo>
                  <a:lnTo>
                    <a:pt x="364235" y="1524"/>
                  </a:lnTo>
                  <a:lnTo>
                    <a:pt x="364235" y="6096"/>
                  </a:lnTo>
                  <a:lnTo>
                    <a:pt x="362711" y="6096"/>
                  </a:lnTo>
                  <a:close/>
                </a:path>
                <a:path w="3914140" h="7620">
                  <a:moveTo>
                    <a:pt x="402335" y="4572"/>
                  </a:moveTo>
                  <a:lnTo>
                    <a:pt x="402335" y="3048"/>
                  </a:lnTo>
                  <a:lnTo>
                    <a:pt x="405383" y="0"/>
                  </a:lnTo>
                  <a:lnTo>
                    <a:pt x="408432" y="0"/>
                  </a:lnTo>
                  <a:lnTo>
                    <a:pt x="411479" y="3048"/>
                  </a:lnTo>
                  <a:lnTo>
                    <a:pt x="411479" y="4572"/>
                  </a:lnTo>
                  <a:lnTo>
                    <a:pt x="408432" y="7620"/>
                  </a:lnTo>
                  <a:lnTo>
                    <a:pt x="405383" y="7620"/>
                  </a:lnTo>
                  <a:lnTo>
                    <a:pt x="402335" y="4572"/>
                  </a:lnTo>
                  <a:close/>
                </a:path>
                <a:path w="3914140" h="7620">
                  <a:moveTo>
                    <a:pt x="449579" y="6096"/>
                  </a:moveTo>
                  <a:lnTo>
                    <a:pt x="449579" y="1524"/>
                  </a:lnTo>
                  <a:lnTo>
                    <a:pt x="451103" y="1524"/>
                  </a:lnTo>
                  <a:lnTo>
                    <a:pt x="451103" y="6096"/>
                  </a:lnTo>
                  <a:lnTo>
                    <a:pt x="449579" y="6096"/>
                  </a:lnTo>
                  <a:close/>
                </a:path>
                <a:path w="3914140" h="7620">
                  <a:moveTo>
                    <a:pt x="445008" y="7620"/>
                  </a:moveTo>
                  <a:lnTo>
                    <a:pt x="445008" y="0"/>
                  </a:lnTo>
                  <a:lnTo>
                    <a:pt x="449579" y="0"/>
                  </a:lnTo>
                  <a:lnTo>
                    <a:pt x="449579" y="7620"/>
                  </a:lnTo>
                  <a:lnTo>
                    <a:pt x="445008" y="7620"/>
                  </a:lnTo>
                  <a:close/>
                </a:path>
                <a:path w="3914140" h="7620">
                  <a:moveTo>
                    <a:pt x="443483" y="6096"/>
                  </a:moveTo>
                  <a:lnTo>
                    <a:pt x="443483" y="1524"/>
                  </a:lnTo>
                  <a:lnTo>
                    <a:pt x="445008" y="1524"/>
                  </a:lnTo>
                  <a:lnTo>
                    <a:pt x="445008" y="6096"/>
                  </a:lnTo>
                  <a:lnTo>
                    <a:pt x="443483" y="6096"/>
                  </a:lnTo>
                  <a:close/>
                </a:path>
                <a:path w="3914140" h="7620">
                  <a:moveTo>
                    <a:pt x="484632" y="7620"/>
                  </a:moveTo>
                  <a:lnTo>
                    <a:pt x="484632" y="0"/>
                  </a:lnTo>
                  <a:lnTo>
                    <a:pt x="489203" y="0"/>
                  </a:lnTo>
                  <a:lnTo>
                    <a:pt x="490727" y="1524"/>
                  </a:lnTo>
                  <a:lnTo>
                    <a:pt x="490727" y="6096"/>
                  </a:lnTo>
                  <a:lnTo>
                    <a:pt x="489203" y="7620"/>
                  </a:lnTo>
                  <a:lnTo>
                    <a:pt x="484632" y="7620"/>
                  </a:lnTo>
                  <a:close/>
                </a:path>
                <a:path w="3914140" h="7620">
                  <a:moveTo>
                    <a:pt x="483108" y="6096"/>
                  </a:moveTo>
                  <a:lnTo>
                    <a:pt x="483108" y="1524"/>
                  </a:lnTo>
                  <a:lnTo>
                    <a:pt x="484632" y="1524"/>
                  </a:lnTo>
                  <a:lnTo>
                    <a:pt x="484632" y="6096"/>
                  </a:lnTo>
                  <a:lnTo>
                    <a:pt x="483108" y="6096"/>
                  </a:lnTo>
                  <a:close/>
                </a:path>
                <a:path w="3914140" h="7620">
                  <a:moveTo>
                    <a:pt x="530351" y="6096"/>
                  </a:moveTo>
                  <a:lnTo>
                    <a:pt x="530351" y="1524"/>
                  </a:lnTo>
                  <a:lnTo>
                    <a:pt x="531875" y="1524"/>
                  </a:lnTo>
                  <a:lnTo>
                    <a:pt x="531875" y="6096"/>
                  </a:lnTo>
                  <a:lnTo>
                    <a:pt x="530351" y="6096"/>
                  </a:lnTo>
                  <a:close/>
                </a:path>
                <a:path w="3914140" h="7620">
                  <a:moveTo>
                    <a:pt x="524256" y="6096"/>
                  </a:moveTo>
                  <a:lnTo>
                    <a:pt x="524256" y="1524"/>
                  </a:lnTo>
                  <a:lnTo>
                    <a:pt x="525779" y="0"/>
                  </a:lnTo>
                  <a:lnTo>
                    <a:pt x="530351" y="0"/>
                  </a:lnTo>
                  <a:lnTo>
                    <a:pt x="530351" y="7620"/>
                  </a:lnTo>
                  <a:lnTo>
                    <a:pt x="525779" y="7620"/>
                  </a:lnTo>
                  <a:lnTo>
                    <a:pt x="524256" y="6096"/>
                  </a:lnTo>
                  <a:close/>
                </a:path>
                <a:path w="3914140" h="7620">
                  <a:moveTo>
                    <a:pt x="569975" y="6096"/>
                  </a:moveTo>
                  <a:lnTo>
                    <a:pt x="569975" y="1524"/>
                  </a:lnTo>
                  <a:lnTo>
                    <a:pt x="571500" y="1524"/>
                  </a:lnTo>
                  <a:lnTo>
                    <a:pt x="571500" y="6096"/>
                  </a:lnTo>
                  <a:lnTo>
                    <a:pt x="569975" y="6096"/>
                  </a:lnTo>
                  <a:close/>
                </a:path>
                <a:path w="3914140" h="7620">
                  <a:moveTo>
                    <a:pt x="565403" y="7620"/>
                  </a:moveTo>
                  <a:lnTo>
                    <a:pt x="565403" y="0"/>
                  </a:lnTo>
                  <a:lnTo>
                    <a:pt x="569975" y="0"/>
                  </a:lnTo>
                  <a:lnTo>
                    <a:pt x="569975" y="7620"/>
                  </a:lnTo>
                  <a:lnTo>
                    <a:pt x="565403" y="7620"/>
                  </a:lnTo>
                  <a:close/>
                </a:path>
                <a:path w="3914140" h="7620">
                  <a:moveTo>
                    <a:pt x="563879" y="6096"/>
                  </a:moveTo>
                  <a:lnTo>
                    <a:pt x="563879" y="1524"/>
                  </a:lnTo>
                  <a:lnTo>
                    <a:pt x="565403" y="1524"/>
                  </a:lnTo>
                  <a:lnTo>
                    <a:pt x="565403" y="6096"/>
                  </a:lnTo>
                  <a:lnTo>
                    <a:pt x="563879" y="6096"/>
                  </a:lnTo>
                  <a:close/>
                </a:path>
                <a:path w="3914140" h="7620">
                  <a:moveTo>
                    <a:pt x="603503" y="4572"/>
                  </a:moveTo>
                  <a:lnTo>
                    <a:pt x="603503" y="3048"/>
                  </a:lnTo>
                  <a:lnTo>
                    <a:pt x="606551" y="0"/>
                  </a:lnTo>
                  <a:lnTo>
                    <a:pt x="609600" y="0"/>
                  </a:lnTo>
                  <a:lnTo>
                    <a:pt x="612648" y="3048"/>
                  </a:lnTo>
                  <a:lnTo>
                    <a:pt x="612648" y="4572"/>
                  </a:lnTo>
                  <a:lnTo>
                    <a:pt x="609600" y="7620"/>
                  </a:lnTo>
                  <a:lnTo>
                    <a:pt x="606551" y="7620"/>
                  </a:lnTo>
                  <a:lnTo>
                    <a:pt x="603503" y="4572"/>
                  </a:lnTo>
                  <a:close/>
                </a:path>
                <a:path w="3914140" h="7620">
                  <a:moveTo>
                    <a:pt x="650748" y="6096"/>
                  </a:moveTo>
                  <a:lnTo>
                    <a:pt x="650748" y="1524"/>
                  </a:lnTo>
                  <a:lnTo>
                    <a:pt x="652272" y="1524"/>
                  </a:lnTo>
                  <a:lnTo>
                    <a:pt x="652272" y="6096"/>
                  </a:lnTo>
                  <a:lnTo>
                    <a:pt x="650748" y="6096"/>
                  </a:lnTo>
                  <a:close/>
                </a:path>
                <a:path w="3914140" h="7620">
                  <a:moveTo>
                    <a:pt x="646175" y="7620"/>
                  </a:moveTo>
                  <a:lnTo>
                    <a:pt x="646175" y="0"/>
                  </a:lnTo>
                  <a:lnTo>
                    <a:pt x="650748" y="0"/>
                  </a:lnTo>
                  <a:lnTo>
                    <a:pt x="650748" y="7620"/>
                  </a:lnTo>
                  <a:lnTo>
                    <a:pt x="646175" y="7620"/>
                  </a:lnTo>
                  <a:close/>
                </a:path>
                <a:path w="3914140" h="7620">
                  <a:moveTo>
                    <a:pt x="644651" y="6096"/>
                  </a:moveTo>
                  <a:lnTo>
                    <a:pt x="644651" y="1524"/>
                  </a:lnTo>
                  <a:lnTo>
                    <a:pt x="646175" y="1524"/>
                  </a:lnTo>
                  <a:lnTo>
                    <a:pt x="646175" y="6096"/>
                  </a:lnTo>
                  <a:lnTo>
                    <a:pt x="644651" y="6096"/>
                  </a:lnTo>
                  <a:close/>
                </a:path>
                <a:path w="3914140" h="7620">
                  <a:moveTo>
                    <a:pt x="684275" y="6096"/>
                  </a:moveTo>
                  <a:lnTo>
                    <a:pt x="684275" y="1524"/>
                  </a:lnTo>
                  <a:lnTo>
                    <a:pt x="685800" y="1524"/>
                  </a:lnTo>
                  <a:lnTo>
                    <a:pt x="687324" y="0"/>
                  </a:lnTo>
                  <a:lnTo>
                    <a:pt x="690372" y="0"/>
                  </a:lnTo>
                  <a:lnTo>
                    <a:pt x="693419" y="3048"/>
                  </a:lnTo>
                  <a:lnTo>
                    <a:pt x="693419" y="4572"/>
                  </a:lnTo>
                  <a:lnTo>
                    <a:pt x="690372" y="7620"/>
                  </a:lnTo>
                  <a:lnTo>
                    <a:pt x="687324" y="7620"/>
                  </a:lnTo>
                  <a:lnTo>
                    <a:pt x="685800" y="6096"/>
                  </a:lnTo>
                  <a:lnTo>
                    <a:pt x="684275" y="6096"/>
                  </a:lnTo>
                  <a:close/>
                </a:path>
                <a:path w="3914140" h="7620">
                  <a:moveTo>
                    <a:pt x="731519" y="6096"/>
                  </a:moveTo>
                  <a:lnTo>
                    <a:pt x="731519" y="1524"/>
                  </a:lnTo>
                  <a:lnTo>
                    <a:pt x="733043" y="1524"/>
                  </a:lnTo>
                  <a:lnTo>
                    <a:pt x="733043" y="6096"/>
                  </a:lnTo>
                  <a:lnTo>
                    <a:pt x="731519" y="6096"/>
                  </a:lnTo>
                  <a:close/>
                </a:path>
                <a:path w="3914140" h="7620">
                  <a:moveTo>
                    <a:pt x="725424" y="6096"/>
                  </a:moveTo>
                  <a:lnTo>
                    <a:pt x="725424" y="1524"/>
                  </a:lnTo>
                  <a:lnTo>
                    <a:pt x="726948" y="0"/>
                  </a:lnTo>
                  <a:lnTo>
                    <a:pt x="731519" y="0"/>
                  </a:lnTo>
                  <a:lnTo>
                    <a:pt x="731519" y="7620"/>
                  </a:lnTo>
                  <a:lnTo>
                    <a:pt x="726948" y="7620"/>
                  </a:lnTo>
                  <a:lnTo>
                    <a:pt x="725424" y="6096"/>
                  </a:lnTo>
                  <a:close/>
                </a:path>
                <a:path w="3914140" h="7620">
                  <a:moveTo>
                    <a:pt x="766572" y="7620"/>
                  </a:moveTo>
                  <a:lnTo>
                    <a:pt x="766572" y="0"/>
                  </a:lnTo>
                  <a:lnTo>
                    <a:pt x="771143" y="0"/>
                  </a:lnTo>
                  <a:lnTo>
                    <a:pt x="772667" y="1524"/>
                  </a:lnTo>
                  <a:lnTo>
                    <a:pt x="772667" y="6096"/>
                  </a:lnTo>
                  <a:lnTo>
                    <a:pt x="771143" y="7620"/>
                  </a:lnTo>
                  <a:lnTo>
                    <a:pt x="766572" y="7620"/>
                  </a:lnTo>
                  <a:close/>
                </a:path>
                <a:path w="3914140" h="7620">
                  <a:moveTo>
                    <a:pt x="765048" y="6096"/>
                  </a:moveTo>
                  <a:lnTo>
                    <a:pt x="765048" y="1524"/>
                  </a:lnTo>
                  <a:lnTo>
                    <a:pt x="766572" y="1524"/>
                  </a:lnTo>
                  <a:lnTo>
                    <a:pt x="766572" y="6096"/>
                  </a:lnTo>
                  <a:lnTo>
                    <a:pt x="765048" y="6096"/>
                  </a:lnTo>
                  <a:close/>
                </a:path>
                <a:path w="3914140" h="7620">
                  <a:moveTo>
                    <a:pt x="804672" y="4572"/>
                  </a:moveTo>
                  <a:lnTo>
                    <a:pt x="804672" y="3048"/>
                  </a:lnTo>
                  <a:lnTo>
                    <a:pt x="807719" y="0"/>
                  </a:lnTo>
                  <a:lnTo>
                    <a:pt x="810767" y="0"/>
                  </a:lnTo>
                  <a:lnTo>
                    <a:pt x="812292" y="1524"/>
                  </a:lnTo>
                  <a:lnTo>
                    <a:pt x="813816" y="1524"/>
                  </a:lnTo>
                  <a:lnTo>
                    <a:pt x="813816" y="6096"/>
                  </a:lnTo>
                  <a:lnTo>
                    <a:pt x="812292" y="6096"/>
                  </a:lnTo>
                  <a:lnTo>
                    <a:pt x="810767" y="7620"/>
                  </a:lnTo>
                  <a:lnTo>
                    <a:pt x="807719" y="7620"/>
                  </a:lnTo>
                  <a:lnTo>
                    <a:pt x="804672" y="4572"/>
                  </a:lnTo>
                  <a:close/>
                </a:path>
                <a:path w="3914140" h="7620">
                  <a:moveTo>
                    <a:pt x="851916" y="6096"/>
                  </a:moveTo>
                  <a:lnTo>
                    <a:pt x="851916" y="1524"/>
                  </a:lnTo>
                  <a:lnTo>
                    <a:pt x="853440" y="1524"/>
                  </a:lnTo>
                  <a:lnTo>
                    <a:pt x="853440" y="6096"/>
                  </a:lnTo>
                  <a:lnTo>
                    <a:pt x="851916" y="6096"/>
                  </a:lnTo>
                  <a:close/>
                </a:path>
                <a:path w="3914140" h="7620">
                  <a:moveTo>
                    <a:pt x="847343" y="7620"/>
                  </a:moveTo>
                  <a:lnTo>
                    <a:pt x="847343" y="0"/>
                  </a:lnTo>
                  <a:lnTo>
                    <a:pt x="851916" y="0"/>
                  </a:lnTo>
                  <a:lnTo>
                    <a:pt x="851916" y="7620"/>
                  </a:lnTo>
                  <a:lnTo>
                    <a:pt x="847343" y="7620"/>
                  </a:lnTo>
                  <a:close/>
                </a:path>
                <a:path w="3914140" h="7620">
                  <a:moveTo>
                    <a:pt x="845819" y="6096"/>
                  </a:moveTo>
                  <a:lnTo>
                    <a:pt x="845819" y="1524"/>
                  </a:lnTo>
                  <a:lnTo>
                    <a:pt x="847343" y="1524"/>
                  </a:lnTo>
                  <a:lnTo>
                    <a:pt x="847343" y="6096"/>
                  </a:lnTo>
                  <a:lnTo>
                    <a:pt x="845819" y="6096"/>
                  </a:lnTo>
                  <a:close/>
                </a:path>
                <a:path w="3914140" h="7620">
                  <a:moveTo>
                    <a:pt x="885443" y="4572"/>
                  </a:moveTo>
                  <a:lnTo>
                    <a:pt x="885443" y="3048"/>
                  </a:lnTo>
                  <a:lnTo>
                    <a:pt x="888492" y="0"/>
                  </a:lnTo>
                  <a:lnTo>
                    <a:pt x="891540" y="0"/>
                  </a:lnTo>
                  <a:lnTo>
                    <a:pt x="894587" y="3048"/>
                  </a:lnTo>
                  <a:lnTo>
                    <a:pt x="894587" y="4572"/>
                  </a:lnTo>
                  <a:lnTo>
                    <a:pt x="891540" y="7620"/>
                  </a:lnTo>
                  <a:lnTo>
                    <a:pt x="888492" y="7620"/>
                  </a:lnTo>
                  <a:lnTo>
                    <a:pt x="885443" y="4572"/>
                  </a:lnTo>
                  <a:close/>
                </a:path>
                <a:path w="3914140" h="7620">
                  <a:moveTo>
                    <a:pt x="932687" y="6096"/>
                  </a:moveTo>
                  <a:lnTo>
                    <a:pt x="932687" y="1524"/>
                  </a:lnTo>
                  <a:lnTo>
                    <a:pt x="934211" y="1524"/>
                  </a:lnTo>
                  <a:lnTo>
                    <a:pt x="934211" y="6096"/>
                  </a:lnTo>
                  <a:lnTo>
                    <a:pt x="932687" y="6096"/>
                  </a:lnTo>
                  <a:close/>
                </a:path>
                <a:path w="3914140" h="7620">
                  <a:moveTo>
                    <a:pt x="926592" y="6096"/>
                  </a:moveTo>
                  <a:lnTo>
                    <a:pt x="926592" y="1524"/>
                  </a:lnTo>
                  <a:lnTo>
                    <a:pt x="928116" y="0"/>
                  </a:lnTo>
                  <a:lnTo>
                    <a:pt x="932687" y="0"/>
                  </a:lnTo>
                  <a:lnTo>
                    <a:pt x="932687" y="7620"/>
                  </a:lnTo>
                  <a:lnTo>
                    <a:pt x="928116" y="7620"/>
                  </a:lnTo>
                  <a:lnTo>
                    <a:pt x="926592" y="6096"/>
                  </a:lnTo>
                  <a:close/>
                </a:path>
                <a:path w="3914140" h="7620">
                  <a:moveTo>
                    <a:pt x="967740" y="7620"/>
                  </a:moveTo>
                  <a:lnTo>
                    <a:pt x="967740" y="0"/>
                  </a:lnTo>
                  <a:lnTo>
                    <a:pt x="972311" y="0"/>
                  </a:lnTo>
                  <a:lnTo>
                    <a:pt x="973835" y="1524"/>
                  </a:lnTo>
                  <a:lnTo>
                    <a:pt x="973835" y="6096"/>
                  </a:lnTo>
                  <a:lnTo>
                    <a:pt x="972311" y="7620"/>
                  </a:lnTo>
                  <a:lnTo>
                    <a:pt x="967740" y="7620"/>
                  </a:lnTo>
                  <a:close/>
                </a:path>
                <a:path w="3914140" h="7620">
                  <a:moveTo>
                    <a:pt x="966216" y="6096"/>
                  </a:moveTo>
                  <a:lnTo>
                    <a:pt x="966216" y="1524"/>
                  </a:lnTo>
                  <a:lnTo>
                    <a:pt x="967740" y="1524"/>
                  </a:lnTo>
                  <a:lnTo>
                    <a:pt x="967740" y="6096"/>
                  </a:lnTo>
                  <a:lnTo>
                    <a:pt x="966216" y="6096"/>
                  </a:lnTo>
                  <a:close/>
                </a:path>
                <a:path w="3914140" h="7620">
                  <a:moveTo>
                    <a:pt x="1013459" y="6096"/>
                  </a:moveTo>
                  <a:lnTo>
                    <a:pt x="1013459" y="1524"/>
                  </a:lnTo>
                  <a:lnTo>
                    <a:pt x="1014984" y="1524"/>
                  </a:lnTo>
                  <a:lnTo>
                    <a:pt x="1014984" y="6096"/>
                  </a:lnTo>
                  <a:lnTo>
                    <a:pt x="1013459" y="6096"/>
                  </a:lnTo>
                  <a:close/>
                </a:path>
                <a:path w="3914140" h="7620">
                  <a:moveTo>
                    <a:pt x="1007364" y="6096"/>
                  </a:moveTo>
                  <a:lnTo>
                    <a:pt x="1007364" y="1524"/>
                  </a:lnTo>
                  <a:lnTo>
                    <a:pt x="1008887" y="0"/>
                  </a:lnTo>
                  <a:lnTo>
                    <a:pt x="1013459" y="0"/>
                  </a:lnTo>
                  <a:lnTo>
                    <a:pt x="1013459" y="7620"/>
                  </a:lnTo>
                  <a:lnTo>
                    <a:pt x="1008887" y="7620"/>
                  </a:lnTo>
                  <a:lnTo>
                    <a:pt x="1007364" y="6096"/>
                  </a:lnTo>
                  <a:close/>
                </a:path>
                <a:path w="3914140" h="7620">
                  <a:moveTo>
                    <a:pt x="1053084" y="6096"/>
                  </a:moveTo>
                  <a:lnTo>
                    <a:pt x="1053084" y="1524"/>
                  </a:lnTo>
                  <a:lnTo>
                    <a:pt x="1054608" y="1524"/>
                  </a:lnTo>
                  <a:lnTo>
                    <a:pt x="1054608" y="6096"/>
                  </a:lnTo>
                  <a:lnTo>
                    <a:pt x="1053084" y="6096"/>
                  </a:lnTo>
                  <a:close/>
                </a:path>
                <a:path w="3914140" h="7620">
                  <a:moveTo>
                    <a:pt x="1048511" y="7620"/>
                  </a:moveTo>
                  <a:lnTo>
                    <a:pt x="1048511" y="0"/>
                  </a:lnTo>
                  <a:lnTo>
                    <a:pt x="1053084" y="0"/>
                  </a:lnTo>
                  <a:lnTo>
                    <a:pt x="1053084" y="7620"/>
                  </a:lnTo>
                  <a:lnTo>
                    <a:pt x="1048511" y="7620"/>
                  </a:lnTo>
                  <a:close/>
                </a:path>
                <a:path w="3914140" h="7620">
                  <a:moveTo>
                    <a:pt x="1046987" y="6096"/>
                  </a:moveTo>
                  <a:lnTo>
                    <a:pt x="1046987" y="1524"/>
                  </a:lnTo>
                  <a:lnTo>
                    <a:pt x="1048511" y="1524"/>
                  </a:lnTo>
                  <a:lnTo>
                    <a:pt x="1048511" y="6096"/>
                  </a:lnTo>
                  <a:lnTo>
                    <a:pt x="1046987" y="6096"/>
                  </a:lnTo>
                  <a:close/>
                </a:path>
                <a:path w="3914140" h="7620">
                  <a:moveTo>
                    <a:pt x="1086611" y="4572"/>
                  </a:moveTo>
                  <a:lnTo>
                    <a:pt x="1086611" y="3048"/>
                  </a:lnTo>
                  <a:lnTo>
                    <a:pt x="1089659" y="0"/>
                  </a:lnTo>
                  <a:lnTo>
                    <a:pt x="1092708" y="0"/>
                  </a:lnTo>
                  <a:lnTo>
                    <a:pt x="1095756" y="3048"/>
                  </a:lnTo>
                  <a:lnTo>
                    <a:pt x="1095756" y="4572"/>
                  </a:lnTo>
                  <a:lnTo>
                    <a:pt x="1092708" y="7620"/>
                  </a:lnTo>
                  <a:lnTo>
                    <a:pt x="1089659" y="7620"/>
                  </a:lnTo>
                  <a:lnTo>
                    <a:pt x="1086611" y="4572"/>
                  </a:lnTo>
                  <a:close/>
                </a:path>
                <a:path w="3914140" h="7620">
                  <a:moveTo>
                    <a:pt x="1133856" y="6096"/>
                  </a:moveTo>
                  <a:lnTo>
                    <a:pt x="1133856" y="1524"/>
                  </a:lnTo>
                  <a:lnTo>
                    <a:pt x="1135379" y="1524"/>
                  </a:lnTo>
                  <a:lnTo>
                    <a:pt x="1135379" y="6096"/>
                  </a:lnTo>
                  <a:lnTo>
                    <a:pt x="1133856" y="6096"/>
                  </a:lnTo>
                  <a:close/>
                </a:path>
                <a:path w="3914140" h="7620">
                  <a:moveTo>
                    <a:pt x="1129284" y="7620"/>
                  </a:moveTo>
                  <a:lnTo>
                    <a:pt x="1129284" y="0"/>
                  </a:lnTo>
                  <a:lnTo>
                    <a:pt x="1133856" y="0"/>
                  </a:lnTo>
                  <a:lnTo>
                    <a:pt x="1133856" y="7620"/>
                  </a:lnTo>
                  <a:lnTo>
                    <a:pt x="1129284" y="7620"/>
                  </a:lnTo>
                  <a:close/>
                </a:path>
                <a:path w="3914140" h="7620">
                  <a:moveTo>
                    <a:pt x="1127759" y="6096"/>
                  </a:moveTo>
                  <a:lnTo>
                    <a:pt x="1127759" y="1524"/>
                  </a:lnTo>
                  <a:lnTo>
                    <a:pt x="1129284" y="1524"/>
                  </a:lnTo>
                  <a:lnTo>
                    <a:pt x="1129284" y="6096"/>
                  </a:lnTo>
                  <a:lnTo>
                    <a:pt x="1127759" y="6096"/>
                  </a:lnTo>
                  <a:close/>
                </a:path>
                <a:path w="3914140" h="7620">
                  <a:moveTo>
                    <a:pt x="1167384" y="6096"/>
                  </a:moveTo>
                  <a:lnTo>
                    <a:pt x="1167384" y="1524"/>
                  </a:lnTo>
                  <a:lnTo>
                    <a:pt x="1168908" y="1524"/>
                  </a:lnTo>
                  <a:lnTo>
                    <a:pt x="1170432" y="0"/>
                  </a:lnTo>
                  <a:lnTo>
                    <a:pt x="1173479" y="0"/>
                  </a:lnTo>
                  <a:lnTo>
                    <a:pt x="1176527" y="3048"/>
                  </a:lnTo>
                  <a:lnTo>
                    <a:pt x="1176527" y="4572"/>
                  </a:lnTo>
                  <a:lnTo>
                    <a:pt x="1173479" y="7620"/>
                  </a:lnTo>
                  <a:lnTo>
                    <a:pt x="1170432" y="7620"/>
                  </a:lnTo>
                  <a:lnTo>
                    <a:pt x="1168908" y="6096"/>
                  </a:lnTo>
                  <a:lnTo>
                    <a:pt x="1167384" y="6096"/>
                  </a:lnTo>
                  <a:close/>
                </a:path>
                <a:path w="3914140" h="7620">
                  <a:moveTo>
                    <a:pt x="1214627" y="6096"/>
                  </a:moveTo>
                  <a:lnTo>
                    <a:pt x="1214627" y="1524"/>
                  </a:lnTo>
                  <a:lnTo>
                    <a:pt x="1216151" y="1524"/>
                  </a:lnTo>
                  <a:lnTo>
                    <a:pt x="1216151" y="6096"/>
                  </a:lnTo>
                  <a:lnTo>
                    <a:pt x="1214627" y="6096"/>
                  </a:lnTo>
                  <a:close/>
                </a:path>
                <a:path w="3914140" h="7620">
                  <a:moveTo>
                    <a:pt x="1208532" y="6096"/>
                  </a:moveTo>
                  <a:lnTo>
                    <a:pt x="1208532" y="1524"/>
                  </a:lnTo>
                  <a:lnTo>
                    <a:pt x="1210056" y="0"/>
                  </a:lnTo>
                  <a:lnTo>
                    <a:pt x="1214627" y="0"/>
                  </a:lnTo>
                  <a:lnTo>
                    <a:pt x="1214627" y="7620"/>
                  </a:lnTo>
                  <a:lnTo>
                    <a:pt x="1210056" y="7620"/>
                  </a:lnTo>
                  <a:lnTo>
                    <a:pt x="1208532" y="6096"/>
                  </a:lnTo>
                  <a:close/>
                </a:path>
                <a:path w="3914140" h="7620">
                  <a:moveTo>
                    <a:pt x="1249679" y="7620"/>
                  </a:moveTo>
                  <a:lnTo>
                    <a:pt x="1249679" y="0"/>
                  </a:lnTo>
                  <a:lnTo>
                    <a:pt x="1254251" y="0"/>
                  </a:lnTo>
                  <a:lnTo>
                    <a:pt x="1255775" y="1524"/>
                  </a:lnTo>
                  <a:lnTo>
                    <a:pt x="1255775" y="6096"/>
                  </a:lnTo>
                  <a:lnTo>
                    <a:pt x="1254251" y="7620"/>
                  </a:lnTo>
                  <a:lnTo>
                    <a:pt x="1249679" y="7620"/>
                  </a:lnTo>
                  <a:close/>
                </a:path>
                <a:path w="3914140" h="7620">
                  <a:moveTo>
                    <a:pt x="1248156" y="6096"/>
                  </a:moveTo>
                  <a:lnTo>
                    <a:pt x="1248156" y="1524"/>
                  </a:lnTo>
                  <a:lnTo>
                    <a:pt x="1249679" y="1524"/>
                  </a:lnTo>
                  <a:lnTo>
                    <a:pt x="1249679" y="6096"/>
                  </a:lnTo>
                  <a:lnTo>
                    <a:pt x="1248156" y="6096"/>
                  </a:lnTo>
                  <a:close/>
                </a:path>
                <a:path w="3914140" h="7620">
                  <a:moveTo>
                    <a:pt x="1287779" y="4572"/>
                  </a:moveTo>
                  <a:lnTo>
                    <a:pt x="1287779" y="3048"/>
                  </a:lnTo>
                  <a:lnTo>
                    <a:pt x="1290827" y="0"/>
                  </a:lnTo>
                  <a:lnTo>
                    <a:pt x="1293876" y="0"/>
                  </a:lnTo>
                  <a:lnTo>
                    <a:pt x="1296924" y="3048"/>
                  </a:lnTo>
                  <a:lnTo>
                    <a:pt x="1296924" y="4572"/>
                  </a:lnTo>
                  <a:lnTo>
                    <a:pt x="1293876" y="7620"/>
                  </a:lnTo>
                  <a:lnTo>
                    <a:pt x="1290827" y="7620"/>
                  </a:lnTo>
                  <a:lnTo>
                    <a:pt x="1287779" y="4572"/>
                  </a:lnTo>
                  <a:close/>
                </a:path>
                <a:path w="3914140" h="7620">
                  <a:moveTo>
                    <a:pt x="1335024" y="6096"/>
                  </a:moveTo>
                  <a:lnTo>
                    <a:pt x="1335024" y="1524"/>
                  </a:lnTo>
                  <a:lnTo>
                    <a:pt x="1336548" y="1524"/>
                  </a:lnTo>
                  <a:lnTo>
                    <a:pt x="1336548" y="6096"/>
                  </a:lnTo>
                  <a:lnTo>
                    <a:pt x="1335024" y="6096"/>
                  </a:lnTo>
                  <a:close/>
                </a:path>
                <a:path w="3914140" h="7620">
                  <a:moveTo>
                    <a:pt x="1330451" y="7620"/>
                  </a:moveTo>
                  <a:lnTo>
                    <a:pt x="1330451" y="0"/>
                  </a:lnTo>
                  <a:lnTo>
                    <a:pt x="1335024" y="0"/>
                  </a:lnTo>
                  <a:lnTo>
                    <a:pt x="1335024" y="7620"/>
                  </a:lnTo>
                  <a:lnTo>
                    <a:pt x="1330451" y="7620"/>
                  </a:lnTo>
                  <a:close/>
                </a:path>
                <a:path w="3914140" h="7620">
                  <a:moveTo>
                    <a:pt x="1328927" y="6096"/>
                  </a:moveTo>
                  <a:lnTo>
                    <a:pt x="1328927" y="1524"/>
                  </a:lnTo>
                  <a:lnTo>
                    <a:pt x="1330451" y="1524"/>
                  </a:lnTo>
                  <a:lnTo>
                    <a:pt x="1330451" y="6096"/>
                  </a:lnTo>
                  <a:lnTo>
                    <a:pt x="1328927" y="6096"/>
                  </a:lnTo>
                  <a:close/>
                </a:path>
                <a:path w="3914140" h="7620">
                  <a:moveTo>
                    <a:pt x="1368551" y="4572"/>
                  </a:moveTo>
                  <a:lnTo>
                    <a:pt x="1368551" y="3048"/>
                  </a:lnTo>
                  <a:lnTo>
                    <a:pt x="1371600" y="0"/>
                  </a:lnTo>
                  <a:lnTo>
                    <a:pt x="1374648" y="0"/>
                  </a:lnTo>
                  <a:lnTo>
                    <a:pt x="1377695" y="3048"/>
                  </a:lnTo>
                  <a:lnTo>
                    <a:pt x="1377695" y="4572"/>
                  </a:lnTo>
                  <a:lnTo>
                    <a:pt x="1374648" y="7620"/>
                  </a:lnTo>
                  <a:lnTo>
                    <a:pt x="1371600" y="7620"/>
                  </a:lnTo>
                  <a:lnTo>
                    <a:pt x="1368551" y="4572"/>
                  </a:lnTo>
                  <a:close/>
                </a:path>
                <a:path w="3914140" h="7620">
                  <a:moveTo>
                    <a:pt x="1415795" y="6096"/>
                  </a:moveTo>
                  <a:lnTo>
                    <a:pt x="1415795" y="1524"/>
                  </a:lnTo>
                  <a:lnTo>
                    <a:pt x="1417319" y="1524"/>
                  </a:lnTo>
                  <a:lnTo>
                    <a:pt x="1417319" y="6096"/>
                  </a:lnTo>
                  <a:lnTo>
                    <a:pt x="1415795" y="6096"/>
                  </a:lnTo>
                  <a:close/>
                </a:path>
                <a:path w="3914140" h="7620">
                  <a:moveTo>
                    <a:pt x="1409700" y="6096"/>
                  </a:moveTo>
                  <a:lnTo>
                    <a:pt x="1409700" y="1524"/>
                  </a:lnTo>
                  <a:lnTo>
                    <a:pt x="1411224" y="0"/>
                  </a:lnTo>
                  <a:lnTo>
                    <a:pt x="1415795" y="0"/>
                  </a:lnTo>
                  <a:lnTo>
                    <a:pt x="1415795" y="7620"/>
                  </a:lnTo>
                  <a:lnTo>
                    <a:pt x="1411224" y="7620"/>
                  </a:lnTo>
                  <a:lnTo>
                    <a:pt x="1409700" y="6096"/>
                  </a:lnTo>
                  <a:close/>
                </a:path>
                <a:path w="3914140" h="7620">
                  <a:moveTo>
                    <a:pt x="1450848" y="7620"/>
                  </a:moveTo>
                  <a:lnTo>
                    <a:pt x="1450848" y="0"/>
                  </a:lnTo>
                  <a:lnTo>
                    <a:pt x="1455419" y="0"/>
                  </a:lnTo>
                  <a:lnTo>
                    <a:pt x="1456943" y="1524"/>
                  </a:lnTo>
                  <a:lnTo>
                    <a:pt x="1456943" y="6096"/>
                  </a:lnTo>
                  <a:lnTo>
                    <a:pt x="1455419" y="7620"/>
                  </a:lnTo>
                  <a:lnTo>
                    <a:pt x="1450848" y="7620"/>
                  </a:lnTo>
                  <a:close/>
                </a:path>
                <a:path w="3914140" h="7620">
                  <a:moveTo>
                    <a:pt x="1449324" y="6096"/>
                  </a:moveTo>
                  <a:lnTo>
                    <a:pt x="1449324" y="1524"/>
                  </a:lnTo>
                  <a:lnTo>
                    <a:pt x="1450848" y="1524"/>
                  </a:lnTo>
                  <a:lnTo>
                    <a:pt x="1450848" y="6096"/>
                  </a:lnTo>
                  <a:lnTo>
                    <a:pt x="1449324" y="6096"/>
                  </a:lnTo>
                  <a:close/>
                </a:path>
                <a:path w="3914140" h="7620">
                  <a:moveTo>
                    <a:pt x="1496567" y="6096"/>
                  </a:moveTo>
                  <a:lnTo>
                    <a:pt x="1496567" y="1524"/>
                  </a:lnTo>
                  <a:lnTo>
                    <a:pt x="1498092" y="1524"/>
                  </a:lnTo>
                  <a:lnTo>
                    <a:pt x="1498092" y="6096"/>
                  </a:lnTo>
                  <a:lnTo>
                    <a:pt x="1496567" y="6096"/>
                  </a:lnTo>
                  <a:close/>
                </a:path>
                <a:path w="3914140" h="7620">
                  <a:moveTo>
                    <a:pt x="1490472" y="6096"/>
                  </a:moveTo>
                  <a:lnTo>
                    <a:pt x="1490472" y="1524"/>
                  </a:lnTo>
                  <a:lnTo>
                    <a:pt x="1491995" y="0"/>
                  </a:lnTo>
                  <a:lnTo>
                    <a:pt x="1496567" y="0"/>
                  </a:lnTo>
                  <a:lnTo>
                    <a:pt x="1496567" y="7620"/>
                  </a:lnTo>
                  <a:lnTo>
                    <a:pt x="1491995" y="7620"/>
                  </a:lnTo>
                  <a:lnTo>
                    <a:pt x="1490472" y="6096"/>
                  </a:lnTo>
                  <a:close/>
                </a:path>
                <a:path w="3914140" h="7620">
                  <a:moveTo>
                    <a:pt x="1536192" y="6096"/>
                  </a:moveTo>
                  <a:lnTo>
                    <a:pt x="1536192" y="1524"/>
                  </a:lnTo>
                  <a:lnTo>
                    <a:pt x="1537716" y="1524"/>
                  </a:lnTo>
                  <a:lnTo>
                    <a:pt x="1537716" y="6096"/>
                  </a:lnTo>
                  <a:lnTo>
                    <a:pt x="1536192" y="6096"/>
                  </a:lnTo>
                  <a:close/>
                </a:path>
                <a:path w="3914140" h="7620">
                  <a:moveTo>
                    <a:pt x="1531619" y="7620"/>
                  </a:moveTo>
                  <a:lnTo>
                    <a:pt x="1531619" y="0"/>
                  </a:lnTo>
                  <a:lnTo>
                    <a:pt x="1536192" y="0"/>
                  </a:lnTo>
                  <a:lnTo>
                    <a:pt x="1536192" y="7620"/>
                  </a:lnTo>
                  <a:lnTo>
                    <a:pt x="1531619" y="7620"/>
                  </a:lnTo>
                  <a:close/>
                </a:path>
                <a:path w="3914140" h="7620">
                  <a:moveTo>
                    <a:pt x="1530095" y="6096"/>
                  </a:moveTo>
                  <a:lnTo>
                    <a:pt x="1530095" y="1524"/>
                  </a:lnTo>
                  <a:lnTo>
                    <a:pt x="1531619" y="1524"/>
                  </a:lnTo>
                  <a:lnTo>
                    <a:pt x="1531619" y="6096"/>
                  </a:lnTo>
                  <a:lnTo>
                    <a:pt x="1530095" y="6096"/>
                  </a:lnTo>
                  <a:close/>
                </a:path>
                <a:path w="3914140" h="7620">
                  <a:moveTo>
                    <a:pt x="1569719" y="4572"/>
                  </a:moveTo>
                  <a:lnTo>
                    <a:pt x="1569719" y="3048"/>
                  </a:lnTo>
                  <a:lnTo>
                    <a:pt x="1572767" y="0"/>
                  </a:lnTo>
                  <a:lnTo>
                    <a:pt x="1575816" y="0"/>
                  </a:lnTo>
                  <a:lnTo>
                    <a:pt x="1578864" y="3048"/>
                  </a:lnTo>
                  <a:lnTo>
                    <a:pt x="1578864" y="4572"/>
                  </a:lnTo>
                  <a:lnTo>
                    <a:pt x="1575816" y="7620"/>
                  </a:lnTo>
                  <a:lnTo>
                    <a:pt x="1572767" y="7620"/>
                  </a:lnTo>
                  <a:lnTo>
                    <a:pt x="1569719" y="4572"/>
                  </a:lnTo>
                  <a:close/>
                </a:path>
                <a:path w="3914140" h="7620">
                  <a:moveTo>
                    <a:pt x="1616964" y="6096"/>
                  </a:moveTo>
                  <a:lnTo>
                    <a:pt x="1616964" y="1524"/>
                  </a:lnTo>
                  <a:lnTo>
                    <a:pt x="1618487" y="1524"/>
                  </a:lnTo>
                  <a:lnTo>
                    <a:pt x="1618487" y="6096"/>
                  </a:lnTo>
                  <a:lnTo>
                    <a:pt x="1616964" y="6096"/>
                  </a:lnTo>
                  <a:close/>
                </a:path>
                <a:path w="3914140" h="7620">
                  <a:moveTo>
                    <a:pt x="1612392" y="7620"/>
                  </a:moveTo>
                  <a:lnTo>
                    <a:pt x="1612392" y="0"/>
                  </a:lnTo>
                  <a:lnTo>
                    <a:pt x="1616964" y="0"/>
                  </a:lnTo>
                  <a:lnTo>
                    <a:pt x="1616964" y="7620"/>
                  </a:lnTo>
                  <a:lnTo>
                    <a:pt x="1612392" y="7620"/>
                  </a:lnTo>
                  <a:close/>
                </a:path>
                <a:path w="3914140" h="7620">
                  <a:moveTo>
                    <a:pt x="1610868" y="6096"/>
                  </a:moveTo>
                  <a:lnTo>
                    <a:pt x="1610868" y="1524"/>
                  </a:lnTo>
                  <a:lnTo>
                    <a:pt x="1612392" y="1524"/>
                  </a:lnTo>
                  <a:lnTo>
                    <a:pt x="1612392" y="6096"/>
                  </a:lnTo>
                  <a:lnTo>
                    <a:pt x="1610868" y="6096"/>
                  </a:lnTo>
                  <a:close/>
                </a:path>
                <a:path w="3914140" h="7620">
                  <a:moveTo>
                    <a:pt x="1652016" y="7620"/>
                  </a:moveTo>
                  <a:lnTo>
                    <a:pt x="1652016" y="0"/>
                  </a:lnTo>
                  <a:lnTo>
                    <a:pt x="1656587" y="0"/>
                  </a:lnTo>
                  <a:lnTo>
                    <a:pt x="1658111" y="1524"/>
                  </a:lnTo>
                  <a:lnTo>
                    <a:pt x="1658111" y="6096"/>
                  </a:lnTo>
                  <a:lnTo>
                    <a:pt x="1656587" y="7620"/>
                  </a:lnTo>
                  <a:lnTo>
                    <a:pt x="1652016" y="7620"/>
                  </a:lnTo>
                  <a:close/>
                </a:path>
                <a:path w="3914140" h="7620">
                  <a:moveTo>
                    <a:pt x="1650492" y="6096"/>
                  </a:moveTo>
                  <a:lnTo>
                    <a:pt x="1650492" y="1524"/>
                  </a:lnTo>
                  <a:lnTo>
                    <a:pt x="1652016" y="1524"/>
                  </a:lnTo>
                  <a:lnTo>
                    <a:pt x="1652016" y="6096"/>
                  </a:lnTo>
                  <a:lnTo>
                    <a:pt x="1650492" y="6096"/>
                  </a:lnTo>
                  <a:close/>
                </a:path>
                <a:path w="3914140" h="7620">
                  <a:moveTo>
                    <a:pt x="1697735" y="6096"/>
                  </a:moveTo>
                  <a:lnTo>
                    <a:pt x="1697735" y="1524"/>
                  </a:lnTo>
                  <a:lnTo>
                    <a:pt x="1699259" y="1524"/>
                  </a:lnTo>
                  <a:lnTo>
                    <a:pt x="1699259" y="6096"/>
                  </a:lnTo>
                  <a:lnTo>
                    <a:pt x="1697735" y="6096"/>
                  </a:lnTo>
                  <a:close/>
                </a:path>
                <a:path w="3914140" h="7620">
                  <a:moveTo>
                    <a:pt x="1691640" y="6096"/>
                  </a:moveTo>
                  <a:lnTo>
                    <a:pt x="1691640" y="1524"/>
                  </a:lnTo>
                  <a:lnTo>
                    <a:pt x="1693164" y="0"/>
                  </a:lnTo>
                  <a:lnTo>
                    <a:pt x="1697735" y="0"/>
                  </a:lnTo>
                  <a:lnTo>
                    <a:pt x="1697735" y="7620"/>
                  </a:lnTo>
                  <a:lnTo>
                    <a:pt x="1693164" y="7620"/>
                  </a:lnTo>
                  <a:lnTo>
                    <a:pt x="1691640" y="6096"/>
                  </a:lnTo>
                  <a:close/>
                </a:path>
                <a:path w="3914140" h="7620">
                  <a:moveTo>
                    <a:pt x="1732787" y="7620"/>
                  </a:moveTo>
                  <a:lnTo>
                    <a:pt x="1732787" y="0"/>
                  </a:lnTo>
                  <a:lnTo>
                    <a:pt x="1737359" y="0"/>
                  </a:lnTo>
                  <a:lnTo>
                    <a:pt x="1738884" y="1524"/>
                  </a:lnTo>
                  <a:lnTo>
                    <a:pt x="1738884" y="6096"/>
                  </a:lnTo>
                  <a:lnTo>
                    <a:pt x="1737359" y="7620"/>
                  </a:lnTo>
                  <a:lnTo>
                    <a:pt x="1732787" y="7620"/>
                  </a:lnTo>
                  <a:close/>
                </a:path>
                <a:path w="3914140" h="7620">
                  <a:moveTo>
                    <a:pt x="1731264" y="6096"/>
                  </a:moveTo>
                  <a:lnTo>
                    <a:pt x="1731264" y="1524"/>
                  </a:lnTo>
                  <a:lnTo>
                    <a:pt x="1732787" y="1524"/>
                  </a:lnTo>
                  <a:lnTo>
                    <a:pt x="1732787" y="6096"/>
                  </a:lnTo>
                  <a:lnTo>
                    <a:pt x="1731264" y="6096"/>
                  </a:lnTo>
                  <a:close/>
                </a:path>
                <a:path w="3914140" h="7620">
                  <a:moveTo>
                    <a:pt x="1770887" y="4572"/>
                  </a:moveTo>
                  <a:lnTo>
                    <a:pt x="1770887" y="3048"/>
                  </a:lnTo>
                  <a:lnTo>
                    <a:pt x="1773935" y="0"/>
                  </a:lnTo>
                  <a:lnTo>
                    <a:pt x="1776984" y="0"/>
                  </a:lnTo>
                  <a:lnTo>
                    <a:pt x="1780032" y="3048"/>
                  </a:lnTo>
                  <a:lnTo>
                    <a:pt x="1780032" y="4572"/>
                  </a:lnTo>
                  <a:lnTo>
                    <a:pt x="1776984" y="7620"/>
                  </a:lnTo>
                  <a:lnTo>
                    <a:pt x="1773935" y="7620"/>
                  </a:lnTo>
                  <a:lnTo>
                    <a:pt x="1770887" y="4572"/>
                  </a:lnTo>
                  <a:close/>
                </a:path>
                <a:path w="3914140" h="7620">
                  <a:moveTo>
                    <a:pt x="1818132" y="6096"/>
                  </a:moveTo>
                  <a:lnTo>
                    <a:pt x="1818132" y="1524"/>
                  </a:lnTo>
                  <a:lnTo>
                    <a:pt x="1819656" y="1524"/>
                  </a:lnTo>
                  <a:lnTo>
                    <a:pt x="1819656" y="6096"/>
                  </a:lnTo>
                  <a:lnTo>
                    <a:pt x="1818132" y="6096"/>
                  </a:lnTo>
                  <a:close/>
                </a:path>
                <a:path w="3914140" h="7620">
                  <a:moveTo>
                    <a:pt x="1813559" y="7620"/>
                  </a:moveTo>
                  <a:lnTo>
                    <a:pt x="1813559" y="0"/>
                  </a:lnTo>
                  <a:lnTo>
                    <a:pt x="1818132" y="0"/>
                  </a:lnTo>
                  <a:lnTo>
                    <a:pt x="1818132" y="7620"/>
                  </a:lnTo>
                  <a:lnTo>
                    <a:pt x="1813559" y="7620"/>
                  </a:lnTo>
                  <a:close/>
                </a:path>
                <a:path w="3914140" h="7620">
                  <a:moveTo>
                    <a:pt x="1812035" y="6096"/>
                  </a:moveTo>
                  <a:lnTo>
                    <a:pt x="1812035" y="1524"/>
                  </a:lnTo>
                  <a:lnTo>
                    <a:pt x="1813559" y="1524"/>
                  </a:lnTo>
                  <a:lnTo>
                    <a:pt x="1813559" y="6096"/>
                  </a:lnTo>
                  <a:lnTo>
                    <a:pt x="1812035" y="6096"/>
                  </a:lnTo>
                  <a:close/>
                </a:path>
                <a:path w="3914140" h="7620">
                  <a:moveTo>
                    <a:pt x="1851659" y="4572"/>
                  </a:moveTo>
                  <a:lnTo>
                    <a:pt x="1851659" y="3048"/>
                  </a:lnTo>
                  <a:lnTo>
                    <a:pt x="1854708" y="0"/>
                  </a:lnTo>
                  <a:lnTo>
                    <a:pt x="1857756" y="0"/>
                  </a:lnTo>
                  <a:lnTo>
                    <a:pt x="1860803" y="3048"/>
                  </a:lnTo>
                  <a:lnTo>
                    <a:pt x="1860803" y="4572"/>
                  </a:lnTo>
                  <a:lnTo>
                    <a:pt x="1857756" y="7620"/>
                  </a:lnTo>
                  <a:lnTo>
                    <a:pt x="1854708" y="7620"/>
                  </a:lnTo>
                  <a:lnTo>
                    <a:pt x="1851659" y="4572"/>
                  </a:lnTo>
                  <a:close/>
                </a:path>
                <a:path w="3914140" h="7620">
                  <a:moveTo>
                    <a:pt x="1898904" y="6096"/>
                  </a:moveTo>
                  <a:lnTo>
                    <a:pt x="1898904" y="1524"/>
                  </a:lnTo>
                  <a:lnTo>
                    <a:pt x="1900427" y="1524"/>
                  </a:lnTo>
                  <a:lnTo>
                    <a:pt x="1900427" y="6096"/>
                  </a:lnTo>
                  <a:lnTo>
                    <a:pt x="1898904" y="6096"/>
                  </a:lnTo>
                  <a:close/>
                </a:path>
                <a:path w="3914140" h="7620">
                  <a:moveTo>
                    <a:pt x="1892808" y="6096"/>
                  </a:moveTo>
                  <a:lnTo>
                    <a:pt x="1892808" y="1524"/>
                  </a:lnTo>
                  <a:lnTo>
                    <a:pt x="1894331" y="0"/>
                  </a:lnTo>
                  <a:lnTo>
                    <a:pt x="1898904" y="0"/>
                  </a:lnTo>
                  <a:lnTo>
                    <a:pt x="1898904" y="7620"/>
                  </a:lnTo>
                  <a:lnTo>
                    <a:pt x="1894331" y="7620"/>
                  </a:lnTo>
                  <a:lnTo>
                    <a:pt x="1892808" y="6096"/>
                  </a:lnTo>
                  <a:close/>
                </a:path>
                <a:path w="3914140" h="7620">
                  <a:moveTo>
                    <a:pt x="1933955" y="7620"/>
                  </a:moveTo>
                  <a:lnTo>
                    <a:pt x="1933955" y="0"/>
                  </a:lnTo>
                  <a:lnTo>
                    <a:pt x="1938527" y="0"/>
                  </a:lnTo>
                  <a:lnTo>
                    <a:pt x="1940051" y="1524"/>
                  </a:lnTo>
                  <a:lnTo>
                    <a:pt x="1940051" y="6096"/>
                  </a:lnTo>
                  <a:lnTo>
                    <a:pt x="1938527" y="7620"/>
                  </a:lnTo>
                  <a:lnTo>
                    <a:pt x="1933955" y="7620"/>
                  </a:lnTo>
                  <a:close/>
                </a:path>
                <a:path w="3914140" h="7620">
                  <a:moveTo>
                    <a:pt x="1932431" y="6096"/>
                  </a:moveTo>
                  <a:lnTo>
                    <a:pt x="1932431" y="1524"/>
                  </a:lnTo>
                  <a:lnTo>
                    <a:pt x="1933955" y="1524"/>
                  </a:lnTo>
                  <a:lnTo>
                    <a:pt x="1933955" y="6096"/>
                  </a:lnTo>
                  <a:lnTo>
                    <a:pt x="1932431" y="6096"/>
                  </a:lnTo>
                  <a:close/>
                </a:path>
                <a:path w="3914140" h="7620">
                  <a:moveTo>
                    <a:pt x="1979676" y="6096"/>
                  </a:moveTo>
                  <a:lnTo>
                    <a:pt x="1979676" y="1524"/>
                  </a:lnTo>
                  <a:lnTo>
                    <a:pt x="1981200" y="1524"/>
                  </a:lnTo>
                  <a:lnTo>
                    <a:pt x="1981200" y="6096"/>
                  </a:lnTo>
                  <a:lnTo>
                    <a:pt x="1979676" y="6096"/>
                  </a:lnTo>
                  <a:close/>
                </a:path>
                <a:path w="3914140" h="7620">
                  <a:moveTo>
                    <a:pt x="1973580" y="6096"/>
                  </a:moveTo>
                  <a:lnTo>
                    <a:pt x="1973580" y="1524"/>
                  </a:lnTo>
                  <a:lnTo>
                    <a:pt x="1975104" y="0"/>
                  </a:lnTo>
                  <a:lnTo>
                    <a:pt x="1979676" y="0"/>
                  </a:lnTo>
                  <a:lnTo>
                    <a:pt x="1979676" y="7620"/>
                  </a:lnTo>
                  <a:lnTo>
                    <a:pt x="1975104" y="7620"/>
                  </a:lnTo>
                  <a:lnTo>
                    <a:pt x="1973580" y="6096"/>
                  </a:lnTo>
                  <a:close/>
                </a:path>
                <a:path w="3914140" h="7620">
                  <a:moveTo>
                    <a:pt x="2019300" y="6096"/>
                  </a:moveTo>
                  <a:lnTo>
                    <a:pt x="2019300" y="1524"/>
                  </a:lnTo>
                  <a:lnTo>
                    <a:pt x="2020824" y="1524"/>
                  </a:lnTo>
                  <a:lnTo>
                    <a:pt x="2020824" y="6096"/>
                  </a:lnTo>
                  <a:lnTo>
                    <a:pt x="2019300" y="6096"/>
                  </a:lnTo>
                  <a:close/>
                </a:path>
                <a:path w="3914140" h="7620">
                  <a:moveTo>
                    <a:pt x="2014727" y="7620"/>
                  </a:moveTo>
                  <a:lnTo>
                    <a:pt x="2014727" y="0"/>
                  </a:lnTo>
                  <a:lnTo>
                    <a:pt x="2019300" y="0"/>
                  </a:lnTo>
                  <a:lnTo>
                    <a:pt x="2019300" y="7620"/>
                  </a:lnTo>
                  <a:lnTo>
                    <a:pt x="2014727" y="7620"/>
                  </a:lnTo>
                  <a:close/>
                </a:path>
                <a:path w="3914140" h="7620">
                  <a:moveTo>
                    <a:pt x="2013204" y="6096"/>
                  </a:moveTo>
                  <a:lnTo>
                    <a:pt x="2013204" y="1524"/>
                  </a:lnTo>
                  <a:lnTo>
                    <a:pt x="2014727" y="1524"/>
                  </a:lnTo>
                  <a:lnTo>
                    <a:pt x="2014727" y="6096"/>
                  </a:lnTo>
                  <a:lnTo>
                    <a:pt x="2013204" y="6096"/>
                  </a:lnTo>
                  <a:close/>
                </a:path>
                <a:path w="3914140" h="7620">
                  <a:moveTo>
                    <a:pt x="2052827" y="4572"/>
                  </a:moveTo>
                  <a:lnTo>
                    <a:pt x="2052827" y="3048"/>
                  </a:lnTo>
                  <a:lnTo>
                    <a:pt x="2055876" y="0"/>
                  </a:lnTo>
                  <a:lnTo>
                    <a:pt x="2058924" y="0"/>
                  </a:lnTo>
                  <a:lnTo>
                    <a:pt x="2061972" y="3048"/>
                  </a:lnTo>
                  <a:lnTo>
                    <a:pt x="2061972" y="4572"/>
                  </a:lnTo>
                  <a:lnTo>
                    <a:pt x="2058924" y="7620"/>
                  </a:lnTo>
                  <a:lnTo>
                    <a:pt x="2055876" y="7620"/>
                  </a:lnTo>
                  <a:lnTo>
                    <a:pt x="2052827" y="4572"/>
                  </a:lnTo>
                  <a:close/>
                </a:path>
                <a:path w="3914140" h="7620">
                  <a:moveTo>
                    <a:pt x="2100072" y="6096"/>
                  </a:moveTo>
                  <a:lnTo>
                    <a:pt x="2100072" y="1524"/>
                  </a:lnTo>
                  <a:lnTo>
                    <a:pt x="2101596" y="1524"/>
                  </a:lnTo>
                  <a:lnTo>
                    <a:pt x="2101596" y="6096"/>
                  </a:lnTo>
                  <a:lnTo>
                    <a:pt x="2100072" y="6096"/>
                  </a:lnTo>
                  <a:close/>
                </a:path>
                <a:path w="3914140" h="7620">
                  <a:moveTo>
                    <a:pt x="2095500" y="7620"/>
                  </a:moveTo>
                  <a:lnTo>
                    <a:pt x="2095500" y="0"/>
                  </a:lnTo>
                  <a:lnTo>
                    <a:pt x="2100072" y="0"/>
                  </a:lnTo>
                  <a:lnTo>
                    <a:pt x="2100072" y="7620"/>
                  </a:lnTo>
                  <a:lnTo>
                    <a:pt x="2095500" y="7620"/>
                  </a:lnTo>
                  <a:close/>
                </a:path>
                <a:path w="3914140" h="7620">
                  <a:moveTo>
                    <a:pt x="2093976" y="6096"/>
                  </a:moveTo>
                  <a:lnTo>
                    <a:pt x="2093976" y="1524"/>
                  </a:lnTo>
                  <a:lnTo>
                    <a:pt x="2095500" y="1524"/>
                  </a:lnTo>
                  <a:lnTo>
                    <a:pt x="2095500" y="6096"/>
                  </a:lnTo>
                  <a:lnTo>
                    <a:pt x="2093976" y="6096"/>
                  </a:lnTo>
                  <a:close/>
                </a:path>
                <a:path w="3914140" h="7620">
                  <a:moveTo>
                    <a:pt x="2135124" y="7620"/>
                  </a:moveTo>
                  <a:lnTo>
                    <a:pt x="2135124" y="0"/>
                  </a:lnTo>
                  <a:lnTo>
                    <a:pt x="2139696" y="0"/>
                  </a:lnTo>
                  <a:lnTo>
                    <a:pt x="2141220" y="1524"/>
                  </a:lnTo>
                  <a:lnTo>
                    <a:pt x="2141220" y="6096"/>
                  </a:lnTo>
                  <a:lnTo>
                    <a:pt x="2139696" y="7620"/>
                  </a:lnTo>
                  <a:lnTo>
                    <a:pt x="2135124" y="7620"/>
                  </a:lnTo>
                  <a:close/>
                </a:path>
                <a:path w="3914140" h="7620">
                  <a:moveTo>
                    <a:pt x="2133600" y="6096"/>
                  </a:moveTo>
                  <a:lnTo>
                    <a:pt x="2133600" y="1524"/>
                  </a:lnTo>
                  <a:lnTo>
                    <a:pt x="2135124" y="1524"/>
                  </a:lnTo>
                  <a:lnTo>
                    <a:pt x="2135124" y="6096"/>
                  </a:lnTo>
                  <a:lnTo>
                    <a:pt x="2133600" y="6096"/>
                  </a:lnTo>
                  <a:close/>
                </a:path>
                <a:path w="3914140" h="7620">
                  <a:moveTo>
                    <a:pt x="2180843" y="6096"/>
                  </a:moveTo>
                  <a:lnTo>
                    <a:pt x="2180843" y="1524"/>
                  </a:lnTo>
                  <a:lnTo>
                    <a:pt x="2182368" y="1524"/>
                  </a:lnTo>
                  <a:lnTo>
                    <a:pt x="2182368" y="6096"/>
                  </a:lnTo>
                  <a:lnTo>
                    <a:pt x="2180843" y="6096"/>
                  </a:lnTo>
                  <a:close/>
                </a:path>
                <a:path w="3914140" h="7620">
                  <a:moveTo>
                    <a:pt x="2174747" y="6096"/>
                  </a:moveTo>
                  <a:lnTo>
                    <a:pt x="2174747" y="1524"/>
                  </a:lnTo>
                  <a:lnTo>
                    <a:pt x="2176272" y="0"/>
                  </a:lnTo>
                  <a:lnTo>
                    <a:pt x="2180843" y="0"/>
                  </a:lnTo>
                  <a:lnTo>
                    <a:pt x="2180843" y="7620"/>
                  </a:lnTo>
                  <a:lnTo>
                    <a:pt x="2176272" y="7620"/>
                  </a:lnTo>
                  <a:lnTo>
                    <a:pt x="2174747" y="6096"/>
                  </a:lnTo>
                  <a:close/>
                </a:path>
                <a:path w="3914140" h="7620">
                  <a:moveTo>
                    <a:pt x="2215896" y="7620"/>
                  </a:moveTo>
                  <a:lnTo>
                    <a:pt x="2215896" y="0"/>
                  </a:lnTo>
                  <a:lnTo>
                    <a:pt x="2220468" y="0"/>
                  </a:lnTo>
                  <a:lnTo>
                    <a:pt x="2221992" y="1524"/>
                  </a:lnTo>
                  <a:lnTo>
                    <a:pt x="2221992" y="6096"/>
                  </a:lnTo>
                  <a:lnTo>
                    <a:pt x="2220468" y="7620"/>
                  </a:lnTo>
                  <a:lnTo>
                    <a:pt x="2215896" y="7620"/>
                  </a:lnTo>
                  <a:close/>
                </a:path>
                <a:path w="3914140" h="7620">
                  <a:moveTo>
                    <a:pt x="2214372" y="6096"/>
                  </a:moveTo>
                  <a:lnTo>
                    <a:pt x="2214372" y="1524"/>
                  </a:lnTo>
                  <a:lnTo>
                    <a:pt x="2215896" y="1524"/>
                  </a:lnTo>
                  <a:lnTo>
                    <a:pt x="2215896" y="6096"/>
                  </a:lnTo>
                  <a:lnTo>
                    <a:pt x="2214372" y="6096"/>
                  </a:lnTo>
                  <a:close/>
                </a:path>
                <a:path w="3914140" h="7620">
                  <a:moveTo>
                    <a:pt x="2253996" y="4572"/>
                  </a:moveTo>
                  <a:lnTo>
                    <a:pt x="2253996" y="3048"/>
                  </a:lnTo>
                  <a:lnTo>
                    <a:pt x="2257043" y="0"/>
                  </a:lnTo>
                  <a:lnTo>
                    <a:pt x="2260092" y="0"/>
                  </a:lnTo>
                  <a:lnTo>
                    <a:pt x="2263139" y="3048"/>
                  </a:lnTo>
                  <a:lnTo>
                    <a:pt x="2263139" y="4572"/>
                  </a:lnTo>
                  <a:lnTo>
                    <a:pt x="2260092" y="7620"/>
                  </a:lnTo>
                  <a:lnTo>
                    <a:pt x="2257043" y="7620"/>
                  </a:lnTo>
                  <a:lnTo>
                    <a:pt x="2253996" y="4572"/>
                  </a:lnTo>
                  <a:close/>
                </a:path>
                <a:path w="3914140" h="7620">
                  <a:moveTo>
                    <a:pt x="2301239" y="6096"/>
                  </a:moveTo>
                  <a:lnTo>
                    <a:pt x="2301239" y="1524"/>
                  </a:lnTo>
                  <a:lnTo>
                    <a:pt x="2302764" y="1524"/>
                  </a:lnTo>
                  <a:lnTo>
                    <a:pt x="2302764" y="6096"/>
                  </a:lnTo>
                  <a:lnTo>
                    <a:pt x="2301239" y="6096"/>
                  </a:lnTo>
                  <a:close/>
                </a:path>
                <a:path w="3914140" h="7620">
                  <a:moveTo>
                    <a:pt x="2296668" y="7620"/>
                  </a:moveTo>
                  <a:lnTo>
                    <a:pt x="2296668" y="0"/>
                  </a:lnTo>
                  <a:lnTo>
                    <a:pt x="2301239" y="0"/>
                  </a:lnTo>
                  <a:lnTo>
                    <a:pt x="2301239" y="7620"/>
                  </a:lnTo>
                  <a:lnTo>
                    <a:pt x="2296668" y="7620"/>
                  </a:lnTo>
                  <a:close/>
                </a:path>
                <a:path w="3914140" h="7620">
                  <a:moveTo>
                    <a:pt x="2295143" y="6096"/>
                  </a:moveTo>
                  <a:lnTo>
                    <a:pt x="2295143" y="1524"/>
                  </a:lnTo>
                  <a:lnTo>
                    <a:pt x="2296668" y="1524"/>
                  </a:lnTo>
                  <a:lnTo>
                    <a:pt x="2296668" y="6096"/>
                  </a:lnTo>
                  <a:lnTo>
                    <a:pt x="2295143" y="6096"/>
                  </a:lnTo>
                  <a:close/>
                </a:path>
                <a:path w="3914140" h="7620">
                  <a:moveTo>
                    <a:pt x="2334768" y="4572"/>
                  </a:moveTo>
                  <a:lnTo>
                    <a:pt x="2334768" y="3048"/>
                  </a:lnTo>
                  <a:lnTo>
                    <a:pt x="2337816" y="0"/>
                  </a:lnTo>
                  <a:lnTo>
                    <a:pt x="2340864" y="0"/>
                  </a:lnTo>
                  <a:lnTo>
                    <a:pt x="2343912" y="3048"/>
                  </a:lnTo>
                  <a:lnTo>
                    <a:pt x="2343912" y="4572"/>
                  </a:lnTo>
                  <a:lnTo>
                    <a:pt x="2340864" y="7620"/>
                  </a:lnTo>
                  <a:lnTo>
                    <a:pt x="2337816" y="7620"/>
                  </a:lnTo>
                  <a:lnTo>
                    <a:pt x="2334768" y="4572"/>
                  </a:lnTo>
                  <a:close/>
                </a:path>
                <a:path w="3914140" h="7620">
                  <a:moveTo>
                    <a:pt x="2382012" y="6096"/>
                  </a:moveTo>
                  <a:lnTo>
                    <a:pt x="2382012" y="1524"/>
                  </a:lnTo>
                  <a:lnTo>
                    <a:pt x="2383535" y="1524"/>
                  </a:lnTo>
                  <a:lnTo>
                    <a:pt x="2383535" y="6096"/>
                  </a:lnTo>
                  <a:lnTo>
                    <a:pt x="2382012" y="6096"/>
                  </a:lnTo>
                  <a:close/>
                </a:path>
                <a:path w="3914140" h="7620">
                  <a:moveTo>
                    <a:pt x="2375916" y="6096"/>
                  </a:moveTo>
                  <a:lnTo>
                    <a:pt x="2375916" y="1524"/>
                  </a:lnTo>
                  <a:lnTo>
                    <a:pt x="2377439" y="0"/>
                  </a:lnTo>
                  <a:lnTo>
                    <a:pt x="2382012" y="0"/>
                  </a:lnTo>
                  <a:lnTo>
                    <a:pt x="2382012" y="7620"/>
                  </a:lnTo>
                  <a:lnTo>
                    <a:pt x="2377439" y="7620"/>
                  </a:lnTo>
                  <a:lnTo>
                    <a:pt x="2375916" y="6096"/>
                  </a:lnTo>
                  <a:close/>
                </a:path>
                <a:path w="3914140" h="7620">
                  <a:moveTo>
                    <a:pt x="2417064" y="7620"/>
                  </a:moveTo>
                  <a:lnTo>
                    <a:pt x="2417064" y="0"/>
                  </a:lnTo>
                  <a:lnTo>
                    <a:pt x="2421635" y="0"/>
                  </a:lnTo>
                  <a:lnTo>
                    <a:pt x="2423160" y="1524"/>
                  </a:lnTo>
                  <a:lnTo>
                    <a:pt x="2423160" y="6096"/>
                  </a:lnTo>
                  <a:lnTo>
                    <a:pt x="2421635" y="7620"/>
                  </a:lnTo>
                  <a:lnTo>
                    <a:pt x="2417064" y="7620"/>
                  </a:lnTo>
                  <a:close/>
                </a:path>
                <a:path w="3914140" h="7620">
                  <a:moveTo>
                    <a:pt x="2415539" y="6096"/>
                  </a:moveTo>
                  <a:lnTo>
                    <a:pt x="2415539" y="1524"/>
                  </a:lnTo>
                  <a:lnTo>
                    <a:pt x="2417064" y="1524"/>
                  </a:lnTo>
                  <a:lnTo>
                    <a:pt x="2417064" y="6096"/>
                  </a:lnTo>
                  <a:lnTo>
                    <a:pt x="2415539" y="6096"/>
                  </a:lnTo>
                  <a:close/>
                </a:path>
                <a:path w="3914140" h="7620">
                  <a:moveTo>
                    <a:pt x="2462784" y="6096"/>
                  </a:moveTo>
                  <a:lnTo>
                    <a:pt x="2462784" y="1524"/>
                  </a:lnTo>
                  <a:lnTo>
                    <a:pt x="2464308" y="1524"/>
                  </a:lnTo>
                  <a:lnTo>
                    <a:pt x="2464308" y="6096"/>
                  </a:lnTo>
                  <a:lnTo>
                    <a:pt x="2462784" y="6096"/>
                  </a:lnTo>
                  <a:close/>
                </a:path>
                <a:path w="3914140" h="7620">
                  <a:moveTo>
                    <a:pt x="2456688" y="6096"/>
                  </a:moveTo>
                  <a:lnTo>
                    <a:pt x="2456688" y="1524"/>
                  </a:lnTo>
                  <a:lnTo>
                    <a:pt x="2458212" y="0"/>
                  </a:lnTo>
                  <a:lnTo>
                    <a:pt x="2462784" y="0"/>
                  </a:lnTo>
                  <a:lnTo>
                    <a:pt x="2462784" y="7620"/>
                  </a:lnTo>
                  <a:lnTo>
                    <a:pt x="2458212" y="7620"/>
                  </a:lnTo>
                  <a:lnTo>
                    <a:pt x="2456688" y="6096"/>
                  </a:lnTo>
                  <a:close/>
                </a:path>
                <a:path w="3914140" h="7620">
                  <a:moveTo>
                    <a:pt x="2502408" y="6096"/>
                  </a:moveTo>
                  <a:lnTo>
                    <a:pt x="2502408" y="1524"/>
                  </a:lnTo>
                  <a:lnTo>
                    <a:pt x="2503931" y="1524"/>
                  </a:lnTo>
                  <a:lnTo>
                    <a:pt x="2503931" y="6096"/>
                  </a:lnTo>
                  <a:lnTo>
                    <a:pt x="2502408" y="6096"/>
                  </a:lnTo>
                  <a:close/>
                </a:path>
                <a:path w="3914140" h="7620">
                  <a:moveTo>
                    <a:pt x="2497835" y="7620"/>
                  </a:moveTo>
                  <a:lnTo>
                    <a:pt x="2497835" y="0"/>
                  </a:lnTo>
                  <a:lnTo>
                    <a:pt x="2502408" y="0"/>
                  </a:lnTo>
                  <a:lnTo>
                    <a:pt x="2502408" y="7620"/>
                  </a:lnTo>
                  <a:lnTo>
                    <a:pt x="2497835" y="7620"/>
                  </a:lnTo>
                  <a:close/>
                </a:path>
                <a:path w="3914140" h="7620">
                  <a:moveTo>
                    <a:pt x="2496312" y="6096"/>
                  </a:moveTo>
                  <a:lnTo>
                    <a:pt x="2496312" y="1524"/>
                  </a:lnTo>
                  <a:lnTo>
                    <a:pt x="2497835" y="1524"/>
                  </a:lnTo>
                  <a:lnTo>
                    <a:pt x="2497835" y="6096"/>
                  </a:lnTo>
                  <a:lnTo>
                    <a:pt x="2496312" y="6096"/>
                  </a:lnTo>
                  <a:close/>
                </a:path>
                <a:path w="3914140" h="7620">
                  <a:moveTo>
                    <a:pt x="2535935" y="4572"/>
                  </a:moveTo>
                  <a:lnTo>
                    <a:pt x="2535935" y="3048"/>
                  </a:lnTo>
                  <a:lnTo>
                    <a:pt x="2538984" y="0"/>
                  </a:lnTo>
                  <a:lnTo>
                    <a:pt x="2542031" y="0"/>
                  </a:lnTo>
                  <a:lnTo>
                    <a:pt x="2545080" y="3048"/>
                  </a:lnTo>
                  <a:lnTo>
                    <a:pt x="2545080" y="4572"/>
                  </a:lnTo>
                  <a:lnTo>
                    <a:pt x="2542031" y="7620"/>
                  </a:lnTo>
                  <a:lnTo>
                    <a:pt x="2538984" y="7620"/>
                  </a:lnTo>
                  <a:lnTo>
                    <a:pt x="2535935" y="4572"/>
                  </a:lnTo>
                  <a:close/>
                </a:path>
                <a:path w="3914140" h="7620">
                  <a:moveTo>
                    <a:pt x="2583180" y="6096"/>
                  </a:moveTo>
                  <a:lnTo>
                    <a:pt x="2583180" y="1524"/>
                  </a:lnTo>
                  <a:lnTo>
                    <a:pt x="2584704" y="1524"/>
                  </a:lnTo>
                  <a:lnTo>
                    <a:pt x="2584704" y="6096"/>
                  </a:lnTo>
                  <a:lnTo>
                    <a:pt x="2583180" y="6096"/>
                  </a:lnTo>
                  <a:close/>
                </a:path>
                <a:path w="3914140" h="7620">
                  <a:moveTo>
                    <a:pt x="2578608" y="7620"/>
                  </a:moveTo>
                  <a:lnTo>
                    <a:pt x="2578608" y="0"/>
                  </a:lnTo>
                  <a:lnTo>
                    <a:pt x="2583180" y="0"/>
                  </a:lnTo>
                  <a:lnTo>
                    <a:pt x="2583180" y="7620"/>
                  </a:lnTo>
                  <a:lnTo>
                    <a:pt x="2578608" y="7620"/>
                  </a:lnTo>
                  <a:close/>
                </a:path>
                <a:path w="3914140" h="7620">
                  <a:moveTo>
                    <a:pt x="2577084" y="6096"/>
                  </a:moveTo>
                  <a:lnTo>
                    <a:pt x="2577084" y="1524"/>
                  </a:lnTo>
                  <a:lnTo>
                    <a:pt x="2578608" y="1524"/>
                  </a:lnTo>
                  <a:lnTo>
                    <a:pt x="2578608" y="6096"/>
                  </a:lnTo>
                  <a:lnTo>
                    <a:pt x="2577084" y="6096"/>
                  </a:lnTo>
                  <a:close/>
                </a:path>
                <a:path w="3914140" h="7620">
                  <a:moveTo>
                    <a:pt x="2618231" y="7620"/>
                  </a:moveTo>
                  <a:lnTo>
                    <a:pt x="2618231" y="0"/>
                  </a:lnTo>
                  <a:lnTo>
                    <a:pt x="2622804" y="0"/>
                  </a:lnTo>
                  <a:lnTo>
                    <a:pt x="2624327" y="1524"/>
                  </a:lnTo>
                  <a:lnTo>
                    <a:pt x="2624327" y="6096"/>
                  </a:lnTo>
                  <a:lnTo>
                    <a:pt x="2622804" y="7620"/>
                  </a:lnTo>
                  <a:lnTo>
                    <a:pt x="2618231" y="7620"/>
                  </a:lnTo>
                  <a:close/>
                </a:path>
                <a:path w="3914140" h="7620">
                  <a:moveTo>
                    <a:pt x="2616708" y="6096"/>
                  </a:moveTo>
                  <a:lnTo>
                    <a:pt x="2616708" y="1524"/>
                  </a:lnTo>
                  <a:lnTo>
                    <a:pt x="2618231" y="1524"/>
                  </a:lnTo>
                  <a:lnTo>
                    <a:pt x="2618231" y="6096"/>
                  </a:lnTo>
                  <a:lnTo>
                    <a:pt x="2616708" y="6096"/>
                  </a:lnTo>
                  <a:close/>
                </a:path>
                <a:path w="3914140" h="7620">
                  <a:moveTo>
                    <a:pt x="2663952" y="6096"/>
                  </a:moveTo>
                  <a:lnTo>
                    <a:pt x="2663952" y="1524"/>
                  </a:lnTo>
                  <a:lnTo>
                    <a:pt x="2665476" y="1524"/>
                  </a:lnTo>
                  <a:lnTo>
                    <a:pt x="2665476" y="6096"/>
                  </a:lnTo>
                  <a:lnTo>
                    <a:pt x="2663952" y="6096"/>
                  </a:lnTo>
                  <a:close/>
                </a:path>
                <a:path w="3914140" h="7620">
                  <a:moveTo>
                    <a:pt x="2657856" y="6096"/>
                  </a:moveTo>
                  <a:lnTo>
                    <a:pt x="2657856" y="1524"/>
                  </a:lnTo>
                  <a:lnTo>
                    <a:pt x="2659380" y="0"/>
                  </a:lnTo>
                  <a:lnTo>
                    <a:pt x="2663952" y="0"/>
                  </a:lnTo>
                  <a:lnTo>
                    <a:pt x="2663952" y="7620"/>
                  </a:lnTo>
                  <a:lnTo>
                    <a:pt x="2659380" y="7620"/>
                  </a:lnTo>
                  <a:lnTo>
                    <a:pt x="2657856" y="6096"/>
                  </a:lnTo>
                  <a:close/>
                </a:path>
                <a:path w="3914140" h="7620">
                  <a:moveTo>
                    <a:pt x="2699004" y="7620"/>
                  </a:moveTo>
                  <a:lnTo>
                    <a:pt x="2699004" y="0"/>
                  </a:lnTo>
                  <a:lnTo>
                    <a:pt x="2703576" y="0"/>
                  </a:lnTo>
                  <a:lnTo>
                    <a:pt x="2705100" y="1524"/>
                  </a:lnTo>
                  <a:lnTo>
                    <a:pt x="2705100" y="6096"/>
                  </a:lnTo>
                  <a:lnTo>
                    <a:pt x="2703576" y="7620"/>
                  </a:lnTo>
                  <a:lnTo>
                    <a:pt x="2699004" y="7620"/>
                  </a:lnTo>
                  <a:close/>
                </a:path>
                <a:path w="3914140" h="7620">
                  <a:moveTo>
                    <a:pt x="2697480" y="6096"/>
                  </a:moveTo>
                  <a:lnTo>
                    <a:pt x="2697480" y="1524"/>
                  </a:lnTo>
                  <a:lnTo>
                    <a:pt x="2699004" y="1524"/>
                  </a:lnTo>
                  <a:lnTo>
                    <a:pt x="2699004" y="6096"/>
                  </a:lnTo>
                  <a:lnTo>
                    <a:pt x="2697480" y="6096"/>
                  </a:lnTo>
                  <a:close/>
                </a:path>
                <a:path w="3914140" h="7620">
                  <a:moveTo>
                    <a:pt x="2737104" y="4572"/>
                  </a:moveTo>
                  <a:lnTo>
                    <a:pt x="2737104" y="3048"/>
                  </a:lnTo>
                  <a:lnTo>
                    <a:pt x="2740152" y="0"/>
                  </a:lnTo>
                  <a:lnTo>
                    <a:pt x="2743200" y="0"/>
                  </a:lnTo>
                  <a:lnTo>
                    <a:pt x="2746248" y="3048"/>
                  </a:lnTo>
                  <a:lnTo>
                    <a:pt x="2746248" y="4572"/>
                  </a:lnTo>
                  <a:lnTo>
                    <a:pt x="2743200" y="7620"/>
                  </a:lnTo>
                  <a:lnTo>
                    <a:pt x="2740152" y="7620"/>
                  </a:lnTo>
                  <a:lnTo>
                    <a:pt x="2737104" y="4572"/>
                  </a:lnTo>
                  <a:close/>
                </a:path>
                <a:path w="3914140" h="7620">
                  <a:moveTo>
                    <a:pt x="2784348" y="6096"/>
                  </a:moveTo>
                  <a:lnTo>
                    <a:pt x="2784348" y="1524"/>
                  </a:lnTo>
                  <a:lnTo>
                    <a:pt x="2785872" y="1524"/>
                  </a:lnTo>
                  <a:lnTo>
                    <a:pt x="2785872" y="6096"/>
                  </a:lnTo>
                  <a:lnTo>
                    <a:pt x="2784348" y="6096"/>
                  </a:lnTo>
                  <a:close/>
                </a:path>
                <a:path w="3914140" h="7620">
                  <a:moveTo>
                    <a:pt x="2779776" y="7620"/>
                  </a:moveTo>
                  <a:lnTo>
                    <a:pt x="2779776" y="0"/>
                  </a:lnTo>
                  <a:lnTo>
                    <a:pt x="2784348" y="0"/>
                  </a:lnTo>
                  <a:lnTo>
                    <a:pt x="2784348" y="7620"/>
                  </a:lnTo>
                  <a:lnTo>
                    <a:pt x="2779776" y="7620"/>
                  </a:lnTo>
                  <a:close/>
                </a:path>
                <a:path w="3914140" h="7620">
                  <a:moveTo>
                    <a:pt x="2778252" y="6096"/>
                  </a:moveTo>
                  <a:lnTo>
                    <a:pt x="2778252" y="1524"/>
                  </a:lnTo>
                  <a:lnTo>
                    <a:pt x="2779776" y="1524"/>
                  </a:lnTo>
                  <a:lnTo>
                    <a:pt x="2779776" y="6096"/>
                  </a:lnTo>
                  <a:lnTo>
                    <a:pt x="2778252" y="6096"/>
                  </a:lnTo>
                  <a:close/>
                </a:path>
                <a:path w="3914140" h="7620">
                  <a:moveTo>
                    <a:pt x="2817876" y="4572"/>
                  </a:moveTo>
                  <a:lnTo>
                    <a:pt x="2817876" y="3048"/>
                  </a:lnTo>
                  <a:lnTo>
                    <a:pt x="2820924" y="0"/>
                  </a:lnTo>
                  <a:lnTo>
                    <a:pt x="2823972" y="0"/>
                  </a:lnTo>
                  <a:lnTo>
                    <a:pt x="2827020" y="3048"/>
                  </a:lnTo>
                  <a:lnTo>
                    <a:pt x="2827020" y="4572"/>
                  </a:lnTo>
                  <a:lnTo>
                    <a:pt x="2823972" y="7620"/>
                  </a:lnTo>
                  <a:lnTo>
                    <a:pt x="2820924" y="7620"/>
                  </a:lnTo>
                  <a:lnTo>
                    <a:pt x="2817876" y="4572"/>
                  </a:lnTo>
                  <a:close/>
                </a:path>
                <a:path w="3914140" h="7620">
                  <a:moveTo>
                    <a:pt x="2865120" y="6096"/>
                  </a:moveTo>
                  <a:lnTo>
                    <a:pt x="2865120" y="1524"/>
                  </a:lnTo>
                  <a:lnTo>
                    <a:pt x="2866643" y="1524"/>
                  </a:lnTo>
                  <a:lnTo>
                    <a:pt x="2866643" y="6096"/>
                  </a:lnTo>
                  <a:lnTo>
                    <a:pt x="2865120" y="6096"/>
                  </a:lnTo>
                  <a:close/>
                </a:path>
                <a:path w="3914140" h="7620">
                  <a:moveTo>
                    <a:pt x="2859024" y="6096"/>
                  </a:moveTo>
                  <a:lnTo>
                    <a:pt x="2859024" y="1524"/>
                  </a:lnTo>
                  <a:lnTo>
                    <a:pt x="2860548" y="0"/>
                  </a:lnTo>
                  <a:lnTo>
                    <a:pt x="2865120" y="0"/>
                  </a:lnTo>
                  <a:lnTo>
                    <a:pt x="2865120" y="7620"/>
                  </a:lnTo>
                  <a:lnTo>
                    <a:pt x="2860548" y="7620"/>
                  </a:lnTo>
                  <a:lnTo>
                    <a:pt x="2859024" y="6096"/>
                  </a:lnTo>
                  <a:close/>
                </a:path>
                <a:path w="3914140" h="7620">
                  <a:moveTo>
                    <a:pt x="2900172" y="7620"/>
                  </a:moveTo>
                  <a:lnTo>
                    <a:pt x="2900172" y="0"/>
                  </a:lnTo>
                  <a:lnTo>
                    <a:pt x="2904744" y="0"/>
                  </a:lnTo>
                  <a:lnTo>
                    <a:pt x="2906268" y="1524"/>
                  </a:lnTo>
                  <a:lnTo>
                    <a:pt x="2906268" y="6096"/>
                  </a:lnTo>
                  <a:lnTo>
                    <a:pt x="2904744" y="7620"/>
                  </a:lnTo>
                  <a:lnTo>
                    <a:pt x="2900172" y="7620"/>
                  </a:lnTo>
                  <a:close/>
                </a:path>
                <a:path w="3914140" h="7620">
                  <a:moveTo>
                    <a:pt x="2898648" y="6096"/>
                  </a:moveTo>
                  <a:lnTo>
                    <a:pt x="2898648" y="1524"/>
                  </a:lnTo>
                  <a:lnTo>
                    <a:pt x="2900172" y="1524"/>
                  </a:lnTo>
                  <a:lnTo>
                    <a:pt x="2900172" y="6096"/>
                  </a:lnTo>
                  <a:lnTo>
                    <a:pt x="2898648" y="6096"/>
                  </a:lnTo>
                  <a:close/>
                </a:path>
                <a:path w="3914140" h="7620">
                  <a:moveTo>
                    <a:pt x="2945892" y="6096"/>
                  </a:moveTo>
                  <a:lnTo>
                    <a:pt x="2945892" y="1524"/>
                  </a:lnTo>
                  <a:lnTo>
                    <a:pt x="2947416" y="1524"/>
                  </a:lnTo>
                  <a:lnTo>
                    <a:pt x="2947416" y="6096"/>
                  </a:lnTo>
                  <a:lnTo>
                    <a:pt x="2945892" y="6096"/>
                  </a:lnTo>
                  <a:close/>
                </a:path>
                <a:path w="3914140" h="7620">
                  <a:moveTo>
                    <a:pt x="2939796" y="6096"/>
                  </a:moveTo>
                  <a:lnTo>
                    <a:pt x="2939796" y="1524"/>
                  </a:lnTo>
                  <a:lnTo>
                    <a:pt x="2941320" y="0"/>
                  </a:lnTo>
                  <a:lnTo>
                    <a:pt x="2945892" y="0"/>
                  </a:lnTo>
                  <a:lnTo>
                    <a:pt x="2945892" y="7620"/>
                  </a:lnTo>
                  <a:lnTo>
                    <a:pt x="2941320" y="7620"/>
                  </a:lnTo>
                  <a:lnTo>
                    <a:pt x="2939796" y="6096"/>
                  </a:lnTo>
                  <a:close/>
                </a:path>
                <a:path w="3914140" h="7620">
                  <a:moveTo>
                    <a:pt x="2985516" y="6096"/>
                  </a:moveTo>
                  <a:lnTo>
                    <a:pt x="2985516" y="1524"/>
                  </a:lnTo>
                  <a:lnTo>
                    <a:pt x="2987040" y="1524"/>
                  </a:lnTo>
                  <a:lnTo>
                    <a:pt x="2987040" y="6096"/>
                  </a:lnTo>
                  <a:lnTo>
                    <a:pt x="2985516" y="6096"/>
                  </a:lnTo>
                  <a:close/>
                </a:path>
                <a:path w="3914140" h="7620">
                  <a:moveTo>
                    <a:pt x="2980944" y="7620"/>
                  </a:moveTo>
                  <a:lnTo>
                    <a:pt x="2980944" y="0"/>
                  </a:lnTo>
                  <a:lnTo>
                    <a:pt x="2985516" y="0"/>
                  </a:lnTo>
                  <a:lnTo>
                    <a:pt x="2985516" y="7620"/>
                  </a:lnTo>
                  <a:lnTo>
                    <a:pt x="2980944" y="7620"/>
                  </a:lnTo>
                  <a:close/>
                </a:path>
                <a:path w="3914140" h="7620">
                  <a:moveTo>
                    <a:pt x="2979420" y="6096"/>
                  </a:moveTo>
                  <a:lnTo>
                    <a:pt x="2979420" y="1524"/>
                  </a:lnTo>
                  <a:lnTo>
                    <a:pt x="2980944" y="1524"/>
                  </a:lnTo>
                  <a:lnTo>
                    <a:pt x="2980944" y="6096"/>
                  </a:lnTo>
                  <a:lnTo>
                    <a:pt x="2979420" y="6096"/>
                  </a:lnTo>
                  <a:close/>
                </a:path>
                <a:path w="3914140" h="7620">
                  <a:moveTo>
                    <a:pt x="3019044" y="4572"/>
                  </a:moveTo>
                  <a:lnTo>
                    <a:pt x="3019044" y="3048"/>
                  </a:lnTo>
                  <a:lnTo>
                    <a:pt x="3022092" y="0"/>
                  </a:lnTo>
                  <a:lnTo>
                    <a:pt x="3025140" y="0"/>
                  </a:lnTo>
                  <a:lnTo>
                    <a:pt x="3028188" y="3048"/>
                  </a:lnTo>
                  <a:lnTo>
                    <a:pt x="3028188" y="4572"/>
                  </a:lnTo>
                  <a:lnTo>
                    <a:pt x="3025140" y="7620"/>
                  </a:lnTo>
                  <a:lnTo>
                    <a:pt x="3022092" y="7620"/>
                  </a:lnTo>
                  <a:lnTo>
                    <a:pt x="3019044" y="4572"/>
                  </a:lnTo>
                  <a:close/>
                </a:path>
                <a:path w="3914140" h="7620">
                  <a:moveTo>
                    <a:pt x="3066288" y="6096"/>
                  </a:moveTo>
                  <a:lnTo>
                    <a:pt x="3066288" y="1524"/>
                  </a:lnTo>
                  <a:lnTo>
                    <a:pt x="3067812" y="1524"/>
                  </a:lnTo>
                  <a:lnTo>
                    <a:pt x="3067812" y="6096"/>
                  </a:lnTo>
                  <a:lnTo>
                    <a:pt x="3066288" y="6096"/>
                  </a:lnTo>
                  <a:close/>
                </a:path>
                <a:path w="3914140" h="7620">
                  <a:moveTo>
                    <a:pt x="3061716" y="7620"/>
                  </a:moveTo>
                  <a:lnTo>
                    <a:pt x="3061716" y="0"/>
                  </a:lnTo>
                  <a:lnTo>
                    <a:pt x="3066288" y="0"/>
                  </a:lnTo>
                  <a:lnTo>
                    <a:pt x="3066288" y="7620"/>
                  </a:lnTo>
                  <a:lnTo>
                    <a:pt x="3061716" y="7620"/>
                  </a:lnTo>
                  <a:close/>
                </a:path>
                <a:path w="3914140" h="7620">
                  <a:moveTo>
                    <a:pt x="3060192" y="6096"/>
                  </a:moveTo>
                  <a:lnTo>
                    <a:pt x="3060192" y="1524"/>
                  </a:lnTo>
                  <a:lnTo>
                    <a:pt x="3061716" y="1524"/>
                  </a:lnTo>
                  <a:lnTo>
                    <a:pt x="3061716" y="6096"/>
                  </a:lnTo>
                  <a:lnTo>
                    <a:pt x="3060192" y="6096"/>
                  </a:lnTo>
                  <a:close/>
                </a:path>
                <a:path w="3914140" h="7620">
                  <a:moveTo>
                    <a:pt x="3101340" y="7620"/>
                  </a:moveTo>
                  <a:lnTo>
                    <a:pt x="3101340" y="0"/>
                  </a:lnTo>
                  <a:lnTo>
                    <a:pt x="3105912" y="0"/>
                  </a:lnTo>
                  <a:lnTo>
                    <a:pt x="3107436" y="1524"/>
                  </a:lnTo>
                  <a:lnTo>
                    <a:pt x="3107436" y="6096"/>
                  </a:lnTo>
                  <a:lnTo>
                    <a:pt x="3105912" y="7620"/>
                  </a:lnTo>
                  <a:lnTo>
                    <a:pt x="3101340" y="7620"/>
                  </a:lnTo>
                  <a:close/>
                </a:path>
                <a:path w="3914140" h="7620">
                  <a:moveTo>
                    <a:pt x="3099816" y="6096"/>
                  </a:moveTo>
                  <a:lnTo>
                    <a:pt x="3099816" y="1524"/>
                  </a:lnTo>
                  <a:lnTo>
                    <a:pt x="3101340" y="1524"/>
                  </a:lnTo>
                  <a:lnTo>
                    <a:pt x="3101340" y="6096"/>
                  </a:lnTo>
                  <a:lnTo>
                    <a:pt x="3099816" y="6096"/>
                  </a:lnTo>
                  <a:close/>
                </a:path>
                <a:path w="3914140" h="7620">
                  <a:moveTo>
                    <a:pt x="3147060" y="6096"/>
                  </a:moveTo>
                  <a:lnTo>
                    <a:pt x="3147060" y="1524"/>
                  </a:lnTo>
                  <a:lnTo>
                    <a:pt x="3148584" y="1524"/>
                  </a:lnTo>
                  <a:lnTo>
                    <a:pt x="3148584" y="6096"/>
                  </a:lnTo>
                  <a:lnTo>
                    <a:pt x="3147060" y="6096"/>
                  </a:lnTo>
                  <a:close/>
                </a:path>
                <a:path w="3914140" h="7620">
                  <a:moveTo>
                    <a:pt x="3140964" y="6096"/>
                  </a:moveTo>
                  <a:lnTo>
                    <a:pt x="3140964" y="1524"/>
                  </a:lnTo>
                  <a:lnTo>
                    <a:pt x="3142488" y="0"/>
                  </a:lnTo>
                  <a:lnTo>
                    <a:pt x="3147060" y="0"/>
                  </a:lnTo>
                  <a:lnTo>
                    <a:pt x="3147060" y="7620"/>
                  </a:lnTo>
                  <a:lnTo>
                    <a:pt x="3142488" y="7620"/>
                  </a:lnTo>
                  <a:lnTo>
                    <a:pt x="3140964" y="6096"/>
                  </a:lnTo>
                  <a:close/>
                </a:path>
                <a:path w="3914140" h="7620">
                  <a:moveTo>
                    <a:pt x="3182112" y="7620"/>
                  </a:moveTo>
                  <a:lnTo>
                    <a:pt x="3182112" y="0"/>
                  </a:lnTo>
                  <a:lnTo>
                    <a:pt x="3186684" y="0"/>
                  </a:lnTo>
                  <a:lnTo>
                    <a:pt x="3188208" y="1524"/>
                  </a:lnTo>
                  <a:lnTo>
                    <a:pt x="3188208" y="6096"/>
                  </a:lnTo>
                  <a:lnTo>
                    <a:pt x="3186684" y="7620"/>
                  </a:lnTo>
                  <a:lnTo>
                    <a:pt x="3182112" y="7620"/>
                  </a:lnTo>
                  <a:close/>
                </a:path>
                <a:path w="3914140" h="7620">
                  <a:moveTo>
                    <a:pt x="3180588" y="6096"/>
                  </a:moveTo>
                  <a:lnTo>
                    <a:pt x="3180588" y="1524"/>
                  </a:lnTo>
                  <a:lnTo>
                    <a:pt x="3182112" y="1524"/>
                  </a:lnTo>
                  <a:lnTo>
                    <a:pt x="3182112" y="6096"/>
                  </a:lnTo>
                  <a:lnTo>
                    <a:pt x="3180588" y="6096"/>
                  </a:lnTo>
                  <a:close/>
                </a:path>
                <a:path w="3914140" h="7620">
                  <a:moveTo>
                    <a:pt x="3220212" y="4572"/>
                  </a:moveTo>
                  <a:lnTo>
                    <a:pt x="3220212" y="3048"/>
                  </a:lnTo>
                  <a:lnTo>
                    <a:pt x="3223260" y="0"/>
                  </a:lnTo>
                  <a:lnTo>
                    <a:pt x="3226308" y="0"/>
                  </a:lnTo>
                  <a:lnTo>
                    <a:pt x="3229356" y="3048"/>
                  </a:lnTo>
                  <a:lnTo>
                    <a:pt x="3229356" y="4572"/>
                  </a:lnTo>
                  <a:lnTo>
                    <a:pt x="3226308" y="7620"/>
                  </a:lnTo>
                  <a:lnTo>
                    <a:pt x="3223260" y="7620"/>
                  </a:lnTo>
                  <a:lnTo>
                    <a:pt x="3220212" y="4572"/>
                  </a:lnTo>
                  <a:close/>
                </a:path>
                <a:path w="3914140" h="7620">
                  <a:moveTo>
                    <a:pt x="3267456" y="6096"/>
                  </a:moveTo>
                  <a:lnTo>
                    <a:pt x="3267456" y="1524"/>
                  </a:lnTo>
                  <a:lnTo>
                    <a:pt x="3268980" y="1524"/>
                  </a:lnTo>
                  <a:lnTo>
                    <a:pt x="3268980" y="6096"/>
                  </a:lnTo>
                  <a:lnTo>
                    <a:pt x="3267456" y="6096"/>
                  </a:lnTo>
                  <a:close/>
                </a:path>
                <a:path w="3914140" h="7620">
                  <a:moveTo>
                    <a:pt x="3262884" y="7620"/>
                  </a:moveTo>
                  <a:lnTo>
                    <a:pt x="3262884" y="0"/>
                  </a:lnTo>
                  <a:lnTo>
                    <a:pt x="3267456" y="0"/>
                  </a:lnTo>
                  <a:lnTo>
                    <a:pt x="3267456" y="7620"/>
                  </a:lnTo>
                  <a:lnTo>
                    <a:pt x="3262884" y="7620"/>
                  </a:lnTo>
                  <a:close/>
                </a:path>
                <a:path w="3914140" h="7620">
                  <a:moveTo>
                    <a:pt x="3261360" y="6096"/>
                  </a:moveTo>
                  <a:lnTo>
                    <a:pt x="3261360" y="1524"/>
                  </a:lnTo>
                  <a:lnTo>
                    <a:pt x="3262884" y="1524"/>
                  </a:lnTo>
                  <a:lnTo>
                    <a:pt x="3262884" y="6096"/>
                  </a:lnTo>
                  <a:lnTo>
                    <a:pt x="3261360" y="6096"/>
                  </a:lnTo>
                  <a:close/>
                </a:path>
                <a:path w="3914140" h="7620">
                  <a:moveTo>
                    <a:pt x="3300984" y="4572"/>
                  </a:moveTo>
                  <a:lnTo>
                    <a:pt x="3300984" y="3048"/>
                  </a:lnTo>
                  <a:lnTo>
                    <a:pt x="3304032" y="0"/>
                  </a:lnTo>
                  <a:lnTo>
                    <a:pt x="3307080" y="0"/>
                  </a:lnTo>
                  <a:lnTo>
                    <a:pt x="3310128" y="3048"/>
                  </a:lnTo>
                  <a:lnTo>
                    <a:pt x="3310128" y="4572"/>
                  </a:lnTo>
                  <a:lnTo>
                    <a:pt x="3307080" y="7620"/>
                  </a:lnTo>
                  <a:lnTo>
                    <a:pt x="3304032" y="7620"/>
                  </a:lnTo>
                  <a:lnTo>
                    <a:pt x="3300984" y="4572"/>
                  </a:lnTo>
                  <a:close/>
                </a:path>
                <a:path w="3914140" h="7620">
                  <a:moveTo>
                    <a:pt x="3348228" y="6096"/>
                  </a:moveTo>
                  <a:lnTo>
                    <a:pt x="3348228" y="1524"/>
                  </a:lnTo>
                  <a:lnTo>
                    <a:pt x="3349752" y="1524"/>
                  </a:lnTo>
                  <a:lnTo>
                    <a:pt x="3349752" y="6096"/>
                  </a:lnTo>
                  <a:lnTo>
                    <a:pt x="3348228" y="6096"/>
                  </a:lnTo>
                  <a:close/>
                </a:path>
                <a:path w="3914140" h="7620">
                  <a:moveTo>
                    <a:pt x="3342132" y="6096"/>
                  </a:moveTo>
                  <a:lnTo>
                    <a:pt x="3342132" y="1524"/>
                  </a:lnTo>
                  <a:lnTo>
                    <a:pt x="3343656" y="0"/>
                  </a:lnTo>
                  <a:lnTo>
                    <a:pt x="3348228" y="0"/>
                  </a:lnTo>
                  <a:lnTo>
                    <a:pt x="3348228" y="7620"/>
                  </a:lnTo>
                  <a:lnTo>
                    <a:pt x="3343656" y="7620"/>
                  </a:lnTo>
                  <a:lnTo>
                    <a:pt x="3342132" y="6096"/>
                  </a:lnTo>
                  <a:close/>
                </a:path>
                <a:path w="3914140" h="7620">
                  <a:moveTo>
                    <a:pt x="3383280" y="7620"/>
                  </a:moveTo>
                  <a:lnTo>
                    <a:pt x="3383280" y="0"/>
                  </a:lnTo>
                  <a:lnTo>
                    <a:pt x="3387852" y="0"/>
                  </a:lnTo>
                  <a:lnTo>
                    <a:pt x="3389376" y="1524"/>
                  </a:lnTo>
                  <a:lnTo>
                    <a:pt x="3389376" y="6096"/>
                  </a:lnTo>
                  <a:lnTo>
                    <a:pt x="3387852" y="7620"/>
                  </a:lnTo>
                  <a:lnTo>
                    <a:pt x="3383280" y="7620"/>
                  </a:lnTo>
                  <a:close/>
                </a:path>
                <a:path w="3914140" h="7620">
                  <a:moveTo>
                    <a:pt x="3381756" y="6096"/>
                  </a:moveTo>
                  <a:lnTo>
                    <a:pt x="3381756" y="1524"/>
                  </a:lnTo>
                  <a:lnTo>
                    <a:pt x="3383280" y="1524"/>
                  </a:lnTo>
                  <a:lnTo>
                    <a:pt x="3383280" y="6096"/>
                  </a:lnTo>
                  <a:lnTo>
                    <a:pt x="3381756" y="6096"/>
                  </a:lnTo>
                  <a:close/>
                </a:path>
                <a:path w="3914140" h="7620">
                  <a:moveTo>
                    <a:pt x="3421380" y="4572"/>
                  </a:moveTo>
                  <a:lnTo>
                    <a:pt x="3421380" y="3048"/>
                  </a:lnTo>
                  <a:lnTo>
                    <a:pt x="3424428" y="0"/>
                  </a:lnTo>
                  <a:lnTo>
                    <a:pt x="3427476" y="0"/>
                  </a:lnTo>
                  <a:lnTo>
                    <a:pt x="3429000" y="1524"/>
                  </a:lnTo>
                  <a:lnTo>
                    <a:pt x="3430524" y="1524"/>
                  </a:lnTo>
                  <a:lnTo>
                    <a:pt x="3430524" y="6096"/>
                  </a:lnTo>
                  <a:lnTo>
                    <a:pt x="3429000" y="6096"/>
                  </a:lnTo>
                  <a:lnTo>
                    <a:pt x="3427476" y="7620"/>
                  </a:lnTo>
                  <a:lnTo>
                    <a:pt x="3424428" y="7620"/>
                  </a:lnTo>
                  <a:lnTo>
                    <a:pt x="3421380" y="4572"/>
                  </a:lnTo>
                  <a:close/>
                </a:path>
                <a:path w="3914140" h="7620">
                  <a:moveTo>
                    <a:pt x="3468624" y="6096"/>
                  </a:moveTo>
                  <a:lnTo>
                    <a:pt x="3468624" y="1524"/>
                  </a:lnTo>
                  <a:lnTo>
                    <a:pt x="3470148" y="1524"/>
                  </a:lnTo>
                  <a:lnTo>
                    <a:pt x="3470148" y="6096"/>
                  </a:lnTo>
                  <a:lnTo>
                    <a:pt x="3468624" y="6096"/>
                  </a:lnTo>
                  <a:close/>
                </a:path>
                <a:path w="3914140" h="7620">
                  <a:moveTo>
                    <a:pt x="3464052" y="7620"/>
                  </a:moveTo>
                  <a:lnTo>
                    <a:pt x="3464052" y="0"/>
                  </a:lnTo>
                  <a:lnTo>
                    <a:pt x="3468624" y="0"/>
                  </a:lnTo>
                  <a:lnTo>
                    <a:pt x="3468624" y="7620"/>
                  </a:lnTo>
                  <a:lnTo>
                    <a:pt x="3464052" y="7620"/>
                  </a:lnTo>
                  <a:close/>
                </a:path>
                <a:path w="3914140" h="7620">
                  <a:moveTo>
                    <a:pt x="3462528" y="6096"/>
                  </a:moveTo>
                  <a:lnTo>
                    <a:pt x="3462528" y="1524"/>
                  </a:lnTo>
                  <a:lnTo>
                    <a:pt x="3464052" y="1524"/>
                  </a:lnTo>
                  <a:lnTo>
                    <a:pt x="3464052" y="6096"/>
                  </a:lnTo>
                  <a:lnTo>
                    <a:pt x="3462528" y="6096"/>
                  </a:lnTo>
                  <a:close/>
                </a:path>
                <a:path w="3914140" h="7620">
                  <a:moveTo>
                    <a:pt x="3502152" y="4572"/>
                  </a:moveTo>
                  <a:lnTo>
                    <a:pt x="3502152" y="3048"/>
                  </a:lnTo>
                  <a:lnTo>
                    <a:pt x="3505200" y="0"/>
                  </a:lnTo>
                  <a:lnTo>
                    <a:pt x="3508248" y="0"/>
                  </a:lnTo>
                  <a:lnTo>
                    <a:pt x="3511296" y="3048"/>
                  </a:lnTo>
                  <a:lnTo>
                    <a:pt x="3511296" y="4572"/>
                  </a:lnTo>
                  <a:lnTo>
                    <a:pt x="3508248" y="7620"/>
                  </a:lnTo>
                  <a:lnTo>
                    <a:pt x="3505200" y="7620"/>
                  </a:lnTo>
                  <a:lnTo>
                    <a:pt x="3502152" y="4572"/>
                  </a:lnTo>
                  <a:close/>
                </a:path>
                <a:path w="3914140" h="7620">
                  <a:moveTo>
                    <a:pt x="3549396" y="6096"/>
                  </a:moveTo>
                  <a:lnTo>
                    <a:pt x="3549396" y="1524"/>
                  </a:lnTo>
                  <a:lnTo>
                    <a:pt x="3550920" y="1524"/>
                  </a:lnTo>
                  <a:lnTo>
                    <a:pt x="3550920" y="6096"/>
                  </a:lnTo>
                  <a:lnTo>
                    <a:pt x="3549396" y="6096"/>
                  </a:lnTo>
                  <a:close/>
                </a:path>
                <a:path w="3914140" h="7620">
                  <a:moveTo>
                    <a:pt x="3544824" y="7620"/>
                  </a:moveTo>
                  <a:lnTo>
                    <a:pt x="3544824" y="0"/>
                  </a:lnTo>
                  <a:lnTo>
                    <a:pt x="3549396" y="0"/>
                  </a:lnTo>
                  <a:lnTo>
                    <a:pt x="3549396" y="7620"/>
                  </a:lnTo>
                  <a:lnTo>
                    <a:pt x="3544824" y="7620"/>
                  </a:lnTo>
                  <a:close/>
                </a:path>
                <a:path w="3914140" h="7620">
                  <a:moveTo>
                    <a:pt x="3543300" y="6096"/>
                  </a:moveTo>
                  <a:lnTo>
                    <a:pt x="3543300" y="1524"/>
                  </a:lnTo>
                  <a:lnTo>
                    <a:pt x="3544824" y="1524"/>
                  </a:lnTo>
                  <a:lnTo>
                    <a:pt x="3544824" y="6096"/>
                  </a:lnTo>
                  <a:lnTo>
                    <a:pt x="3543300" y="6096"/>
                  </a:lnTo>
                  <a:close/>
                </a:path>
                <a:path w="3914140" h="7620">
                  <a:moveTo>
                    <a:pt x="3584448" y="7620"/>
                  </a:moveTo>
                  <a:lnTo>
                    <a:pt x="3584448" y="0"/>
                  </a:lnTo>
                  <a:lnTo>
                    <a:pt x="3589020" y="0"/>
                  </a:lnTo>
                  <a:lnTo>
                    <a:pt x="3590544" y="1524"/>
                  </a:lnTo>
                  <a:lnTo>
                    <a:pt x="3590544" y="6096"/>
                  </a:lnTo>
                  <a:lnTo>
                    <a:pt x="3589020" y="7620"/>
                  </a:lnTo>
                  <a:lnTo>
                    <a:pt x="3584448" y="7620"/>
                  </a:lnTo>
                  <a:close/>
                </a:path>
                <a:path w="3914140" h="7620">
                  <a:moveTo>
                    <a:pt x="3582924" y="6096"/>
                  </a:moveTo>
                  <a:lnTo>
                    <a:pt x="3582924" y="1524"/>
                  </a:lnTo>
                  <a:lnTo>
                    <a:pt x="3584448" y="1524"/>
                  </a:lnTo>
                  <a:lnTo>
                    <a:pt x="3584448" y="6096"/>
                  </a:lnTo>
                  <a:lnTo>
                    <a:pt x="3582924" y="6096"/>
                  </a:lnTo>
                  <a:close/>
                </a:path>
                <a:path w="3914140" h="7620">
                  <a:moveTo>
                    <a:pt x="3630168" y="6096"/>
                  </a:moveTo>
                  <a:lnTo>
                    <a:pt x="3630168" y="1524"/>
                  </a:lnTo>
                  <a:lnTo>
                    <a:pt x="3631692" y="1524"/>
                  </a:lnTo>
                  <a:lnTo>
                    <a:pt x="3631692" y="6096"/>
                  </a:lnTo>
                  <a:lnTo>
                    <a:pt x="3630168" y="6096"/>
                  </a:lnTo>
                  <a:close/>
                </a:path>
                <a:path w="3914140" h="7620">
                  <a:moveTo>
                    <a:pt x="3624072" y="6096"/>
                  </a:moveTo>
                  <a:lnTo>
                    <a:pt x="3624072" y="1524"/>
                  </a:lnTo>
                  <a:lnTo>
                    <a:pt x="3625596" y="0"/>
                  </a:lnTo>
                  <a:lnTo>
                    <a:pt x="3630168" y="0"/>
                  </a:lnTo>
                  <a:lnTo>
                    <a:pt x="3630168" y="7620"/>
                  </a:lnTo>
                  <a:lnTo>
                    <a:pt x="3625596" y="7620"/>
                  </a:lnTo>
                  <a:lnTo>
                    <a:pt x="3624072" y="6096"/>
                  </a:lnTo>
                  <a:close/>
                </a:path>
                <a:path w="3914140" h="7620">
                  <a:moveTo>
                    <a:pt x="3665220" y="7620"/>
                  </a:moveTo>
                  <a:lnTo>
                    <a:pt x="3665220" y="0"/>
                  </a:lnTo>
                  <a:lnTo>
                    <a:pt x="3669792" y="0"/>
                  </a:lnTo>
                  <a:lnTo>
                    <a:pt x="3671316" y="1524"/>
                  </a:lnTo>
                  <a:lnTo>
                    <a:pt x="3671316" y="6096"/>
                  </a:lnTo>
                  <a:lnTo>
                    <a:pt x="3669792" y="7620"/>
                  </a:lnTo>
                  <a:lnTo>
                    <a:pt x="3665220" y="7620"/>
                  </a:lnTo>
                  <a:close/>
                </a:path>
                <a:path w="3914140" h="7620">
                  <a:moveTo>
                    <a:pt x="3663696" y="6096"/>
                  </a:moveTo>
                  <a:lnTo>
                    <a:pt x="3663696" y="1524"/>
                  </a:lnTo>
                  <a:lnTo>
                    <a:pt x="3665220" y="1524"/>
                  </a:lnTo>
                  <a:lnTo>
                    <a:pt x="3665220" y="6096"/>
                  </a:lnTo>
                  <a:lnTo>
                    <a:pt x="3663696" y="6096"/>
                  </a:lnTo>
                  <a:close/>
                </a:path>
                <a:path w="3914140" h="7620">
                  <a:moveTo>
                    <a:pt x="3703320" y="4572"/>
                  </a:moveTo>
                  <a:lnTo>
                    <a:pt x="3703320" y="3048"/>
                  </a:lnTo>
                  <a:lnTo>
                    <a:pt x="3706368" y="0"/>
                  </a:lnTo>
                  <a:lnTo>
                    <a:pt x="3709416" y="0"/>
                  </a:lnTo>
                  <a:lnTo>
                    <a:pt x="3712464" y="3048"/>
                  </a:lnTo>
                  <a:lnTo>
                    <a:pt x="3712464" y="4572"/>
                  </a:lnTo>
                  <a:lnTo>
                    <a:pt x="3709416" y="7620"/>
                  </a:lnTo>
                  <a:lnTo>
                    <a:pt x="3706368" y="7620"/>
                  </a:lnTo>
                  <a:lnTo>
                    <a:pt x="3703320" y="4572"/>
                  </a:lnTo>
                  <a:close/>
                </a:path>
                <a:path w="3914140" h="7620">
                  <a:moveTo>
                    <a:pt x="3750564" y="6096"/>
                  </a:moveTo>
                  <a:lnTo>
                    <a:pt x="3750564" y="1524"/>
                  </a:lnTo>
                  <a:lnTo>
                    <a:pt x="3752088" y="1524"/>
                  </a:lnTo>
                  <a:lnTo>
                    <a:pt x="3752088" y="6096"/>
                  </a:lnTo>
                  <a:lnTo>
                    <a:pt x="3750564" y="6096"/>
                  </a:lnTo>
                  <a:close/>
                </a:path>
                <a:path w="3914140" h="7620">
                  <a:moveTo>
                    <a:pt x="3745992" y="7620"/>
                  </a:moveTo>
                  <a:lnTo>
                    <a:pt x="3745992" y="0"/>
                  </a:lnTo>
                  <a:lnTo>
                    <a:pt x="3750564" y="0"/>
                  </a:lnTo>
                  <a:lnTo>
                    <a:pt x="3750564" y="7620"/>
                  </a:lnTo>
                  <a:lnTo>
                    <a:pt x="3745992" y="7620"/>
                  </a:lnTo>
                  <a:close/>
                </a:path>
                <a:path w="3914140" h="7620">
                  <a:moveTo>
                    <a:pt x="3744468" y="6096"/>
                  </a:moveTo>
                  <a:lnTo>
                    <a:pt x="3744468" y="1524"/>
                  </a:lnTo>
                  <a:lnTo>
                    <a:pt x="3745992" y="1524"/>
                  </a:lnTo>
                  <a:lnTo>
                    <a:pt x="3745992" y="6096"/>
                  </a:lnTo>
                  <a:lnTo>
                    <a:pt x="3744468" y="6096"/>
                  </a:lnTo>
                  <a:close/>
                </a:path>
                <a:path w="3914140" h="7620">
                  <a:moveTo>
                    <a:pt x="3784092" y="6096"/>
                  </a:moveTo>
                  <a:lnTo>
                    <a:pt x="3784092" y="1524"/>
                  </a:lnTo>
                  <a:lnTo>
                    <a:pt x="3785616" y="1524"/>
                  </a:lnTo>
                  <a:lnTo>
                    <a:pt x="3787140" y="0"/>
                  </a:lnTo>
                  <a:lnTo>
                    <a:pt x="3790188" y="0"/>
                  </a:lnTo>
                  <a:lnTo>
                    <a:pt x="3793236" y="3048"/>
                  </a:lnTo>
                  <a:lnTo>
                    <a:pt x="3793236" y="4572"/>
                  </a:lnTo>
                  <a:lnTo>
                    <a:pt x="3790188" y="7620"/>
                  </a:lnTo>
                  <a:lnTo>
                    <a:pt x="3787140" y="7620"/>
                  </a:lnTo>
                  <a:lnTo>
                    <a:pt x="3785616" y="6096"/>
                  </a:lnTo>
                  <a:lnTo>
                    <a:pt x="3784092" y="6096"/>
                  </a:lnTo>
                  <a:close/>
                </a:path>
                <a:path w="3914140" h="7620">
                  <a:moveTo>
                    <a:pt x="3831336" y="6096"/>
                  </a:moveTo>
                  <a:lnTo>
                    <a:pt x="3831336" y="1524"/>
                  </a:lnTo>
                  <a:lnTo>
                    <a:pt x="3832860" y="1524"/>
                  </a:lnTo>
                  <a:lnTo>
                    <a:pt x="3832860" y="6096"/>
                  </a:lnTo>
                  <a:lnTo>
                    <a:pt x="3831336" y="6096"/>
                  </a:lnTo>
                  <a:close/>
                </a:path>
                <a:path w="3914140" h="7620">
                  <a:moveTo>
                    <a:pt x="3825240" y="6096"/>
                  </a:moveTo>
                  <a:lnTo>
                    <a:pt x="3825240" y="1524"/>
                  </a:lnTo>
                  <a:lnTo>
                    <a:pt x="3826764" y="0"/>
                  </a:lnTo>
                  <a:lnTo>
                    <a:pt x="3831336" y="0"/>
                  </a:lnTo>
                  <a:lnTo>
                    <a:pt x="3831336" y="7620"/>
                  </a:lnTo>
                  <a:lnTo>
                    <a:pt x="3826764" y="7620"/>
                  </a:lnTo>
                  <a:lnTo>
                    <a:pt x="3825240" y="6096"/>
                  </a:lnTo>
                  <a:close/>
                </a:path>
                <a:path w="3914140" h="7620">
                  <a:moveTo>
                    <a:pt x="3866388" y="7620"/>
                  </a:moveTo>
                  <a:lnTo>
                    <a:pt x="3866388" y="0"/>
                  </a:lnTo>
                  <a:lnTo>
                    <a:pt x="3870960" y="0"/>
                  </a:lnTo>
                  <a:lnTo>
                    <a:pt x="3872484" y="1524"/>
                  </a:lnTo>
                  <a:lnTo>
                    <a:pt x="3872484" y="6096"/>
                  </a:lnTo>
                  <a:lnTo>
                    <a:pt x="3870960" y="7620"/>
                  </a:lnTo>
                  <a:lnTo>
                    <a:pt x="3866388" y="7620"/>
                  </a:lnTo>
                  <a:close/>
                </a:path>
                <a:path w="3914140" h="7620">
                  <a:moveTo>
                    <a:pt x="3864864" y="6096"/>
                  </a:moveTo>
                  <a:lnTo>
                    <a:pt x="3864864" y="1524"/>
                  </a:lnTo>
                  <a:lnTo>
                    <a:pt x="3866388" y="1524"/>
                  </a:lnTo>
                  <a:lnTo>
                    <a:pt x="3866388" y="6096"/>
                  </a:lnTo>
                  <a:lnTo>
                    <a:pt x="3864864" y="6096"/>
                  </a:lnTo>
                  <a:close/>
                </a:path>
                <a:path w="3914140" h="7620">
                  <a:moveTo>
                    <a:pt x="3904488" y="4572"/>
                  </a:moveTo>
                  <a:lnTo>
                    <a:pt x="3904488" y="3048"/>
                  </a:lnTo>
                  <a:lnTo>
                    <a:pt x="3907536" y="0"/>
                  </a:lnTo>
                  <a:lnTo>
                    <a:pt x="3910584" y="0"/>
                  </a:lnTo>
                  <a:lnTo>
                    <a:pt x="3912108" y="1524"/>
                  </a:lnTo>
                  <a:lnTo>
                    <a:pt x="3913632" y="1524"/>
                  </a:lnTo>
                  <a:lnTo>
                    <a:pt x="3913632" y="6096"/>
                  </a:lnTo>
                  <a:lnTo>
                    <a:pt x="3912108" y="6096"/>
                  </a:lnTo>
                  <a:lnTo>
                    <a:pt x="3910584" y="7620"/>
                  </a:lnTo>
                  <a:lnTo>
                    <a:pt x="3907536" y="7620"/>
                  </a:lnTo>
                  <a:lnTo>
                    <a:pt x="3904488" y="4572"/>
                  </a:lnTo>
                  <a:close/>
                </a:path>
              </a:pathLst>
            </a:custGeom>
            <a:solidFill>
              <a:srgbClr val="C8C6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5929884" y="4180332"/>
              <a:ext cx="38100" cy="114300"/>
            </a:xfrm>
            <a:custGeom>
              <a:avLst/>
              <a:gdLst/>
              <a:ahLst/>
              <a:cxnLst/>
              <a:rect l="l" t="t" r="r" b="b"/>
              <a:pathLst>
                <a:path w="38100" h="114300">
                  <a:moveTo>
                    <a:pt x="0" y="30480"/>
                  </a:moveTo>
                  <a:lnTo>
                    <a:pt x="0" y="18288"/>
                  </a:lnTo>
                  <a:lnTo>
                    <a:pt x="1524" y="16764"/>
                  </a:lnTo>
                  <a:lnTo>
                    <a:pt x="4571" y="16764"/>
                  </a:lnTo>
                  <a:lnTo>
                    <a:pt x="9143" y="15240"/>
                  </a:lnTo>
                  <a:lnTo>
                    <a:pt x="24384" y="7620"/>
                  </a:lnTo>
                  <a:lnTo>
                    <a:pt x="25908" y="6096"/>
                  </a:lnTo>
                  <a:lnTo>
                    <a:pt x="32004" y="3048"/>
                  </a:lnTo>
                  <a:lnTo>
                    <a:pt x="33528" y="0"/>
                  </a:lnTo>
                  <a:lnTo>
                    <a:pt x="38100" y="0"/>
                  </a:lnTo>
                  <a:lnTo>
                    <a:pt x="38100" y="114300"/>
                  </a:lnTo>
                  <a:lnTo>
                    <a:pt x="25908" y="114300"/>
                  </a:lnTo>
                  <a:lnTo>
                    <a:pt x="25908" y="18288"/>
                  </a:lnTo>
                  <a:lnTo>
                    <a:pt x="24384" y="18288"/>
                  </a:lnTo>
                  <a:lnTo>
                    <a:pt x="19812" y="22859"/>
                  </a:lnTo>
                  <a:lnTo>
                    <a:pt x="16764" y="24384"/>
                  </a:lnTo>
                  <a:lnTo>
                    <a:pt x="15240" y="24384"/>
                  </a:lnTo>
                  <a:lnTo>
                    <a:pt x="9143" y="27432"/>
                  </a:lnTo>
                  <a:lnTo>
                    <a:pt x="7619" y="28956"/>
                  </a:lnTo>
                  <a:lnTo>
                    <a:pt x="4571" y="28956"/>
                  </a:lnTo>
                  <a:lnTo>
                    <a:pt x="1524" y="30480"/>
                  </a:lnTo>
                  <a:lnTo>
                    <a:pt x="0" y="30480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004584" y="4180332"/>
              <a:ext cx="74652" cy="115824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144768" y="4181855"/>
              <a:ext cx="115824" cy="112776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6283452" y="4177283"/>
              <a:ext cx="17145" cy="117475"/>
            </a:xfrm>
            <a:custGeom>
              <a:avLst/>
              <a:gdLst/>
              <a:ahLst/>
              <a:cxnLst/>
              <a:rect l="l" t="t" r="r" b="b"/>
              <a:pathLst>
                <a:path w="17145" h="117475">
                  <a:moveTo>
                    <a:pt x="0" y="12192"/>
                  </a:moveTo>
                  <a:lnTo>
                    <a:pt x="0" y="6096"/>
                  </a:lnTo>
                  <a:lnTo>
                    <a:pt x="6096" y="0"/>
                  </a:lnTo>
                  <a:lnTo>
                    <a:pt x="10668" y="0"/>
                  </a:lnTo>
                  <a:lnTo>
                    <a:pt x="13716" y="1524"/>
                  </a:lnTo>
                  <a:lnTo>
                    <a:pt x="16764" y="4572"/>
                  </a:lnTo>
                  <a:lnTo>
                    <a:pt x="16764" y="13716"/>
                  </a:lnTo>
                  <a:lnTo>
                    <a:pt x="13716" y="16764"/>
                  </a:lnTo>
                  <a:lnTo>
                    <a:pt x="4572" y="16764"/>
                  </a:lnTo>
                  <a:lnTo>
                    <a:pt x="0" y="12192"/>
                  </a:lnTo>
                  <a:close/>
                </a:path>
                <a:path w="17145" h="117475">
                  <a:moveTo>
                    <a:pt x="3048" y="117348"/>
                  </a:moveTo>
                  <a:lnTo>
                    <a:pt x="3048" y="36576"/>
                  </a:lnTo>
                  <a:lnTo>
                    <a:pt x="15240" y="36576"/>
                  </a:lnTo>
                  <a:lnTo>
                    <a:pt x="15240" y="117348"/>
                  </a:lnTo>
                  <a:lnTo>
                    <a:pt x="3048" y="117348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6388608" y="3561588"/>
              <a:ext cx="3914140" cy="7620"/>
            </a:xfrm>
            <a:custGeom>
              <a:avLst/>
              <a:gdLst/>
              <a:ahLst/>
              <a:cxnLst/>
              <a:rect l="l" t="t" r="r" b="b"/>
              <a:pathLst>
                <a:path w="3914140" h="7620">
                  <a:moveTo>
                    <a:pt x="0" y="6095"/>
                  </a:moveTo>
                  <a:lnTo>
                    <a:pt x="0" y="1523"/>
                  </a:lnTo>
                  <a:lnTo>
                    <a:pt x="1524" y="0"/>
                  </a:lnTo>
                  <a:lnTo>
                    <a:pt x="7619" y="0"/>
                  </a:lnTo>
                  <a:lnTo>
                    <a:pt x="7619" y="6095"/>
                  </a:lnTo>
                  <a:lnTo>
                    <a:pt x="6095" y="7619"/>
                  </a:lnTo>
                  <a:lnTo>
                    <a:pt x="1524" y="7619"/>
                  </a:lnTo>
                  <a:lnTo>
                    <a:pt x="1524" y="6095"/>
                  </a:lnTo>
                  <a:lnTo>
                    <a:pt x="0" y="6095"/>
                  </a:lnTo>
                  <a:close/>
                </a:path>
                <a:path w="3914140" h="7620">
                  <a:moveTo>
                    <a:pt x="41148" y="6095"/>
                  </a:moveTo>
                  <a:lnTo>
                    <a:pt x="41148" y="0"/>
                  </a:lnTo>
                  <a:lnTo>
                    <a:pt x="47243" y="0"/>
                  </a:lnTo>
                  <a:lnTo>
                    <a:pt x="48767" y="1523"/>
                  </a:lnTo>
                  <a:lnTo>
                    <a:pt x="48767" y="6095"/>
                  </a:lnTo>
                  <a:lnTo>
                    <a:pt x="47243" y="6095"/>
                  </a:lnTo>
                  <a:lnTo>
                    <a:pt x="47243" y="7619"/>
                  </a:lnTo>
                  <a:lnTo>
                    <a:pt x="42672" y="7619"/>
                  </a:lnTo>
                  <a:lnTo>
                    <a:pt x="41148" y="6095"/>
                  </a:lnTo>
                  <a:close/>
                </a:path>
                <a:path w="3914140" h="7620">
                  <a:moveTo>
                    <a:pt x="80772" y="6095"/>
                  </a:moveTo>
                  <a:lnTo>
                    <a:pt x="80772" y="1523"/>
                  </a:lnTo>
                  <a:lnTo>
                    <a:pt x="82295" y="0"/>
                  </a:lnTo>
                  <a:lnTo>
                    <a:pt x="88391" y="0"/>
                  </a:lnTo>
                  <a:lnTo>
                    <a:pt x="88391" y="6095"/>
                  </a:lnTo>
                  <a:lnTo>
                    <a:pt x="86867" y="7619"/>
                  </a:lnTo>
                  <a:lnTo>
                    <a:pt x="82295" y="7619"/>
                  </a:lnTo>
                  <a:lnTo>
                    <a:pt x="82295" y="6095"/>
                  </a:lnTo>
                  <a:lnTo>
                    <a:pt x="80772" y="6095"/>
                  </a:lnTo>
                  <a:close/>
                </a:path>
                <a:path w="3914140" h="7620">
                  <a:moveTo>
                    <a:pt x="120395" y="4571"/>
                  </a:moveTo>
                  <a:lnTo>
                    <a:pt x="120395" y="1523"/>
                  </a:lnTo>
                  <a:lnTo>
                    <a:pt x="121919" y="1523"/>
                  </a:lnTo>
                  <a:lnTo>
                    <a:pt x="121919" y="0"/>
                  </a:lnTo>
                  <a:lnTo>
                    <a:pt x="128016" y="0"/>
                  </a:lnTo>
                  <a:lnTo>
                    <a:pt x="128016" y="1523"/>
                  </a:lnTo>
                  <a:lnTo>
                    <a:pt x="129540" y="1523"/>
                  </a:lnTo>
                  <a:lnTo>
                    <a:pt x="129540" y="4571"/>
                  </a:lnTo>
                  <a:lnTo>
                    <a:pt x="126491" y="7619"/>
                  </a:lnTo>
                  <a:lnTo>
                    <a:pt x="123443" y="7619"/>
                  </a:lnTo>
                  <a:lnTo>
                    <a:pt x="120395" y="4571"/>
                  </a:lnTo>
                  <a:close/>
                </a:path>
                <a:path w="3914140" h="7620">
                  <a:moveTo>
                    <a:pt x="161543" y="6095"/>
                  </a:moveTo>
                  <a:lnTo>
                    <a:pt x="161543" y="1523"/>
                  </a:lnTo>
                  <a:lnTo>
                    <a:pt x="163067" y="0"/>
                  </a:lnTo>
                  <a:lnTo>
                    <a:pt x="167640" y="0"/>
                  </a:lnTo>
                  <a:lnTo>
                    <a:pt x="169164" y="1523"/>
                  </a:lnTo>
                  <a:lnTo>
                    <a:pt x="169164" y="6095"/>
                  </a:lnTo>
                  <a:lnTo>
                    <a:pt x="167640" y="6095"/>
                  </a:lnTo>
                  <a:lnTo>
                    <a:pt x="167640" y="7619"/>
                  </a:lnTo>
                  <a:lnTo>
                    <a:pt x="163067" y="7619"/>
                  </a:lnTo>
                  <a:lnTo>
                    <a:pt x="163067" y="6095"/>
                  </a:lnTo>
                  <a:lnTo>
                    <a:pt x="161543" y="6095"/>
                  </a:lnTo>
                  <a:close/>
                </a:path>
                <a:path w="3914140" h="7620">
                  <a:moveTo>
                    <a:pt x="201167" y="4571"/>
                  </a:moveTo>
                  <a:lnTo>
                    <a:pt x="201167" y="1523"/>
                  </a:lnTo>
                  <a:lnTo>
                    <a:pt x="202691" y="1523"/>
                  </a:lnTo>
                  <a:lnTo>
                    <a:pt x="202691" y="0"/>
                  </a:lnTo>
                  <a:lnTo>
                    <a:pt x="208787" y="0"/>
                  </a:lnTo>
                  <a:lnTo>
                    <a:pt x="208787" y="1523"/>
                  </a:lnTo>
                  <a:lnTo>
                    <a:pt x="210311" y="1523"/>
                  </a:lnTo>
                  <a:lnTo>
                    <a:pt x="210311" y="4571"/>
                  </a:lnTo>
                  <a:lnTo>
                    <a:pt x="207264" y="7619"/>
                  </a:lnTo>
                  <a:lnTo>
                    <a:pt x="204216" y="7619"/>
                  </a:lnTo>
                  <a:lnTo>
                    <a:pt x="201167" y="4571"/>
                  </a:lnTo>
                  <a:close/>
                </a:path>
                <a:path w="3914140" h="7620">
                  <a:moveTo>
                    <a:pt x="242316" y="6095"/>
                  </a:moveTo>
                  <a:lnTo>
                    <a:pt x="242316" y="0"/>
                  </a:lnTo>
                  <a:lnTo>
                    <a:pt x="248411" y="0"/>
                  </a:lnTo>
                  <a:lnTo>
                    <a:pt x="249935" y="1523"/>
                  </a:lnTo>
                  <a:lnTo>
                    <a:pt x="249935" y="6095"/>
                  </a:lnTo>
                  <a:lnTo>
                    <a:pt x="248411" y="6095"/>
                  </a:lnTo>
                  <a:lnTo>
                    <a:pt x="248411" y="7619"/>
                  </a:lnTo>
                  <a:lnTo>
                    <a:pt x="243840" y="7619"/>
                  </a:lnTo>
                  <a:lnTo>
                    <a:pt x="242316" y="6095"/>
                  </a:lnTo>
                  <a:close/>
                </a:path>
                <a:path w="3914140" h="7620">
                  <a:moveTo>
                    <a:pt x="281940" y="6095"/>
                  </a:moveTo>
                  <a:lnTo>
                    <a:pt x="281940" y="1523"/>
                  </a:lnTo>
                  <a:lnTo>
                    <a:pt x="283464" y="0"/>
                  </a:lnTo>
                  <a:lnTo>
                    <a:pt x="289559" y="0"/>
                  </a:lnTo>
                  <a:lnTo>
                    <a:pt x="289559" y="6095"/>
                  </a:lnTo>
                  <a:lnTo>
                    <a:pt x="288035" y="7619"/>
                  </a:lnTo>
                  <a:lnTo>
                    <a:pt x="283464" y="7619"/>
                  </a:lnTo>
                  <a:lnTo>
                    <a:pt x="283464" y="6095"/>
                  </a:lnTo>
                  <a:lnTo>
                    <a:pt x="281940" y="6095"/>
                  </a:lnTo>
                  <a:close/>
                </a:path>
                <a:path w="3914140" h="7620">
                  <a:moveTo>
                    <a:pt x="321564" y="4571"/>
                  </a:moveTo>
                  <a:lnTo>
                    <a:pt x="321564" y="1523"/>
                  </a:lnTo>
                  <a:lnTo>
                    <a:pt x="323087" y="1523"/>
                  </a:lnTo>
                  <a:lnTo>
                    <a:pt x="323087" y="0"/>
                  </a:lnTo>
                  <a:lnTo>
                    <a:pt x="329183" y="0"/>
                  </a:lnTo>
                  <a:lnTo>
                    <a:pt x="330708" y="1523"/>
                  </a:lnTo>
                  <a:lnTo>
                    <a:pt x="330708" y="6095"/>
                  </a:lnTo>
                  <a:lnTo>
                    <a:pt x="329183" y="6095"/>
                  </a:lnTo>
                  <a:lnTo>
                    <a:pt x="327659" y="7619"/>
                  </a:lnTo>
                  <a:lnTo>
                    <a:pt x="324611" y="7619"/>
                  </a:lnTo>
                  <a:lnTo>
                    <a:pt x="321564" y="4571"/>
                  </a:lnTo>
                  <a:close/>
                </a:path>
                <a:path w="3914140" h="7620">
                  <a:moveTo>
                    <a:pt x="362711" y="6095"/>
                  </a:moveTo>
                  <a:lnTo>
                    <a:pt x="362711" y="1523"/>
                  </a:lnTo>
                  <a:lnTo>
                    <a:pt x="364235" y="0"/>
                  </a:lnTo>
                  <a:lnTo>
                    <a:pt x="368808" y="0"/>
                  </a:lnTo>
                  <a:lnTo>
                    <a:pt x="370332" y="1523"/>
                  </a:lnTo>
                  <a:lnTo>
                    <a:pt x="370332" y="6095"/>
                  </a:lnTo>
                  <a:lnTo>
                    <a:pt x="368808" y="6095"/>
                  </a:lnTo>
                  <a:lnTo>
                    <a:pt x="368808" y="7619"/>
                  </a:lnTo>
                  <a:lnTo>
                    <a:pt x="364235" y="7619"/>
                  </a:lnTo>
                  <a:lnTo>
                    <a:pt x="364235" y="6095"/>
                  </a:lnTo>
                  <a:lnTo>
                    <a:pt x="362711" y="6095"/>
                  </a:lnTo>
                  <a:close/>
                </a:path>
                <a:path w="3914140" h="7620">
                  <a:moveTo>
                    <a:pt x="402335" y="4571"/>
                  </a:moveTo>
                  <a:lnTo>
                    <a:pt x="402335" y="1523"/>
                  </a:lnTo>
                  <a:lnTo>
                    <a:pt x="403859" y="1523"/>
                  </a:lnTo>
                  <a:lnTo>
                    <a:pt x="403859" y="0"/>
                  </a:lnTo>
                  <a:lnTo>
                    <a:pt x="409956" y="0"/>
                  </a:lnTo>
                  <a:lnTo>
                    <a:pt x="409956" y="1523"/>
                  </a:lnTo>
                  <a:lnTo>
                    <a:pt x="411479" y="1523"/>
                  </a:lnTo>
                  <a:lnTo>
                    <a:pt x="411479" y="4571"/>
                  </a:lnTo>
                  <a:lnTo>
                    <a:pt x="408432" y="7619"/>
                  </a:lnTo>
                  <a:lnTo>
                    <a:pt x="405383" y="7619"/>
                  </a:lnTo>
                  <a:lnTo>
                    <a:pt x="402335" y="4571"/>
                  </a:lnTo>
                  <a:close/>
                </a:path>
                <a:path w="3914140" h="7620">
                  <a:moveTo>
                    <a:pt x="443483" y="6095"/>
                  </a:moveTo>
                  <a:lnTo>
                    <a:pt x="443483" y="1523"/>
                  </a:lnTo>
                  <a:lnTo>
                    <a:pt x="445008" y="0"/>
                  </a:lnTo>
                  <a:lnTo>
                    <a:pt x="449579" y="0"/>
                  </a:lnTo>
                  <a:lnTo>
                    <a:pt x="451103" y="1523"/>
                  </a:lnTo>
                  <a:lnTo>
                    <a:pt x="451103" y="6095"/>
                  </a:lnTo>
                  <a:lnTo>
                    <a:pt x="449579" y="6095"/>
                  </a:lnTo>
                  <a:lnTo>
                    <a:pt x="449579" y="7619"/>
                  </a:lnTo>
                  <a:lnTo>
                    <a:pt x="445008" y="7619"/>
                  </a:lnTo>
                  <a:lnTo>
                    <a:pt x="445008" y="6095"/>
                  </a:lnTo>
                  <a:lnTo>
                    <a:pt x="443483" y="6095"/>
                  </a:lnTo>
                  <a:close/>
                </a:path>
                <a:path w="3914140" h="7620">
                  <a:moveTo>
                    <a:pt x="483108" y="6095"/>
                  </a:moveTo>
                  <a:lnTo>
                    <a:pt x="483108" y="1523"/>
                  </a:lnTo>
                  <a:lnTo>
                    <a:pt x="484632" y="0"/>
                  </a:lnTo>
                  <a:lnTo>
                    <a:pt x="490727" y="0"/>
                  </a:lnTo>
                  <a:lnTo>
                    <a:pt x="490727" y="6095"/>
                  </a:lnTo>
                  <a:lnTo>
                    <a:pt x="489203" y="7619"/>
                  </a:lnTo>
                  <a:lnTo>
                    <a:pt x="484632" y="7619"/>
                  </a:lnTo>
                  <a:lnTo>
                    <a:pt x="484632" y="6095"/>
                  </a:lnTo>
                  <a:lnTo>
                    <a:pt x="483108" y="6095"/>
                  </a:lnTo>
                  <a:close/>
                </a:path>
                <a:path w="3914140" h="7620">
                  <a:moveTo>
                    <a:pt x="524256" y="6095"/>
                  </a:moveTo>
                  <a:lnTo>
                    <a:pt x="524256" y="0"/>
                  </a:lnTo>
                  <a:lnTo>
                    <a:pt x="530351" y="0"/>
                  </a:lnTo>
                  <a:lnTo>
                    <a:pt x="531875" y="1523"/>
                  </a:lnTo>
                  <a:lnTo>
                    <a:pt x="531875" y="6095"/>
                  </a:lnTo>
                  <a:lnTo>
                    <a:pt x="530351" y="6095"/>
                  </a:lnTo>
                  <a:lnTo>
                    <a:pt x="530351" y="7619"/>
                  </a:lnTo>
                  <a:lnTo>
                    <a:pt x="525779" y="7619"/>
                  </a:lnTo>
                  <a:lnTo>
                    <a:pt x="524256" y="6095"/>
                  </a:lnTo>
                  <a:close/>
                </a:path>
                <a:path w="3914140" h="7620">
                  <a:moveTo>
                    <a:pt x="563879" y="6095"/>
                  </a:moveTo>
                  <a:lnTo>
                    <a:pt x="563879" y="1523"/>
                  </a:lnTo>
                  <a:lnTo>
                    <a:pt x="565403" y="0"/>
                  </a:lnTo>
                  <a:lnTo>
                    <a:pt x="569975" y="0"/>
                  </a:lnTo>
                  <a:lnTo>
                    <a:pt x="571500" y="1523"/>
                  </a:lnTo>
                  <a:lnTo>
                    <a:pt x="571500" y="6095"/>
                  </a:lnTo>
                  <a:lnTo>
                    <a:pt x="569975" y="6095"/>
                  </a:lnTo>
                  <a:lnTo>
                    <a:pt x="569975" y="7619"/>
                  </a:lnTo>
                  <a:lnTo>
                    <a:pt x="565403" y="7619"/>
                  </a:lnTo>
                  <a:lnTo>
                    <a:pt x="565403" y="6095"/>
                  </a:lnTo>
                  <a:lnTo>
                    <a:pt x="563879" y="6095"/>
                  </a:lnTo>
                  <a:close/>
                </a:path>
                <a:path w="3914140" h="7620">
                  <a:moveTo>
                    <a:pt x="603503" y="4571"/>
                  </a:moveTo>
                  <a:lnTo>
                    <a:pt x="603503" y="1523"/>
                  </a:lnTo>
                  <a:lnTo>
                    <a:pt x="605027" y="1523"/>
                  </a:lnTo>
                  <a:lnTo>
                    <a:pt x="605027" y="0"/>
                  </a:lnTo>
                  <a:lnTo>
                    <a:pt x="611124" y="0"/>
                  </a:lnTo>
                  <a:lnTo>
                    <a:pt x="611124" y="1523"/>
                  </a:lnTo>
                  <a:lnTo>
                    <a:pt x="612648" y="1523"/>
                  </a:lnTo>
                  <a:lnTo>
                    <a:pt x="612648" y="4571"/>
                  </a:lnTo>
                  <a:lnTo>
                    <a:pt x="609600" y="7619"/>
                  </a:lnTo>
                  <a:lnTo>
                    <a:pt x="606551" y="7619"/>
                  </a:lnTo>
                  <a:lnTo>
                    <a:pt x="603503" y="4571"/>
                  </a:lnTo>
                  <a:close/>
                </a:path>
                <a:path w="3914140" h="7620">
                  <a:moveTo>
                    <a:pt x="644651" y="6095"/>
                  </a:moveTo>
                  <a:lnTo>
                    <a:pt x="644651" y="1523"/>
                  </a:lnTo>
                  <a:lnTo>
                    <a:pt x="646175" y="0"/>
                  </a:lnTo>
                  <a:lnTo>
                    <a:pt x="650748" y="0"/>
                  </a:lnTo>
                  <a:lnTo>
                    <a:pt x="652272" y="1523"/>
                  </a:lnTo>
                  <a:lnTo>
                    <a:pt x="652272" y="6095"/>
                  </a:lnTo>
                  <a:lnTo>
                    <a:pt x="650748" y="6095"/>
                  </a:lnTo>
                  <a:lnTo>
                    <a:pt x="650748" y="7619"/>
                  </a:lnTo>
                  <a:lnTo>
                    <a:pt x="646175" y="7619"/>
                  </a:lnTo>
                  <a:lnTo>
                    <a:pt x="646175" y="6095"/>
                  </a:lnTo>
                  <a:lnTo>
                    <a:pt x="644651" y="6095"/>
                  </a:lnTo>
                  <a:close/>
                </a:path>
                <a:path w="3914140" h="7620">
                  <a:moveTo>
                    <a:pt x="684275" y="6095"/>
                  </a:moveTo>
                  <a:lnTo>
                    <a:pt x="684275" y="1523"/>
                  </a:lnTo>
                  <a:lnTo>
                    <a:pt x="685800" y="0"/>
                  </a:lnTo>
                  <a:lnTo>
                    <a:pt x="691895" y="0"/>
                  </a:lnTo>
                  <a:lnTo>
                    <a:pt x="691895" y="1523"/>
                  </a:lnTo>
                  <a:lnTo>
                    <a:pt x="693419" y="1523"/>
                  </a:lnTo>
                  <a:lnTo>
                    <a:pt x="693419" y="4571"/>
                  </a:lnTo>
                  <a:lnTo>
                    <a:pt x="690372" y="7619"/>
                  </a:lnTo>
                  <a:lnTo>
                    <a:pt x="687324" y="7619"/>
                  </a:lnTo>
                  <a:lnTo>
                    <a:pt x="685800" y="6095"/>
                  </a:lnTo>
                  <a:lnTo>
                    <a:pt x="684275" y="6095"/>
                  </a:lnTo>
                  <a:close/>
                </a:path>
                <a:path w="3914140" h="7620">
                  <a:moveTo>
                    <a:pt x="725424" y="6095"/>
                  </a:moveTo>
                  <a:lnTo>
                    <a:pt x="725424" y="0"/>
                  </a:lnTo>
                  <a:lnTo>
                    <a:pt x="731519" y="0"/>
                  </a:lnTo>
                  <a:lnTo>
                    <a:pt x="733043" y="1523"/>
                  </a:lnTo>
                  <a:lnTo>
                    <a:pt x="733043" y="6095"/>
                  </a:lnTo>
                  <a:lnTo>
                    <a:pt x="731519" y="6095"/>
                  </a:lnTo>
                  <a:lnTo>
                    <a:pt x="731519" y="7619"/>
                  </a:lnTo>
                  <a:lnTo>
                    <a:pt x="726948" y="7619"/>
                  </a:lnTo>
                  <a:lnTo>
                    <a:pt x="725424" y="6095"/>
                  </a:lnTo>
                  <a:close/>
                </a:path>
                <a:path w="3914140" h="7620">
                  <a:moveTo>
                    <a:pt x="765048" y="6095"/>
                  </a:moveTo>
                  <a:lnTo>
                    <a:pt x="765048" y="1523"/>
                  </a:lnTo>
                  <a:lnTo>
                    <a:pt x="766572" y="0"/>
                  </a:lnTo>
                  <a:lnTo>
                    <a:pt x="772667" y="0"/>
                  </a:lnTo>
                  <a:lnTo>
                    <a:pt x="772667" y="6095"/>
                  </a:lnTo>
                  <a:lnTo>
                    <a:pt x="771143" y="7619"/>
                  </a:lnTo>
                  <a:lnTo>
                    <a:pt x="766572" y="7619"/>
                  </a:lnTo>
                  <a:lnTo>
                    <a:pt x="766572" y="6095"/>
                  </a:lnTo>
                  <a:lnTo>
                    <a:pt x="765048" y="6095"/>
                  </a:lnTo>
                  <a:close/>
                </a:path>
                <a:path w="3914140" h="7620">
                  <a:moveTo>
                    <a:pt x="804672" y="4571"/>
                  </a:moveTo>
                  <a:lnTo>
                    <a:pt x="804672" y="1523"/>
                  </a:lnTo>
                  <a:lnTo>
                    <a:pt x="806195" y="1523"/>
                  </a:lnTo>
                  <a:lnTo>
                    <a:pt x="806195" y="0"/>
                  </a:lnTo>
                  <a:lnTo>
                    <a:pt x="812292" y="0"/>
                  </a:lnTo>
                  <a:lnTo>
                    <a:pt x="813816" y="1523"/>
                  </a:lnTo>
                  <a:lnTo>
                    <a:pt x="813816" y="6095"/>
                  </a:lnTo>
                  <a:lnTo>
                    <a:pt x="812292" y="6095"/>
                  </a:lnTo>
                  <a:lnTo>
                    <a:pt x="810767" y="7619"/>
                  </a:lnTo>
                  <a:lnTo>
                    <a:pt x="807719" y="7619"/>
                  </a:lnTo>
                  <a:lnTo>
                    <a:pt x="804672" y="4571"/>
                  </a:lnTo>
                  <a:close/>
                </a:path>
                <a:path w="3914140" h="7620">
                  <a:moveTo>
                    <a:pt x="845819" y="6095"/>
                  </a:moveTo>
                  <a:lnTo>
                    <a:pt x="845819" y="1523"/>
                  </a:lnTo>
                  <a:lnTo>
                    <a:pt x="847343" y="0"/>
                  </a:lnTo>
                  <a:lnTo>
                    <a:pt x="851916" y="0"/>
                  </a:lnTo>
                  <a:lnTo>
                    <a:pt x="853440" y="1523"/>
                  </a:lnTo>
                  <a:lnTo>
                    <a:pt x="853440" y="6095"/>
                  </a:lnTo>
                  <a:lnTo>
                    <a:pt x="851916" y="6095"/>
                  </a:lnTo>
                  <a:lnTo>
                    <a:pt x="851916" y="7619"/>
                  </a:lnTo>
                  <a:lnTo>
                    <a:pt x="847343" y="7619"/>
                  </a:lnTo>
                  <a:lnTo>
                    <a:pt x="847343" y="6095"/>
                  </a:lnTo>
                  <a:lnTo>
                    <a:pt x="845819" y="6095"/>
                  </a:lnTo>
                  <a:close/>
                </a:path>
                <a:path w="3914140" h="7620">
                  <a:moveTo>
                    <a:pt x="885443" y="4571"/>
                  </a:moveTo>
                  <a:lnTo>
                    <a:pt x="885443" y="1523"/>
                  </a:lnTo>
                  <a:lnTo>
                    <a:pt x="886967" y="1523"/>
                  </a:lnTo>
                  <a:lnTo>
                    <a:pt x="886967" y="0"/>
                  </a:lnTo>
                  <a:lnTo>
                    <a:pt x="893064" y="0"/>
                  </a:lnTo>
                  <a:lnTo>
                    <a:pt x="893064" y="1523"/>
                  </a:lnTo>
                  <a:lnTo>
                    <a:pt x="894587" y="1523"/>
                  </a:lnTo>
                  <a:lnTo>
                    <a:pt x="894587" y="4571"/>
                  </a:lnTo>
                  <a:lnTo>
                    <a:pt x="891540" y="7619"/>
                  </a:lnTo>
                  <a:lnTo>
                    <a:pt x="888492" y="7619"/>
                  </a:lnTo>
                  <a:lnTo>
                    <a:pt x="885443" y="4571"/>
                  </a:lnTo>
                  <a:close/>
                </a:path>
                <a:path w="3914140" h="7620">
                  <a:moveTo>
                    <a:pt x="926592" y="6095"/>
                  </a:moveTo>
                  <a:lnTo>
                    <a:pt x="926592" y="0"/>
                  </a:lnTo>
                  <a:lnTo>
                    <a:pt x="932687" y="0"/>
                  </a:lnTo>
                  <a:lnTo>
                    <a:pt x="934211" y="1523"/>
                  </a:lnTo>
                  <a:lnTo>
                    <a:pt x="934211" y="6095"/>
                  </a:lnTo>
                  <a:lnTo>
                    <a:pt x="932687" y="6095"/>
                  </a:lnTo>
                  <a:lnTo>
                    <a:pt x="932687" y="7619"/>
                  </a:lnTo>
                  <a:lnTo>
                    <a:pt x="928116" y="7619"/>
                  </a:lnTo>
                  <a:lnTo>
                    <a:pt x="926592" y="6095"/>
                  </a:lnTo>
                  <a:close/>
                </a:path>
                <a:path w="3914140" h="7620">
                  <a:moveTo>
                    <a:pt x="966216" y="6095"/>
                  </a:moveTo>
                  <a:lnTo>
                    <a:pt x="966216" y="1523"/>
                  </a:lnTo>
                  <a:lnTo>
                    <a:pt x="967740" y="0"/>
                  </a:lnTo>
                  <a:lnTo>
                    <a:pt x="973835" y="0"/>
                  </a:lnTo>
                  <a:lnTo>
                    <a:pt x="973835" y="6095"/>
                  </a:lnTo>
                  <a:lnTo>
                    <a:pt x="972311" y="7619"/>
                  </a:lnTo>
                  <a:lnTo>
                    <a:pt x="967740" y="7619"/>
                  </a:lnTo>
                  <a:lnTo>
                    <a:pt x="967740" y="6095"/>
                  </a:lnTo>
                  <a:lnTo>
                    <a:pt x="966216" y="6095"/>
                  </a:lnTo>
                  <a:close/>
                </a:path>
                <a:path w="3914140" h="7620">
                  <a:moveTo>
                    <a:pt x="1007364" y="6095"/>
                  </a:moveTo>
                  <a:lnTo>
                    <a:pt x="1007364" y="0"/>
                  </a:lnTo>
                  <a:lnTo>
                    <a:pt x="1013459" y="0"/>
                  </a:lnTo>
                  <a:lnTo>
                    <a:pt x="1014984" y="1523"/>
                  </a:lnTo>
                  <a:lnTo>
                    <a:pt x="1014984" y="6095"/>
                  </a:lnTo>
                  <a:lnTo>
                    <a:pt x="1013459" y="6095"/>
                  </a:lnTo>
                  <a:lnTo>
                    <a:pt x="1013459" y="7619"/>
                  </a:lnTo>
                  <a:lnTo>
                    <a:pt x="1008887" y="7619"/>
                  </a:lnTo>
                  <a:lnTo>
                    <a:pt x="1007364" y="6095"/>
                  </a:lnTo>
                  <a:close/>
                </a:path>
                <a:path w="3914140" h="7620">
                  <a:moveTo>
                    <a:pt x="1046987" y="6095"/>
                  </a:moveTo>
                  <a:lnTo>
                    <a:pt x="1046987" y="1523"/>
                  </a:lnTo>
                  <a:lnTo>
                    <a:pt x="1048511" y="0"/>
                  </a:lnTo>
                  <a:lnTo>
                    <a:pt x="1053084" y="0"/>
                  </a:lnTo>
                  <a:lnTo>
                    <a:pt x="1054608" y="1523"/>
                  </a:lnTo>
                  <a:lnTo>
                    <a:pt x="1054608" y="6095"/>
                  </a:lnTo>
                  <a:lnTo>
                    <a:pt x="1053084" y="6095"/>
                  </a:lnTo>
                  <a:lnTo>
                    <a:pt x="1053084" y="7619"/>
                  </a:lnTo>
                  <a:lnTo>
                    <a:pt x="1048511" y="7619"/>
                  </a:lnTo>
                  <a:lnTo>
                    <a:pt x="1048511" y="6095"/>
                  </a:lnTo>
                  <a:lnTo>
                    <a:pt x="1046987" y="6095"/>
                  </a:lnTo>
                  <a:close/>
                </a:path>
                <a:path w="3914140" h="7620">
                  <a:moveTo>
                    <a:pt x="1086611" y="4571"/>
                  </a:moveTo>
                  <a:lnTo>
                    <a:pt x="1086611" y="1523"/>
                  </a:lnTo>
                  <a:lnTo>
                    <a:pt x="1088135" y="1523"/>
                  </a:lnTo>
                  <a:lnTo>
                    <a:pt x="1088135" y="0"/>
                  </a:lnTo>
                  <a:lnTo>
                    <a:pt x="1094232" y="0"/>
                  </a:lnTo>
                  <a:lnTo>
                    <a:pt x="1094232" y="1523"/>
                  </a:lnTo>
                  <a:lnTo>
                    <a:pt x="1095756" y="1523"/>
                  </a:lnTo>
                  <a:lnTo>
                    <a:pt x="1095756" y="4571"/>
                  </a:lnTo>
                  <a:lnTo>
                    <a:pt x="1092708" y="7619"/>
                  </a:lnTo>
                  <a:lnTo>
                    <a:pt x="1089659" y="7619"/>
                  </a:lnTo>
                  <a:lnTo>
                    <a:pt x="1086611" y="4571"/>
                  </a:lnTo>
                  <a:close/>
                </a:path>
                <a:path w="3914140" h="7620">
                  <a:moveTo>
                    <a:pt x="1127759" y="6095"/>
                  </a:moveTo>
                  <a:lnTo>
                    <a:pt x="1127759" y="1523"/>
                  </a:lnTo>
                  <a:lnTo>
                    <a:pt x="1129284" y="0"/>
                  </a:lnTo>
                  <a:lnTo>
                    <a:pt x="1133856" y="0"/>
                  </a:lnTo>
                  <a:lnTo>
                    <a:pt x="1135379" y="1523"/>
                  </a:lnTo>
                  <a:lnTo>
                    <a:pt x="1135379" y="6095"/>
                  </a:lnTo>
                  <a:lnTo>
                    <a:pt x="1133856" y="6095"/>
                  </a:lnTo>
                  <a:lnTo>
                    <a:pt x="1133856" y="7619"/>
                  </a:lnTo>
                  <a:lnTo>
                    <a:pt x="1129284" y="7619"/>
                  </a:lnTo>
                  <a:lnTo>
                    <a:pt x="1129284" y="6095"/>
                  </a:lnTo>
                  <a:lnTo>
                    <a:pt x="1127759" y="6095"/>
                  </a:lnTo>
                  <a:close/>
                </a:path>
                <a:path w="3914140" h="7620">
                  <a:moveTo>
                    <a:pt x="1167384" y="6095"/>
                  </a:moveTo>
                  <a:lnTo>
                    <a:pt x="1167384" y="1523"/>
                  </a:lnTo>
                  <a:lnTo>
                    <a:pt x="1168908" y="0"/>
                  </a:lnTo>
                  <a:lnTo>
                    <a:pt x="1175003" y="0"/>
                  </a:lnTo>
                  <a:lnTo>
                    <a:pt x="1175003" y="1523"/>
                  </a:lnTo>
                  <a:lnTo>
                    <a:pt x="1176527" y="1523"/>
                  </a:lnTo>
                  <a:lnTo>
                    <a:pt x="1176527" y="4571"/>
                  </a:lnTo>
                  <a:lnTo>
                    <a:pt x="1173479" y="7619"/>
                  </a:lnTo>
                  <a:lnTo>
                    <a:pt x="1170432" y="7619"/>
                  </a:lnTo>
                  <a:lnTo>
                    <a:pt x="1168908" y="6095"/>
                  </a:lnTo>
                  <a:lnTo>
                    <a:pt x="1167384" y="6095"/>
                  </a:lnTo>
                  <a:close/>
                </a:path>
                <a:path w="3914140" h="7620">
                  <a:moveTo>
                    <a:pt x="1208532" y="6095"/>
                  </a:moveTo>
                  <a:lnTo>
                    <a:pt x="1208532" y="0"/>
                  </a:lnTo>
                  <a:lnTo>
                    <a:pt x="1214627" y="0"/>
                  </a:lnTo>
                  <a:lnTo>
                    <a:pt x="1216151" y="1523"/>
                  </a:lnTo>
                  <a:lnTo>
                    <a:pt x="1216151" y="6095"/>
                  </a:lnTo>
                  <a:lnTo>
                    <a:pt x="1214627" y="6095"/>
                  </a:lnTo>
                  <a:lnTo>
                    <a:pt x="1214627" y="7619"/>
                  </a:lnTo>
                  <a:lnTo>
                    <a:pt x="1210056" y="7619"/>
                  </a:lnTo>
                  <a:lnTo>
                    <a:pt x="1208532" y="6095"/>
                  </a:lnTo>
                  <a:close/>
                </a:path>
                <a:path w="3914140" h="7620">
                  <a:moveTo>
                    <a:pt x="1248156" y="6095"/>
                  </a:moveTo>
                  <a:lnTo>
                    <a:pt x="1248156" y="1523"/>
                  </a:lnTo>
                  <a:lnTo>
                    <a:pt x="1249679" y="0"/>
                  </a:lnTo>
                  <a:lnTo>
                    <a:pt x="1255775" y="0"/>
                  </a:lnTo>
                  <a:lnTo>
                    <a:pt x="1255775" y="6095"/>
                  </a:lnTo>
                  <a:lnTo>
                    <a:pt x="1254251" y="7619"/>
                  </a:lnTo>
                  <a:lnTo>
                    <a:pt x="1249679" y="7619"/>
                  </a:lnTo>
                  <a:lnTo>
                    <a:pt x="1249679" y="6095"/>
                  </a:lnTo>
                  <a:lnTo>
                    <a:pt x="1248156" y="6095"/>
                  </a:lnTo>
                  <a:close/>
                </a:path>
                <a:path w="3914140" h="7620">
                  <a:moveTo>
                    <a:pt x="1287779" y="4571"/>
                  </a:moveTo>
                  <a:lnTo>
                    <a:pt x="1287779" y="1523"/>
                  </a:lnTo>
                  <a:lnTo>
                    <a:pt x="1289303" y="1523"/>
                  </a:lnTo>
                  <a:lnTo>
                    <a:pt x="1289303" y="0"/>
                  </a:lnTo>
                  <a:lnTo>
                    <a:pt x="1295400" y="0"/>
                  </a:lnTo>
                  <a:lnTo>
                    <a:pt x="1295400" y="1523"/>
                  </a:lnTo>
                  <a:lnTo>
                    <a:pt x="1296924" y="1523"/>
                  </a:lnTo>
                  <a:lnTo>
                    <a:pt x="1296924" y="4571"/>
                  </a:lnTo>
                  <a:lnTo>
                    <a:pt x="1293876" y="7619"/>
                  </a:lnTo>
                  <a:lnTo>
                    <a:pt x="1290827" y="7619"/>
                  </a:lnTo>
                  <a:lnTo>
                    <a:pt x="1287779" y="4571"/>
                  </a:lnTo>
                  <a:close/>
                </a:path>
                <a:path w="3914140" h="7620">
                  <a:moveTo>
                    <a:pt x="1328927" y="6095"/>
                  </a:moveTo>
                  <a:lnTo>
                    <a:pt x="1328927" y="1523"/>
                  </a:lnTo>
                  <a:lnTo>
                    <a:pt x="1330451" y="0"/>
                  </a:lnTo>
                  <a:lnTo>
                    <a:pt x="1335024" y="0"/>
                  </a:lnTo>
                  <a:lnTo>
                    <a:pt x="1336548" y="1523"/>
                  </a:lnTo>
                  <a:lnTo>
                    <a:pt x="1336548" y="6095"/>
                  </a:lnTo>
                  <a:lnTo>
                    <a:pt x="1335024" y="6095"/>
                  </a:lnTo>
                  <a:lnTo>
                    <a:pt x="1335024" y="7619"/>
                  </a:lnTo>
                  <a:lnTo>
                    <a:pt x="1330451" y="7619"/>
                  </a:lnTo>
                  <a:lnTo>
                    <a:pt x="1330451" y="6095"/>
                  </a:lnTo>
                  <a:lnTo>
                    <a:pt x="1328927" y="6095"/>
                  </a:lnTo>
                  <a:close/>
                </a:path>
                <a:path w="3914140" h="7620">
                  <a:moveTo>
                    <a:pt x="1368551" y="4571"/>
                  </a:moveTo>
                  <a:lnTo>
                    <a:pt x="1368551" y="1523"/>
                  </a:lnTo>
                  <a:lnTo>
                    <a:pt x="1370076" y="1523"/>
                  </a:lnTo>
                  <a:lnTo>
                    <a:pt x="1370076" y="0"/>
                  </a:lnTo>
                  <a:lnTo>
                    <a:pt x="1376172" y="0"/>
                  </a:lnTo>
                  <a:lnTo>
                    <a:pt x="1376172" y="1523"/>
                  </a:lnTo>
                  <a:lnTo>
                    <a:pt x="1377695" y="1523"/>
                  </a:lnTo>
                  <a:lnTo>
                    <a:pt x="1377695" y="4571"/>
                  </a:lnTo>
                  <a:lnTo>
                    <a:pt x="1374648" y="7619"/>
                  </a:lnTo>
                  <a:lnTo>
                    <a:pt x="1371600" y="7619"/>
                  </a:lnTo>
                  <a:lnTo>
                    <a:pt x="1368551" y="4571"/>
                  </a:lnTo>
                  <a:close/>
                </a:path>
                <a:path w="3914140" h="7620">
                  <a:moveTo>
                    <a:pt x="1409700" y="6095"/>
                  </a:moveTo>
                  <a:lnTo>
                    <a:pt x="1409700" y="0"/>
                  </a:lnTo>
                  <a:lnTo>
                    <a:pt x="1415795" y="0"/>
                  </a:lnTo>
                  <a:lnTo>
                    <a:pt x="1417319" y="1523"/>
                  </a:lnTo>
                  <a:lnTo>
                    <a:pt x="1417319" y="6095"/>
                  </a:lnTo>
                  <a:lnTo>
                    <a:pt x="1415795" y="6095"/>
                  </a:lnTo>
                  <a:lnTo>
                    <a:pt x="1415795" y="7619"/>
                  </a:lnTo>
                  <a:lnTo>
                    <a:pt x="1411224" y="7619"/>
                  </a:lnTo>
                  <a:lnTo>
                    <a:pt x="1409700" y="6095"/>
                  </a:lnTo>
                  <a:close/>
                </a:path>
                <a:path w="3914140" h="7620">
                  <a:moveTo>
                    <a:pt x="1449324" y="6095"/>
                  </a:moveTo>
                  <a:lnTo>
                    <a:pt x="1449324" y="1523"/>
                  </a:lnTo>
                  <a:lnTo>
                    <a:pt x="1450848" y="0"/>
                  </a:lnTo>
                  <a:lnTo>
                    <a:pt x="1456943" y="0"/>
                  </a:lnTo>
                  <a:lnTo>
                    <a:pt x="1456943" y="6095"/>
                  </a:lnTo>
                  <a:lnTo>
                    <a:pt x="1455419" y="7619"/>
                  </a:lnTo>
                  <a:lnTo>
                    <a:pt x="1450848" y="7619"/>
                  </a:lnTo>
                  <a:lnTo>
                    <a:pt x="1450848" y="6095"/>
                  </a:lnTo>
                  <a:lnTo>
                    <a:pt x="1449324" y="6095"/>
                  </a:lnTo>
                  <a:close/>
                </a:path>
                <a:path w="3914140" h="7620">
                  <a:moveTo>
                    <a:pt x="1490472" y="6095"/>
                  </a:moveTo>
                  <a:lnTo>
                    <a:pt x="1490472" y="0"/>
                  </a:lnTo>
                  <a:lnTo>
                    <a:pt x="1496567" y="0"/>
                  </a:lnTo>
                  <a:lnTo>
                    <a:pt x="1498092" y="1523"/>
                  </a:lnTo>
                  <a:lnTo>
                    <a:pt x="1498092" y="6095"/>
                  </a:lnTo>
                  <a:lnTo>
                    <a:pt x="1496567" y="6095"/>
                  </a:lnTo>
                  <a:lnTo>
                    <a:pt x="1496567" y="7619"/>
                  </a:lnTo>
                  <a:lnTo>
                    <a:pt x="1491995" y="7619"/>
                  </a:lnTo>
                  <a:lnTo>
                    <a:pt x="1490472" y="6095"/>
                  </a:lnTo>
                  <a:close/>
                </a:path>
                <a:path w="3914140" h="7620">
                  <a:moveTo>
                    <a:pt x="1530095" y="6095"/>
                  </a:moveTo>
                  <a:lnTo>
                    <a:pt x="1530095" y="1523"/>
                  </a:lnTo>
                  <a:lnTo>
                    <a:pt x="1531619" y="0"/>
                  </a:lnTo>
                  <a:lnTo>
                    <a:pt x="1536192" y="0"/>
                  </a:lnTo>
                  <a:lnTo>
                    <a:pt x="1537716" y="1523"/>
                  </a:lnTo>
                  <a:lnTo>
                    <a:pt x="1537716" y="6095"/>
                  </a:lnTo>
                  <a:lnTo>
                    <a:pt x="1536192" y="6095"/>
                  </a:lnTo>
                  <a:lnTo>
                    <a:pt x="1536192" y="7619"/>
                  </a:lnTo>
                  <a:lnTo>
                    <a:pt x="1531619" y="7619"/>
                  </a:lnTo>
                  <a:lnTo>
                    <a:pt x="1531619" y="6095"/>
                  </a:lnTo>
                  <a:lnTo>
                    <a:pt x="1530095" y="6095"/>
                  </a:lnTo>
                  <a:close/>
                </a:path>
                <a:path w="3914140" h="7620">
                  <a:moveTo>
                    <a:pt x="1569719" y="4571"/>
                  </a:moveTo>
                  <a:lnTo>
                    <a:pt x="1569719" y="1523"/>
                  </a:lnTo>
                  <a:lnTo>
                    <a:pt x="1571243" y="1523"/>
                  </a:lnTo>
                  <a:lnTo>
                    <a:pt x="1571243" y="0"/>
                  </a:lnTo>
                  <a:lnTo>
                    <a:pt x="1577340" y="0"/>
                  </a:lnTo>
                  <a:lnTo>
                    <a:pt x="1577340" y="1523"/>
                  </a:lnTo>
                  <a:lnTo>
                    <a:pt x="1578864" y="1523"/>
                  </a:lnTo>
                  <a:lnTo>
                    <a:pt x="1578864" y="4571"/>
                  </a:lnTo>
                  <a:lnTo>
                    <a:pt x="1575816" y="7619"/>
                  </a:lnTo>
                  <a:lnTo>
                    <a:pt x="1572767" y="7619"/>
                  </a:lnTo>
                  <a:lnTo>
                    <a:pt x="1569719" y="4571"/>
                  </a:lnTo>
                  <a:close/>
                </a:path>
                <a:path w="3914140" h="7620">
                  <a:moveTo>
                    <a:pt x="1610868" y="6095"/>
                  </a:moveTo>
                  <a:lnTo>
                    <a:pt x="1610868" y="1523"/>
                  </a:lnTo>
                  <a:lnTo>
                    <a:pt x="1612392" y="0"/>
                  </a:lnTo>
                  <a:lnTo>
                    <a:pt x="1616964" y="0"/>
                  </a:lnTo>
                  <a:lnTo>
                    <a:pt x="1618487" y="1523"/>
                  </a:lnTo>
                  <a:lnTo>
                    <a:pt x="1618487" y="6095"/>
                  </a:lnTo>
                  <a:lnTo>
                    <a:pt x="1616964" y="6095"/>
                  </a:lnTo>
                  <a:lnTo>
                    <a:pt x="1616964" y="7619"/>
                  </a:lnTo>
                  <a:lnTo>
                    <a:pt x="1612392" y="7619"/>
                  </a:lnTo>
                  <a:lnTo>
                    <a:pt x="1612392" y="6095"/>
                  </a:lnTo>
                  <a:lnTo>
                    <a:pt x="1610868" y="6095"/>
                  </a:lnTo>
                  <a:close/>
                </a:path>
                <a:path w="3914140" h="7620">
                  <a:moveTo>
                    <a:pt x="1650492" y="6095"/>
                  </a:moveTo>
                  <a:lnTo>
                    <a:pt x="1650492" y="1523"/>
                  </a:lnTo>
                  <a:lnTo>
                    <a:pt x="1652016" y="0"/>
                  </a:lnTo>
                  <a:lnTo>
                    <a:pt x="1658111" y="0"/>
                  </a:lnTo>
                  <a:lnTo>
                    <a:pt x="1658111" y="6095"/>
                  </a:lnTo>
                  <a:lnTo>
                    <a:pt x="1656587" y="7619"/>
                  </a:lnTo>
                  <a:lnTo>
                    <a:pt x="1652016" y="7619"/>
                  </a:lnTo>
                  <a:lnTo>
                    <a:pt x="1652016" y="6095"/>
                  </a:lnTo>
                  <a:lnTo>
                    <a:pt x="1650492" y="6095"/>
                  </a:lnTo>
                  <a:close/>
                </a:path>
                <a:path w="3914140" h="7620">
                  <a:moveTo>
                    <a:pt x="1691640" y="6095"/>
                  </a:moveTo>
                  <a:lnTo>
                    <a:pt x="1691640" y="0"/>
                  </a:lnTo>
                  <a:lnTo>
                    <a:pt x="1697735" y="0"/>
                  </a:lnTo>
                  <a:lnTo>
                    <a:pt x="1699259" y="1523"/>
                  </a:lnTo>
                  <a:lnTo>
                    <a:pt x="1699259" y="6095"/>
                  </a:lnTo>
                  <a:lnTo>
                    <a:pt x="1697735" y="6095"/>
                  </a:lnTo>
                  <a:lnTo>
                    <a:pt x="1697735" y="7619"/>
                  </a:lnTo>
                  <a:lnTo>
                    <a:pt x="1693164" y="7619"/>
                  </a:lnTo>
                  <a:lnTo>
                    <a:pt x="1691640" y="6095"/>
                  </a:lnTo>
                  <a:close/>
                </a:path>
                <a:path w="3914140" h="7620">
                  <a:moveTo>
                    <a:pt x="1731264" y="6095"/>
                  </a:moveTo>
                  <a:lnTo>
                    <a:pt x="1731264" y="1523"/>
                  </a:lnTo>
                  <a:lnTo>
                    <a:pt x="1732787" y="0"/>
                  </a:lnTo>
                  <a:lnTo>
                    <a:pt x="1738884" y="0"/>
                  </a:lnTo>
                  <a:lnTo>
                    <a:pt x="1738884" y="6095"/>
                  </a:lnTo>
                  <a:lnTo>
                    <a:pt x="1737359" y="7619"/>
                  </a:lnTo>
                  <a:lnTo>
                    <a:pt x="1732787" y="7619"/>
                  </a:lnTo>
                  <a:lnTo>
                    <a:pt x="1732787" y="6095"/>
                  </a:lnTo>
                  <a:lnTo>
                    <a:pt x="1731264" y="6095"/>
                  </a:lnTo>
                  <a:close/>
                </a:path>
                <a:path w="3914140" h="7620">
                  <a:moveTo>
                    <a:pt x="1770887" y="4571"/>
                  </a:moveTo>
                  <a:lnTo>
                    <a:pt x="1770887" y="1523"/>
                  </a:lnTo>
                  <a:lnTo>
                    <a:pt x="1772411" y="1523"/>
                  </a:lnTo>
                  <a:lnTo>
                    <a:pt x="1772411" y="0"/>
                  </a:lnTo>
                  <a:lnTo>
                    <a:pt x="1778508" y="0"/>
                  </a:lnTo>
                  <a:lnTo>
                    <a:pt x="1778508" y="1523"/>
                  </a:lnTo>
                  <a:lnTo>
                    <a:pt x="1780032" y="1523"/>
                  </a:lnTo>
                  <a:lnTo>
                    <a:pt x="1780032" y="4571"/>
                  </a:lnTo>
                  <a:lnTo>
                    <a:pt x="1776984" y="7619"/>
                  </a:lnTo>
                  <a:lnTo>
                    <a:pt x="1773935" y="7619"/>
                  </a:lnTo>
                  <a:lnTo>
                    <a:pt x="1770887" y="4571"/>
                  </a:lnTo>
                  <a:close/>
                </a:path>
                <a:path w="3914140" h="7620">
                  <a:moveTo>
                    <a:pt x="1812035" y="6095"/>
                  </a:moveTo>
                  <a:lnTo>
                    <a:pt x="1812035" y="1523"/>
                  </a:lnTo>
                  <a:lnTo>
                    <a:pt x="1813559" y="0"/>
                  </a:lnTo>
                  <a:lnTo>
                    <a:pt x="1818132" y="0"/>
                  </a:lnTo>
                  <a:lnTo>
                    <a:pt x="1819656" y="1523"/>
                  </a:lnTo>
                  <a:lnTo>
                    <a:pt x="1819656" y="6095"/>
                  </a:lnTo>
                  <a:lnTo>
                    <a:pt x="1818132" y="6095"/>
                  </a:lnTo>
                  <a:lnTo>
                    <a:pt x="1818132" y="7619"/>
                  </a:lnTo>
                  <a:lnTo>
                    <a:pt x="1813559" y="7619"/>
                  </a:lnTo>
                  <a:lnTo>
                    <a:pt x="1813559" y="6095"/>
                  </a:lnTo>
                  <a:lnTo>
                    <a:pt x="1812035" y="6095"/>
                  </a:lnTo>
                  <a:close/>
                </a:path>
                <a:path w="3914140" h="7620">
                  <a:moveTo>
                    <a:pt x="1851659" y="4571"/>
                  </a:moveTo>
                  <a:lnTo>
                    <a:pt x="1851659" y="1523"/>
                  </a:lnTo>
                  <a:lnTo>
                    <a:pt x="1853184" y="1523"/>
                  </a:lnTo>
                  <a:lnTo>
                    <a:pt x="1853184" y="0"/>
                  </a:lnTo>
                  <a:lnTo>
                    <a:pt x="1859279" y="0"/>
                  </a:lnTo>
                  <a:lnTo>
                    <a:pt x="1859279" y="1523"/>
                  </a:lnTo>
                  <a:lnTo>
                    <a:pt x="1860803" y="1523"/>
                  </a:lnTo>
                  <a:lnTo>
                    <a:pt x="1860803" y="4571"/>
                  </a:lnTo>
                  <a:lnTo>
                    <a:pt x="1857756" y="7619"/>
                  </a:lnTo>
                  <a:lnTo>
                    <a:pt x="1854708" y="7619"/>
                  </a:lnTo>
                  <a:lnTo>
                    <a:pt x="1851659" y="4571"/>
                  </a:lnTo>
                  <a:close/>
                </a:path>
                <a:path w="3914140" h="7620">
                  <a:moveTo>
                    <a:pt x="1892808" y="6095"/>
                  </a:moveTo>
                  <a:lnTo>
                    <a:pt x="1892808" y="0"/>
                  </a:lnTo>
                  <a:lnTo>
                    <a:pt x="1898904" y="0"/>
                  </a:lnTo>
                  <a:lnTo>
                    <a:pt x="1900427" y="1523"/>
                  </a:lnTo>
                  <a:lnTo>
                    <a:pt x="1900427" y="6095"/>
                  </a:lnTo>
                  <a:lnTo>
                    <a:pt x="1898904" y="6095"/>
                  </a:lnTo>
                  <a:lnTo>
                    <a:pt x="1898904" y="7619"/>
                  </a:lnTo>
                  <a:lnTo>
                    <a:pt x="1894331" y="7619"/>
                  </a:lnTo>
                  <a:lnTo>
                    <a:pt x="1892808" y="6095"/>
                  </a:lnTo>
                  <a:close/>
                </a:path>
                <a:path w="3914140" h="7620">
                  <a:moveTo>
                    <a:pt x="1932431" y="6095"/>
                  </a:moveTo>
                  <a:lnTo>
                    <a:pt x="1932431" y="1523"/>
                  </a:lnTo>
                  <a:lnTo>
                    <a:pt x="1933955" y="0"/>
                  </a:lnTo>
                  <a:lnTo>
                    <a:pt x="1940051" y="0"/>
                  </a:lnTo>
                  <a:lnTo>
                    <a:pt x="1940051" y="6095"/>
                  </a:lnTo>
                  <a:lnTo>
                    <a:pt x="1938527" y="7619"/>
                  </a:lnTo>
                  <a:lnTo>
                    <a:pt x="1933955" y="7619"/>
                  </a:lnTo>
                  <a:lnTo>
                    <a:pt x="1933955" y="6095"/>
                  </a:lnTo>
                  <a:lnTo>
                    <a:pt x="1932431" y="6095"/>
                  </a:lnTo>
                  <a:close/>
                </a:path>
                <a:path w="3914140" h="7620">
                  <a:moveTo>
                    <a:pt x="1973580" y="6095"/>
                  </a:moveTo>
                  <a:lnTo>
                    <a:pt x="1973580" y="0"/>
                  </a:lnTo>
                  <a:lnTo>
                    <a:pt x="1979676" y="0"/>
                  </a:lnTo>
                  <a:lnTo>
                    <a:pt x="1981200" y="1523"/>
                  </a:lnTo>
                  <a:lnTo>
                    <a:pt x="1981200" y="6095"/>
                  </a:lnTo>
                  <a:lnTo>
                    <a:pt x="1979676" y="6095"/>
                  </a:lnTo>
                  <a:lnTo>
                    <a:pt x="1979676" y="7619"/>
                  </a:lnTo>
                  <a:lnTo>
                    <a:pt x="1975104" y="7619"/>
                  </a:lnTo>
                  <a:lnTo>
                    <a:pt x="1973580" y="6095"/>
                  </a:lnTo>
                  <a:close/>
                </a:path>
                <a:path w="3914140" h="7620">
                  <a:moveTo>
                    <a:pt x="2013204" y="6095"/>
                  </a:moveTo>
                  <a:lnTo>
                    <a:pt x="2013204" y="1523"/>
                  </a:lnTo>
                  <a:lnTo>
                    <a:pt x="2014727" y="0"/>
                  </a:lnTo>
                  <a:lnTo>
                    <a:pt x="2019300" y="0"/>
                  </a:lnTo>
                  <a:lnTo>
                    <a:pt x="2020824" y="1523"/>
                  </a:lnTo>
                  <a:lnTo>
                    <a:pt x="2020824" y="6095"/>
                  </a:lnTo>
                  <a:lnTo>
                    <a:pt x="2019300" y="6095"/>
                  </a:lnTo>
                  <a:lnTo>
                    <a:pt x="2019300" y="7619"/>
                  </a:lnTo>
                  <a:lnTo>
                    <a:pt x="2014727" y="7619"/>
                  </a:lnTo>
                  <a:lnTo>
                    <a:pt x="2014727" y="6095"/>
                  </a:lnTo>
                  <a:lnTo>
                    <a:pt x="2013204" y="6095"/>
                  </a:lnTo>
                  <a:close/>
                </a:path>
                <a:path w="3914140" h="7620">
                  <a:moveTo>
                    <a:pt x="2052827" y="4571"/>
                  </a:moveTo>
                  <a:lnTo>
                    <a:pt x="2052827" y="1523"/>
                  </a:lnTo>
                  <a:lnTo>
                    <a:pt x="2054351" y="1523"/>
                  </a:lnTo>
                  <a:lnTo>
                    <a:pt x="2054351" y="0"/>
                  </a:lnTo>
                  <a:lnTo>
                    <a:pt x="2060447" y="0"/>
                  </a:lnTo>
                  <a:lnTo>
                    <a:pt x="2060447" y="1523"/>
                  </a:lnTo>
                  <a:lnTo>
                    <a:pt x="2061972" y="1523"/>
                  </a:lnTo>
                  <a:lnTo>
                    <a:pt x="2061972" y="4571"/>
                  </a:lnTo>
                  <a:lnTo>
                    <a:pt x="2058924" y="7619"/>
                  </a:lnTo>
                  <a:lnTo>
                    <a:pt x="2055876" y="7619"/>
                  </a:lnTo>
                  <a:lnTo>
                    <a:pt x="2052827" y="4571"/>
                  </a:lnTo>
                  <a:close/>
                </a:path>
                <a:path w="3914140" h="7620">
                  <a:moveTo>
                    <a:pt x="2093976" y="6095"/>
                  </a:moveTo>
                  <a:lnTo>
                    <a:pt x="2093976" y="1523"/>
                  </a:lnTo>
                  <a:lnTo>
                    <a:pt x="2095500" y="0"/>
                  </a:lnTo>
                  <a:lnTo>
                    <a:pt x="2100072" y="0"/>
                  </a:lnTo>
                  <a:lnTo>
                    <a:pt x="2101596" y="1523"/>
                  </a:lnTo>
                  <a:lnTo>
                    <a:pt x="2101596" y="6095"/>
                  </a:lnTo>
                  <a:lnTo>
                    <a:pt x="2100072" y="6095"/>
                  </a:lnTo>
                  <a:lnTo>
                    <a:pt x="2100072" y="7619"/>
                  </a:lnTo>
                  <a:lnTo>
                    <a:pt x="2095500" y="7619"/>
                  </a:lnTo>
                  <a:lnTo>
                    <a:pt x="2095500" y="6095"/>
                  </a:lnTo>
                  <a:lnTo>
                    <a:pt x="2093976" y="6095"/>
                  </a:lnTo>
                  <a:close/>
                </a:path>
                <a:path w="3914140" h="7620">
                  <a:moveTo>
                    <a:pt x="2133600" y="6095"/>
                  </a:moveTo>
                  <a:lnTo>
                    <a:pt x="2133600" y="1523"/>
                  </a:lnTo>
                  <a:lnTo>
                    <a:pt x="2135124" y="0"/>
                  </a:lnTo>
                  <a:lnTo>
                    <a:pt x="2141220" y="0"/>
                  </a:lnTo>
                  <a:lnTo>
                    <a:pt x="2141220" y="6095"/>
                  </a:lnTo>
                  <a:lnTo>
                    <a:pt x="2139696" y="7619"/>
                  </a:lnTo>
                  <a:lnTo>
                    <a:pt x="2135124" y="7619"/>
                  </a:lnTo>
                  <a:lnTo>
                    <a:pt x="2135124" y="6095"/>
                  </a:lnTo>
                  <a:lnTo>
                    <a:pt x="2133600" y="6095"/>
                  </a:lnTo>
                  <a:close/>
                </a:path>
                <a:path w="3914140" h="7620">
                  <a:moveTo>
                    <a:pt x="2174747" y="6095"/>
                  </a:moveTo>
                  <a:lnTo>
                    <a:pt x="2174747" y="0"/>
                  </a:lnTo>
                  <a:lnTo>
                    <a:pt x="2180843" y="0"/>
                  </a:lnTo>
                  <a:lnTo>
                    <a:pt x="2182368" y="1523"/>
                  </a:lnTo>
                  <a:lnTo>
                    <a:pt x="2182368" y="6095"/>
                  </a:lnTo>
                  <a:lnTo>
                    <a:pt x="2180843" y="6095"/>
                  </a:lnTo>
                  <a:lnTo>
                    <a:pt x="2180843" y="7619"/>
                  </a:lnTo>
                  <a:lnTo>
                    <a:pt x="2176272" y="7619"/>
                  </a:lnTo>
                  <a:lnTo>
                    <a:pt x="2174747" y="6095"/>
                  </a:lnTo>
                  <a:close/>
                </a:path>
                <a:path w="3914140" h="7620">
                  <a:moveTo>
                    <a:pt x="2214372" y="6095"/>
                  </a:moveTo>
                  <a:lnTo>
                    <a:pt x="2214372" y="1523"/>
                  </a:lnTo>
                  <a:lnTo>
                    <a:pt x="2215896" y="0"/>
                  </a:lnTo>
                  <a:lnTo>
                    <a:pt x="2221992" y="0"/>
                  </a:lnTo>
                  <a:lnTo>
                    <a:pt x="2221992" y="6095"/>
                  </a:lnTo>
                  <a:lnTo>
                    <a:pt x="2220468" y="7619"/>
                  </a:lnTo>
                  <a:lnTo>
                    <a:pt x="2215896" y="7619"/>
                  </a:lnTo>
                  <a:lnTo>
                    <a:pt x="2215896" y="6095"/>
                  </a:lnTo>
                  <a:lnTo>
                    <a:pt x="2214372" y="6095"/>
                  </a:lnTo>
                  <a:close/>
                </a:path>
                <a:path w="3914140" h="7620">
                  <a:moveTo>
                    <a:pt x="2253996" y="4571"/>
                  </a:moveTo>
                  <a:lnTo>
                    <a:pt x="2253996" y="1523"/>
                  </a:lnTo>
                  <a:lnTo>
                    <a:pt x="2255520" y="1523"/>
                  </a:lnTo>
                  <a:lnTo>
                    <a:pt x="2255520" y="0"/>
                  </a:lnTo>
                  <a:lnTo>
                    <a:pt x="2261616" y="0"/>
                  </a:lnTo>
                  <a:lnTo>
                    <a:pt x="2261616" y="1523"/>
                  </a:lnTo>
                  <a:lnTo>
                    <a:pt x="2263139" y="1523"/>
                  </a:lnTo>
                  <a:lnTo>
                    <a:pt x="2263139" y="4571"/>
                  </a:lnTo>
                  <a:lnTo>
                    <a:pt x="2260092" y="7619"/>
                  </a:lnTo>
                  <a:lnTo>
                    <a:pt x="2257043" y="7619"/>
                  </a:lnTo>
                  <a:lnTo>
                    <a:pt x="2253996" y="4571"/>
                  </a:lnTo>
                  <a:close/>
                </a:path>
                <a:path w="3914140" h="7620">
                  <a:moveTo>
                    <a:pt x="2295143" y="6095"/>
                  </a:moveTo>
                  <a:lnTo>
                    <a:pt x="2295143" y="1523"/>
                  </a:lnTo>
                  <a:lnTo>
                    <a:pt x="2296668" y="0"/>
                  </a:lnTo>
                  <a:lnTo>
                    <a:pt x="2301239" y="0"/>
                  </a:lnTo>
                  <a:lnTo>
                    <a:pt x="2302764" y="1523"/>
                  </a:lnTo>
                  <a:lnTo>
                    <a:pt x="2302764" y="6095"/>
                  </a:lnTo>
                  <a:lnTo>
                    <a:pt x="2301239" y="6095"/>
                  </a:lnTo>
                  <a:lnTo>
                    <a:pt x="2301239" y="7619"/>
                  </a:lnTo>
                  <a:lnTo>
                    <a:pt x="2296668" y="7619"/>
                  </a:lnTo>
                  <a:lnTo>
                    <a:pt x="2296668" y="6095"/>
                  </a:lnTo>
                  <a:lnTo>
                    <a:pt x="2295143" y="6095"/>
                  </a:lnTo>
                  <a:close/>
                </a:path>
                <a:path w="3914140" h="7620">
                  <a:moveTo>
                    <a:pt x="2334768" y="4571"/>
                  </a:moveTo>
                  <a:lnTo>
                    <a:pt x="2334768" y="1523"/>
                  </a:lnTo>
                  <a:lnTo>
                    <a:pt x="2336292" y="1523"/>
                  </a:lnTo>
                  <a:lnTo>
                    <a:pt x="2336292" y="0"/>
                  </a:lnTo>
                  <a:lnTo>
                    <a:pt x="2342388" y="0"/>
                  </a:lnTo>
                  <a:lnTo>
                    <a:pt x="2342388" y="1523"/>
                  </a:lnTo>
                  <a:lnTo>
                    <a:pt x="2343912" y="1523"/>
                  </a:lnTo>
                  <a:lnTo>
                    <a:pt x="2343912" y="4571"/>
                  </a:lnTo>
                  <a:lnTo>
                    <a:pt x="2340864" y="7619"/>
                  </a:lnTo>
                  <a:lnTo>
                    <a:pt x="2337816" y="7619"/>
                  </a:lnTo>
                  <a:lnTo>
                    <a:pt x="2334768" y="4571"/>
                  </a:lnTo>
                  <a:close/>
                </a:path>
                <a:path w="3914140" h="7620">
                  <a:moveTo>
                    <a:pt x="2375916" y="6095"/>
                  </a:moveTo>
                  <a:lnTo>
                    <a:pt x="2375916" y="0"/>
                  </a:lnTo>
                  <a:lnTo>
                    <a:pt x="2382012" y="0"/>
                  </a:lnTo>
                  <a:lnTo>
                    <a:pt x="2383535" y="1523"/>
                  </a:lnTo>
                  <a:lnTo>
                    <a:pt x="2383535" y="6095"/>
                  </a:lnTo>
                  <a:lnTo>
                    <a:pt x="2382012" y="6095"/>
                  </a:lnTo>
                  <a:lnTo>
                    <a:pt x="2382012" y="7619"/>
                  </a:lnTo>
                  <a:lnTo>
                    <a:pt x="2377439" y="7619"/>
                  </a:lnTo>
                  <a:lnTo>
                    <a:pt x="2375916" y="6095"/>
                  </a:lnTo>
                  <a:close/>
                </a:path>
                <a:path w="3914140" h="7620">
                  <a:moveTo>
                    <a:pt x="2415539" y="6095"/>
                  </a:moveTo>
                  <a:lnTo>
                    <a:pt x="2415539" y="1523"/>
                  </a:lnTo>
                  <a:lnTo>
                    <a:pt x="2417064" y="0"/>
                  </a:lnTo>
                  <a:lnTo>
                    <a:pt x="2423160" y="0"/>
                  </a:lnTo>
                  <a:lnTo>
                    <a:pt x="2423160" y="6095"/>
                  </a:lnTo>
                  <a:lnTo>
                    <a:pt x="2421635" y="7619"/>
                  </a:lnTo>
                  <a:lnTo>
                    <a:pt x="2417064" y="7619"/>
                  </a:lnTo>
                  <a:lnTo>
                    <a:pt x="2417064" y="6095"/>
                  </a:lnTo>
                  <a:lnTo>
                    <a:pt x="2415539" y="6095"/>
                  </a:lnTo>
                  <a:close/>
                </a:path>
                <a:path w="3914140" h="7620">
                  <a:moveTo>
                    <a:pt x="2456688" y="6095"/>
                  </a:moveTo>
                  <a:lnTo>
                    <a:pt x="2456688" y="0"/>
                  </a:lnTo>
                  <a:lnTo>
                    <a:pt x="2462784" y="0"/>
                  </a:lnTo>
                  <a:lnTo>
                    <a:pt x="2464308" y="1523"/>
                  </a:lnTo>
                  <a:lnTo>
                    <a:pt x="2464308" y="6095"/>
                  </a:lnTo>
                  <a:lnTo>
                    <a:pt x="2462784" y="6095"/>
                  </a:lnTo>
                  <a:lnTo>
                    <a:pt x="2462784" y="7619"/>
                  </a:lnTo>
                  <a:lnTo>
                    <a:pt x="2458212" y="7619"/>
                  </a:lnTo>
                  <a:lnTo>
                    <a:pt x="2456688" y="6095"/>
                  </a:lnTo>
                  <a:close/>
                </a:path>
                <a:path w="3914140" h="7620">
                  <a:moveTo>
                    <a:pt x="2496312" y="6095"/>
                  </a:moveTo>
                  <a:lnTo>
                    <a:pt x="2496312" y="1523"/>
                  </a:lnTo>
                  <a:lnTo>
                    <a:pt x="2497835" y="0"/>
                  </a:lnTo>
                  <a:lnTo>
                    <a:pt x="2502408" y="0"/>
                  </a:lnTo>
                  <a:lnTo>
                    <a:pt x="2503931" y="1523"/>
                  </a:lnTo>
                  <a:lnTo>
                    <a:pt x="2503931" y="6095"/>
                  </a:lnTo>
                  <a:lnTo>
                    <a:pt x="2502408" y="6095"/>
                  </a:lnTo>
                  <a:lnTo>
                    <a:pt x="2502408" y="7619"/>
                  </a:lnTo>
                  <a:lnTo>
                    <a:pt x="2497835" y="7619"/>
                  </a:lnTo>
                  <a:lnTo>
                    <a:pt x="2497835" y="6095"/>
                  </a:lnTo>
                  <a:lnTo>
                    <a:pt x="2496312" y="6095"/>
                  </a:lnTo>
                  <a:close/>
                </a:path>
                <a:path w="3914140" h="7620">
                  <a:moveTo>
                    <a:pt x="2535935" y="4571"/>
                  </a:moveTo>
                  <a:lnTo>
                    <a:pt x="2535935" y="1523"/>
                  </a:lnTo>
                  <a:lnTo>
                    <a:pt x="2537460" y="1523"/>
                  </a:lnTo>
                  <a:lnTo>
                    <a:pt x="2537460" y="0"/>
                  </a:lnTo>
                  <a:lnTo>
                    <a:pt x="2543556" y="0"/>
                  </a:lnTo>
                  <a:lnTo>
                    <a:pt x="2543556" y="1523"/>
                  </a:lnTo>
                  <a:lnTo>
                    <a:pt x="2545080" y="1523"/>
                  </a:lnTo>
                  <a:lnTo>
                    <a:pt x="2545080" y="4571"/>
                  </a:lnTo>
                  <a:lnTo>
                    <a:pt x="2542031" y="7619"/>
                  </a:lnTo>
                  <a:lnTo>
                    <a:pt x="2538984" y="7619"/>
                  </a:lnTo>
                  <a:lnTo>
                    <a:pt x="2535935" y="4571"/>
                  </a:lnTo>
                  <a:close/>
                </a:path>
                <a:path w="3914140" h="7620">
                  <a:moveTo>
                    <a:pt x="2577084" y="6095"/>
                  </a:moveTo>
                  <a:lnTo>
                    <a:pt x="2577084" y="1523"/>
                  </a:lnTo>
                  <a:lnTo>
                    <a:pt x="2578608" y="0"/>
                  </a:lnTo>
                  <a:lnTo>
                    <a:pt x="2583180" y="0"/>
                  </a:lnTo>
                  <a:lnTo>
                    <a:pt x="2584704" y="1523"/>
                  </a:lnTo>
                  <a:lnTo>
                    <a:pt x="2584704" y="6095"/>
                  </a:lnTo>
                  <a:lnTo>
                    <a:pt x="2583180" y="6095"/>
                  </a:lnTo>
                  <a:lnTo>
                    <a:pt x="2583180" y="7619"/>
                  </a:lnTo>
                  <a:lnTo>
                    <a:pt x="2578608" y="7619"/>
                  </a:lnTo>
                  <a:lnTo>
                    <a:pt x="2578608" y="6095"/>
                  </a:lnTo>
                  <a:lnTo>
                    <a:pt x="2577084" y="6095"/>
                  </a:lnTo>
                  <a:close/>
                </a:path>
                <a:path w="3914140" h="7620">
                  <a:moveTo>
                    <a:pt x="2616708" y="6095"/>
                  </a:moveTo>
                  <a:lnTo>
                    <a:pt x="2616708" y="1523"/>
                  </a:lnTo>
                  <a:lnTo>
                    <a:pt x="2618231" y="0"/>
                  </a:lnTo>
                  <a:lnTo>
                    <a:pt x="2624327" y="0"/>
                  </a:lnTo>
                  <a:lnTo>
                    <a:pt x="2624327" y="6095"/>
                  </a:lnTo>
                  <a:lnTo>
                    <a:pt x="2622804" y="7619"/>
                  </a:lnTo>
                  <a:lnTo>
                    <a:pt x="2618231" y="7619"/>
                  </a:lnTo>
                  <a:lnTo>
                    <a:pt x="2618231" y="6095"/>
                  </a:lnTo>
                  <a:lnTo>
                    <a:pt x="2616708" y="6095"/>
                  </a:lnTo>
                  <a:close/>
                </a:path>
                <a:path w="3914140" h="7620">
                  <a:moveTo>
                    <a:pt x="2657856" y="6095"/>
                  </a:moveTo>
                  <a:lnTo>
                    <a:pt x="2657856" y="0"/>
                  </a:lnTo>
                  <a:lnTo>
                    <a:pt x="2663952" y="0"/>
                  </a:lnTo>
                  <a:lnTo>
                    <a:pt x="2665476" y="1523"/>
                  </a:lnTo>
                  <a:lnTo>
                    <a:pt x="2665476" y="6095"/>
                  </a:lnTo>
                  <a:lnTo>
                    <a:pt x="2663952" y="6095"/>
                  </a:lnTo>
                  <a:lnTo>
                    <a:pt x="2663952" y="7619"/>
                  </a:lnTo>
                  <a:lnTo>
                    <a:pt x="2659380" y="7619"/>
                  </a:lnTo>
                  <a:lnTo>
                    <a:pt x="2657856" y="6095"/>
                  </a:lnTo>
                  <a:close/>
                </a:path>
                <a:path w="3914140" h="7620">
                  <a:moveTo>
                    <a:pt x="2697480" y="6095"/>
                  </a:moveTo>
                  <a:lnTo>
                    <a:pt x="2697480" y="1523"/>
                  </a:lnTo>
                  <a:lnTo>
                    <a:pt x="2699004" y="0"/>
                  </a:lnTo>
                  <a:lnTo>
                    <a:pt x="2705100" y="0"/>
                  </a:lnTo>
                  <a:lnTo>
                    <a:pt x="2705100" y="6095"/>
                  </a:lnTo>
                  <a:lnTo>
                    <a:pt x="2703576" y="7619"/>
                  </a:lnTo>
                  <a:lnTo>
                    <a:pt x="2699004" y="7619"/>
                  </a:lnTo>
                  <a:lnTo>
                    <a:pt x="2699004" y="6095"/>
                  </a:lnTo>
                  <a:lnTo>
                    <a:pt x="2697480" y="6095"/>
                  </a:lnTo>
                  <a:close/>
                </a:path>
                <a:path w="3914140" h="7620">
                  <a:moveTo>
                    <a:pt x="2737104" y="4571"/>
                  </a:moveTo>
                  <a:lnTo>
                    <a:pt x="2737104" y="1523"/>
                  </a:lnTo>
                  <a:lnTo>
                    <a:pt x="2738627" y="1523"/>
                  </a:lnTo>
                  <a:lnTo>
                    <a:pt x="2738627" y="0"/>
                  </a:lnTo>
                  <a:lnTo>
                    <a:pt x="2744724" y="0"/>
                  </a:lnTo>
                  <a:lnTo>
                    <a:pt x="2744724" y="1523"/>
                  </a:lnTo>
                  <a:lnTo>
                    <a:pt x="2746248" y="1523"/>
                  </a:lnTo>
                  <a:lnTo>
                    <a:pt x="2746248" y="4571"/>
                  </a:lnTo>
                  <a:lnTo>
                    <a:pt x="2743200" y="7619"/>
                  </a:lnTo>
                  <a:lnTo>
                    <a:pt x="2740152" y="7619"/>
                  </a:lnTo>
                  <a:lnTo>
                    <a:pt x="2737104" y="4571"/>
                  </a:lnTo>
                  <a:close/>
                </a:path>
                <a:path w="3914140" h="7620">
                  <a:moveTo>
                    <a:pt x="2778252" y="6095"/>
                  </a:moveTo>
                  <a:lnTo>
                    <a:pt x="2778252" y="1523"/>
                  </a:lnTo>
                  <a:lnTo>
                    <a:pt x="2779776" y="0"/>
                  </a:lnTo>
                  <a:lnTo>
                    <a:pt x="2784348" y="0"/>
                  </a:lnTo>
                  <a:lnTo>
                    <a:pt x="2785872" y="1523"/>
                  </a:lnTo>
                  <a:lnTo>
                    <a:pt x="2785872" y="6095"/>
                  </a:lnTo>
                  <a:lnTo>
                    <a:pt x="2784348" y="6095"/>
                  </a:lnTo>
                  <a:lnTo>
                    <a:pt x="2784348" y="7619"/>
                  </a:lnTo>
                  <a:lnTo>
                    <a:pt x="2779776" y="7619"/>
                  </a:lnTo>
                  <a:lnTo>
                    <a:pt x="2779776" y="6095"/>
                  </a:lnTo>
                  <a:lnTo>
                    <a:pt x="2778252" y="6095"/>
                  </a:lnTo>
                  <a:close/>
                </a:path>
                <a:path w="3914140" h="7620">
                  <a:moveTo>
                    <a:pt x="2817876" y="4571"/>
                  </a:moveTo>
                  <a:lnTo>
                    <a:pt x="2817876" y="1523"/>
                  </a:lnTo>
                  <a:lnTo>
                    <a:pt x="2819400" y="1523"/>
                  </a:lnTo>
                  <a:lnTo>
                    <a:pt x="2819400" y="0"/>
                  </a:lnTo>
                  <a:lnTo>
                    <a:pt x="2825496" y="0"/>
                  </a:lnTo>
                  <a:lnTo>
                    <a:pt x="2825496" y="1523"/>
                  </a:lnTo>
                  <a:lnTo>
                    <a:pt x="2827020" y="1523"/>
                  </a:lnTo>
                  <a:lnTo>
                    <a:pt x="2827020" y="4571"/>
                  </a:lnTo>
                  <a:lnTo>
                    <a:pt x="2823972" y="7619"/>
                  </a:lnTo>
                  <a:lnTo>
                    <a:pt x="2820924" y="7619"/>
                  </a:lnTo>
                  <a:lnTo>
                    <a:pt x="2817876" y="4571"/>
                  </a:lnTo>
                  <a:close/>
                </a:path>
                <a:path w="3914140" h="7620">
                  <a:moveTo>
                    <a:pt x="2859024" y="6095"/>
                  </a:moveTo>
                  <a:lnTo>
                    <a:pt x="2859024" y="0"/>
                  </a:lnTo>
                  <a:lnTo>
                    <a:pt x="2865120" y="0"/>
                  </a:lnTo>
                  <a:lnTo>
                    <a:pt x="2866643" y="1523"/>
                  </a:lnTo>
                  <a:lnTo>
                    <a:pt x="2866643" y="6095"/>
                  </a:lnTo>
                  <a:lnTo>
                    <a:pt x="2865120" y="6095"/>
                  </a:lnTo>
                  <a:lnTo>
                    <a:pt x="2865120" y="7619"/>
                  </a:lnTo>
                  <a:lnTo>
                    <a:pt x="2860548" y="7619"/>
                  </a:lnTo>
                  <a:lnTo>
                    <a:pt x="2859024" y="6095"/>
                  </a:lnTo>
                  <a:close/>
                </a:path>
                <a:path w="3914140" h="7620">
                  <a:moveTo>
                    <a:pt x="2898648" y="6095"/>
                  </a:moveTo>
                  <a:lnTo>
                    <a:pt x="2898648" y="1523"/>
                  </a:lnTo>
                  <a:lnTo>
                    <a:pt x="2900172" y="0"/>
                  </a:lnTo>
                  <a:lnTo>
                    <a:pt x="2906268" y="0"/>
                  </a:lnTo>
                  <a:lnTo>
                    <a:pt x="2906268" y="6095"/>
                  </a:lnTo>
                  <a:lnTo>
                    <a:pt x="2904744" y="7619"/>
                  </a:lnTo>
                  <a:lnTo>
                    <a:pt x="2900172" y="7619"/>
                  </a:lnTo>
                  <a:lnTo>
                    <a:pt x="2900172" y="6095"/>
                  </a:lnTo>
                  <a:lnTo>
                    <a:pt x="2898648" y="6095"/>
                  </a:lnTo>
                  <a:close/>
                </a:path>
                <a:path w="3914140" h="7620">
                  <a:moveTo>
                    <a:pt x="2939796" y="6095"/>
                  </a:moveTo>
                  <a:lnTo>
                    <a:pt x="2939796" y="0"/>
                  </a:lnTo>
                  <a:lnTo>
                    <a:pt x="2945892" y="0"/>
                  </a:lnTo>
                  <a:lnTo>
                    <a:pt x="2947416" y="1523"/>
                  </a:lnTo>
                  <a:lnTo>
                    <a:pt x="2947416" y="6095"/>
                  </a:lnTo>
                  <a:lnTo>
                    <a:pt x="2945892" y="6095"/>
                  </a:lnTo>
                  <a:lnTo>
                    <a:pt x="2945892" y="7619"/>
                  </a:lnTo>
                  <a:lnTo>
                    <a:pt x="2941320" y="7619"/>
                  </a:lnTo>
                  <a:lnTo>
                    <a:pt x="2939796" y="6095"/>
                  </a:lnTo>
                  <a:close/>
                </a:path>
                <a:path w="3914140" h="7620">
                  <a:moveTo>
                    <a:pt x="2979420" y="6095"/>
                  </a:moveTo>
                  <a:lnTo>
                    <a:pt x="2979420" y="1523"/>
                  </a:lnTo>
                  <a:lnTo>
                    <a:pt x="2980944" y="0"/>
                  </a:lnTo>
                  <a:lnTo>
                    <a:pt x="2985516" y="0"/>
                  </a:lnTo>
                  <a:lnTo>
                    <a:pt x="2987040" y="1523"/>
                  </a:lnTo>
                  <a:lnTo>
                    <a:pt x="2987040" y="6095"/>
                  </a:lnTo>
                  <a:lnTo>
                    <a:pt x="2985516" y="6095"/>
                  </a:lnTo>
                  <a:lnTo>
                    <a:pt x="2985516" y="7619"/>
                  </a:lnTo>
                  <a:lnTo>
                    <a:pt x="2980944" y="7619"/>
                  </a:lnTo>
                  <a:lnTo>
                    <a:pt x="2980944" y="6095"/>
                  </a:lnTo>
                  <a:lnTo>
                    <a:pt x="2979420" y="6095"/>
                  </a:lnTo>
                  <a:close/>
                </a:path>
                <a:path w="3914140" h="7620">
                  <a:moveTo>
                    <a:pt x="3019044" y="4571"/>
                  </a:moveTo>
                  <a:lnTo>
                    <a:pt x="3019044" y="1523"/>
                  </a:lnTo>
                  <a:lnTo>
                    <a:pt x="3020568" y="1523"/>
                  </a:lnTo>
                  <a:lnTo>
                    <a:pt x="3020568" y="0"/>
                  </a:lnTo>
                  <a:lnTo>
                    <a:pt x="3026664" y="0"/>
                  </a:lnTo>
                  <a:lnTo>
                    <a:pt x="3026664" y="1523"/>
                  </a:lnTo>
                  <a:lnTo>
                    <a:pt x="3028188" y="1523"/>
                  </a:lnTo>
                  <a:lnTo>
                    <a:pt x="3028188" y="4571"/>
                  </a:lnTo>
                  <a:lnTo>
                    <a:pt x="3025140" y="7619"/>
                  </a:lnTo>
                  <a:lnTo>
                    <a:pt x="3022092" y="7619"/>
                  </a:lnTo>
                  <a:lnTo>
                    <a:pt x="3019044" y="4571"/>
                  </a:lnTo>
                  <a:close/>
                </a:path>
                <a:path w="3914140" h="7620">
                  <a:moveTo>
                    <a:pt x="3060192" y="6095"/>
                  </a:moveTo>
                  <a:lnTo>
                    <a:pt x="3060192" y="1523"/>
                  </a:lnTo>
                  <a:lnTo>
                    <a:pt x="3061716" y="0"/>
                  </a:lnTo>
                  <a:lnTo>
                    <a:pt x="3066288" y="0"/>
                  </a:lnTo>
                  <a:lnTo>
                    <a:pt x="3067812" y="1523"/>
                  </a:lnTo>
                  <a:lnTo>
                    <a:pt x="3067812" y="6095"/>
                  </a:lnTo>
                  <a:lnTo>
                    <a:pt x="3066288" y="6095"/>
                  </a:lnTo>
                  <a:lnTo>
                    <a:pt x="3066288" y="7619"/>
                  </a:lnTo>
                  <a:lnTo>
                    <a:pt x="3061716" y="7619"/>
                  </a:lnTo>
                  <a:lnTo>
                    <a:pt x="3061716" y="6095"/>
                  </a:lnTo>
                  <a:lnTo>
                    <a:pt x="3060192" y="6095"/>
                  </a:lnTo>
                  <a:close/>
                </a:path>
                <a:path w="3914140" h="7620">
                  <a:moveTo>
                    <a:pt x="3099816" y="6095"/>
                  </a:moveTo>
                  <a:lnTo>
                    <a:pt x="3099816" y="1523"/>
                  </a:lnTo>
                  <a:lnTo>
                    <a:pt x="3101340" y="0"/>
                  </a:lnTo>
                  <a:lnTo>
                    <a:pt x="3107436" y="0"/>
                  </a:lnTo>
                  <a:lnTo>
                    <a:pt x="3107436" y="6095"/>
                  </a:lnTo>
                  <a:lnTo>
                    <a:pt x="3105912" y="7619"/>
                  </a:lnTo>
                  <a:lnTo>
                    <a:pt x="3101340" y="7619"/>
                  </a:lnTo>
                  <a:lnTo>
                    <a:pt x="3101340" y="6095"/>
                  </a:lnTo>
                  <a:lnTo>
                    <a:pt x="3099816" y="6095"/>
                  </a:lnTo>
                  <a:close/>
                </a:path>
                <a:path w="3914140" h="7620">
                  <a:moveTo>
                    <a:pt x="3140964" y="6095"/>
                  </a:moveTo>
                  <a:lnTo>
                    <a:pt x="3140964" y="0"/>
                  </a:lnTo>
                  <a:lnTo>
                    <a:pt x="3147060" y="0"/>
                  </a:lnTo>
                  <a:lnTo>
                    <a:pt x="3148584" y="1523"/>
                  </a:lnTo>
                  <a:lnTo>
                    <a:pt x="3148584" y="6095"/>
                  </a:lnTo>
                  <a:lnTo>
                    <a:pt x="3147060" y="6095"/>
                  </a:lnTo>
                  <a:lnTo>
                    <a:pt x="3147060" y="7619"/>
                  </a:lnTo>
                  <a:lnTo>
                    <a:pt x="3142488" y="7619"/>
                  </a:lnTo>
                  <a:lnTo>
                    <a:pt x="3140964" y="6095"/>
                  </a:lnTo>
                  <a:close/>
                </a:path>
                <a:path w="3914140" h="7620">
                  <a:moveTo>
                    <a:pt x="3180588" y="6095"/>
                  </a:moveTo>
                  <a:lnTo>
                    <a:pt x="3180588" y="1523"/>
                  </a:lnTo>
                  <a:lnTo>
                    <a:pt x="3182112" y="0"/>
                  </a:lnTo>
                  <a:lnTo>
                    <a:pt x="3188208" y="0"/>
                  </a:lnTo>
                  <a:lnTo>
                    <a:pt x="3188208" y="6095"/>
                  </a:lnTo>
                  <a:lnTo>
                    <a:pt x="3186684" y="7619"/>
                  </a:lnTo>
                  <a:lnTo>
                    <a:pt x="3182112" y="7619"/>
                  </a:lnTo>
                  <a:lnTo>
                    <a:pt x="3182112" y="6095"/>
                  </a:lnTo>
                  <a:lnTo>
                    <a:pt x="3180588" y="6095"/>
                  </a:lnTo>
                  <a:close/>
                </a:path>
                <a:path w="3914140" h="7620">
                  <a:moveTo>
                    <a:pt x="3220212" y="4571"/>
                  </a:moveTo>
                  <a:lnTo>
                    <a:pt x="3220212" y="1523"/>
                  </a:lnTo>
                  <a:lnTo>
                    <a:pt x="3221736" y="1523"/>
                  </a:lnTo>
                  <a:lnTo>
                    <a:pt x="3221736" y="0"/>
                  </a:lnTo>
                  <a:lnTo>
                    <a:pt x="3227832" y="0"/>
                  </a:lnTo>
                  <a:lnTo>
                    <a:pt x="3227832" y="1523"/>
                  </a:lnTo>
                  <a:lnTo>
                    <a:pt x="3229356" y="1523"/>
                  </a:lnTo>
                  <a:lnTo>
                    <a:pt x="3229356" y="4571"/>
                  </a:lnTo>
                  <a:lnTo>
                    <a:pt x="3226308" y="7619"/>
                  </a:lnTo>
                  <a:lnTo>
                    <a:pt x="3223260" y="7619"/>
                  </a:lnTo>
                  <a:lnTo>
                    <a:pt x="3220212" y="4571"/>
                  </a:lnTo>
                  <a:close/>
                </a:path>
                <a:path w="3914140" h="7620">
                  <a:moveTo>
                    <a:pt x="3261360" y="6095"/>
                  </a:moveTo>
                  <a:lnTo>
                    <a:pt x="3261360" y="1523"/>
                  </a:lnTo>
                  <a:lnTo>
                    <a:pt x="3262884" y="0"/>
                  </a:lnTo>
                  <a:lnTo>
                    <a:pt x="3267456" y="0"/>
                  </a:lnTo>
                  <a:lnTo>
                    <a:pt x="3268980" y="1523"/>
                  </a:lnTo>
                  <a:lnTo>
                    <a:pt x="3268980" y="6095"/>
                  </a:lnTo>
                  <a:lnTo>
                    <a:pt x="3267456" y="6095"/>
                  </a:lnTo>
                  <a:lnTo>
                    <a:pt x="3267456" y="7619"/>
                  </a:lnTo>
                  <a:lnTo>
                    <a:pt x="3262884" y="7619"/>
                  </a:lnTo>
                  <a:lnTo>
                    <a:pt x="3262884" y="6095"/>
                  </a:lnTo>
                  <a:lnTo>
                    <a:pt x="3261360" y="6095"/>
                  </a:lnTo>
                  <a:close/>
                </a:path>
                <a:path w="3914140" h="7620">
                  <a:moveTo>
                    <a:pt x="3300984" y="4571"/>
                  </a:moveTo>
                  <a:lnTo>
                    <a:pt x="3300984" y="1523"/>
                  </a:lnTo>
                  <a:lnTo>
                    <a:pt x="3302508" y="1523"/>
                  </a:lnTo>
                  <a:lnTo>
                    <a:pt x="3302508" y="0"/>
                  </a:lnTo>
                  <a:lnTo>
                    <a:pt x="3308604" y="0"/>
                  </a:lnTo>
                  <a:lnTo>
                    <a:pt x="3308604" y="1523"/>
                  </a:lnTo>
                  <a:lnTo>
                    <a:pt x="3310128" y="1523"/>
                  </a:lnTo>
                  <a:lnTo>
                    <a:pt x="3310128" y="4571"/>
                  </a:lnTo>
                  <a:lnTo>
                    <a:pt x="3307080" y="7619"/>
                  </a:lnTo>
                  <a:lnTo>
                    <a:pt x="3304032" y="7619"/>
                  </a:lnTo>
                  <a:lnTo>
                    <a:pt x="3300984" y="4571"/>
                  </a:lnTo>
                  <a:close/>
                </a:path>
                <a:path w="3914140" h="7620">
                  <a:moveTo>
                    <a:pt x="3342132" y="6095"/>
                  </a:moveTo>
                  <a:lnTo>
                    <a:pt x="3342132" y="0"/>
                  </a:lnTo>
                  <a:lnTo>
                    <a:pt x="3348228" y="0"/>
                  </a:lnTo>
                  <a:lnTo>
                    <a:pt x="3349752" y="1523"/>
                  </a:lnTo>
                  <a:lnTo>
                    <a:pt x="3349752" y="6095"/>
                  </a:lnTo>
                  <a:lnTo>
                    <a:pt x="3348228" y="6095"/>
                  </a:lnTo>
                  <a:lnTo>
                    <a:pt x="3348228" y="7619"/>
                  </a:lnTo>
                  <a:lnTo>
                    <a:pt x="3343656" y="7619"/>
                  </a:lnTo>
                  <a:lnTo>
                    <a:pt x="3342132" y="6095"/>
                  </a:lnTo>
                  <a:close/>
                </a:path>
                <a:path w="3914140" h="7620">
                  <a:moveTo>
                    <a:pt x="3381756" y="6095"/>
                  </a:moveTo>
                  <a:lnTo>
                    <a:pt x="3381756" y="1523"/>
                  </a:lnTo>
                  <a:lnTo>
                    <a:pt x="3383280" y="0"/>
                  </a:lnTo>
                  <a:lnTo>
                    <a:pt x="3389376" y="0"/>
                  </a:lnTo>
                  <a:lnTo>
                    <a:pt x="3389376" y="6095"/>
                  </a:lnTo>
                  <a:lnTo>
                    <a:pt x="3387852" y="7619"/>
                  </a:lnTo>
                  <a:lnTo>
                    <a:pt x="3383280" y="7619"/>
                  </a:lnTo>
                  <a:lnTo>
                    <a:pt x="3383280" y="6095"/>
                  </a:lnTo>
                  <a:lnTo>
                    <a:pt x="3381756" y="6095"/>
                  </a:lnTo>
                  <a:close/>
                </a:path>
                <a:path w="3914140" h="7620">
                  <a:moveTo>
                    <a:pt x="3421380" y="4571"/>
                  </a:moveTo>
                  <a:lnTo>
                    <a:pt x="3421380" y="1523"/>
                  </a:lnTo>
                  <a:lnTo>
                    <a:pt x="3422904" y="1523"/>
                  </a:lnTo>
                  <a:lnTo>
                    <a:pt x="3422904" y="0"/>
                  </a:lnTo>
                  <a:lnTo>
                    <a:pt x="3429000" y="0"/>
                  </a:lnTo>
                  <a:lnTo>
                    <a:pt x="3430524" y="1523"/>
                  </a:lnTo>
                  <a:lnTo>
                    <a:pt x="3430524" y="6095"/>
                  </a:lnTo>
                  <a:lnTo>
                    <a:pt x="3429000" y="6095"/>
                  </a:lnTo>
                  <a:lnTo>
                    <a:pt x="3427476" y="7619"/>
                  </a:lnTo>
                  <a:lnTo>
                    <a:pt x="3424428" y="7619"/>
                  </a:lnTo>
                  <a:lnTo>
                    <a:pt x="3421380" y="4571"/>
                  </a:lnTo>
                  <a:close/>
                </a:path>
                <a:path w="3914140" h="7620">
                  <a:moveTo>
                    <a:pt x="3462528" y="6095"/>
                  </a:moveTo>
                  <a:lnTo>
                    <a:pt x="3462528" y="1523"/>
                  </a:lnTo>
                  <a:lnTo>
                    <a:pt x="3464052" y="0"/>
                  </a:lnTo>
                  <a:lnTo>
                    <a:pt x="3468624" y="0"/>
                  </a:lnTo>
                  <a:lnTo>
                    <a:pt x="3470148" y="1523"/>
                  </a:lnTo>
                  <a:lnTo>
                    <a:pt x="3470148" y="6095"/>
                  </a:lnTo>
                  <a:lnTo>
                    <a:pt x="3468624" y="6095"/>
                  </a:lnTo>
                  <a:lnTo>
                    <a:pt x="3468624" y="7619"/>
                  </a:lnTo>
                  <a:lnTo>
                    <a:pt x="3464052" y="7619"/>
                  </a:lnTo>
                  <a:lnTo>
                    <a:pt x="3464052" y="6095"/>
                  </a:lnTo>
                  <a:lnTo>
                    <a:pt x="3462528" y="6095"/>
                  </a:lnTo>
                  <a:close/>
                </a:path>
                <a:path w="3914140" h="7620">
                  <a:moveTo>
                    <a:pt x="3502152" y="4571"/>
                  </a:moveTo>
                  <a:lnTo>
                    <a:pt x="3502152" y="1523"/>
                  </a:lnTo>
                  <a:lnTo>
                    <a:pt x="3503676" y="1523"/>
                  </a:lnTo>
                  <a:lnTo>
                    <a:pt x="3503676" y="0"/>
                  </a:lnTo>
                  <a:lnTo>
                    <a:pt x="3509772" y="0"/>
                  </a:lnTo>
                  <a:lnTo>
                    <a:pt x="3509772" y="1523"/>
                  </a:lnTo>
                  <a:lnTo>
                    <a:pt x="3511296" y="1523"/>
                  </a:lnTo>
                  <a:lnTo>
                    <a:pt x="3511296" y="4571"/>
                  </a:lnTo>
                  <a:lnTo>
                    <a:pt x="3508248" y="7619"/>
                  </a:lnTo>
                  <a:lnTo>
                    <a:pt x="3505200" y="7619"/>
                  </a:lnTo>
                  <a:lnTo>
                    <a:pt x="3502152" y="4571"/>
                  </a:lnTo>
                  <a:close/>
                </a:path>
                <a:path w="3914140" h="7620">
                  <a:moveTo>
                    <a:pt x="3543300" y="6095"/>
                  </a:moveTo>
                  <a:lnTo>
                    <a:pt x="3543300" y="1523"/>
                  </a:lnTo>
                  <a:lnTo>
                    <a:pt x="3544824" y="0"/>
                  </a:lnTo>
                  <a:lnTo>
                    <a:pt x="3549396" y="0"/>
                  </a:lnTo>
                  <a:lnTo>
                    <a:pt x="3550920" y="1523"/>
                  </a:lnTo>
                  <a:lnTo>
                    <a:pt x="3550920" y="6095"/>
                  </a:lnTo>
                  <a:lnTo>
                    <a:pt x="3549396" y="6095"/>
                  </a:lnTo>
                  <a:lnTo>
                    <a:pt x="3549396" y="7619"/>
                  </a:lnTo>
                  <a:lnTo>
                    <a:pt x="3544824" y="7619"/>
                  </a:lnTo>
                  <a:lnTo>
                    <a:pt x="3544824" y="6095"/>
                  </a:lnTo>
                  <a:lnTo>
                    <a:pt x="3543300" y="6095"/>
                  </a:lnTo>
                  <a:close/>
                </a:path>
                <a:path w="3914140" h="7620">
                  <a:moveTo>
                    <a:pt x="3582924" y="6095"/>
                  </a:moveTo>
                  <a:lnTo>
                    <a:pt x="3582924" y="1523"/>
                  </a:lnTo>
                  <a:lnTo>
                    <a:pt x="3584448" y="0"/>
                  </a:lnTo>
                  <a:lnTo>
                    <a:pt x="3590544" y="0"/>
                  </a:lnTo>
                  <a:lnTo>
                    <a:pt x="3590544" y="6095"/>
                  </a:lnTo>
                  <a:lnTo>
                    <a:pt x="3589020" y="7619"/>
                  </a:lnTo>
                  <a:lnTo>
                    <a:pt x="3584448" y="7619"/>
                  </a:lnTo>
                  <a:lnTo>
                    <a:pt x="3584448" y="6095"/>
                  </a:lnTo>
                  <a:lnTo>
                    <a:pt x="3582924" y="6095"/>
                  </a:lnTo>
                  <a:close/>
                </a:path>
                <a:path w="3914140" h="7620">
                  <a:moveTo>
                    <a:pt x="3624072" y="6095"/>
                  </a:moveTo>
                  <a:lnTo>
                    <a:pt x="3624072" y="0"/>
                  </a:lnTo>
                  <a:lnTo>
                    <a:pt x="3630168" y="0"/>
                  </a:lnTo>
                  <a:lnTo>
                    <a:pt x="3631692" y="1523"/>
                  </a:lnTo>
                  <a:lnTo>
                    <a:pt x="3631692" y="6095"/>
                  </a:lnTo>
                  <a:lnTo>
                    <a:pt x="3630168" y="6095"/>
                  </a:lnTo>
                  <a:lnTo>
                    <a:pt x="3630168" y="7619"/>
                  </a:lnTo>
                  <a:lnTo>
                    <a:pt x="3625596" y="7619"/>
                  </a:lnTo>
                  <a:lnTo>
                    <a:pt x="3624072" y="6095"/>
                  </a:lnTo>
                  <a:close/>
                </a:path>
                <a:path w="3914140" h="7620">
                  <a:moveTo>
                    <a:pt x="3663696" y="6095"/>
                  </a:moveTo>
                  <a:lnTo>
                    <a:pt x="3663696" y="1523"/>
                  </a:lnTo>
                  <a:lnTo>
                    <a:pt x="3665220" y="0"/>
                  </a:lnTo>
                  <a:lnTo>
                    <a:pt x="3671316" y="0"/>
                  </a:lnTo>
                  <a:lnTo>
                    <a:pt x="3671316" y="6095"/>
                  </a:lnTo>
                  <a:lnTo>
                    <a:pt x="3669792" y="7619"/>
                  </a:lnTo>
                  <a:lnTo>
                    <a:pt x="3665220" y="7619"/>
                  </a:lnTo>
                  <a:lnTo>
                    <a:pt x="3665220" y="6095"/>
                  </a:lnTo>
                  <a:lnTo>
                    <a:pt x="3663696" y="6095"/>
                  </a:lnTo>
                  <a:close/>
                </a:path>
                <a:path w="3914140" h="7620">
                  <a:moveTo>
                    <a:pt x="3703320" y="4571"/>
                  </a:moveTo>
                  <a:lnTo>
                    <a:pt x="3703320" y="1523"/>
                  </a:lnTo>
                  <a:lnTo>
                    <a:pt x="3704844" y="1523"/>
                  </a:lnTo>
                  <a:lnTo>
                    <a:pt x="3704844" y="0"/>
                  </a:lnTo>
                  <a:lnTo>
                    <a:pt x="3710940" y="0"/>
                  </a:lnTo>
                  <a:lnTo>
                    <a:pt x="3710940" y="1523"/>
                  </a:lnTo>
                  <a:lnTo>
                    <a:pt x="3712464" y="1523"/>
                  </a:lnTo>
                  <a:lnTo>
                    <a:pt x="3712464" y="4571"/>
                  </a:lnTo>
                  <a:lnTo>
                    <a:pt x="3709416" y="7619"/>
                  </a:lnTo>
                  <a:lnTo>
                    <a:pt x="3706368" y="7619"/>
                  </a:lnTo>
                  <a:lnTo>
                    <a:pt x="3703320" y="4571"/>
                  </a:lnTo>
                  <a:close/>
                </a:path>
                <a:path w="3914140" h="7620">
                  <a:moveTo>
                    <a:pt x="3744468" y="6095"/>
                  </a:moveTo>
                  <a:lnTo>
                    <a:pt x="3744468" y="1523"/>
                  </a:lnTo>
                  <a:lnTo>
                    <a:pt x="3745992" y="0"/>
                  </a:lnTo>
                  <a:lnTo>
                    <a:pt x="3750564" y="0"/>
                  </a:lnTo>
                  <a:lnTo>
                    <a:pt x="3752088" y="1523"/>
                  </a:lnTo>
                  <a:lnTo>
                    <a:pt x="3752088" y="6095"/>
                  </a:lnTo>
                  <a:lnTo>
                    <a:pt x="3750564" y="6095"/>
                  </a:lnTo>
                  <a:lnTo>
                    <a:pt x="3750564" y="7619"/>
                  </a:lnTo>
                  <a:lnTo>
                    <a:pt x="3745992" y="7619"/>
                  </a:lnTo>
                  <a:lnTo>
                    <a:pt x="3745992" y="6095"/>
                  </a:lnTo>
                  <a:lnTo>
                    <a:pt x="3744468" y="6095"/>
                  </a:lnTo>
                  <a:close/>
                </a:path>
                <a:path w="3914140" h="7620">
                  <a:moveTo>
                    <a:pt x="3784092" y="6095"/>
                  </a:moveTo>
                  <a:lnTo>
                    <a:pt x="3784092" y="1523"/>
                  </a:lnTo>
                  <a:lnTo>
                    <a:pt x="3785616" y="0"/>
                  </a:lnTo>
                  <a:lnTo>
                    <a:pt x="3791712" y="0"/>
                  </a:lnTo>
                  <a:lnTo>
                    <a:pt x="3791712" y="1523"/>
                  </a:lnTo>
                  <a:lnTo>
                    <a:pt x="3793236" y="1523"/>
                  </a:lnTo>
                  <a:lnTo>
                    <a:pt x="3793236" y="4571"/>
                  </a:lnTo>
                  <a:lnTo>
                    <a:pt x="3790188" y="7619"/>
                  </a:lnTo>
                  <a:lnTo>
                    <a:pt x="3787140" y="7619"/>
                  </a:lnTo>
                  <a:lnTo>
                    <a:pt x="3785616" y="6095"/>
                  </a:lnTo>
                  <a:lnTo>
                    <a:pt x="3784092" y="6095"/>
                  </a:lnTo>
                  <a:close/>
                </a:path>
                <a:path w="3914140" h="7620">
                  <a:moveTo>
                    <a:pt x="3825240" y="6095"/>
                  </a:moveTo>
                  <a:lnTo>
                    <a:pt x="3825240" y="0"/>
                  </a:lnTo>
                  <a:lnTo>
                    <a:pt x="3831336" y="0"/>
                  </a:lnTo>
                  <a:lnTo>
                    <a:pt x="3832860" y="1523"/>
                  </a:lnTo>
                  <a:lnTo>
                    <a:pt x="3832860" y="6095"/>
                  </a:lnTo>
                  <a:lnTo>
                    <a:pt x="3831336" y="6095"/>
                  </a:lnTo>
                  <a:lnTo>
                    <a:pt x="3831336" y="7619"/>
                  </a:lnTo>
                  <a:lnTo>
                    <a:pt x="3826764" y="7619"/>
                  </a:lnTo>
                  <a:lnTo>
                    <a:pt x="3825240" y="6095"/>
                  </a:lnTo>
                  <a:close/>
                </a:path>
                <a:path w="3914140" h="7620">
                  <a:moveTo>
                    <a:pt x="3864864" y="6095"/>
                  </a:moveTo>
                  <a:lnTo>
                    <a:pt x="3864864" y="1523"/>
                  </a:lnTo>
                  <a:lnTo>
                    <a:pt x="3866388" y="0"/>
                  </a:lnTo>
                  <a:lnTo>
                    <a:pt x="3872484" y="0"/>
                  </a:lnTo>
                  <a:lnTo>
                    <a:pt x="3872484" y="6095"/>
                  </a:lnTo>
                  <a:lnTo>
                    <a:pt x="3870960" y="7619"/>
                  </a:lnTo>
                  <a:lnTo>
                    <a:pt x="3866388" y="7619"/>
                  </a:lnTo>
                  <a:lnTo>
                    <a:pt x="3866388" y="6095"/>
                  </a:lnTo>
                  <a:lnTo>
                    <a:pt x="3864864" y="6095"/>
                  </a:lnTo>
                  <a:close/>
                </a:path>
                <a:path w="3914140" h="7620">
                  <a:moveTo>
                    <a:pt x="3904488" y="4571"/>
                  </a:moveTo>
                  <a:lnTo>
                    <a:pt x="3904488" y="1523"/>
                  </a:lnTo>
                  <a:lnTo>
                    <a:pt x="3906012" y="1523"/>
                  </a:lnTo>
                  <a:lnTo>
                    <a:pt x="3906012" y="0"/>
                  </a:lnTo>
                  <a:lnTo>
                    <a:pt x="3912108" y="0"/>
                  </a:lnTo>
                  <a:lnTo>
                    <a:pt x="3913632" y="1523"/>
                  </a:lnTo>
                  <a:lnTo>
                    <a:pt x="3913632" y="6095"/>
                  </a:lnTo>
                  <a:lnTo>
                    <a:pt x="3912108" y="6095"/>
                  </a:lnTo>
                  <a:lnTo>
                    <a:pt x="3910584" y="7619"/>
                  </a:lnTo>
                  <a:lnTo>
                    <a:pt x="3907536" y="7619"/>
                  </a:lnTo>
                  <a:lnTo>
                    <a:pt x="3904488" y="4571"/>
                  </a:lnTo>
                  <a:close/>
                </a:path>
              </a:pathLst>
            </a:custGeom>
            <a:solidFill>
              <a:srgbClr val="C8C6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5929884" y="3502151"/>
              <a:ext cx="38100" cy="114300"/>
            </a:xfrm>
            <a:custGeom>
              <a:avLst/>
              <a:gdLst/>
              <a:ahLst/>
              <a:cxnLst/>
              <a:rect l="l" t="t" r="r" b="b"/>
              <a:pathLst>
                <a:path w="38100" h="114300">
                  <a:moveTo>
                    <a:pt x="0" y="30480"/>
                  </a:moveTo>
                  <a:lnTo>
                    <a:pt x="0" y="16764"/>
                  </a:lnTo>
                  <a:lnTo>
                    <a:pt x="1524" y="16764"/>
                  </a:lnTo>
                  <a:lnTo>
                    <a:pt x="4571" y="15240"/>
                  </a:lnTo>
                  <a:lnTo>
                    <a:pt x="9143" y="13716"/>
                  </a:lnTo>
                  <a:lnTo>
                    <a:pt x="12192" y="13716"/>
                  </a:lnTo>
                  <a:lnTo>
                    <a:pt x="21336" y="9144"/>
                  </a:lnTo>
                  <a:lnTo>
                    <a:pt x="25908" y="4572"/>
                  </a:lnTo>
                  <a:lnTo>
                    <a:pt x="32004" y="1524"/>
                  </a:lnTo>
                  <a:lnTo>
                    <a:pt x="33528" y="0"/>
                  </a:lnTo>
                  <a:lnTo>
                    <a:pt x="38100" y="0"/>
                  </a:lnTo>
                  <a:lnTo>
                    <a:pt x="38100" y="114300"/>
                  </a:lnTo>
                  <a:lnTo>
                    <a:pt x="25908" y="114300"/>
                  </a:lnTo>
                  <a:lnTo>
                    <a:pt x="25908" y="16764"/>
                  </a:lnTo>
                  <a:lnTo>
                    <a:pt x="22859" y="19812"/>
                  </a:lnTo>
                  <a:lnTo>
                    <a:pt x="21336" y="19812"/>
                  </a:lnTo>
                  <a:lnTo>
                    <a:pt x="19812" y="21336"/>
                  </a:lnTo>
                  <a:lnTo>
                    <a:pt x="16763" y="22859"/>
                  </a:lnTo>
                  <a:lnTo>
                    <a:pt x="15240" y="24384"/>
                  </a:lnTo>
                  <a:lnTo>
                    <a:pt x="9143" y="27432"/>
                  </a:lnTo>
                  <a:lnTo>
                    <a:pt x="7619" y="27432"/>
                  </a:lnTo>
                  <a:lnTo>
                    <a:pt x="1524" y="30480"/>
                  </a:lnTo>
                  <a:lnTo>
                    <a:pt x="0" y="30480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010656" y="3503675"/>
              <a:ext cx="64008" cy="114300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144768" y="3503675"/>
              <a:ext cx="115824" cy="112776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6283452" y="3499103"/>
              <a:ext cx="17145" cy="117475"/>
            </a:xfrm>
            <a:custGeom>
              <a:avLst/>
              <a:gdLst/>
              <a:ahLst/>
              <a:cxnLst/>
              <a:rect l="l" t="t" r="r" b="b"/>
              <a:pathLst>
                <a:path w="17145" h="117475">
                  <a:moveTo>
                    <a:pt x="0" y="10668"/>
                  </a:moveTo>
                  <a:lnTo>
                    <a:pt x="0" y="6096"/>
                  </a:lnTo>
                  <a:lnTo>
                    <a:pt x="6096" y="0"/>
                  </a:lnTo>
                  <a:lnTo>
                    <a:pt x="10668" y="0"/>
                  </a:lnTo>
                  <a:lnTo>
                    <a:pt x="13716" y="1524"/>
                  </a:lnTo>
                  <a:lnTo>
                    <a:pt x="16764" y="4572"/>
                  </a:lnTo>
                  <a:lnTo>
                    <a:pt x="16764" y="12192"/>
                  </a:lnTo>
                  <a:lnTo>
                    <a:pt x="13716" y="15240"/>
                  </a:lnTo>
                  <a:lnTo>
                    <a:pt x="10668" y="16764"/>
                  </a:lnTo>
                  <a:lnTo>
                    <a:pt x="4572" y="16764"/>
                  </a:lnTo>
                  <a:lnTo>
                    <a:pt x="3048" y="13716"/>
                  </a:lnTo>
                  <a:lnTo>
                    <a:pt x="0" y="10668"/>
                  </a:lnTo>
                  <a:close/>
                </a:path>
                <a:path w="17145" h="117475">
                  <a:moveTo>
                    <a:pt x="3048" y="117348"/>
                  </a:moveTo>
                  <a:lnTo>
                    <a:pt x="3048" y="36576"/>
                  </a:lnTo>
                  <a:lnTo>
                    <a:pt x="15240" y="36576"/>
                  </a:lnTo>
                  <a:lnTo>
                    <a:pt x="15240" y="117348"/>
                  </a:lnTo>
                  <a:lnTo>
                    <a:pt x="3048" y="117348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6388608" y="2881883"/>
              <a:ext cx="3914140" cy="7620"/>
            </a:xfrm>
            <a:custGeom>
              <a:avLst/>
              <a:gdLst/>
              <a:ahLst/>
              <a:cxnLst/>
              <a:rect l="l" t="t" r="r" b="b"/>
              <a:pathLst>
                <a:path w="3914140" h="7619">
                  <a:moveTo>
                    <a:pt x="0" y="6096"/>
                  </a:moveTo>
                  <a:lnTo>
                    <a:pt x="0" y="1524"/>
                  </a:lnTo>
                  <a:lnTo>
                    <a:pt x="1524" y="1524"/>
                  </a:lnTo>
                  <a:lnTo>
                    <a:pt x="1524" y="0"/>
                  </a:lnTo>
                  <a:lnTo>
                    <a:pt x="6095" y="0"/>
                  </a:lnTo>
                  <a:lnTo>
                    <a:pt x="7619" y="1524"/>
                  </a:lnTo>
                  <a:lnTo>
                    <a:pt x="7619" y="7619"/>
                  </a:lnTo>
                  <a:lnTo>
                    <a:pt x="1524" y="7619"/>
                  </a:lnTo>
                  <a:lnTo>
                    <a:pt x="0" y="6096"/>
                  </a:lnTo>
                  <a:close/>
                </a:path>
                <a:path w="3914140" h="7619">
                  <a:moveTo>
                    <a:pt x="41148" y="7619"/>
                  </a:moveTo>
                  <a:lnTo>
                    <a:pt x="41148" y="1524"/>
                  </a:lnTo>
                  <a:lnTo>
                    <a:pt x="42672" y="0"/>
                  </a:lnTo>
                  <a:lnTo>
                    <a:pt x="47243" y="0"/>
                  </a:lnTo>
                  <a:lnTo>
                    <a:pt x="47243" y="1524"/>
                  </a:lnTo>
                  <a:lnTo>
                    <a:pt x="48767" y="1524"/>
                  </a:lnTo>
                  <a:lnTo>
                    <a:pt x="48767" y="6096"/>
                  </a:lnTo>
                  <a:lnTo>
                    <a:pt x="47243" y="7619"/>
                  </a:lnTo>
                  <a:lnTo>
                    <a:pt x="41148" y="7619"/>
                  </a:lnTo>
                  <a:close/>
                </a:path>
                <a:path w="3914140" h="7619">
                  <a:moveTo>
                    <a:pt x="80772" y="6096"/>
                  </a:moveTo>
                  <a:lnTo>
                    <a:pt x="80772" y="1524"/>
                  </a:lnTo>
                  <a:lnTo>
                    <a:pt x="82295" y="1524"/>
                  </a:lnTo>
                  <a:lnTo>
                    <a:pt x="82295" y="0"/>
                  </a:lnTo>
                  <a:lnTo>
                    <a:pt x="86867" y="0"/>
                  </a:lnTo>
                  <a:lnTo>
                    <a:pt x="88391" y="1524"/>
                  </a:lnTo>
                  <a:lnTo>
                    <a:pt x="88391" y="7619"/>
                  </a:lnTo>
                  <a:lnTo>
                    <a:pt x="82295" y="7619"/>
                  </a:lnTo>
                  <a:lnTo>
                    <a:pt x="80772" y="6096"/>
                  </a:lnTo>
                  <a:close/>
                </a:path>
                <a:path w="3914140" h="7619">
                  <a:moveTo>
                    <a:pt x="120395" y="6096"/>
                  </a:moveTo>
                  <a:lnTo>
                    <a:pt x="120395" y="3048"/>
                  </a:lnTo>
                  <a:lnTo>
                    <a:pt x="123443" y="0"/>
                  </a:lnTo>
                  <a:lnTo>
                    <a:pt x="126491" y="0"/>
                  </a:lnTo>
                  <a:lnTo>
                    <a:pt x="129540" y="3048"/>
                  </a:lnTo>
                  <a:lnTo>
                    <a:pt x="129540" y="6096"/>
                  </a:lnTo>
                  <a:lnTo>
                    <a:pt x="128016" y="6096"/>
                  </a:lnTo>
                  <a:lnTo>
                    <a:pt x="128016" y="7619"/>
                  </a:lnTo>
                  <a:lnTo>
                    <a:pt x="121919" y="7619"/>
                  </a:lnTo>
                  <a:lnTo>
                    <a:pt x="121919" y="6096"/>
                  </a:lnTo>
                  <a:lnTo>
                    <a:pt x="120395" y="6096"/>
                  </a:lnTo>
                  <a:close/>
                </a:path>
                <a:path w="3914140" h="7619">
                  <a:moveTo>
                    <a:pt x="161543" y="6096"/>
                  </a:moveTo>
                  <a:lnTo>
                    <a:pt x="161543" y="1524"/>
                  </a:lnTo>
                  <a:lnTo>
                    <a:pt x="163067" y="1524"/>
                  </a:lnTo>
                  <a:lnTo>
                    <a:pt x="163067" y="0"/>
                  </a:lnTo>
                  <a:lnTo>
                    <a:pt x="167640" y="0"/>
                  </a:lnTo>
                  <a:lnTo>
                    <a:pt x="167640" y="1524"/>
                  </a:lnTo>
                  <a:lnTo>
                    <a:pt x="169164" y="1524"/>
                  </a:lnTo>
                  <a:lnTo>
                    <a:pt x="169164" y="6096"/>
                  </a:lnTo>
                  <a:lnTo>
                    <a:pt x="167640" y="7619"/>
                  </a:lnTo>
                  <a:lnTo>
                    <a:pt x="163067" y="7619"/>
                  </a:lnTo>
                  <a:lnTo>
                    <a:pt x="161543" y="6096"/>
                  </a:lnTo>
                  <a:close/>
                </a:path>
                <a:path w="3914140" h="7619">
                  <a:moveTo>
                    <a:pt x="201167" y="6096"/>
                  </a:moveTo>
                  <a:lnTo>
                    <a:pt x="201167" y="3048"/>
                  </a:lnTo>
                  <a:lnTo>
                    <a:pt x="204216" y="0"/>
                  </a:lnTo>
                  <a:lnTo>
                    <a:pt x="207264" y="0"/>
                  </a:lnTo>
                  <a:lnTo>
                    <a:pt x="210311" y="3048"/>
                  </a:lnTo>
                  <a:lnTo>
                    <a:pt x="210311" y="6096"/>
                  </a:lnTo>
                  <a:lnTo>
                    <a:pt x="208787" y="6096"/>
                  </a:lnTo>
                  <a:lnTo>
                    <a:pt x="208787" y="7619"/>
                  </a:lnTo>
                  <a:lnTo>
                    <a:pt x="202691" y="7619"/>
                  </a:lnTo>
                  <a:lnTo>
                    <a:pt x="202691" y="6096"/>
                  </a:lnTo>
                  <a:lnTo>
                    <a:pt x="201167" y="6096"/>
                  </a:lnTo>
                  <a:close/>
                </a:path>
                <a:path w="3914140" h="7619">
                  <a:moveTo>
                    <a:pt x="242316" y="7619"/>
                  </a:moveTo>
                  <a:lnTo>
                    <a:pt x="242316" y="1524"/>
                  </a:lnTo>
                  <a:lnTo>
                    <a:pt x="243840" y="0"/>
                  </a:lnTo>
                  <a:lnTo>
                    <a:pt x="248411" y="0"/>
                  </a:lnTo>
                  <a:lnTo>
                    <a:pt x="248411" y="1524"/>
                  </a:lnTo>
                  <a:lnTo>
                    <a:pt x="249935" y="1524"/>
                  </a:lnTo>
                  <a:lnTo>
                    <a:pt x="249935" y="6096"/>
                  </a:lnTo>
                  <a:lnTo>
                    <a:pt x="248411" y="7619"/>
                  </a:lnTo>
                  <a:lnTo>
                    <a:pt x="242316" y="7619"/>
                  </a:lnTo>
                  <a:close/>
                </a:path>
                <a:path w="3914140" h="7619">
                  <a:moveTo>
                    <a:pt x="281940" y="6096"/>
                  </a:moveTo>
                  <a:lnTo>
                    <a:pt x="281940" y="1524"/>
                  </a:lnTo>
                  <a:lnTo>
                    <a:pt x="283464" y="1524"/>
                  </a:lnTo>
                  <a:lnTo>
                    <a:pt x="283464" y="0"/>
                  </a:lnTo>
                  <a:lnTo>
                    <a:pt x="288035" y="0"/>
                  </a:lnTo>
                  <a:lnTo>
                    <a:pt x="289559" y="1524"/>
                  </a:lnTo>
                  <a:lnTo>
                    <a:pt x="289559" y="7619"/>
                  </a:lnTo>
                  <a:lnTo>
                    <a:pt x="283464" y="7619"/>
                  </a:lnTo>
                  <a:lnTo>
                    <a:pt x="281940" y="6096"/>
                  </a:lnTo>
                  <a:close/>
                </a:path>
                <a:path w="3914140" h="7619">
                  <a:moveTo>
                    <a:pt x="321564" y="6096"/>
                  </a:moveTo>
                  <a:lnTo>
                    <a:pt x="321564" y="3048"/>
                  </a:lnTo>
                  <a:lnTo>
                    <a:pt x="324611" y="0"/>
                  </a:lnTo>
                  <a:lnTo>
                    <a:pt x="327659" y="0"/>
                  </a:lnTo>
                  <a:lnTo>
                    <a:pt x="329183" y="1524"/>
                  </a:lnTo>
                  <a:lnTo>
                    <a:pt x="330708" y="1524"/>
                  </a:lnTo>
                  <a:lnTo>
                    <a:pt x="330708" y="6096"/>
                  </a:lnTo>
                  <a:lnTo>
                    <a:pt x="329183" y="7619"/>
                  </a:lnTo>
                  <a:lnTo>
                    <a:pt x="323087" y="7619"/>
                  </a:lnTo>
                  <a:lnTo>
                    <a:pt x="323087" y="6096"/>
                  </a:lnTo>
                  <a:lnTo>
                    <a:pt x="321564" y="6096"/>
                  </a:lnTo>
                  <a:close/>
                </a:path>
                <a:path w="3914140" h="7619">
                  <a:moveTo>
                    <a:pt x="362711" y="6096"/>
                  </a:moveTo>
                  <a:lnTo>
                    <a:pt x="362711" y="1524"/>
                  </a:lnTo>
                  <a:lnTo>
                    <a:pt x="364235" y="1524"/>
                  </a:lnTo>
                  <a:lnTo>
                    <a:pt x="364235" y="0"/>
                  </a:lnTo>
                  <a:lnTo>
                    <a:pt x="368808" y="0"/>
                  </a:lnTo>
                  <a:lnTo>
                    <a:pt x="368808" y="1524"/>
                  </a:lnTo>
                  <a:lnTo>
                    <a:pt x="370332" y="1524"/>
                  </a:lnTo>
                  <a:lnTo>
                    <a:pt x="370332" y="6096"/>
                  </a:lnTo>
                  <a:lnTo>
                    <a:pt x="368808" y="7619"/>
                  </a:lnTo>
                  <a:lnTo>
                    <a:pt x="364235" y="7619"/>
                  </a:lnTo>
                  <a:lnTo>
                    <a:pt x="362711" y="6096"/>
                  </a:lnTo>
                  <a:close/>
                </a:path>
                <a:path w="3914140" h="7619">
                  <a:moveTo>
                    <a:pt x="402335" y="6096"/>
                  </a:moveTo>
                  <a:lnTo>
                    <a:pt x="402335" y="3048"/>
                  </a:lnTo>
                  <a:lnTo>
                    <a:pt x="405383" y="0"/>
                  </a:lnTo>
                  <a:lnTo>
                    <a:pt x="408432" y="0"/>
                  </a:lnTo>
                  <a:lnTo>
                    <a:pt x="411479" y="3048"/>
                  </a:lnTo>
                  <a:lnTo>
                    <a:pt x="411479" y="6096"/>
                  </a:lnTo>
                  <a:lnTo>
                    <a:pt x="409956" y="6096"/>
                  </a:lnTo>
                  <a:lnTo>
                    <a:pt x="409956" y="7619"/>
                  </a:lnTo>
                  <a:lnTo>
                    <a:pt x="403859" y="7619"/>
                  </a:lnTo>
                  <a:lnTo>
                    <a:pt x="403859" y="6096"/>
                  </a:lnTo>
                  <a:lnTo>
                    <a:pt x="402335" y="6096"/>
                  </a:lnTo>
                  <a:close/>
                </a:path>
                <a:path w="3914140" h="7619">
                  <a:moveTo>
                    <a:pt x="443483" y="6096"/>
                  </a:moveTo>
                  <a:lnTo>
                    <a:pt x="443483" y="1524"/>
                  </a:lnTo>
                  <a:lnTo>
                    <a:pt x="445008" y="1524"/>
                  </a:lnTo>
                  <a:lnTo>
                    <a:pt x="445008" y="0"/>
                  </a:lnTo>
                  <a:lnTo>
                    <a:pt x="449579" y="0"/>
                  </a:lnTo>
                  <a:lnTo>
                    <a:pt x="449579" y="1524"/>
                  </a:lnTo>
                  <a:lnTo>
                    <a:pt x="451103" y="1524"/>
                  </a:lnTo>
                  <a:lnTo>
                    <a:pt x="451103" y="6096"/>
                  </a:lnTo>
                  <a:lnTo>
                    <a:pt x="449579" y="7619"/>
                  </a:lnTo>
                  <a:lnTo>
                    <a:pt x="445008" y="7619"/>
                  </a:lnTo>
                  <a:lnTo>
                    <a:pt x="443483" y="6096"/>
                  </a:lnTo>
                  <a:close/>
                </a:path>
                <a:path w="3914140" h="7619">
                  <a:moveTo>
                    <a:pt x="483108" y="6096"/>
                  </a:moveTo>
                  <a:lnTo>
                    <a:pt x="483108" y="1524"/>
                  </a:lnTo>
                  <a:lnTo>
                    <a:pt x="484632" y="1524"/>
                  </a:lnTo>
                  <a:lnTo>
                    <a:pt x="484632" y="0"/>
                  </a:lnTo>
                  <a:lnTo>
                    <a:pt x="489203" y="0"/>
                  </a:lnTo>
                  <a:lnTo>
                    <a:pt x="490727" y="1524"/>
                  </a:lnTo>
                  <a:lnTo>
                    <a:pt x="490727" y="7619"/>
                  </a:lnTo>
                  <a:lnTo>
                    <a:pt x="484632" y="7619"/>
                  </a:lnTo>
                  <a:lnTo>
                    <a:pt x="483108" y="6096"/>
                  </a:lnTo>
                  <a:close/>
                </a:path>
                <a:path w="3914140" h="7619">
                  <a:moveTo>
                    <a:pt x="524256" y="7619"/>
                  </a:moveTo>
                  <a:lnTo>
                    <a:pt x="524256" y="1524"/>
                  </a:lnTo>
                  <a:lnTo>
                    <a:pt x="525779" y="0"/>
                  </a:lnTo>
                  <a:lnTo>
                    <a:pt x="530351" y="0"/>
                  </a:lnTo>
                  <a:lnTo>
                    <a:pt x="530351" y="1524"/>
                  </a:lnTo>
                  <a:lnTo>
                    <a:pt x="531875" y="1524"/>
                  </a:lnTo>
                  <a:lnTo>
                    <a:pt x="531875" y="6096"/>
                  </a:lnTo>
                  <a:lnTo>
                    <a:pt x="530351" y="7619"/>
                  </a:lnTo>
                  <a:lnTo>
                    <a:pt x="524256" y="7619"/>
                  </a:lnTo>
                  <a:close/>
                </a:path>
                <a:path w="3914140" h="7619">
                  <a:moveTo>
                    <a:pt x="563879" y="6096"/>
                  </a:moveTo>
                  <a:lnTo>
                    <a:pt x="563879" y="1524"/>
                  </a:lnTo>
                  <a:lnTo>
                    <a:pt x="565403" y="1524"/>
                  </a:lnTo>
                  <a:lnTo>
                    <a:pt x="565403" y="0"/>
                  </a:lnTo>
                  <a:lnTo>
                    <a:pt x="569975" y="0"/>
                  </a:lnTo>
                  <a:lnTo>
                    <a:pt x="569975" y="1524"/>
                  </a:lnTo>
                  <a:lnTo>
                    <a:pt x="571500" y="1524"/>
                  </a:lnTo>
                  <a:lnTo>
                    <a:pt x="571500" y="6096"/>
                  </a:lnTo>
                  <a:lnTo>
                    <a:pt x="569975" y="7619"/>
                  </a:lnTo>
                  <a:lnTo>
                    <a:pt x="565403" y="7619"/>
                  </a:lnTo>
                  <a:lnTo>
                    <a:pt x="563879" y="6096"/>
                  </a:lnTo>
                  <a:close/>
                </a:path>
                <a:path w="3914140" h="7619">
                  <a:moveTo>
                    <a:pt x="603503" y="6096"/>
                  </a:moveTo>
                  <a:lnTo>
                    <a:pt x="603503" y="3048"/>
                  </a:lnTo>
                  <a:lnTo>
                    <a:pt x="606551" y="0"/>
                  </a:lnTo>
                  <a:lnTo>
                    <a:pt x="609600" y="0"/>
                  </a:lnTo>
                  <a:lnTo>
                    <a:pt x="612648" y="3048"/>
                  </a:lnTo>
                  <a:lnTo>
                    <a:pt x="612648" y="6096"/>
                  </a:lnTo>
                  <a:lnTo>
                    <a:pt x="611124" y="6096"/>
                  </a:lnTo>
                  <a:lnTo>
                    <a:pt x="611124" y="7619"/>
                  </a:lnTo>
                  <a:lnTo>
                    <a:pt x="605027" y="7619"/>
                  </a:lnTo>
                  <a:lnTo>
                    <a:pt x="605027" y="6096"/>
                  </a:lnTo>
                  <a:lnTo>
                    <a:pt x="603503" y="6096"/>
                  </a:lnTo>
                  <a:close/>
                </a:path>
                <a:path w="3914140" h="7619">
                  <a:moveTo>
                    <a:pt x="644651" y="6096"/>
                  </a:moveTo>
                  <a:lnTo>
                    <a:pt x="644651" y="1524"/>
                  </a:lnTo>
                  <a:lnTo>
                    <a:pt x="646175" y="1524"/>
                  </a:lnTo>
                  <a:lnTo>
                    <a:pt x="646175" y="0"/>
                  </a:lnTo>
                  <a:lnTo>
                    <a:pt x="650748" y="0"/>
                  </a:lnTo>
                  <a:lnTo>
                    <a:pt x="650748" y="1524"/>
                  </a:lnTo>
                  <a:lnTo>
                    <a:pt x="652272" y="1524"/>
                  </a:lnTo>
                  <a:lnTo>
                    <a:pt x="652272" y="6096"/>
                  </a:lnTo>
                  <a:lnTo>
                    <a:pt x="650748" y="7619"/>
                  </a:lnTo>
                  <a:lnTo>
                    <a:pt x="646175" y="7619"/>
                  </a:lnTo>
                  <a:lnTo>
                    <a:pt x="644651" y="6096"/>
                  </a:lnTo>
                  <a:close/>
                </a:path>
                <a:path w="3914140" h="7619">
                  <a:moveTo>
                    <a:pt x="684275" y="6096"/>
                  </a:moveTo>
                  <a:lnTo>
                    <a:pt x="684275" y="1524"/>
                  </a:lnTo>
                  <a:lnTo>
                    <a:pt x="685800" y="1524"/>
                  </a:lnTo>
                  <a:lnTo>
                    <a:pt x="687324" y="0"/>
                  </a:lnTo>
                  <a:lnTo>
                    <a:pt x="690372" y="0"/>
                  </a:lnTo>
                  <a:lnTo>
                    <a:pt x="693419" y="3048"/>
                  </a:lnTo>
                  <a:lnTo>
                    <a:pt x="693419" y="6096"/>
                  </a:lnTo>
                  <a:lnTo>
                    <a:pt x="691895" y="6096"/>
                  </a:lnTo>
                  <a:lnTo>
                    <a:pt x="691895" y="7619"/>
                  </a:lnTo>
                  <a:lnTo>
                    <a:pt x="685800" y="7619"/>
                  </a:lnTo>
                  <a:lnTo>
                    <a:pt x="684275" y="6096"/>
                  </a:lnTo>
                  <a:close/>
                </a:path>
                <a:path w="3914140" h="7619">
                  <a:moveTo>
                    <a:pt x="725424" y="7619"/>
                  </a:moveTo>
                  <a:lnTo>
                    <a:pt x="725424" y="1524"/>
                  </a:lnTo>
                  <a:lnTo>
                    <a:pt x="726948" y="0"/>
                  </a:lnTo>
                  <a:lnTo>
                    <a:pt x="731519" y="0"/>
                  </a:lnTo>
                  <a:lnTo>
                    <a:pt x="731519" y="1524"/>
                  </a:lnTo>
                  <a:lnTo>
                    <a:pt x="733043" y="1524"/>
                  </a:lnTo>
                  <a:lnTo>
                    <a:pt x="733043" y="6096"/>
                  </a:lnTo>
                  <a:lnTo>
                    <a:pt x="731519" y="7619"/>
                  </a:lnTo>
                  <a:lnTo>
                    <a:pt x="725424" y="7619"/>
                  </a:lnTo>
                  <a:close/>
                </a:path>
                <a:path w="3914140" h="7619">
                  <a:moveTo>
                    <a:pt x="765048" y="6096"/>
                  </a:moveTo>
                  <a:lnTo>
                    <a:pt x="765048" y="1524"/>
                  </a:lnTo>
                  <a:lnTo>
                    <a:pt x="766572" y="1524"/>
                  </a:lnTo>
                  <a:lnTo>
                    <a:pt x="766572" y="0"/>
                  </a:lnTo>
                  <a:lnTo>
                    <a:pt x="771143" y="0"/>
                  </a:lnTo>
                  <a:lnTo>
                    <a:pt x="772667" y="1524"/>
                  </a:lnTo>
                  <a:lnTo>
                    <a:pt x="772667" y="7619"/>
                  </a:lnTo>
                  <a:lnTo>
                    <a:pt x="766572" y="7619"/>
                  </a:lnTo>
                  <a:lnTo>
                    <a:pt x="765048" y="6096"/>
                  </a:lnTo>
                  <a:close/>
                </a:path>
                <a:path w="3914140" h="7619">
                  <a:moveTo>
                    <a:pt x="804672" y="6096"/>
                  </a:moveTo>
                  <a:lnTo>
                    <a:pt x="804672" y="3048"/>
                  </a:lnTo>
                  <a:lnTo>
                    <a:pt x="807719" y="0"/>
                  </a:lnTo>
                  <a:lnTo>
                    <a:pt x="810767" y="0"/>
                  </a:lnTo>
                  <a:lnTo>
                    <a:pt x="812292" y="1524"/>
                  </a:lnTo>
                  <a:lnTo>
                    <a:pt x="813816" y="1524"/>
                  </a:lnTo>
                  <a:lnTo>
                    <a:pt x="813816" y="6096"/>
                  </a:lnTo>
                  <a:lnTo>
                    <a:pt x="812292" y="7619"/>
                  </a:lnTo>
                  <a:lnTo>
                    <a:pt x="806195" y="7619"/>
                  </a:lnTo>
                  <a:lnTo>
                    <a:pt x="806195" y="6096"/>
                  </a:lnTo>
                  <a:lnTo>
                    <a:pt x="804672" y="6096"/>
                  </a:lnTo>
                  <a:close/>
                </a:path>
                <a:path w="3914140" h="7619">
                  <a:moveTo>
                    <a:pt x="845819" y="6096"/>
                  </a:moveTo>
                  <a:lnTo>
                    <a:pt x="845819" y="1524"/>
                  </a:lnTo>
                  <a:lnTo>
                    <a:pt x="847343" y="1524"/>
                  </a:lnTo>
                  <a:lnTo>
                    <a:pt x="847343" y="0"/>
                  </a:lnTo>
                  <a:lnTo>
                    <a:pt x="851916" y="0"/>
                  </a:lnTo>
                  <a:lnTo>
                    <a:pt x="851916" y="1524"/>
                  </a:lnTo>
                  <a:lnTo>
                    <a:pt x="853440" y="1524"/>
                  </a:lnTo>
                  <a:lnTo>
                    <a:pt x="853440" y="6096"/>
                  </a:lnTo>
                  <a:lnTo>
                    <a:pt x="851916" y="7619"/>
                  </a:lnTo>
                  <a:lnTo>
                    <a:pt x="847343" y="7619"/>
                  </a:lnTo>
                  <a:lnTo>
                    <a:pt x="845819" y="6096"/>
                  </a:lnTo>
                  <a:close/>
                </a:path>
                <a:path w="3914140" h="7619">
                  <a:moveTo>
                    <a:pt x="885443" y="6096"/>
                  </a:moveTo>
                  <a:lnTo>
                    <a:pt x="885443" y="3048"/>
                  </a:lnTo>
                  <a:lnTo>
                    <a:pt x="888492" y="0"/>
                  </a:lnTo>
                  <a:lnTo>
                    <a:pt x="891540" y="0"/>
                  </a:lnTo>
                  <a:lnTo>
                    <a:pt x="894587" y="3048"/>
                  </a:lnTo>
                  <a:lnTo>
                    <a:pt x="894587" y="6096"/>
                  </a:lnTo>
                  <a:lnTo>
                    <a:pt x="893064" y="6096"/>
                  </a:lnTo>
                  <a:lnTo>
                    <a:pt x="893064" y="7619"/>
                  </a:lnTo>
                  <a:lnTo>
                    <a:pt x="886967" y="7619"/>
                  </a:lnTo>
                  <a:lnTo>
                    <a:pt x="886967" y="6096"/>
                  </a:lnTo>
                  <a:lnTo>
                    <a:pt x="885443" y="6096"/>
                  </a:lnTo>
                  <a:close/>
                </a:path>
                <a:path w="3914140" h="7619">
                  <a:moveTo>
                    <a:pt x="926592" y="7619"/>
                  </a:moveTo>
                  <a:lnTo>
                    <a:pt x="926592" y="1524"/>
                  </a:lnTo>
                  <a:lnTo>
                    <a:pt x="928116" y="0"/>
                  </a:lnTo>
                  <a:lnTo>
                    <a:pt x="932687" y="0"/>
                  </a:lnTo>
                  <a:lnTo>
                    <a:pt x="932687" y="1524"/>
                  </a:lnTo>
                  <a:lnTo>
                    <a:pt x="934211" y="1524"/>
                  </a:lnTo>
                  <a:lnTo>
                    <a:pt x="934211" y="6096"/>
                  </a:lnTo>
                  <a:lnTo>
                    <a:pt x="932687" y="7619"/>
                  </a:lnTo>
                  <a:lnTo>
                    <a:pt x="926592" y="7619"/>
                  </a:lnTo>
                  <a:close/>
                </a:path>
                <a:path w="3914140" h="7619">
                  <a:moveTo>
                    <a:pt x="966216" y="6096"/>
                  </a:moveTo>
                  <a:lnTo>
                    <a:pt x="966216" y="1524"/>
                  </a:lnTo>
                  <a:lnTo>
                    <a:pt x="967740" y="1524"/>
                  </a:lnTo>
                  <a:lnTo>
                    <a:pt x="967740" y="0"/>
                  </a:lnTo>
                  <a:lnTo>
                    <a:pt x="972311" y="0"/>
                  </a:lnTo>
                  <a:lnTo>
                    <a:pt x="973835" y="1524"/>
                  </a:lnTo>
                  <a:lnTo>
                    <a:pt x="973835" y="7619"/>
                  </a:lnTo>
                  <a:lnTo>
                    <a:pt x="967740" y="7619"/>
                  </a:lnTo>
                  <a:lnTo>
                    <a:pt x="966216" y="6096"/>
                  </a:lnTo>
                  <a:close/>
                </a:path>
                <a:path w="3914140" h="7619">
                  <a:moveTo>
                    <a:pt x="1007364" y="7619"/>
                  </a:moveTo>
                  <a:lnTo>
                    <a:pt x="1007364" y="1524"/>
                  </a:lnTo>
                  <a:lnTo>
                    <a:pt x="1008887" y="0"/>
                  </a:lnTo>
                  <a:lnTo>
                    <a:pt x="1013459" y="0"/>
                  </a:lnTo>
                  <a:lnTo>
                    <a:pt x="1013459" y="1524"/>
                  </a:lnTo>
                  <a:lnTo>
                    <a:pt x="1014984" y="1524"/>
                  </a:lnTo>
                  <a:lnTo>
                    <a:pt x="1014984" y="6096"/>
                  </a:lnTo>
                  <a:lnTo>
                    <a:pt x="1013459" y="7619"/>
                  </a:lnTo>
                  <a:lnTo>
                    <a:pt x="1007364" y="7619"/>
                  </a:lnTo>
                  <a:close/>
                </a:path>
                <a:path w="3914140" h="7619">
                  <a:moveTo>
                    <a:pt x="1046987" y="6096"/>
                  </a:moveTo>
                  <a:lnTo>
                    <a:pt x="1046987" y="1524"/>
                  </a:lnTo>
                  <a:lnTo>
                    <a:pt x="1048511" y="1524"/>
                  </a:lnTo>
                  <a:lnTo>
                    <a:pt x="1048511" y="0"/>
                  </a:lnTo>
                  <a:lnTo>
                    <a:pt x="1053084" y="0"/>
                  </a:lnTo>
                  <a:lnTo>
                    <a:pt x="1053084" y="1524"/>
                  </a:lnTo>
                  <a:lnTo>
                    <a:pt x="1054608" y="1524"/>
                  </a:lnTo>
                  <a:lnTo>
                    <a:pt x="1054608" y="6096"/>
                  </a:lnTo>
                  <a:lnTo>
                    <a:pt x="1053084" y="7619"/>
                  </a:lnTo>
                  <a:lnTo>
                    <a:pt x="1048511" y="7619"/>
                  </a:lnTo>
                  <a:lnTo>
                    <a:pt x="1046987" y="6096"/>
                  </a:lnTo>
                  <a:close/>
                </a:path>
                <a:path w="3914140" h="7619">
                  <a:moveTo>
                    <a:pt x="1086611" y="6096"/>
                  </a:moveTo>
                  <a:lnTo>
                    <a:pt x="1086611" y="3048"/>
                  </a:lnTo>
                  <a:lnTo>
                    <a:pt x="1089659" y="0"/>
                  </a:lnTo>
                  <a:lnTo>
                    <a:pt x="1092708" y="0"/>
                  </a:lnTo>
                  <a:lnTo>
                    <a:pt x="1095756" y="3048"/>
                  </a:lnTo>
                  <a:lnTo>
                    <a:pt x="1095756" y="6096"/>
                  </a:lnTo>
                  <a:lnTo>
                    <a:pt x="1094232" y="6096"/>
                  </a:lnTo>
                  <a:lnTo>
                    <a:pt x="1094232" y="7619"/>
                  </a:lnTo>
                  <a:lnTo>
                    <a:pt x="1088135" y="7619"/>
                  </a:lnTo>
                  <a:lnTo>
                    <a:pt x="1088135" y="6096"/>
                  </a:lnTo>
                  <a:lnTo>
                    <a:pt x="1086611" y="6096"/>
                  </a:lnTo>
                  <a:close/>
                </a:path>
                <a:path w="3914140" h="7619">
                  <a:moveTo>
                    <a:pt x="1127759" y="6096"/>
                  </a:moveTo>
                  <a:lnTo>
                    <a:pt x="1127759" y="1524"/>
                  </a:lnTo>
                  <a:lnTo>
                    <a:pt x="1129284" y="1524"/>
                  </a:lnTo>
                  <a:lnTo>
                    <a:pt x="1129284" y="0"/>
                  </a:lnTo>
                  <a:lnTo>
                    <a:pt x="1133856" y="0"/>
                  </a:lnTo>
                  <a:lnTo>
                    <a:pt x="1133856" y="1524"/>
                  </a:lnTo>
                  <a:lnTo>
                    <a:pt x="1135379" y="1524"/>
                  </a:lnTo>
                  <a:lnTo>
                    <a:pt x="1135379" y="6096"/>
                  </a:lnTo>
                  <a:lnTo>
                    <a:pt x="1133856" y="7619"/>
                  </a:lnTo>
                  <a:lnTo>
                    <a:pt x="1129284" y="7619"/>
                  </a:lnTo>
                  <a:lnTo>
                    <a:pt x="1127759" y="6096"/>
                  </a:lnTo>
                  <a:close/>
                </a:path>
                <a:path w="3914140" h="7619">
                  <a:moveTo>
                    <a:pt x="1167384" y="6096"/>
                  </a:moveTo>
                  <a:lnTo>
                    <a:pt x="1167384" y="1524"/>
                  </a:lnTo>
                  <a:lnTo>
                    <a:pt x="1168908" y="1524"/>
                  </a:lnTo>
                  <a:lnTo>
                    <a:pt x="1170432" y="0"/>
                  </a:lnTo>
                  <a:lnTo>
                    <a:pt x="1173479" y="0"/>
                  </a:lnTo>
                  <a:lnTo>
                    <a:pt x="1176527" y="3048"/>
                  </a:lnTo>
                  <a:lnTo>
                    <a:pt x="1176527" y="6096"/>
                  </a:lnTo>
                  <a:lnTo>
                    <a:pt x="1175003" y="6096"/>
                  </a:lnTo>
                  <a:lnTo>
                    <a:pt x="1175003" y="7619"/>
                  </a:lnTo>
                  <a:lnTo>
                    <a:pt x="1168908" y="7619"/>
                  </a:lnTo>
                  <a:lnTo>
                    <a:pt x="1167384" y="6096"/>
                  </a:lnTo>
                  <a:close/>
                </a:path>
                <a:path w="3914140" h="7619">
                  <a:moveTo>
                    <a:pt x="1208532" y="7619"/>
                  </a:moveTo>
                  <a:lnTo>
                    <a:pt x="1208532" y="1524"/>
                  </a:lnTo>
                  <a:lnTo>
                    <a:pt x="1210056" y="0"/>
                  </a:lnTo>
                  <a:lnTo>
                    <a:pt x="1214627" y="0"/>
                  </a:lnTo>
                  <a:lnTo>
                    <a:pt x="1214627" y="1524"/>
                  </a:lnTo>
                  <a:lnTo>
                    <a:pt x="1216151" y="1524"/>
                  </a:lnTo>
                  <a:lnTo>
                    <a:pt x="1216151" y="6096"/>
                  </a:lnTo>
                  <a:lnTo>
                    <a:pt x="1214627" y="7619"/>
                  </a:lnTo>
                  <a:lnTo>
                    <a:pt x="1208532" y="7619"/>
                  </a:lnTo>
                  <a:close/>
                </a:path>
                <a:path w="3914140" h="7619">
                  <a:moveTo>
                    <a:pt x="1248156" y="6096"/>
                  </a:moveTo>
                  <a:lnTo>
                    <a:pt x="1248156" y="1524"/>
                  </a:lnTo>
                  <a:lnTo>
                    <a:pt x="1249679" y="1524"/>
                  </a:lnTo>
                  <a:lnTo>
                    <a:pt x="1249679" y="0"/>
                  </a:lnTo>
                  <a:lnTo>
                    <a:pt x="1254251" y="0"/>
                  </a:lnTo>
                  <a:lnTo>
                    <a:pt x="1255775" y="1524"/>
                  </a:lnTo>
                  <a:lnTo>
                    <a:pt x="1255775" y="7619"/>
                  </a:lnTo>
                  <a:lnTo>
                    <a:pt x="1249679" y="7619"/>
                  </a:lnTo>
                  <a:lnTo>
                    <a:pt x="1248156" y="6096"/>
                  </a:lnTo>
                  <a:close/>
                </a:path>
                <a:path w="3914140" h="7619">
                  <a:moveTo>
                    <a:pt x="1287779" y="6096"/>
                  </a:moveTo>
                  <a:lnTo>
                    <a:pt x="1287779" y="3048"/>
                  </a:lnTo>
                  <a:lnTo>
                    <a:pt x="1290827" y="0"/>
                  </a:lnTo>
                  <a:lnTo>
                    <a:pt x="1293876" y="0"/>
                  </a:lnTo>
                  <a:lnTo>
                    <a:pt x="1296924" y="3048"/>
                  </a:lnTo>
                  <a:lnTo>
                    <a:pt x="1296924" y="6096"/>
                  </a:lnTo>
                  <a:lnTo>
                    <a:pt x="1295400" y="6096"/>
                  </a:lnTo>
                  <a:lnTo>
                    <a:pt x="1295400" y="7619"/>
                  </a:lnTo>
                  <a:lnTo>
                    <a:pt x="1289303" y="7619"/>
                  </a:lnTo>
                  <a:lnTo>
                    <a:pt x="1289303" y="6096"/>
                  </a:lnTo>
                  <a:lnTo>
                    <a:pt x="1287779" y="6096"/>
                  </a:lnTo>
                  <a:close/>
                </a:path>
                <a:path w="3914140" h="7619">
                  <a:moveTo>
                    <a:pt x="1328927" y="6096"/>
                  </a:moveTo>
                  <a:lnTo>
                    <a:pt x="1328927" y="1524"/>
                  </a:lnTo>
                  <a:lnTo>
                    <a:pt x="1330451" y="1524"/>
                  </a:lnTo>
                  <a:lnTo>
                    <a:pt x="1330451" y="0"/>
                  </a:lnTo>
                  <a:lnTo>
                    <a:pt x="1335024" y="0"/>
                  </a:lnTo>
                  <a:lnTo>
                    <a:pt x="1335024" y="1524"/>
                  </a:lnTo>
                  <a:lnTo>
                    <a:pt x="1336548" y="1524"/>
                  </a:lnTo>
                  <a:lnTo>
                    <a:pt x="1336548" y="6096"/>
                  </a:lnTo>
                  <a:lnTo>
                    <a:pt x="1335024" y="7619"/>
                  </a:lnTo>
                  <a:lnTo>
                    <a:pt x="1330451" y="7619"/>
                  </a:lnTo>
                  <a:lnTo>
                    <a:pt x="1328927" y="6096"/>
                  </a:lnTo>
                  <a:close/>
                </a:path>
                <a:path w="3914140" h="7619">
                  <a:moveTo>
                    <a:pt x="1368551" y="6096"/>
                  </a:moveTo>
                  <a:lnTo>
                    <a:pt x="1368551" y="3048"/>
                  </a:lnTo>
                  <a:lnTo>
                    <a:pt x="1371600" y="0"/>
                  </a:lnTo>
                  <a:lnTo>
                    <a:pt x="1374648" y="0"/>
                  </a:lnTo>
                  <a:lnTo>
                    <a:pt x="1377695" y="3048"/>
                  </a:lnTo>
                  <a:lnTo>
                    <a:pt x="1377695" y="6096"/>
                  </a:lnTo>
                  <a:lnTo>
                    <a:pt x="1376172" y="6096"/>
                  </a:lnTo>
                  <a:lnTo>
                    <a:pt x="1376172" y="7619"/>
                  </a:lnTo>
                  <a:lnTo>
                    <a:pt x="1370076" y="7619"/>
                  </a:lnTo>
                  <a:lnTo>
                    <a:pt x="1370076" y="6096"/>
                  </a:lnTo>
                  <a:lnTo>
                    <a:pt x="1368551" y="6096"/>
                  </a:lnTo>
                  <a:close/>
                </a:path>
                <a:path w="3914140" h="7619">
                  <a:moveTo>
                    <a:pt x="1409700" y="7619"/>
                  </a:moveTo>
                  <a:lnTo>
                    <a:pt x="1409700" y="1524"/>
                  </a:lnTo>
                  <a:lnTo>
                    <a:pt x="1411224" y="0"/>
                  </a:lnTo>
                  <a:lnTo>
                    <a:pt x="1415795" y="0"/>
                  </a:lnTo>
                  <a:lnTo>
                    <a:pt x="1415795" y="1524"/>
                  </a:lnTo>
                  <a:lnTo>
                    <a:pt x="1417319" y="1524"/>
                  </a:lnTo>
                  <a:lnTo>
                    <a:pt x="1417319" y="6096"/>
                  </a:lnTo>
                  <a:lnTo>
                    <a:pt x="1415795" y="7619"/>
                  </a:lnTo>
                  <a:lnTo>
                    <a:pt x="1409700" y="7619"/>
                  </a:lnTo>
                  <a:close/>
                </a:path>
                <a:path w="3914140" h="7619">
                  <a:moveTo>
                    <a:pt x="1449324" y="6096"/>
                  </a:moveTo>
                  <a:lnTo>
                    <a:pt x="1449324" y="1524"/>
                  </a:lnTo>
                  <a:lnTo>
                    <a:pt x="1450848" y="1524"/>
                  </a:lnTo>
                  <a:lnTo>
                    <a:pt x="1450848" y="0"/>
                  </a:lnTo>
                  <a:lnTo>
                    <a:pt x="1455419" y="0"/>
                  </a:lnTo>
                  <a:lnTo>
                    <a:pt x="1456943" y="1524"/>
                  </a:lnTo>
                  <a:lnTo>
                    <a:pt x="1456943" y="7619"/>
                  </a:lnTo>
                  <a:lnTo>
                    <a:pt x="1450848" y="7619"/>
                  </a:lnTo>
                  <a:lnTo>
                    <a:pt x="1449324" y="6096"/>
                  </a:lnTo>
                  <a:close/>
                </a:path>
                <a:path w="3914140" h="7619">
                  <a:moveTo>
                    <a:pt x="1490472" y="7619"/>
                  </a:moveTo>
                  <a:lnTo>
                    <a:pt x="1490472" y="1524"/>
                  </a:lnTo>
                  <a:lnTo>
                    <a:pt x="1491995" y="0"/>
                  </a:lnTo>
                  <a:lnTo>
                    <a:pt x="1496567" y="0"/>
                  </a:lnTo>
                  <a:lnTo>
                    <a:pt x="1496567" y="1524"/>
                  </a:lnTo>
                  <a:lnTo>
                    <a:pt x="1498092" y="1524"/>
                  </a:lnTo>
                  <a:lnTo>
                    <a:pt x="1498092" y="6096"/>
                  </a:lnTo>
                  <a:lnTo>
                    <a:pt x="1496567" y="7619"/>
                  </a:lnTo>
                  <a:lnTo>
                    <a:pt x="1490472" y="7619"/>
                  </a:lnTo>
                  <a:close/>
                </a:path>
                <a:path w="3914140" h="7619">
                  <a:moveTo>
                    <a:pt x="1530095" y="6096"/>
                  </a:moveTo>
                  <a:lnTo>
                    <a:pt x="1530095" y="1524"/>
                  </a:lnTo>
                  <a:lnTo>
                    <a:pt x="1531619" y="1524"/>
                  </a:lnTo>
                  <a:lnTo>
                    <a:pt x="1531619" y="0"/>
                  </a:lnTo>
                  <a:lnTo>
                    <a:pt x="1536192" y="0"/>
                  </a:lnTo>
                  <a:lnTo>
                    <a:pt x="1536192" y="1524"/>
                  </a:lnTo>
                  <a:lnTo>
                    <a:pt x="1537716" y="1524"/>
                  </a:lnTo>
                  <a:lnTo>
                    <a:pt x="1537716" y="6096"/>
                  </a:lnTo>
                  <a:lnTo>
                    <a:pt x="1536192" y="7619"/>
                  </a:lnTo>
                  <a:lnTo>
                    <a:pt x="1531619" y="7619"/>
                  </a:lnTo>
                  <a:lnTo>
                    <a:pt x="1530095" y="6096"/>
                  </a:lnTo>
                  <a:close/>
                </a:path>
                <a:path w="3914140" h="7619">
                  <a:moveTo>
                    <a:pt x="1569719" y="6096"/>
                  </a:moveTo>
                  <a:lnTo>
                    <a:pt x="1569719" y="3048"/>
                  </a:lnTo>
                  <a:lnTo>
                    <a:pt x="1572767" y="0"/>
                  </a:lnTo>
                  <a:lnTo>
                    <a:pt x="1575816" y="0"/>
                  </a:lnTo>
                  <a:lnTo>
                    <a:pt x="1578864" y="3048"/>
                  </a:lnTo>
                  <a:lnTo>
                    <a:pt x="1578864" y="6096"/>
                  </a:lnTo>
                  <a:lnTo>
                    <a:pt x="1577340" y="6096"/>
                  </a:lnTo>
                  <a:lnTo>
                    <a:pt x="1577340" y="7619"/>
                  </a:lnTo>
                  <a:lnTo>
                    <a:pt x="1571243" y="7619"/>
                  </a:lnTo>
                  <a:lnTo>
                    <a:pt x="1571243" y="6096"/>
                  </a:lnTo>
                  <a:lnTo>
                    <a:pt x="1569719" y="6096"/>
                  </a:lnTo>
                  <a:close/>
                </a:path>
                <a:path w="3914140" h="7619">
                  <a:moveTo>
                    <a:pt x="1610868" y="6096"/>
                  </a:moveTo>
                  <a:lnTo>
                    <a:pt x="1610868" y="1524"/>
                  </a:lnTo>
                  <a:lnTo>
                    <a:pt x="1612392" y="1524"/>
                  </a:lnTo>
                  <a:lnTo>
                    <a:pt x="1612392" y="0"/>
                  </a:lnTo>
                  <a:lnTo>
                    <a:pt x="1616964" y="0"/>
                  </a:lnTo>
                  <a:lnTo>
                    <a:pt x="1616964" y="1524"/>
                  </a:lnTo>
                  <a:lnTo>
                    <a:pt x="1618487" y="1524"/>
                  </a:lnTo>
                  <a:lnTo>
                    <a:pt x="1618487" y="6096"/>
                  </a:lnTo>
                  <a:lnTo>
                    <a:pt x="1616964" y="7619"/>
                  </a:lnTo>
                  <a:lnTo>
                    <a:pt x="1612392" y="7619"/>
                  </a:lnTo>
                  <a:lnTo>
                    <a:pt x="1610868" y="6096"/>
                  </a:lnTo>
                  <a:close/>
                </a:path>
                <a:path w="3914140" h="7619">
                  <a:moveTo>
                    <a:pt x="1650492" y="6096"/>
                  </a:moveTo>
                  <a:lnTo>
                    <a:pt x="1650492" y="1524"/>
                  </a:lnTo>
                  <a:lnTo>
                    <a:pt x="1652016" y="1524"/>
                  </a:lnTo>
                  <a:lnTo>
                    <a:pt x="1652016" y="0"/>
                  </a:lnTo>
                  <a:lnTo>
                    <a:pt x="1656587" y="0"/>
                  </a:lnTo>
                  <a:lnTo>
                    <a:pt x="1658111" y="1524"/>
                  </a:lnTo>
                  <a:lnTo>
                    <a:pt x="1658111" y="7619"/>
                  </a:lnTo>
                  <a:lnTo>
                    <a:pt x="1652016" y="7619"/>
                  </a:lnTo>
                  <a:lnTo>
                    <a:pt x="1650492" y="6096"/>
                  </a:lnTo>
                  <a:close/>
                </a:path>
                <a:path w="3914140" h="7619">
                  <a:moveTo>
                    <a:pt x="1691640" y="7619"/>
                  </a:moveTo>
                  <a:lnTo>
                    <a:pt x="1691640" y="1524"/>
                  </a:lnTo>
                  <a:lnTo>
                    <a:pt x="1693164" y="0"/>
                  </a:lnTo>
                  <a:lnTo>
                    <a:pt x="1697735" y="0"/>
                  </a:lnTo>
                  <a:lnTo>
                    <a:pt x="1697735" y="1524"/>
                  </a:lnTo>
                  <a:lnTo>
                    <a:pt x="1699259" y="1524"/>
                  </a:lnTo>
                  <a:lnTo>
                    <a:pt x="1699259" y="6096"/>
                  </a:lnTo>
                  <a:lnTo>
                    <a:pt x="1697735" y="7619"/>
                  </a:lnTo>
                  <a:lnTo>
                    <a:pt x="1691640" y="7619"/>
                  </a:lnTo>
                  <a:close/>
                </a:path>
                <a:path w="3914140" h="7619">
                  <a:moveTo>
                    <a:pt x="1731264" y="6096"/>
                  </a:moveTo>
                  <a:lnTo>
                    <a:pt x="1731264" y="1524"/>
                  </a:lnTo>
                  <a:lnTo>
                    <a:pt x="1732787" y="1524"/>
                  </a:lnTo>
                  <a:lnTo>
                    <a:pt x="1732787" y="0"/>
                  </a:lnTo>
                  <a:lnTo>
                    <a:pt x="1737359" y="0"/>
                  </a:lnTo>
                  <a:lnTo>
                    <a:pt x="1738884" y="1524"/>
                  </a:lnTo>
                  <a:lnTo>
                    <a:pt x="1738884" y="7619"/>
                  </a:lnTo>
                  <a:lnTo>
                    <a:pt x="1732787" y="7619"/>
                  </a:lnTo>
                  <a:lnTo>
                    <a:pt x="1731264" y="6096"/>
                  </a:lnTo>
                  <a:close/>
                </a:path>
                <a:path w="3914140" h="7619">
                  <a:moveTo>
                    <a:pt x="1770887" y="6096"/>
                  </a:moveTo>
                  <a:lnTo>
                    <a:pt x="1770887" y="3048"/>
                  </a:lnTo>
                  <a:lnTo>
                    <a:pt x="1773935" y="0"/>
                  </a:lnTo>
                  <a:lnTo>
                    <a:pt x="1776984" y="0"/>
                  </a:lnTo>
                  <a:lnTo>
                    <a:pt x="1780032" y="3048"/>
                  </a:lnTo>
                  <a:lnTo>
                    <a:pt x="1780032" y="6096"/>
                  </a:lnTo>
                  <a:lnTo>
                    <a:pt x="1778508" y="6096"/>
                  </a:lnTo>
                  <a:lnTo>
                    <a:pt x="1778508" y="7619"/>
                  </a:lnTo>
                  <a:lnTo>
                    <a:pt x="1772411" y="7619"/>
                  </a:lnTo>
                  <a:lnTo>
                    <a:pt x="1772411" y="6096"/>
                  </a:lnTo>
                  <a:lnTo>
                    <a:pt x="1770887" y="6096"/>
                  </a:lnTo>
                  <a:close/>
                </a:path>
                <a:path w="3914140" h="7619">
                  <a:moveTo>
                    <a:pt x="1812035" y="6096"/>
                  </a:moveTo>
                  <a:lnTo>
                    <a:pt x="1812035" y="1524"/>
                  </a:lnTo>
                  <a:lnTo>
                    <a:pt x="1813559" y="1524"/>
                  </a:lnTo>
                  <a:lnTo>
                    <a:pt x="1813559" y="0"/>
                  </a:lnTo>
                  <a:lnTo>
                    <a:pt x="1818132" y="0"/>
                  </a:lnTo>
                  <a:lnTo>
                    <a:pt x="1818132" y="1524"/>
                  </a:lnTo>
                  <a:lnTo>
                    <a:pt x="1819656" y="1524"/>
                  </a:lnTo>
                  <a:lnTo>
                    <a:pt x="1819656" y="6096"/>
                  </a:lnTo>
                  <a:lnTo>
                    <a:pt x="1818132" y="7619"/>
                  </a:lnTo>
                  <a:lnTo>
                    <a:pt x="1813559" y="7619"/>
                  </a:lnTo>
                  <a:lnTo>
                    <a:pt x="1812035" y="6096"/>
                  </a:lnTo>
                  <a:close/>
                </a:path>
                <a:path w="3914140" h="7619">
                  <a:moveTo>
                    <a:pt x="1851659" y="6096"/>
                  </a:moveTo>
                  <a:lnTo>
                    <a:pt x="1851659" y="3048"/>
                  </a:lnTo>
                  <a:lnTo>
                    <a:pt x="1854708" y="0"/>
                  </a:lnTo>
                  <a:lnTo>
                    <a:pt x="1857756" y="0"/>
                  </a:lnTo>
                  <a:lnTo>
                    <a:pt x="1860803" y="3048"/>
                  </a:lnTo>
                  <a:lnTo>
                    <a:pt x="1860803" y="6096"/>
                  </a:lnTo>
                  <a:lnTo>
                    <a:pt x="1859279" y="6096"/>
                  </a:lnTo>
                  <a:lnTo>
                    <a:pt x="1859279" y="7619"/>
                  </a:lnTo>
                  <a:lnTo>
                    <a:pt x="1853184" y="7619"/>
                  </a:lnTo>
                  <a:lnTo>
                    <a:pt x="1853184" y="6096"/>
                  </a:lnTo>
                  <a:lnTo>
                    <a:pt x="1851659" y="6096"/>
                  </a:lnTo>
                  <a:close/>
                </a:path>
                <a:path w="3914140" h="7619">
                  <a:moveTo>
                    <a:pt x="1892808" y="7619"/>
                  </a:moveTo>
                  <a:lnTo>
                    <a:pt x="1892808" y="1524"/>
                  </a:lnTo>
                  <a:lnTo>
                    <a:pt x="1894331" y="0"/>
                  </a:lnTo>
                  <a:lnTo>
                    <a:pt x="1898904" y="0"/>
                  </a:lnTo>
                  <a:lnTo>
                    <a:pt x="1898904" y="1524"/>
                  </a:lnTo>
                  <a:lnTo>
                    <a:pt x="1900427" y="1524"/>
                  </a:lnTo>
                  <a:lnTo>
                    <a:pt x="1900427" y="6096"/>
                  </a:lnTo>
                  <a:lnTo>
                    <a:pt x="1898904" y="7619"/>
                  </a:lnTo>
                  <a:lnTo>
                    <a:pt x="1892808" y="7619"/>
                  </a:lnTo>
                  <a:close/>
                </a:path>
                <a:path w="3914140" h="7619">
                  <a:moveTo>
                    <a:pt x="1932431" y="6096"/>
                  </a:moveTo>
                  <a:lnTo>
                    <a:pt x="1932431" y="1524"/>
                  </a:lnTo>
                  <a:lnTo>
                    <a:pt x="1933955" y="1524"/>
                  </a:lnTo>
                  <a:lnTo>
                    <a:pt x="1933955" y="0"/>
                  </a:lnTo>
                  <a:lnTo>
                    <a:pt x="1938527" y="0"/>
                  </a:lnTo>
                  <a:lnTo>
                    <a:pt x="1940051" y="1524"/>
                  </a:lnTo>
                  <a:lnTo>
                    <a:pt x="1940051" y="7619"/>
                  </a:lnTo>
                  <a:lnTo>
                    <a:pt x="1933955" y="7619"/>
                  </a:lnTo>
                  <a:lnTo>
                    <a:pt x="1932431" y="6096"/>
                  </a:lnTo>
                  <a:close/>
                </a:path>
                <a:path w="3914140" h="7619">
                  <a:moveTo>
                    <a:pt x="1973580" y="7619"/>
                  </a:moveTo>
                  <a:lnTo>
                    <a:pt x="1973580" y="1524"/>
                  </a:lnTo>
                  <a:lnTo>
                    <a:pt x="1975104" y="0"/>
                  </a:lnTo>
                  <a:lnTo>
                    <a:pt x="1979676" y="0"/>
                  </a:lnTo>
                  <a:lnTo>
                    <a:pt x="1979676" y="1524"/>
                  </a:lnTo>
                  <a:lnTo>
                    <a:pt x="1981200" y="1524"/>
                  </a:lnTo>
                  <a:lnTo>
                    <a:pt x="1981200" y="6096"/>
                  </a:lnTo>
                  <a:lnTo>
                    <a:pt x="1979676" y="7619"/>
                  </a:lnTo>
                  <a:lnTo>
                    <a:pt x="1973580" y="7619"/>
                  </a:lnTo>
                  <a:close/>
                </a:path>
                <a:path w="3914140" h="7619">
                  <a:moveTo>
                    <a:pt x="2013204" y="6096"/>
                  </a:moveTo>
                  <a:lnTo>
                    <a:pt x="2013204" y="1524"/>
                  </a:lnTo>
                  <a:lnTo>
                    <a:pt x="2014727" y="1524"/>
                  </a:lnTo>
                  <a:lnTo>
                    <a:pt x="2014727" y="0"/>
                  </a:lnTo>
                  <a:lnTo>
                    <a:pt x="2019300" y="0"/>
                  </a:lnTo>
                  <a:lnTo>
                    <a:pt x="2019300" y="1524"/>
                  </a:lnTo>
                  <a:lnTo>
                    <a:pt x="2020824" y="1524"/>
                  </a:lnTo>
                  <a:lnTo>
                    <a:pt x="2020824" y="6096"/>
                  </a:lnTo>
                  <a:lnTo>
                    <a:pt x="2019300" y="7619"/>
                  </a:lnTo>
                  <a:lnTo>
                    <a:pt x="2014727" y="7619"/>
                  </a:lnTo>
                  <a:lnTo>
                    <a:pt x="2013204" y="6096"/>
                  </a:lnTo>
                  <a:close/>
                </a:path>
                <a:path w="3914140" h="7619">
                  <a:moveTo>
                    <a:pt x="2052827" y="6096"/>
                  </a:moveTo>
                  <a:lnTo>
                    <a:pt x="2052827" y="3048"/>
                  </a:lnTo>
                  <a:lnTo>
                    <a:pt x="2055876" y="0"/>
                  </a:lnTo>
                  <a:lnTo>
                    <a:pt x="2058924" y="0"/>
                  </a:lnTo>
                  <a:lnTo>
                    <a:pt x="2061972" y="3048"/>
                  </a:lnTo>
                  <a:lnTo>
                    <a:pt x="2061972" y="6096"/>
                  </a:lnTo>
                  <a:lnTo>
                    <a:pt x="2060447" y="6096"/>
                  </a:lnTo>
                  <a:lnTo>
                    <a:pt x="2060447" y="7619"/>
                  </a:lnTo>
                  <a:lnTo>
                    <a:pt x="2054351" y="7619"/>
                  </a:lnTo>
                  <a:lnTo>
                    <a:pt x="2054351" y="6096"/>
                  </a:lnTo>
                  <a:lnTo>
                    <a:pt x="2052827" y="6096"/>
                  </a:lnTo>
                  <a:close/>
                </a:path>
                <a:path w="3914140" h="7619">
                  <a:moveTo>
                    <a:pt x="2093976" y="6096"/>
                  </a:moveTo>
                  <a:lnTo>
                    <a:pt x="2093976" y="1524"/>
                  </a:lnTo>
                  <a:lnTo>
                    <a:pt x="2095500" y="1524"/>
                  </a:lnTo>
                  <a:lnTo>
                    <a:pt x="2095500" y="0"/>
                  </a:lnTo>
                  <a:lnTo>
                    <a:pt x="2100072" y="0"/>
                  </a:lnTo>
                  <a:lnTo>
                    <a:pt x="2100072" y="1524"/>
                  </a:lnTo>
                  <a:lnTo>
                    <a:pt x="2101596" y="1524"/>
                  </a:lnTo>
                  <a:lnTo>
                    <a:pt x="2101596" y="6096"/>
                  </a:lnTo>
                  <a:lnTo>
                    <a:pt x="2100072" y="7619"/>
                  </a:lnTo>
                  <a:lnTo>
                    <a:pt x="2095500" y="7619"/>
                  </a:lnTo>
                  <a:lnTo>
                    <a:pt x="2093976" y="6096"/>
                  </a:lnTo>
                  <a:close/>
                </a:path>
                <a:path w="3914140" h="7619">
                  <a:moveTo>
                    <a:pt x="2133600" y="6096"/>
                  </a:moveTo>
                  <a:lnTo>
                    <a:pt x="2133600" y="1524"/>
                  </a:lnTo>
                  <a:lnTo>
                    <a:pt x="2135124" y="1524"/>
                  </a:lnTo>
                  <a:lnTo>
                    <a:pt x="2135124" y="0"/>
                  </a:lnTo>
                  <a:lnTo>
                    <a:pt x="2139696" y="0"/>
                  </a:lnTo>
                  <a:lnTo>
                    <a:pt x="2141220" y="1524"/>
                  </a:lnTo>
                  <a:lnTo>
                    <a:pt x="2141220" y="7619"/>
                  </a:lnTo>
                  <a:lnTo>
                    <a:pt x="2135124" y="7619"/>
                  </a:lnTo>
                  <a:lnTo>
                    <a:pt x="2133600" y="6096"/>
                  </a:lnTo>
                  <a:close/>
                </a:path>
                <a:path w="3914140" h="7619">
                  <a:moveTo>
                    <a:pt x="2174747" y="7619"/>
                  </a:moveTo>
                  <a:lnTo>
                    <a:pt x="2174747" y="1524"/>
                  </a:lnTo>
                  <a:lnTo>
                    <a:pt x="2176272" y="0"/>
                  </a:lnTo>
                  <a:lnTo>
                    <a:pt x="2180843" y="0"/>
                  </a:lnTo>
                  <a:lnTo>
                    <a:pt x="2180843" y="1524"/>
                  </a:lnTo>
                  <a:lnTo>
                    <a:pt x="2182368" y="1524"/>
                  </a:lnTo>
                  <a:lnTo>
                    <a:pt x="2182368" y="6096"/>
                  </a:lnTo>
                  <a:lnTo>
                    <a:pt x="2180843" y="7619"/>
                  </a:lnTo>
                  <a:lnTo>
                    <a:pt x="2174747" y="7619"/>
                  </a:lnTo>
                  <a:close/>
                </a:path>
                <a:path w="3914140" h="7619">
                  <a:moveTo>
                    <a:pt x="2214372" y="6096"/>
                  </a:moveTo>
                  <a:lnTo>
                    <a:pt x="2214372" y="1524"/>
                  </a:lnTo>
                  <a:lnTo>
                    <a:pt x="2215896" y="1524"/>
                  </a:lnTo>
                  <a:lnTo>
                    <a:pt x="2215896" y="0"/>
                  </a:lnTo>
                  <a:lnTo>
                    <a:pt x="2220468" y="0"/>
                  </a:lnTo>
                  <a:lnTo>
                    <a:pt x="2221992" y="1524"/>
                  </a:lnTo>
                  <a:lnTo>
                    <a:pt x="2221992" y="7619"/>
                  </a:lnTo>
                  <a:lnTo>
                    <a:pt x="2215896" y="7619"/>
                  </a:lnTo>
                  <a:lnTo>
                    <a:pt x="2214372" y="6096"/>
                  </a:lnTo>
                  <a:close/>
                </a:path>
                <a:path w="3914140" h="7619">
                  <a:moveTo>
                    <a:pt x="2253996" y="6096"/>
                  </a:moveTo>
                  <a:lnTo>
                    <a:pt x="2253996" y="3048"/>
                  </a:lnTo>
                  <a:lnTo>
                    <a:pt x="2257043" y="0"/>
                  </a:lnTo>
                  <a:lnTo>
                    <a:pt x="2260092" y="0"/>
                  </a:lnTo>
                  <a:lnTo>
                    <a:pt x="2263139" y="3048"/>
                  </a:lnTo>
                  <a:lnTo>
                    <a:pt x="2263139" y="6096"/>
                  </a:lnTo>
                  <a:lnTo>
                    <a:pt x="2261616" y="6096"/>
                  </a:lnTo>
                  <a:lnTo>
                    <a:pt x="2261616" y="7619"/>
                  </a:lnTo>
                  <a:lnTo>
                    <a:pt x="2255520" y="7619"/>
                  </a:lnTo>
                  <a:lnTo>
                    <a:pt x="2255520" y="6096"/>
                  </a:lnTo>
                  <a:lnTo>
                    <a:pt x="2253996" y="6096"/>
                  </a:lnTo>
                  <a:close/>
                </a:path>
                <a:path w="3914140" h="7619">
                  <a:moveTo>
                    <a:pt x="2295143" y="6096"/>
                  </a:moveTo>
                  <a:lnTo>
                    <a:pt x="2295143" y="1524"/>
                  </a:lnTo>
                  <a:lnTo>
                    <a:pt x="2296668" y="1524"/>
                  </a:lnTo>
                  <a:lnTo>
                    <a:pt x="2296668" y="0"/>
                  </a:lnTo>
                  <a:lnTo>
                    <a:pt x="2301239" y="0"/>
                  </a:lnTo>
                  <a:lnTo>
                    <a:pt x="2301239" y="1524"/>
                  </a:lnTo>
                  <a:lnTo>
                    <a:pt x="2302764" y="1524"/>
                  </a:lnTo>
                  <a:lnTo>
                    <a:pt x="2302764" y="6096"/>
                  </a:lnTo>
                  <a:lnTo>
                    <a:pt x="2301239" y="7619"/>
                  </a:lnTo>
                  <a:lnTo>
                    <a:pt x="2296668" y="7619"/>
                  </a:lnTo>
                  <a:lnTo>
                    <a:pt x="2295143" y="6096"/>
                  </a:lnTo>
                  <a:close/>
                </a:path>
                <a:path w="3914140" h="7619">
                  <a:moveTo>
                    <a:pt x="2334768" y="6096"/>
                  </a:moveTo>
                  <a:lnTo>
                    <a:pt x="2334768" y="3048"/>
                  </a:lnTo>
                  <a:lnTo>
                    <a:pt x="2337816" y="0"/>
                  </a:lnTo>
                  <a:lnTo>
                    <a:pt x="2340864" y="0"/>
                  </a:lnTo>
                  <a:lnTo>
                    <a:pt x="2343912" y="3048"/>
                  </a:lnTo>
                  <a:lnTo>
                    <a:pt x="2343912" y="6096"/>
                  </a:lnTo>
                  <a:lnTo>
                    <a:pt x="2342388" y="6096"/>
                  </a:lnTo>
                  <a:lnTo>
                    <a:pt x="2342388" y="7619"/>
                  </a:lnTo>
                  <a:lnTo>
                    <a:pt x="2336292" y="7619"/>
                  </a:lnTo>
                  <a:lnTo>
                    <a:pt x="2336292" y="6096"/>
                  </a:lnTo>
                  <a:lnTo>
                    <a:pt x="2334768" y="6096"/>
                  </a:lnTo>
                  <a:close/>
                </a:path>
                <a:path w="3914140" h="7619">
                  <a:moveTo>
                    <a:pt x="2375916" y="7619"/>
                  </a:moveTo>
                  <a:lnTo>
                    <a:pt x="2375916" y="1524"/>
                  </a:lnTo>
                  <a:lnTo>
                    <a:pt x="2377439" y="0"/>
                  </a:lnTo>
                  <a:lnTo>
                    <a:pt x="2382012" y="0"/>
                  </a:lnTo>
                  <a:lnTo>
                    <a:pt x="2382012" y="1524"/>
                  </a:lnTo>
                  <a:lnTo>
                    <a:pt x="2383535" y="1524"/>
                  </a:lnTo>
                  <a:lnTo>
                    <a:pt x="2383535" y="6096"/>
                  </a:lnTo>
                  <a:lnTo>
                    <a:pt x="2382012" y="7619"/>
                  </a:lnTo>
                  <a:lnTo>
                    <a:pt x="2375916" y="7619"/>
                  </a:lnTo>
                  <a:close/>
                </a:path>
                <a:path w="3914140" h="7619">
                  <a:moveTo>
                    <a:pt x="2415539" y="6096"/>
                  </a:moveTo>
                  <a:lnTo>
                    <a:pt x="2415539" y="1524"/>
                  </a:lnTo>
                  <a:lnTo>
                    <a:pt x="2417064" y="1524"/>
                  </a:lnTo>
                  <a:lnTo>
                    <a:pt x="2417064" y="0"/>
                  </a:lnTo>
                  <a:lnTo>
                    <a:pt x="2421635" y="0"/>
                  </a:lnTo>
                  <a:lnTo>
                    <a:pt x="2423160" y="1524"/>
                  </a:lnTo>
                  <a:lnTo>
                    <a:pt x="2423160" y="7619"/>
                  </a:lnTo>
                  <a:lnTo>
                    <a:pt x="2417064" y="7619"/>
                  </a:lnTo>
                  <a:lnTo>
                    <a:pt x="2415539" y="6096"/>
                  </a:lnTo>
                  <a:close/>
                </a:path>
                <a:path w="3914140" h="7619">
                  <a:moveTo>
                    <a:pt x="2456688" y="7619"/>
                  </a:moveTo>
                  <a:lnTo>
                    <a:pt x="2456688" y="1524"/>
                  </a:lnTo>
                  <a:lnTo>
                    <a:pt x="2458212" y="0"/>
                  </a:lnTo>
                  <a:lnTo>
                    <a:pt x="2462784" y="0"/>
                  </a:lnTo>
                  <a:lnTo>
                    <a:pt x="2462784" y="1524"/>
                  </a:lnTo>
                  <a:lnTo>
                    <a:pt x="2464308" y="1524"/>
                  </a:lnTo>
                  <a:lnTo>
                    <a:pt x="2464308" y="6096"/>
                  </a:lnTo>
                  <a:lnTo>
                    <a:pt x="2462784" y="7619"/>
                  </a:lnTo>
                  <a:lnTo>
                    <a:pt x="2456688" y="7619"/>
                  </a:lnTo>
                  <a:close/>
                </a:path>
                <a:path w="3914140" h="7619">
                  <a:moveTo>
                    <a:pt x="2496312" y="6096"/>
                  </a:moveTo>
                  <a:lnTo>
                    <a:pt x="2496312" y="1524"/>
                  </a:lnTo>
                  <a:lnTo>
                    <a:pt x="2497835" y="1524"/>
                  </a:lnTo>
                  <a:lnTo>
                    <a:pt x="2497835" y="0"/>
                  </a:lnTo>
                  <a:lnTo>
                    <a:pt x="2502408" y="0"/>
                  </a:lnTo>
                  <a:lnTo>
                    <a:pt x="2502408" y="1524"/>
                  </a:lnTo>
                  <a:lnTo>
                    <a:pt x="2503931" y="1524"/>
                  </a:lnTo>
                  <a:lnTo>
                    <a:pt x="2503931" y="6096"/>
                  </a:lnTo>
                  <a:lnTo>
                    <a:pt x="2502408" y="7619"/>
                  </a:lnTo>
                  <a:lnTo>
                    <a:pt x="2497835" y="7619"/>
                  </a:lnTo>
                  <a:lnTo>
                    <a:pt x="2496312" y="6096"/>
                  </a:lnTo>
                  <a:close/>
                </a:path>
                <a:path w="3914140" h="7619">
                  <a:moveTo>
                    <a:pt x="2535935" y="6096"/>
                  </a:moveTo>
                  <a:lnTo>
                    <a:pt x="2535935" y="3048"/>
                  </a:lnTo>
                  <a:lnTo>
                    <a:pt x="2538984" y="0"/>
                  </a:lnTo>
                  <a:lnTo>
                    <a:pt x="2542031" y="0"/>
                  </a:lnTo>
                  <a:lnTo>
                    <a:pt x="2545080" y="3048"/>
                  </a:lnTo>
                  <a:lnTo>
                    <a:pt x="2545080" y="6096"/>
                  </a:lnTo>
                  <a:lnTo>
                    <a:pt x="2543556" y="6096"/>
                  </a:lnTo>
                  <a:lnTo>
                    <a:pt x="2543556" y="7619"/>
                  </a:lnTo>
                  <a:lnTo>
                    <a:pt x="2537460" y="7619"/>
                  </a:lnTo>
                  <a:lnTo>
                    <a:pt x="2537460" y="6096"/>
                  </a:lnTo>
                  <a:lnTo>
                    <a:pt x="2535935" y="6096"/>
                  </a:lnTo>
                  <a:close/>
                </a:path>
                <a:path w="3914140" h="7619">
                  <a:moveTo>
                    <a:pt x="2577084" y="6096"/>
                  </a:moveTo>
                  <a:lnTo>
                    <a:pt x="2577084" y="1524"/>
                  </a:lnTo>
                  <a:lnTo>
                    <a:pt x="2578608" y="1524"/>
                  </a:lnTo>
                  <a:lnTo>
                    <a:pt x="2578608" y="0"/>
                  </a:lnTo>
                  <a:lnTo>
                    <a:pt x="2583180" y="0"/>
                  </a:lnTo>
                  <a:lnTo>
                    <a:pt x="2583180" y="1524"/>
                  </a:lnTo>
                  <a:lnTo>
                    <a:pt x="2584704" y="1524"/>
                  </a:lnTo>
                  <a:lnTo>
                    <a:pt x="2584704" y="6096"/>
                  </a:lnTo>
                  <a:lnTo>
                    <a:pt x="2583180" y="7619"/>
                  </a:lnTo>
                  <a:lnTo>
                    <a:pt x="2578608" y="7619"/>
                  </a:lnTo>
                  <a:lnTo>
                    <a:pt x="2577084" y="6096"/>
                  </a:lnTo>
                  <a:close/>
                </a:path>
                <a:path w="3914140" h="7619">
                  <a:moveTo>
                    <a:pt x="2616708" y="6096"/>
                  </a:moveTo>
                  <a:lnTo>
                    <a:pt x="2616708" y="1524"/>
                  </a:lnTo>
                  <a:lnTo>
                    <a:pt x="2618231" y="1524"/>
                  </a:lnTo>
                  <a:lnTo>
                    <a:pt x="2618231" y="0"/>
                  </a:lnTo>
                  <a:lnTo>
                    <a:pt x="2622804" y="0"/>
                  </a:lnTo>
                  <a:lnTo>
                    <a:pt x="2624327" y="1524"/>
                  </a:lnTo>
                  <a:lnTo>
                    <a:pt x="2624327" y="7619"/>
                  </a:lnTo>
                  <a:lnTo>
                    <a:pt x="2618231" y="7619"/>
                  </a:lnTo>
                  <a:lnTo>
                    <a:pt x="2616708" y="6096"/>
                  </a:lnTo>
                  <a:close/>
                </a:path>
                <a:path w="3914140" h="7619">
                  <a:moveTo>
                    <a:pt x="2657856" y="7619"/>
                  </a:moveTo>
                  <a:lnTo>
                    <a:pt x="2657856" y="1524"/>
                  </a:lnTo>
                  <a:lnTo>
                    <a:pt x="2659380" y="0"/>
                  </a:lnTo>
                  <a:lnTo>
                    <a:pt x="2663952" y="0"/>
                  </a:lnTo>
                  <a:lnTo>
                    <a:pt x="2663952" y="1524"/>
                  </a:lnTo>
                  <a:lnTo>
                    <a:pt x="2665476" y="1524"/>
                  </a:lnTo>
                  <a:lnTo>
                    <a:pt x="2665476" y="6096"/>
                  </a:lnTo>
                  <a:lnTo>
                    <a:pt x="2663952" y="7619"/>
                  </a:lnTo>
                  <a:lnTo>
                    <a:pt x="2657856" y="7619"/>
                  </a:lnTo>
                  <a:close/>
                </a:path>
                <a:path w="3914140" h="7619">
                  <a:moveTo>
                    <a:pt x="2697480" y="6096"/>
                  </a:moveTo>
                  <a:lnTo>
                    <a:pt x="2697480" y="1524"/>
                  </a:lnTo>
                  <a:lnTo>
                    <a:pt x="2699004" y="1524"/>
                  </a:lnTo>
                  <a:lnTo>
                    <a:pt x="2699004" y="0"/>
                  </a:lnTo>
                  <a:lnTo>
                    <a:pt x="2703576" y="0"/>
                  </a:lnTo>
                  <a:lnTo>
                    <a:pt x="2705100" y="1524"/>
                  </a:lnTo>
                  <a:lnTo>
                    <a:pt x="2705100" y="7619"/>
                  </a:lnTo>
                  <a:lnTo>
                    <a:pt x="2699004" y="7619"/>
                  </a:lnTo>
                  <a:lnTo>
                    <a:pt x="2697480" y="6096"/>
                  </a:lnTo>
                  <a:close/>
                </a:path>
                <a:path w="3914140" h="7619">
                  <a:moveTo>
                    <a:pt x="2737104" y="6096"/>
                  </a:moveTo>
                  <a:lnTo>
                    <a:pt x="2737104" y="3048"/>
                  </a:lnTo>
                  <a:lnTo>
                    <a:pt x="2740152" y="0"/>
                  </a:lnTo>
                  <a:lnTo>
                    <a:pt x="2743200" y="0"/>
                  </a:lnTo>
                  <a:lnTo>
                    <a:pt x="2746248" y="3048"/>
                  </a:lnTo>
                  <a:lnTo>
                    <a:pt x="2746248" y="6096"/>
                  </a:lnTo>
                  <a:lnTo>
                    <a:pt x="2744724" y="6096"/>
                  </a:lnTo>
                  <a:lnTo>
                    <a:pt x="2744724" y="7619"/>
                  </a:lnTo>
                  <a:lnTo>
                    <a:pt x="2738627" y="7619"/>
                  </a:lnTo>
                  <a:lnTo>
                    <a:pt x="2738627" y="6096"/>
                  </a:lnTo>
                  <a:lnTo>
                    <a:pt x="2737104" y="6096"/>
                  </a:lnTo>
                  <a:close/>
                </a:path>
                <a:path w="3914140" h="7619">
                  <a:moveTo>
                    <a:pt x="2778252" y="6096"/>
                  </a:moveTo>
                  <a:lnTo>
                    <a:pt x="2778252" y="1524"/>
                  </a:lnTo>
                  <a:lnTo>
                    <a:pt x="2779776" y="1524"/>
                  </a:lnTo>
                  <a:lnTo>
                    <a:pt x="2779776" y="0"/>
                  </a:lnTo>
                  <a:lnTo>
                    <a:pt x="2784348" y="0"/>
                  </a:lnTo>
                  <a:lnTo>
                    <a:pt x="2784348" y="1524"/>
                  </a:lnTo>
                  <a:lnTo>
                    <a:pt x="2785872" y="1524"/>
                  </a:lnTo>
                  <a:lnTo>
                    <a:pt x="2785872" y="6096"/>
                  </a:lnTo>
                  <a:lnTo>
                    <a:pt x="2784348" y="7619"/>
                  </a:lnTo>
                  <a:lnTo>
                    <a:pt x="2779776" y="7619"/>
                  </a:lnTo>
                  <a:lnTo>
                    <a:pt x="2778252" y="6096"/>
                  </a:lnTo>
                  <a:close/>
                </a:path>
                <a:path w="3914140" h="7619">
                  <a:moveTo>
                    <a:pt x="2817876" y="6096"/>
                  </a:moveTo>
                  <a:lnTo>
                    <a:pt x="2817876" y="3048"/>
                  </a:lnTo>
                  <a:lnTo>
                    <a:pt x="2820924" y="0"/>
                  </a:lnTo>
                  <a:lnTo>
                    <a:pt x="2823972" y="0"/>
                  </a:lnTo>
                  <a:lnTo>
                    <a:pt x="2827020" y="3048"/>
                  </a:lnTo>
                  <a:lnTo>
                    <a:pt x="2827020" y="6096"/>
                  </a:lnTo>
                  <a:lnTo>
                    <a:pt x="2825496" y="6096"/>
                  </a:lnTo>
                  <a:lnTo>
                    <a:pt x="2825496" y="7619"/>
                  </a:lnTo>
                  <a:lnTo>
                    <a:pt x="2819400" y="7619"/>
                  </a:lnTo>
                  <a:lnTo>
                    <a:pt x="2819400" y="6096"/>
                  </a:lnTo>
                  <a:lnTo>
                    <a:pt x="2817876" y="6096"/>
                  </a:lnTo>
                  <a:close/>
                </a:path>
                <a:path w="3914140" h="7619">
                  <a:moveTo>
                    <a:pt x="2859024" y="7619"/>
                  </a:moveTo>
                  <a:lnTo>
                    <a:pt x="2859024" y="1524"/>
                  </a:lnTo>
                  <a:lnTo>
                    <a:pt x="2860548" y="0"/>
                  </a:lnTo>
                  <a:lnTo>
                    <a:pt x="2865120" y="0"/>
                  </a:lnTo>
                  <a:lnTo>
                    <a:pt x="2865120" y="1524"/>
                  </a:lnTo>
                  <a:lnTo>
                    <a:pt x="2866643" y="1524"/>
                  </a:lnTo>
                  <a:lnTo>
                    <a:pt x="2866643" y="6096"/>
                  </a:lnTo>
                  <a:lnTo>
                    <a:pt x="2865120" y="7619"/>
                  </a:lnTo>
                  <a:lnTo>
                    <a:pt x="2859024" y="7619"/>
                  </a:lnTo>
                  <a:close/>
                </a:path>
                <a:path w="3914140" h="7619">
                  <a:moveTo>
                    <a:pt x="2898648" y="6096"/>
                  </a:moveTo>
                  <a:lnTo>
                    <a:pt x="2898648" y="1524"/>
                  </a:lnTo>
                  <a:lnTo>
                    <a:pt x="2900172" y="1524"/>
                  </a:lnTo>
                  <a:lnTo>
                    <a:pt x="2900172" y="0"/>
                  </a:lnTo>
                  <a:lnTo>
                    <a:pt x="2904744" y="0"/>
                  </a:lnTo>
                  <a:lnTo>
                    <a:pt x="2906268" y="1524"/>
                  </a:lnTo>
                  <a:lnTo>
                    <a:pt x="2906268" y="7619"/>
                  </a:lnTo>
                  <a:lnTo>
                    <a:pt x="2900172" y="7619"/>
                  </a:lnTo>
                  <a:lnTo>
                    <a:pt x="2898648" y="6096"/>
                  </a:lnTo>
                  <a:close/>
                </a:path>
                <a:path w="3914140" h="7619">
                  <a:moveTo>
                    <a:pt x="2939796" y="7619"/>
                  </a:moveTo>
                  <a:lnTo>
                    <a:pt x="2939796" y="1524"/>
                  </a:lnTo>
                  <a:lnTo>
                    <a:pt x="2941320" y="0"/>
                  </a:lnTo>
                  <a:lnTo>
                    <a:pt x="2945892" y="0"/>
                  </a:lnTo>
                  <a:lnTo>
                    <a:pt x="2945892" y="1524"/>
                  </a:lnTo>
                  <a:lnTo>
                    <a:pt x="2947416" y="1524"/>
                  </a:lnTo>
                  <a:lnTo>
                    <a:pt x="2947416" y="6096"/>
                  </a:lnTo>
                  <a:lnTo>
                    <a:pt x="2945892" y="7619"/>
                  </a:lnTo>
                  <a:lnTo>
                    <a:pt x="2939796" y="7619"/>
                  </a:lnTo>
                  <a:close/>
                </a:path>
                <a:path w="3914140" h="7619">
                  <a:moveTo>
                    <a:pt x="2979420" y="6096"/>
                  </a:moveTo>
                  <a:lnTo>
                    <a:pt x="2979420" y="1524"/>
                  </a:lnTo>
                  <a:lnTo>
                    <a:pt x="2980944" y="1524"/>
                  </a:lnTo>
                  <a:lnTo>
                    <a:pt x="2980944" y="0"/>
                  </a:lnTo>
                  <a:lnTo>
                    <a:pt x="2985516" y="0"/>
                  </a:lnTo>
                  <a:lnTo>
                    <a:pt x="2985516" y="1524"/>
                  </a:lnTo>
                  <a:lnTo>
                    <a:pt x="2987040" y="1524"/>
                  </a:lnTo>
                  <a:lnTo>
                    <a:pt x="2987040" y="6096"/>
                  </a:lnTo>
                  <a:lnTo>
                    <a:pt x="2985516" y="7619"/>
                  </a:lnTo>
                  <a:lnTo>
                    <a:pt x="2980944" y="7619"/>
                  </a:lnTo>
                  <a:lnTo>
                    <a:pt x="2979420" y="6096"/>
                  </a:lnTo>
                  <a:close/>
                </a:path>
                <a:path w="3914140" h="7619">
                  <a:moveTo>
                    <a:pt x="3019044" y="6096"/>
                  </a:moveTo>
                  <a:lnTo>
                    <a:pt x="3019044" y="3048"/>
                  </a:lnTo>
                  <a:lnTo>
                    <a:pt x="3022092" y="0"/>
                  </a:lnTo>
                  <a:lnTo>
                    <a:pt x="3025140" y="0"/>
                  </a:lnTo>
                  <a:lnTo>
                    <a:pt x="3028188" y="3048"/>
                  </a:lnTo>
                  <a:lnTo>
                    <a:pt x="3028188" y="6096"/>
                  </a:lnTo>
                  <a:lnTo>
                    <a:pt x="3026664" y="6096"/>
                  </a:lnTo>
                  <a:lnTo>
                    <a:pt x="3026664" y="7619"/>
                  </a:lnTo>
                  <a:lnTo>
                    <a:pt x="3020568" y="7619"/>
                  </a:lnTo>
                  <a:lnTo>
                    <a:pt x="3020568" y="6096"/>
                  </a:lnTo>
                  <a:lnTo>
                    <a:pt x="3019044" y="6096"/>
                  </a:lnTo>
                  <a:close/>
                </a:path>
                <a:path w="3914140" h="7619">
                  <a:moveTo>
                    <a:pt x="3060192" y="6096"/>
                  </a:moveTo>
                  <a:lnTo>
                    <a:pt x="3060192" y="1524"/>
                  </a:lnTo>
                  <a:lnTo>
                    <a:pt x="3061716" y="1524"/>
                  </a:lnTo>
                  <a:lnTo>
                    <a:pt x="3061716" y="0"/>
                  </a:lnTo>
                  <a:lnTo>
                    <a:pt x="3066288" y="0"/>
                  </a:lnTo>
                  <a:lnTo>
                    <a:pt x="3066288" y="1524"/>
                  </a:lnTo>
                  <a:lnTo>
                    <a:pt x="3067812" y="1524"/>
                  </a:lnTo>
                  <a:lnTo>
                    <a:pt x="3067812" y="6096"/>
                  </a:lnTo>
                  <a:lnTo>
                    <a:pt x="3066288" y="7619"/>
                  </a:lnTo>
                  <a:lnTo>
                    <a:pt x="3061716" y="7619"/>
                  </a:lnTo>
                  <a:lnTo>
                    <a:pt x="3060192" y="6096"/>
                  </a:lnTo>
                  <a:close/>
                </a:path>
                <a:path w="3914140" h="7619">
                  <a:moveTo>
                    <a:pt x="3099816" y="6096"/>
                  </a:moveTo>
                  <a:lnTo>
                    <a:pt x="3099816" y="1524"/>
                  </a:lnTo>
                  <a:lnTo>
                    <a:pt x="3101340" y="1524"/>
                  </a:lnTo>
                  <a:lnTo>
                    <a:pt x="3101340" y="0"/>
                  </a:lnTo>
                  <a:lnTo>
                    <a:pt x="3105912" y="0"/>
                  </a:lnTo>
                  <a:lnTo>
                    <a:pt x="3107436" y="1524"/>
                  </a:lnTo>
                  <a:lnTo>
                    <a:pt x="3107436" y="7619"/>
                  </a:lnTo>
                  <a:lnTo>
                    <a:pt x="3101340" y="7619"/>
                  </a:lnTo>
                  <a:lnTo>
                    <a:pt x="3099816" y="6096"/>
                  </a:lnTo>
                  <a:close/>
                </a:path>
                <a:path w="3914140" h="7619">
                  <a:moveTo>
                    <a:pt x="3140964" y="7619"/>
                  </a:moveTo>
                  <a:lnTo>
                    <a:pt x="3140964" y="1524"/>
                  </a:lnTo>
                  <a:lnTo>
                    <a:pt x="3142488" y="0"/>
                  </a:lnTo>
                  <a:lnTo>
                    <a:pt x="3147060" y="0"/>
                  </a:lnTo>
                  <a:lnTo>
                    <a:pt x="3147060" y="1524"/>
                  </a:lnTo>
                  <a:lnTo>
                    <a:pt x="3148584" y="1524"/>
                  </a:lnTo>
                  <a:lnTo>
                    <a:pt x="3148584" y="6096"/>
                  </a:lnTo>
                  <a:lnTo>
                    <a:pt x="3147060" y="7619"/>
                  </a:lnTo>
                  <a:lnTo>
                    <a:pt x="3140964" y="7619"/>
                  </a:lnTo>
                  <a:close/>
                </a:path>
                <a:path w="3914140" h="7619">
                  <a:moveTo>
                    <a:pt x="3180588" y="6096"/>
                  </a:moveTo>
                  <a:lnTo>
                    <a:pt x="3180588" y="1524"/>
                  </a:lnTo>
                  <a:lnTo>
                    <a:pt x="3182112" y="1524"/>
                  </a:lnTo>
                  <a:lnTo>
                    <a:pt x="3182112" y="0"/>
                  </a:lnTo>
                  <a:lnTo>
                    <a:pt x="3186684" y="0"/>
                  </a:lnTo>
                  <a:lnTo>
                    <a:pt x="3188208" y="1524"/>
                  </a:lnTo>
                  <a:lnTo>
                    <a:pt x="3188208" y="7619"/>
                  </a:lnTo>
                  <a:lnTo>
                    <a:pt x="3182112" y="7619"/>
                  </a:lnTo>
                  <a:lnTo>
                    <a:pt x="3180588" y="6096"/>
                  </a:lnTo>
                  <a:close/>
                </a:path>
                <a:path w="3914140" h="7619">
                  <a:moveTo>
                    <a:pt x="3220212" y="6096"/>
                  </a:moveTo>
                  <a:lnTo>
                    <a:pt x="3220212" y="3048"/>
                  </a:lnTo>
                  <a:lnTo>
                    <a:pt x="3223260" y="0"/>
                  </a:lnTo>
                  <a:lnTo>
                    <a:pt x="3226308" y="0"/>
                  </a:lnTo>
                  <a:lnTo>
                    <a:pt x="3229356" y="3048"/>
                  </a:lnTo>
                  <a:lnTo>
                    <a:pt x="3229356" y="6096"/>
                  </a:lnTo>
                  <a:lnTo>
                    <a:pt x="3227832" y="6096"/>
                  </a:lnTo>
                  <a:lnTo>
                    <a:pt x="3227832" y="7619"/>
                  </a:lnTo>
                  <a:lnTo>
                    <a:pt x="3221736" y="7619"/>
                  </a:lnTo>
                  <a:lnTo>
                    <a:pt x="3221736" y="6096"/>
                  </a:lnTo>
                  <a:lnTo>
                    <a:pt x="3220212" y="6096"/>
                  </a:lnTo>
                  <a:close/>
                </a:path>
                <a:path w="3914140" h="7619">
                  <a:moveTo>
                    <a:pt x="3261360" y="6096"/>
                  </a:moveTo>
                  <a:lnTo>
                    <a:pt x="3261360" y="1524"/>
                  </a:lnTo>
                  <a:lnTo>
                    <a:pt x="3262884" y="1524"/>
                  </a:lnTo>
                  <a:lnTo>
                    <a:pt x="3262884" y="0"/>
                  </a:lnTo>
                  <a:lnTo>
                    <a:pt x="3267456" y="0"/>
                  </a:lnTo>
                  <a:lnTo>
                    <a:pt x="3267456" y="1524"/>
                  </a:lnTo>
                  <a:lnTo>
                    <a:pt x="3268980" y="1524"/>
                  </a:lnTo>
                  <a:lnTo>
                    <a:pt x="3268980" y="6096"/>
                  </a:lnTo>
                  <a:lnTo>
                    <a:pt x="3267456" y="7619"/>
                  </a:lnTo>
                  <a:lnTo>
                    <a:pt x="3262884" y="7619"/>
                  </a:lnTo>
                  <a:lnTo>
                    <a:pt x="3261360" y="6096"/>
                  </a:lnTo>
                  <a:close/>
                </a:path>
                <a:path w="3914140" h="7619">
                  <a:moveTo>
                    <a:pt x="3300984" y="6096"/>
                  </a:moveTo>
                  <a:lnTo>
                    <a:pt x="3300984" y="3048"/>
                  </a:lnTo>
                  <a:lnTo>
                    <a:pt x="3304032" y="0"/>
                  </a:lnTo>
                  <a:lnTo>
                    <a:pt x="3307080" y="0"/>
                  </a:lnTo>
                  <a:lnTo>
                    <a:pt x="3310128" y="3048"/>
                  </a:lnTo>
                  <a:lnTo>
                    <a:pt x="3310128" y="6096"/>
                  </a:lnTo>
                  <a:lnTo>
                    <a:pt x="3308604" y="6096"/>
                  </a:lnTo>
                  <a:lnTo>
                    <a:pt x="3308604" y="7619"/>
                  </a:lnTo>
                  <a:lnTo>
                    <a:pt x="3302508" y="7619"/>
                  </a:lnTo>
                  <a:lnTo>
                    <a:pt x="3302508" y="6096"/>
                  </a:lnTo>
                  <a:lnTo>
                    <a:pt x="3300984" y="6096"/>
                  </a:lnTo>
                  <a:close/>
                </a:path>
                <a:path w="3914140" h="7619">
                  <a:moveTo>
                    <a:pt x="3342132" y="7619"/>
                  </a:moveTo>
                  <a:lnTo>
                    <a:pt x="3342132" y="1524"/>
                  </a:lnTo>
                  <a:lnTo>
                    <a:pt x="3343656" y="0"/>
                  </a:lnTo>
                  <a:lnTo>
                    <a:pt x="3348228" y="0"/>
                  </a:lnTo>
                  <a:lnTo>
                    <a:pt x="3348228" y="1524"/>
                  </a:lnTo>
                  <a:lnTo>
                    <a:pt x="3349752" y="1524"/>
                  </a:lnTo>
                  <a:lnTo>
                    <a:pt x="3349752" y="6096"/>
                  </a:lnTo>
                  <a:lnTo>
                    <a:pt x="3348228" y="7619"/>
                  </a:lnTo>
                  <a:lnTo>
                    <a:pt x="3342132" y="7619"/>
                  </a:lnTo>
                  <a:close/>
                </a:path>
                <a:path w="3914140" h="7619">
                  <a:moveTo>
                    <a:pt x="3381756" y="6096"/>
                  </a:moveTo>
                  <a:lnTo>
                    <a:pt x="3381756" y="1524"/>
                  </a:lnTo>
                  <a:lnTo>
                    <a:pt x="3383280" y="1524"/>
                  </a:lnTo>
                  <a:lnTo>
                    <a:pt x="3383280" y="0"/>
                  </a:lnTo>
                  <a:lnTo>
                    <a:pt x="3387852" y="0"/>
                  </a:lnTo>
                  <a:lnTo>
                    <a:pt x="3389376" y="1524"/>
                  </a:lnTo>
                  <a:lnTo>
                    <a:pt x="3389376" y="7619"/>
                  </a:lnTo>
                  <a:lnTo>
                    <a:pt x="3383280" y="7619"/>
                  </a:lnTo>
                  <a:lnTo>
                    <a:pt x="3381756" y="6096"/>
                  </a:lnTo>
                  <a:close/>
                </a:path>
                <a:path w="3914140" h="7619">
                  <a:moveTo>
                    <a:pt x="3421380" y="6096"/>
                  </a:moveTo>
                  <a:lnTo>
                    <a:pt x="3421380" y="3048"/>
                  </a:lnTo>
                  <a:lnTo>
                    <a:pt x="3424428" y="0"/>
                  </a:lnTo>
                  <a:lnTo>
                    <a:pt x="3427476" y="0"/>
                  </a:lnTo>
                  <a:lnTo>
                    <a:pt x="3429000" y="1524"/>
                  </a:lnTo>
                  <a:lnTo>
                    <a:pt x="3430524" y="1524"/>
                  </a:lnTo>
                  <a:lnTo>
                    <a:pt x="3430524" y="6096"/>
                  </a:lnTo>
                  <a:lnTo>
                    <a:pt x="3429000" y="7619"/>
                  </a:lnTo>
                  <a:lnTo>
                    <a:pt x="3422904" y="7619"/>
                  </a:lnTo>
                  <a:lnTo>
                    <a:pt x="3422904" y="6096"/>
                  </a:lnTo>
                  <a:lnTo>
                    <a:pt x="3421380" y="6096"/>
                  </a:lnTo>
                  <a:close/>
                </a:path>
                <a:path w="3914140" h="7619">
                  <a:moveTo>
                    <a:pt x="3462528" y="6096"/>
                  </a:moveTo>
                  <a:lnTo>
                    <a:pt x="3462528" y="1524"/>
                  </a:lnTo>
                  <a:lnTo>
                    <a:pt x="3464052" y="1524"/>
                  </a:lnTo>
                  <a:lnTo>
                    <a:pt x="3464052" y="0"/>
                  </a:lnTo>
                  <a:lnTo>
                    <a:pt x="3468624" y="0"/>
                  </a:lnTo>
                  <a:lnTo>
                    <a:pt x="3468624" y="1524"/>
                  </a:lnTo>
                  <a:lnTo>
                    <a:pt x="3470148" y="1524"/>
                  </a:lnTo>
                  <a:lnTo>
                    <a:pt x="3470148" y="6096"/>
                  </a:lnTo>
                  <a:lnTo>
                    <a:pt x="3468624" y="7619"/>
                  </a:lnTo>
                  <a:lnTo>
                    <a:pt x="3464052" y="7619"/>
                  </a:lnTo>
                  <a:lnTo>
                    <a:pt x="3462528" y="6096"/>
                  </a:lnTo>
                  <a:close/>
                </a:path>
                <a:path w="3914140" h="7619">
                  <a:moveTo>
                    <a:pt x="3502152" y="6096"/>
                  </a:moveTo>
                  <a:lnTo>
                    <a:pt x="3502152" y="3048"/>
                  </a:lnTo>
                  <a:lnTo>
                    <a:pt x="3505200" y="0"/>
                  </a:lnTo>
                  <a:lnTo>
                    <a:pt x="3508248" y="0"/>
                  </a:lnTo>
                  <a:lnTo>
                    <a:pt x="3511296" y="3048"/>
                  </a:lnTo>
                  <a:lnTo>
                    <a:pt x="3511296" y="6096"/>
                  </a:lnTo>
                  <a:lnTo>
                    <a:pt x="3509772" y="6096"/>
                  </a:lnTo>
                  <a:lnTo>
                    <a:pt x="3509772" y="7619"/>
                  </a:lnTo>
                  <a:lnTo>
                    <a:pt x="3503676" y="7619"/>
                  </a:lnTo>
                  <a:lnTo>
                    <a:pt x="3503676" y="6096"/>
                  </a:lnTo>
                  <a:lnTo>
                    <a:pt x="3502152" y="6096"/>
                  </a:lnTo>
                  <a:close/>
                </a:path>
                <a:path w="3914140" h="7619">
                  <a:moveTo>
                    <a:pt x="3543300" y="6096"/>
                  </a:moveTo>
                  <a:lnTo>
                    <a:pt x="3543300" y="1524"/>
                  </a:lnTo>
                  <a:lnTo>
                    <a:pt x="3544824" y="1524"/>
                  </a:lnTo>
                  <a:lnTo>
                    <a:pt x="3544824" y="0"/>
                  </a:lnTo>
                  <a:lnTo>
                    <a:pt x="3549396" y="0"/>
                  </a:lnTo>
                  <a:lnTo>
                    <a:pt x="3549396" y="1524"/>
                  </a:lnTo>
                  <a:lnTo>
                    <a:pt x="3550920" y="1524"/>
                  </a:lnTo>
                  <a:lnTo>
                    <a:pt x="3550920" y="6096"/>
                  </a:lnTo>
                  <a:lnTo>
                    <a:pt x="3549396" y="7619"/>
                  </a:lnTo>
                  <a:lnTo>
                    <a:pt x="3544824" y="7619"/>
                  </a:lnTo>
                  <a:lnTo>
                    <a:pt x="3543300" y="6096"/>
                  </a:lnTo>
                  <a:close/>
                </a:path>
                <a:path w="3914140" h="7619">
                  <a:moveTo>
                    <a:pt x="3582924" y="6096"/>
                  </a:moveTo>
                  <a:lnTo>
                    <a:pt x="3582924" y="1524"/>
                  </a:lnTo>
                  <a:lnTo>
                    <a:pt x="3584448" y="1524"/>
                  </a:lnTo>
                  <a:lnTo>
                    <a:pt x="3584448" y="0"/>
                  </a:lnTo>
                  <a:lnTo>
                    <a:pt x="3589020" y="0"/>
                  </a:lnTo>
                  <a:lnTo>
                    <a:pt x="3590544" y="1524"/>
                  </a:lnTo>
                  <a:lnTo>
                    <a:pt x="3590544" y="7619"/>
                  </a:lnTo>
                  <a:lnTo>
                    <a:pt x="3584448" y="7619"/>
                  </a:lnTo>
                  <a:lnTo>
                    <a:pt x="3582924" y="6096"/>
                  </a:lnTo>
                  <a:close/>
                </a:path>
                <a:path w="3914140" h="7619">
                  <a:moveTo>
                    <a:pt x="3624072" y="7619"/>
                  </a:moveTo>
                  <a:lnTo>
                    <a:pt x="3624072" y="1524"/>
                  </a:lnTo>
                  <a:lnTo>
                    <a:pt x="3625596" y="0"/>
                  </a:lnTo>
                  <a:lnTo>
                    <a:pt x="3630168" y="0"/>
                  </a:lnTo>
                  <a:lnTo>
                    <a:pt x="3630168" y="1524"/>
                  </a:lnTo>
                  <a:lnTo>
                    <a:pt x="3631692" y="1524"/>
                  </a:lnTo>
                  <a:lnTo>
                    <a:pt x="3631692" y="6096"/>
                  </a:lnTo>
                  <a:lnTo>
                    <a:pt x="3630168" y="7619"/>
                  </a:lnTo>
                  <a:lnTo>
                    <a:pt x="3624072" y="7619"/>
                  </a:lnTo>
                  <a:close/>
                </a:path>
                <a:path w="3914140" h="7619">
                  <a:moveTo>
                    <a:pt x="3663696" y="6096"/>
                  </a:moveTo>
                  <a:lnTo>
                    <a:pt x="3663696" y="1524"/>
                  </a:lnTo>
                  <a:lnTo>
                    <a:pt x="3665220" y="1524"/>
                  </a:lnTo>
                  <a:lnTo>
                    <a:pt x="3665220" y="0"/>
                  </a:lnTo>
                  <a:lnTo>
                    <a:pt x="3669792" y="0"/>
                  </a:lnTo>
                  <a:lnTo>
                    <a:pt x="3671316" y="1524"/>
                  </a:lnTo>
                  <a:lnTo>
                    <a:pt x="3671316" y="7619"/>
                  </a:lnTo>
                  <a:lnTo>
                    <a:pt x="3665220" y="7619"/>
                  </a:lnTo>
                  <a:lnTo>
                    <a:pt x="3663696" y="6096"/>
                  </a:lnTo>
                  <a:close/>
                </a:path>
                <a:path w="3914140" h="7619">
                  <a:moveTo>
                    <a:pt x="3703320" y="6096"/>
                  </a:moveTo>
                  <a:lnTo>
                    <a:pt x="3703320" y="3048"/>
                  </a:lnTo>
                  <a:lnTo>
                    <a:pt x="3706368" y="0"/>
                  </a:lnTo>
                  <a:lnTo>
                    <a:pt x="3709416" y="0"/>
                  </a:lnTo>
                  <a:lnTo>
                    <a:pt x="3712464" y="3048"/>
                  </a:lnTo>
                  <a:lnTo>
                    <a:pt x="3712464" y="6096"/>
                  </a:lnTo>
                  <a:lnTo>
                    <a:pt x="3710940" y="6096"/>
                  </a:lnTo>
                  <a:lnTo>
                    <a:pt x="3710940" y="7619"/>
                  </a:lnTo>
                  <a:lnTo>
                    <a:pt x="3704844" y="7619"/>
                  </a:lnTo>
                  <a:lnTo>
                    <a:pt x="3704844" y="6096"/>
                  </a:lnTo>
                  <a:lnTo>
                    <a:pt x="3703320" y="6096"/>
                  </a:lnTo>
                  <a:close/>
                </a:path>
                <a:path w="3914140" h="7619">
                  <a:moveTo>
                    <a:pt x="3744468" y="6096"/>
                  </a:moveTo>
                  <a:lnTo>
                    <a:pt x="3744468" y="1524"/>
                  </a:lnTo>
                  <a:lnTo>
                    <a:pt x="3745992" y="1524"/>
                  </a:lnTo>
                  <a:lnTo>
                    <a:pt x="3745992" y="0"/>
                  </a:lnTo>
                  <a:lnTo>
                    <a:pt x="3750564" y="0"/>
                  </a:lnTo>
                  <a:lnTo>
                    <a:pt x="3750564" y="1524"/>
                  </a:lnTo>
                  <a:lnTo>
                    <a:pt x="3752088" y="1524"/>
                  </a:lnTo>
                  <a:lnTo>
                    <a:pt x="3752088" y="6096"/>
                  </a:lnTo>
                  <a:lnTo>
                    <a:pt x="3750564" y="7619"/>
                  </a:lnTo>
                  <a:lnTo>
                    <a:pt x="3745992" y="7619"/>
                  </a:lnTo>
                  <a:lnTo>
                    <a:pt x="3744468" y="6096"/>
                  </a:lnTo>
                  <a:close/>
                </a:path>
                <a:path w="3914140" h="7619">
                  <a:moveTo>
                    <a:pt x="3784092" y="6096"/>
                  </a:moveTo>
                  <a:lnTo>
                    <a:pt x="3784092" y="1524"/>
                  </a:lnTo>
                  <a:lnTo>
                    <a:pt x="3785616" y="1524"/>
                  </a:lnTo>
                  <a:lnTo>
                    <a:pt x="3787140" y="0"/>
                  </a:lnTo>
                  <a:lnTo>
                    <a:pt x="3790188" y="0"/>
                  </a:lnTo>
                  <a:lnTo>
                    <a:pt x="3793236" y="3048"/>
                  </a:lnTo>
                  <a:lnTo>
                    <a:pt x="3793236" y="6096"/>
                  </a:lnTo>
                  <a:lnTo>
                    <a:pt x="3791712" y="6096"/>
                  </a:lnTo>
                  <a:lnTo>
                    <a:pt x="3791712" y="7619"/>
                  </a:lnTo>
                  <a:lnTo>
                    <a:pt x="3785616" y="7619"/>
                  </a:lnTo>
                  <a:lnTo>
                    <a:pt x="3784092" y="6096"/>
                  </a:lnTo>
                  <a:close/>
                </a:path>
                <a:path w="3914140" h="7619">
                  <a:moveTo>
                    <a:pt x="3825240" y="7619"/>
                  </a:moveTo>
                  <a:lnTo>
                    <a:pt x="3825240" y="1524"/>
                  </a:lnTo>
                  <a:lnTo>
                    <a:pt x="3826764" y="0"/>
                  </a:lnTo>
                  <a:lnTo>
                    <a:pt x="3831336" y="0"/>
                  </a:lnTo>
                  <a:lnTo>
                    <a:pt x="3831336" y="1524"/>
                  </a:lnTo>
                  <a:lnTo>
                    <a:pt x="3832860" y="1524"/>
                  </a:lnTo>
                  <a:lnTo>
                    <a:pt x="3832860" y="6096"/>
                  </a:lnTo>
                  <a:lnTo>
                    <a:pt x="3831336" y="7619"/>
                  </a:lnTo>
                  <a:lnTo>
                    <a:pt x="3825240" y="7619"/>
                  </a:lnTo>
                  <a:close/>
                </a:path>
                <a:path w="3914140" h="7619">
                  <a:moveTo>
                    <a:pt x="3864864" y="6096"/>
                  </a:moveTo>
                  <a:lnTo>
                    <a:pt x="3864864" y="1524"/>
                  </a:lnTo>
                  <a:lnTo>
                    <a:pt x="3866388" y="1524"/>
                  </a:lnTo>
                  <a:lnTo>
                    <a:pt x="3866388" y="0"/>
                  </a:lnTo>
                  <a:lnTo>
                    <a:pt x="3870960" y="0"/>
                  </a:lnTo>
                  <a:lnTo>
                    <a:pt x="3872484" y="1524"/>
                  </a:lnTo>
                  <a:lnTo>
                    <a:pt x="3872484" y="7619"/>
                  </a:lnTo>
                  <a:lnTo>
                    <a:pt x="3866388" y="7619"/>
                  </a:lnTo>
                  <a:lnTo>
                    <a:pt x="3864864" y="6096"/>
                  </a:lnTo>
                  <a:close/>
                </a:path>
                <a:path w="3914140" h="7619">
                  <a:moveTo>
                    <a:pt x="3904488" y="6096"/>
                  </a:moveTo>
                  <a:lnTo>
                    <a:pt x="3904488" y="3048"/>
                  </a:lnTo>
                  <a:lnTo>
                    <a:pt x="3907536" y="0"/>
                  </a:lnTo>
                  <a:lnTo>
                    <a:pt x="3910584" y="0"/>
                  </a:lnTo>
                  <a:lnTo>
                    <a:pt x="3912108" y="1524"/>
                  </a:lnTo>
                  <a:lnTo>
                    <a:pt x="3913632" y="1524"/>
                  </a:lnTo>
                  <a:lnTo>
                    <a:pt x="3913632" y="6096"/>
                  </a:lnTo>
                  <a:lnTo>
                    <a:pt x="3912108" y="7619"/>
                  </a:lnTo>
                  <a:lnTo>
                    <a:pt x="3906012" y="7619"/>
                  </a:lnTo>
                  <a:lnTo>
                    <a:pt x="3906012" y="6096"/>
                  </a:lnTo>
                  <a:lnTo>
                    <a:pt x="3904488" y="6096"/>
                  </a:lnTo>
                  <a:close/>
                </a:path>
              </a:pathLst>
            </a:custGeom>
            <a:solidFill>
              <a:srgbClr val="C8C6C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920740" y="2823972"/>
              <a:ext cx="158495" cy="115824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144768" y="2825496"/>
              <a:ext cx="115824" cy="112776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6283452" y="2820924"/>
              <a:ext cx="17145" cy="117475"/>
            </a:xfrm>
            <a:custGeom>
              <a:avLst/>
              <a:gdLst/>
              <a:ahLst/>
              <a:cxnLst/>
              <a:rect l="l" t="t" r="r" b="b"/>
              <a:pathLst>
                <a:path w="17145" h="117475">
                  <a:moveTo>
                    <a:pt x="0" y="10668"/>
                  </a:moveTo>
                  <a:lnTo>
                    <a:pt x="0" y="6096"/>
                  </a:lnTo>
                  <a:lnTo>
                    <a:pt x="1524" y="3048"/>
                  </a:lnTo>
                  <a:lnTo>
                    <a:pt x="4572" y="0"/>
                  </a:lnTo>
                  <a:lnTo>
                    <a:pt x="13716" y="0"/>
                  </a:lnTo>
                  <a:lnTo>
                    <a:pt x="16764" y="3048"/>
                  </a:lnTo>
                  <a:lnTo>
                    <a:pt x="16764" y="12192"/>
                  </a:lnTo>
                  <a:lnTo>
                    <a:pt x="13716" y="15240"/>
                  </a:lnTo>
                  <a:lnTo>
                    <a:pt x="10668" y="16764"/>
                  </a:lnTo>
                  <a:lnTo>
                    <a:pt x="6096" y="16764"/>
                  </a:lnTo>
                  <a:lnTo>
                    <a:pt x="0" y="10668"/>
                  </a:lnTo>
                  <a:close/>
                </a:path>
                <a:path w="17145" h="117475">
                  <a:moveTo>
                    <a:pt x="3048" y="117348"/>
                  </a:moveTo>
                  <a:lnTo>
                    <a:pt x="3048" y="36576"/>
                  </a:lnTo>
                  <a:lnTo>
                    <a:pt x="15240" y="36576"/>
                  </a:lnTo>
                  <a:lnTo>
                    <a:pt x="15240" y="117348"/>
                  </a:lnTo>
                  <a:lnTo>
                    <a:pt x="3048" y="117348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269224" y="6324600"/>
              <a:ext cx="196595" cy="94488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762244" y="3593592"/>
              <a:ext cx="83820" cy="751331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185916" y="5652515"/>
              <a:ext cx="3824001" cy="452627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6516624" y="2654807"/>
              <a:ext cx="3693160" cy="2943225"/>
            </a:xfrm>
            <a:custGeom>
              <a:avLst/>
              <a:gdLst/>
              <a:ahLst/>
              <a:cxnLst/>
              <a:rect l="l" t="t" r="r" b="b"/>
              <a:pathLst>
                <a:path w="3693159" h="2943225">
                  <a:moveTo>
                    <a:pt x="248412" y="2183904"/>
                  </a:moveTo>
                  <a:lnTo>
                    <a:pt x="0" y="2183904"/>
                  </a:lnTo>
                  <a:lnTo>
                    <a:pt x="0" y="2942856"/>
                  </a:lnTo>
                  <a:lnTo>
                    <a:pt x="248412" y="2942856"/>
                  </a:lnTo>
                  <a:lnTo>
                    <a:pt x="248412" y="2183904"/>
                  </a:lnTo>
                  <a:close/>
                </a:path>
                <a:path w="3693159" h="2943225">
                  <a:moveTo>
                    <a:pt x="562356" y="2145804"/>
                  </a:moveTo>
                  <a:lnTo>
                    <a:pt x="313944" y="2145804"/>
                  </a:lnTo>
                  <a:lnTo>
                    <a:pt x="313944" y="2942856"/>
                  </a:lnTo>
                  <a:lnTo>
                    <a:pt x="562356" y="2942856"/>
                  </a:lnTo>
                  <a:lnTo>
                    <a:pt x="562356" y="2145804"/>
                  </a:lnTo>
                  <a:close/>
                </a:path>
                <a:path w="3693159" h="2943225">
                  <a:moveTo>
                    <a:pt x="874776" y="2098560"/>
                  </a:moveTo>
                  <a:lnTo>
                    <a:pt x="626364" y="2098560"/>
                  </a:lnTo>
                  <a:lnTo>
                    <a:pt x="626364" y="2942856"/>
                  </a:lnTo>
                  <a:lnTo>
                    <a:pt x="874776" y="2942856"/>
                  </a:lnTo>
                  <a:lnTo>
                    <a:pt x="874776" y="2098560"/>
                  </a:lnTo>
                  <a:close/>
                </a:path>
                <a:path w="3693159" h="2943225">
                  <a:moveTo>
                    <a:pt x="1188720" y="2045220"/>
                  </a:moveTo>
                  <a:lnTo>
                    <a:pt x="940308" y="2045220"/>
                  </a:lnTo>
                  <a:lnTo>
                    <a:pt x="940308" y="2942856"/>
                  </a:lnTo>
                  <a:lnTo>
                    <a:pt x="1188720" y="2942856"/>
                  </a:lnTo>
                  <a:lnTo>
                    <a:pt x="1188720" y="2045220"/>
                  </a:lnTo>
                  <a:close/>
                </a:path>
                <a:path w="3693159" h="2943225">
                  <a:moveTo>
                    <a:pt x="1501140" y="1996452"/>
                  </a:moveTo>
                  <a:lnTo>
                    <a:pt x="1252728" y="1996452"/>
                  </a:lnTo>
                  <a:lnTo>
                    <a:pt x="1252728" y="2942856"/>
                  </a:lnTo>
                  <a:lnTo>
                    <a:pt x="1501140" y="2942856"/>
                  </a:lnTo>
                  <a:lnTo>
                    <a:pt x="1501140" y="1996452"/>
                  </a:lnTo>
                  <a:close/>
                </a:path>
                <a:path w="3693159" h="2943225">
                  <a:moveTo>
                    <a:pt x="1815084" y="1950720"/>
                  </a:moveTo>
                  <a:lnTo>
                    <a:pt x="1566672" y="1950720"/>
                  </a:lnTo>
                  <a:lnTo>
                    <a:pt x="1566672" y="2942856"/>
                  </a:lnTo>
                  <a:lnTo>
                    <a:pt x="1815084" y="2942856"/>
                  </a:lnTo>
                  <a:lnTo>
                    <a:pt x="1815084" y="1950720"/>
                  </a:lnTo>
                  <a:close/>
                </a:path>
                <a:path w="3693159" h="2943225">
                  <a:moveTo>
                    <a:pt x="2127504" y="1841004"/>
                  </a:moveTo>
                  <a:lnTo>
                    <a:pt x="1879092" y="1841004"/>
                  </a:lnTo>
                  <a:lnTo>
                    <a:pt x="1879092" y="2942856"/>
                  </a:lnTo>
                  <a:lnTo>
                    <a:pt x="2127504" y="2942856"/>
                  </a:lnTo>
                  <a:lnTo>
                    <a:pt x="2127504" y="1841004"/>
                  </a:lnTo>
                  <a:close/>
                </a:path>
                <a:path w="3693159" h="2943225">
                  <a:moveTo>
                    <a:pt x="2439924" y="1648968"/>
                  </a:moveTo>
                  <a:lnTo>
                    <a:pt x="2193036" y="1648968"/>
                  </a:lnTo>
                  <a:lnTo>
                    <a:pt x="2193036" y="2942856"/>
                  </a:lnTo>
                  <a:lnTo>
                    <a:pt x="2439924" y="2942856"/>
                  </a:lnTo>
                  <a:lnTo>
                    <a:pt x="2439924" y="1648968"/>
                  </a:lnTo>
                  <a:close/>
                </a:path>
                <a:path w="3693159" h="2943225">
                  <a:moveTo>
                    <a:pt x="2753868" y="1464576"/>
                  </a:moveTo>
                  <a:lnTo>
                    <a:pt x="2505456" y="1464576"/>
                  </a:lnTo>
                  <a:lnTo>
                    <a:pt x="2505456" y="2942856"/>
                  </a:lnTo>
                  <a:lnTo>
                    <a:pt x="2753868" y="2942856"/>
                  </a:lnTo>
                  <a:lnTo>
                    <a:pt x="2753868" y="1464576"/>
                  </a:lnTo>
                  <a:close/>
                </a:path>
                <a:path w="3693159" h="2943225">
                  <a:moveTo>
                    <a:pt x="3066288" y="1223784"/>
                  </a:moveTo>
                  <a:lnTo>
                    <a:pt x="2819400" y="1223784"/>
                  </a:lnTo>
                  <a:lnTo>
                    <a:pt x="2819400" y="2942856"/>
                  </a:lnTo>
                  <a:lnTo>
                    <a:pt x="3066288" y="2942856"/>
                  </a:lnTo>
                  <a:lnTo>
                    <a:pt x="3066288" y="1223784"/>
                  </a:lnTo>
                  <a:close/>
                </a:path>
                <a:path w="3693159" h="2943225">
                  <a:moveTo>
                    <a:pt x="3380232" y="583704"/>
                  </a:moveTo>
                  <a:lnTo>
                    <a:pt x="3131820" y="583704"/>
                  </a:lnTo>
                  <a:lnTo>
                    <a:pt x="3131820" y="2942856"/>
                  </a:lnTo>
                  <a:lnTo>
                    <a:pt x="3380232" y="2942856"/>
                  </a:lnTo>
                  <a:lnTo>
                    <a:pt x="3380232" y="583704"/>
                  </a:lnTo>
                  <a:close/>
                </a:path>
                <a:path w="3693159" h="2943225">
                  <a:moveTo>
                    <a:pt x="3692652" y="0"/>
                  </a:moveTo>
                  <a:lnTo>
                    <a:pt x="3444240" y="0"/>
                  </a:lnTo>
                  <a:lnTo>
                    <a:pt x="3444240" y="2942856"/>
                  </a:lnTo>
                  <a:lnTo>
                    <a:pt x="3692652" y="2942856"/>
                  </a:lnTo>
                  <a:lnTo>
                    <a:pt x="3692652" y="0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399276" y="2372868"/>
              <a:ext cx="3939540" cy="2417063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750052" y="2113787"/>
              <a:ext cx="1900428" cy="82296"/>
            </a:xfrm>
            <a:prstGeom prst="rect">
              <a:avLst/>
            </a:prstGeom>
          </p:spPr>
        </p:pic>
        <p:sp>
          <p:nvSpPr>
            <p:cNvPr id="49" name="object 49" descr=""/>
            <p:cNvSpPr/>
            <p:nvPr/>
          </p:nvSpPr>
          <p:spPr>
            <a:xfrm>
              <a:off x="1030224" y="1719071"/>
              <a:ext cx="4590415" cy="4848225"/>
            </a:xfrm>
            <a:custGeom>
              <a:avLst/>
              <a:gdLst/>
              <a:ahLst/>
              <a:cxnLst/>
              <a:rect l="l" t="t" r="r" b="b"/>
              <a:pathLst>
                <a:path w="4590415" h="4848225">
                  <a:moveTo>
                    <a:pt x="0" y="4847844"/>
                  </a:moveTo>
                  <a:lnTo>
                    <a:pt x="0" y="0"/>
                  </a:lnTo>
                  <a:lnTo>
                    <a:pt x="4590288" y="0"/>
                  </a:lnTo>
                  <a:lnTo>
                    <a:pt x="4590288" y="4847844"/>
                  </a:lnTo>
                  <a:lnTo>
                    <a:pt x="0" y="48478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086612" y="1807463"/>
              <a:ext cx="4462780" cy="4686300"/>
            </a:xfrm>
            <a:custGeom>
              <a:avLst/>
              <a:gdLst/>
              <a:ahLst/>
              <a:cxnLst/>
              <a:rect l="l" t="t" r="r" b="b"/>
              <a:pathLst>
                <a:path w="4462780" h="4686300">
                  <a:moveTo>
                    <a:pt x="0" y="4686300"/>
                  </a:moveTo>
                  <a:lnTo>
                    <a:pt x="0" y="0"/>
                  </a:lnTo>
                  <a:lnTo>
                    <a:pt x="4462271" y="0"/>
                  </a:lnTo>
                  <a:lnTo>
                    <a:pt x="4462271" y="4686300"/>
                  </a:lnTo>
                  <a:lnTo>
                    <a:pt x="0" y="468630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1158240" y="1920252"/>
              <a:ext cx="4261485" cy="4453255"/>
            </a:xfrm>
            <a:custGeom>
              <a:avLst/>
              <a:gdLst/>
              <a:ahLst/>
              <a:cxnLst/>
              <a:rect l="l" t="t" r="r" b="b"/>
              <a:pathLst>
                <a:path w="4261485" h="4453255">
                  <a:moveTo>
                    <a:pt x="4236720" y="0"/>
                  </a:moveTo>
                  <a:lnTo>
                    <a:pt x="9144" y="0"/>
                  </a:lnTo>
                  <a:lnTo>
                    <a:pt x="9144" y="2407907"/>
                  </a:lnTo>
                  <a:lnTo>
                    <a:pt x="4236720" y="2407907"/>
                  </a:lnTo>
                  <a:lnTo>
                    <a:pt x="4236720" y="0"/>
                  </a:lnTo>
                  <a:close/>
                </a:path>
                <a:path w="4261485" h="4453255">
                  <a:moveTo>
                    <a:pt x="4261104" y="2535936"/>
                  </a:moveTo>
                  <a:lnTo>
                    <a:pt x="0" y="2535936"/>
                  </a:lnTo>
                  <a:lnTo>
                    <a:pt x="0" y="4453128"/>
                  </a:lnTo>
                  <a:lnTo>
                    <a:pt x="4261104" y="4453128"/>
                  </a:lnTo>
                  <a:lnTo>
                    <a:pt x="4261104" y="25359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211580" y="1940051"/>
              <a:ext cx="1155192" cy="137159"/>
            </a:xfrm>
            <a:prstGeom prst="rect">
              <a:avLst/>
            </a:prstGeom>
          </p:spPr>
        </p:pic>
        <p:sp>
          <p:nvSpPr>
            <p:cNvPr id="53" name="object 53" descr=""/>
            <p:cNvSpPr/>
            <p:nvPr/>
          </p:nvSpPr>
          <p:spPr>
            <a:xfrm>
              <a:off x="1694688" y="3675888"/>
              <a:ext cx="3632200" cy="7620"/>
            </a:xfrm>
            <a:custGeom>
              <a:avLst/>
              <a:gdLst/>
              <a:ahLst/>
              <a:cxnLst/>
              <a:rect l="l" t="t" r="r" b="b"/>
              <a:pathLst>
                <a:path w="3632200" h="7620">
                  <a:moveTo>
                    <a:pt x="0" y="6095"/>
                  </a:moveTo>
                  <a:lnTo>
                    <a:pt x="0" y="1523"/>
                  </a:lnTo>
                  <a:lnTo>
                    <a:pt x="1524" y="1523"/>
                  </a:lnTo>
                  <a:lnTo>
                    <a:pt x="1524" y="0"/>
                  </a:lnTo>
                  <a:lnTo>
                    <a:pt x="6096" y="0"/>
                  </a:lnTo>
                  <a:lnTo>
                    <a:pt x="7619" y="1523"/>
                  </a:lnTo>
                  <a:lnTo>
                    <a:pt x="7619" y="7619"/>
                  </a:lnTo>
                  <a:lnTo>
                    <a:pt x="1524" y="7619"/>
                  </a:lnTo>
                  <a:lnTo>
                    <a:pt x="0" y="6095"/>
                  </a:lnTo>
                  <a:close/>
                </a:path>
                <a:path w="3632200" h="7620">
                  <a:moveTo>
                    <a:pt x="41148" y="7619"/>
                  </a:moveTo>
                  <a:lnTo>
                    <a:pt x="41148" y="1523"/>
                  </a:lnTo>
                  <a:lnTo>
                    <a:pt x="42672" y="0"/>
                  </a:lnTo>
                  <a:lnTo>
                    <a:pt x="47244" y="0"/>
                  </a:lnTo>
                  <a:lnTo>
                    <a:pt x="47244" y="1523"/>
                  </a:lnTo>
                  <a:lnTo>
                    <a:pt x="48767" y="1523"/>
                  </a:lnTo>
                  <a:lnTo>
                    <a:pt x="48767" y="6095"/>
                  </a:lnTo>
                  <a:lnTo>
                    <a:pt x="47244" y="7619"/>
                  </a:lnTo>
                  <a:lnTo>
                    <a:pt x="41148" y="7619"/>
                  </a:lnTo>
                  <a:close/>
                </a:path>
                <a:path w="3632200" h="7620">
                  <a:moveTo>
                    <a:pt x="80772" y="6095"/>
                  </a:moveTo>
                  <a:lnTo>
                    <a:pt x="80772" y="1523"/>
                  </a:lnTo>
                  <a:lnTo>
                    <a:pt x="82296" y="1523"/>
                  </a:lnTo>
                  <a:lnTo>
                    <a:pt x="82296" y="0"/>
                  </a:lnTo>
                  <a:lnTo>
                    <a:pt x="86867" y="0"/>
                  </a:lnTo>
                  <a:lnTo>
                    <a:pt x="86867" y="1523"/>
                  </a:lnTo>
                  <a:lnTo>
                    <a:pt x="88392" y="1523"/>
                  </a:lnTo>
                  <a:lnTo>
                    <a:pt x="88392" y="6095"/>
                  </a:lnTo>
                  <a:lnTo>
                    <a:pt x="86867" y="7619"/>
                  </a:lnTo>
                  <a:lnTo>
                    <a:pt x="82296" y="7619"/>
                  </a:lnTo>
                  <a:lnTo>
                    <a:pt x="80772" y="6095"/>
                  </a:lnTo>
                  <a:close/>
                </a:path>
                <a:path w="3632200" h="7620">
                  <a:moveTo>
                    <a:pt x="120396" y="4571"/>
                  </a:moveTo>
                  <a:lnTo>
                    <a:pt x="120396" y="3047"/>
                  </a:lnTo>
                  <a:lnTo>
                    <a:pt x="123444" y="0"/>
                  </a:lnTo>
                  <a:lnTo>
                    <a:pt x="126492" y="0"/>
                  </a:lnTo>
                  <a:lnTo>
                    <a:pt x="129540" y="3047"/>
                  </a:lnTo>
                  <a:lnTo>
                    <a:pt x="129540" y="4571"/>
                  </a:lnTo>
                  <a:lnTo>
                    <a:pt x="128016" y="6095"/>
                  </a:lnTo>
                  <a:lnTo>
                    <a:pt x="128016" y="7619"/>
                  </a:lnTo>
                  <a:lnTo>
                    <a:pt x="121919" y="7619"/>
                  </a:lnTo>
                  <a:lnTo>
                    <a:pt x="121919" y="6095"/>
                  </a:lnTo>
                  <a:lnTo>
                    <a:pt x="120396" y="4571"/>
                  </a:lnTo>
                  <a:close/>
                </a:path>
                <a:path w="3632200" h="7620">
                  <a:moveTo>
                    <a:pt x="161544" y="6095"/>
                  </a:moveTo>
                  <a:lnTo>
                    <a:pt x="161544" y="1523"/>
                  </a:lnTo>
                  <a:lnTo>
                    <a:pt x="163067" y="1523"/>
                  </a:lnTo>
                  <a:lnTo>
                    <a:pt x="163067" y="0"/>
                  </a:lnTo>
                  <a:lnTo>
                    <a:pt x="167640" y="0"/>
                  </a:lnTo>
                  <a:lnTo>
                    <a:pt x="167640" y="1523"/>
                  </a:lnTo>
                  <a:lnTo>
                    <a:pt x="169164" y="1523"/>
                  </a:lnTo>
                  <a:lnTo>
                    <a:pt x="169164" y="6095"/>
                  </a:lnTo>
                  <a:lnTo>
                    <a:pt x="167640" y="7619"/>
                  </a:lnTo>
                  <a:lnTo>
                    <a:pt x="163067" y="7619"/>
                  </a:lnTo>
                  <a:lnTo>
                    <a:pt x="161544" y="6095"/>
                  </a:lnTo>
                  <a:close/>
                </a:path>
                <a:path w="3632200" h="7620">
                  <a:moveTo>
                    <a:pt x="201167" y="6095"/>
                  </a:moveTo>
                  <a:lnTo>
                    <a:pt x="201167" y="1523"/>
                  </a:lnTo>
                  <a:lnTo>
                    <a:pt x="202692" y="1523"/>
                  </a:lnTo>
                  <a:lnTo>
                    <a:pt x="202692" y="0"/>
                  </a:lnTo>
                  <a:lnTo>
                    <a:pt x="207264" y="0"/>
                  </a:lnTo>
                  <a:lnTo>
                    <a:pt x="208788" y="1523"/>
                  </a:lnTo>
                  <a:lnTo>
                    <a:pt x="208788" y="7619"/>
                  </a:lnTo>
                  <a:lnTo>
                    <a:pt x="202692" y="7619"/>
                  </a:lnTo>
                  <a:lnTo>
                    <a:pt x="201167" y="6095"/>
                  </a:lnTo>
                  <a:close/>
                </a:path>
                <a:path w="3632200" h="7620">
                  <a:moveTo>
                    <a:pt x="242316" y="7619"/>
                  </a:moveTo>
                  <a:lnTo>
                    <a:pt x="242316" y="1523"/>
                  </a:lnTo>
                  <a:lnTo>
                    <a:pt x="243840" y="0"/>
                  </a:lnTo>
                  <a:lnTo>
                    <a:pt x="248412" y="0"/>
                  </a:lnTo>
                  <a:lnTo>
                    <a:pt x="248412" y="1523"/>
                  </a:lnTo>
                  <a:lnTo>
                    <a:pt x="249935" y="1523"/>
                  </a:lnTo>
                  <a:lnTo>
                    <a:pt x="249935" y="6095"/>
                  </a:lnTo>
                  <a:lnTo>
                    <a:pt x="248412" y="7619"/>
                  </a:lnTo>
                  <a:lnTo>
                    <a:pt x="242316" y="7619"/>
                  </a:lnTo>
                  <a:close/>
                </a:path>
                <a:path w="3632200" h="7620">
                  <a:moveTo>
                    <a:pt x="281940" y="6095"/>
                  </a:moveTo>
                  <a:lnTo>
                    <a:pt x="281940" y="1523"/>
                  </a:lnTo>
                  <a:lnTo>
                    <a:pt x="283464" y="1523"/>
                  </a:lnTo>
                  <a:lnTo>
                    <a:pt x="283464" y="0"/>
                  </a:lnTo>
                  <a:lnTo>
                    <a:pt x="288035" y="0"/>
                  </a:lnTo>
                  <a:lnTo>
                    <a:pt x="289560" y="1523"/>
                  </a:lnTo>
                  <a:lnTo>
                    <a:pt x="289560" y="7619"/>
                  </a:lnTo>
                  <a:lnTo>
                    <a:pt x="283464" y="7619"/>
                  </a:lnTo>
                  <a:lnTo>
                    <a:pt x="281940" y="6095"/>
                  </a:lnTo>
                  <a:close/>
                </a:path>
                <a:path w="3632200" h="7620">
                  <a:moveTo>
                    <a:pt x="321564" y="4571"/>
                  </a:moveTo>
                  <a:lnTo>
                    <a:pt x="321564" y="3047"/>
                  </a:lnTo>
                  <a:lnTo>
                    <a:pt x="324612" y="0"/>
                  </a:lnTo>
                  <a:lnTo>
                    <a:pt x="327660" y="0"/>
                  </a:lnTo>
                  <a:lnTo>
                    <a:pt x="330708" y="3047"/>
                  </a:lnTo>
                  <a:lnTo>
                    <a:pt x="330708" y="4571"/>
                  </a:lnTo>
                  <a:lnTo>
                    <a:pt x="329183" y="6095"/>
                  </a:lnTo>
                  <a:lnTo>
                    <a:pt x="329183" y="7619"/>
                  </a:lnTo>
                  <a:lnTo>
                    <a:pt x="323088" y="7619"/>
                  </a:lnTo>
                  <a:lnTo>
                    <a:pt x="323088" y="6095"/>
                  </a:lnTo>
                  <a:lnTo>
                    <a:pt x="321564" y="4571"/>
                  </a:lnTo>
                  <a:close/>
                </a:path>
                <a:path w="3632200" h="7620">
                  <a:moveTo>
                    <a:pt x="362712" y="6095"/>
                  </a:moveTo>
                  <a:lnTo>
                    <a:pt x="362712" y="1523"/>
                  </a:lnTo>
                  <a:lnTo>
                    <a:pt x="364235" y="1523"/>
                  </a:lnTo>
                  <a:lnTo>
                    <a:pt x="364235" y="0"/>
                  </a:lnTo>
                  <a:lnTo>
                    <a:pt x="368808" y="0"/>
                  </a:lnTo>
                  <a:lnTo>
                    <a:pt x="368808" y="1523"/>
                  </a:lnTo>
                  <a:lnTo>
                    <a:pt x="370332" y="1523"/>
                  </a:lnTo>
                  <a:lnTo>
                    <a:pt x="370332" y="6095"/>
                  </a:lnTo>
                  <a:lnTo>
                    <a:pt x="368808" y="7619"/>
                  </a:lnTo>
                  <a:lnTo>
                    <a:pt x="364235" y="7619"/>
                  </a:lnTo>
                  <a:lnTo>
                    <a:pt x="362712" y="6095"/>
                  </a:lnTo>
                  <a:close/>
                </a:path>
                <a:path w="3632200" h="7620">
                  <a:moveTo>
                    <a:pt x="402335" y="4571"/>
                  </a:moveTo>
                  <a:lnTo>
                    <a:pt x="402335" y="3047"/>
                  </a:lnTo>
                  <a:lnTo>
                    <a:pt x="405383" y="0"/>
                  </a:lnTo>
                  <a:lnTo>
                    <a:pt x="408432" y="0"/>
                  </a:lnTo>
                  <a:lnTo>
                    <a:pt x="411480" y="3047"/>
                  </a:lnTo>
                  <a:lnTo>
                    <a:pt x="411480" y="4571"/>
                  </a:lnTo>
                  <a:lnTo>
                    <a:pt x="409956" y="6095"/>
                  </a:lnTo>
                  <a:lnTo>
                    <a:pt x="409956" y="7619"/>
                  </a:lnTo>
                  <a:lnTo>
                    <a:pt x="403860" y="7619"/>
                  </a:lnTo>
                  <a:lnTo>
                    <a:pt x="403860" y="6095"/>
                  </a:lnTo>
                  <a:lnTo>
                    <a:pt x="402335" y="4571"/>
                  </a:lnTo>
                  <a:close/>
                </a:path>
                <a:path w="3632200" h="7620">
                  <a:moveTo>
                    <a:pt x="443483" y="7619"/>
                  </a:moveTo>
                  <a:lnTo>
                    <a:pt x="443483" y="1523"/>
                  </a:lnTo>
                  <a:lnTo>
                    <a:pt x="445008" y="0"/>
                  </a:lnTo>
                  <a:lnTo>
                    <a:pt x="449580" y="0"/>
                  </a:lnTo>
                  <a:lnTo>
                    <a:pt x="449580" y="1523"/>
                  </a:lnTo>
                  <a:lnTo>
                    <a:pt x="451103" y="1523"/>
                  </a:lnTo>
                  <a:lnTo>
                    <a:pt x="451103" y="6095"/>
                  </a:lnTo>
                  <a:lnTo>
                    <a:pt x="449580" y="7619"/>
                  </a:lnTo>
                  <a:lnTo>
                    <a:pt x="443483" y="7619"/>
                  </a:lnTo>
                  <a:close/>
                </a:path>
                <a:path w="3632200" h="7620">
                  <a:moveTo>
                    <a:pt x="483108" y="6095"/>
                  </a:moveTo>
                  <a:lnTo>
                    <a:pt x="483108" y="1523"/>
                  </a:lnTo>
                  <a:lnTo>
                    <a:pt x="484632" y="1523"/>
                  </a:lnTo>
                  <a:lnTo>
                    <a:pt x="484632" y="0"/>
                  </a:lnTo>
                  <a:lnTo>
                    <a:pt x="489203" y="0"/>
                  </a:lnTo>
                  <a:lnTo>
                    <a:pt x="490728" y="1523"/>
                  </a:lnTo>
                  <a:lnTo>
                    <a:pt x="490728" y="7619"/>
                  </a:lnTo>
                  <a:lnTo>
                    <a:pt x="484632" y="7619"/>
                  </a:lnTo>
                  <a:lnTo>
                    <a:pt x="483108" y="6095"/>
                  </a:lnTo>
                  <a:close/>
                </a:path>
                <a:path w="3632200" h="7620">
                  <a:moveTo>
                    <a:pt x="524256" y="7619"/>
                  </a:moveTo>
                  <a:lnTo>
                    <a:pt x="524256" y="1523"/>
                  </a:lnTo>
                  <a:lnTo>
                    <a:pt x="525780" y="0"/>
                  </a:lnTo>
                  <a:lnTo>
                    <a:pt x="528828" y="0"/>
                  </a:lnTo>
                  <a:lnTo>
                    <a:pt x="530351" y="1523"/>
                  </a:lnTo>
                  <a:lnTo>
                    <a:pt x="531876" y="1523"/>
                  </a:lnTo>
                  <a:lnTo>
                    <a:pt x="531876" y="6095"/>
                  </a:lnTo>
                  <a:lnTo>
                    <a:pt x="530351" y="7619"/>
                  </a:lnTo>
                  <a:lnTo>
                    <a:pt x="524256" y="7619"/>
                  </a:lnTo>
                  <a:close/>
                </a:path>
                <a:path w="3632200" h="7620">
                  <a:moveTo>
                    <a:pt x="563880" y="6095"/>
                  </a:moveTo>
                  <a:lnTo>
                    <a:pt x="563880" y="1523"/>
                  </a:lnTo>
                  <a:lnTo>
                    <a:pt x="565403" y="1523"/>
                  </a:lnTo>
                  <a:lnTo>
                    <a:pt x="565403" y="0"/>
                  </a:lnTo>
                  <a:lnTo>
                    <a:pt x="569976" y="0"/>
                  </a:lnTo>
                  <a:lnTo>
                    <a:pt x="569976" y="1523"/>
                  </a:lnTo>
                  <a:lnTo>
                    <a:pt x="571500" y="1523"/>
                  </a:lnTo>
                  <a:lnTo>
                    <a:pt x="571500" y="6095"/>
                  </a:lnTo>
                  <a:lnTo>
                    <a:pt x="569976" y="7619"/>
                  </a:lnTo>
                  <a:lnTo>
                    <a:pt x="565403" y="7619"/>
                  </a:lnTo>
                  <a:lnTo>
                    <a:pt x="563880" y="6095"/>
                  </a:lnTo>
                  <a:close/>
                </a:path>
                <a:path w="3632200" h="7620">
                  <a:moveTo>
                    <a:pt x="603503" y="4571"/>
                  </a:moveTo>
                  <a:lnTo>
                    <a:pt x="603503" y="3047"/>
                  </a:lnTo>
                  <a:lnTo>
                    <a:pt x="606551" y="0"/>
                  </a:lnTo>
                  <a:lnTo>
                    <a:pt x="609600" y="0"/>
                  </a:lnTo>
                  <a:lnTo>
                    <a:pt x="612648" y="3047"/>
                  </a:lnTo>
                  <a:lnTo>
                    <a:pt x="612648" y="4571"/>
                  </a:lnTo>
                  <a:lnTo>
                    <a:pt x="611124" y="6095"/>
                  </a:lnTo>
                  <a:lnTo>
                    <a:pt x="611124" y="7619"/>
                  </a:lnTo>
                  <a:lnTo>
                    <a:pt x="605028" y="7619"/>
                  </a:lnTo>
                  <a:lnTo>
                    <a:pt x="605028" y="6095"/>
                  </a:lnTo>
                  <a:lnTo>
                    <a:pt x="603503" y="4571"/>
                  </a:lnTo>
                  <a:close/>
                </a:path>
                <a:path w="3632200" h="7620">
                  <a:moveTo>
                    <a:pt x="644651" y="6095"/>
                  </a:moveTo>
                  <a:lnTo>
                    <a:pt x="644651" y="1523"/>
                  </a:lnTo>
                  <a:lnTo>
                    <a:pt x="646176" y="1523"/>
                  </a:lnTo>
                  <a:lnTo>
                    <a:pt x="646176" y="0"/>
                  </a:lnTo>
                  <a:lnTo>
                    <a:pt x="650748" y="0"/>
                  </a:lnTo>
                  <a:lnTo>
                    <a:pt x="650748" y="1523"/>
                  </a:lnTo>
                  <a:lnTo>
                    <a:pt x="652272" y="1523"/>
                  </a:lnTo>
                  <a:lnTo>
                    <a:pt x="652272" y="6095"/>
                  </a:lnTo>
                  <a:lnTo>
                    <a:pt x="650748" y="7619"/>
                  </a:lnTo>
                  <a:lnTo>
                    <a:pt x="646176" y="7619"/>
                  </a:lnTo>
                  <a:lnTo>
                    <a:pt x="644651" y="6095"/>
                  </a:lnTo>
                  <a:close/>
                </a:path>
                <a:path w="3632200" h="7620">
                  <a:moveTo>
                    <a:pt x="684276" y="6095"/>
                  </a:moveTo>
                  <a:lnTo>
                    <a:pt x="684276" y="1523"/>
                  </a:lnTo>
                  <a:lnTo>
                    <a:pt x="685800" y="1523"/>
                  </a:lnTo>
                  <a:lnTo>
                    <a:pt x="685800" y="0"/>
                  </a:lnTo>
                  <a:lnTo>
                    <a:pt x="690372" y="0"/>
                  </a:lnTo>
                  <a:lnTo>
                    <a:pt x="691896" y="1523"/>
                  </a:lnTo>
                  <a:lnTo>
                    <a:pt x="691896" y="7619"/>
                  </a:lnTo>
                  <a:lnTo>
                    <a:pt x="685800" y="7619"/>
                  </a:lnTo>
                  <a:lnTo>
                    <a:pt x="684276" y="6095"/>
                  </a:lnTo>
                  <a:close/>
                </a:path>
                <a:path w="3632200" h="7620">
                  <a:moveTo>
                    <a:pt x="725424" y="7619"/>
                  </a:moveTo>
                  <a:lnTo>
                    <a:pt x="725424" y="1523"/>
                  </a:lnTo>
                  <a:lnTo>
                    <a:pt x="726948" y="0"/>
                  </a:lnTo>
                  <a:lnTo>
                    <a:pt x="731519" y="0"/>
                  </a:lnTo>
                  <a:lnTo>
                    <a:pt x="731519" y="1523"/>
                  </a:lnTo>
                  <a:lnTo>
                    <a:pt x="733044" y="1523"/>
                  </a:lnTo>
                  <a:lnTo>
                    <a:pt x="733044" y="6095"/>
                  </a:lnTo>
                  <a:lnTo>
                    <a:pt x="731519" y="7619"/>
                  </a:lnTo>
                  <a:lnTo>
                    <a:pt x="725424" y="7619"/>
                  </a:lnTo>
                  <a:close/>
                </a:path>
                <a:path w="3632200" h="7620">
                  <a:moveTo>
                    <a:pt x="765048" y="6095"/>
                  </a:moveTo>
                  <a:lnTo>
                    <a:pt x="765048" y="1523"/>
                  </a:lnTo>
                  <a:lnTo>
                    <a:pt x="766572" y="1523"/>
                  </a:lnTo>
                  <a:lnTo>
                    <a:pt x="766572" y="0"/>
                  </a:lnTo>
                  <a:lnTo>
                    <a:pt x="771144" y="0"/>
                  </a:lnTo>
                  <a:lnTo>
                    <a:pt x="772667" y="1523"/>
                  </a:lnTo>
                  <a:lnTo>
                    <a:pt x="772667" y="7619"/>
                  </a:lnTo>
                  <a:lnTo>
                    <a:pt x="766572" y="7619"/>
                  </a:lnTo>
                  <a:lnTo>
                    <a:pt x="765048" y="6095"/>
                  </a:lnTo>
                  <a:close/>
                </a:path>
                <a:path w="3632200" h="7620">
                  <a:moveTo>
                    <a:pt x="804672" y="4571"/>
                  </a:moveTo>
                  <a:lnTo>
                    <a:pt x="804672" y="3047"/>
                  </a:lnTo>
                  <a:lnTo>
                    <a:pt x="807719" y="0"/>
                  </a:lnTo>
                  <a:lnTo>
                    <a:pt x="810767" y="0"/>
                  </a:lnTo>
                  <a:lnTo>
                    <a:pt x="813816" y="3047"/>
                  </a:lnTo>
                  <a:lnTo>
                    <a:pt x="813816" y="4571"/>
                  </a:lnTo>
                  <a:lnTo>
                    <a:pt x="812292" y="6095"/>
                  </a:lnTo>
                  <a:lnTo>
                    <a:pt x="812292" y="7619"/>
                  </a:lnTo>
                  <a:lnTo>
                    <a:pt x="806196" y="7619"/>
                  </a:lnTo>
                  <a:lnTo>
                    <a:pt x="806196" y="6095"/>
                  </a:lnTo>
                  <a:lnTo>
                    <a:pt x="804672" y="4571"/>
                  </a:lnTo>
                  <a:close/>
                </a:path>
                <a:path w="3632200" h="7620">
                  <a:moveTo>
                    <a:pt x="845819" y="6095"/>
                  </a:moveTo>
                  <a:lnTo>
                    <a:pt x="845819" y="1523"/>
                  </a:lnTo>
                  <a:lnTo>
                    <a:pt x="847344" y="1523"/>
                  </a:lnTo>
                  <a:lnTo>
                    <a:pt x="847344" y="0"/>
                  </a:lnTo>
                  <a:lnTo>
                    <a:pt x="851916" y="0"/>
                  </a:lnTo>
                  <a:lnTo>
                    <a:pt x="851916" y="1523"/>
                  </a:lnTo>
                  <a:lnTo>
                    <a:pt x="853440" y="1523"/>
                  </a:lnTo>
                  <a:lnTo>
                    <a:pt x="853440" y="6095"/>
                  </a:lnTo>
                  <a:lnTo>
                    <a:pt x="851916" y="7619"/>
                  </a:lnTo>
                  <a:lnTo>
                    <a:pt x="847344" y="7619"/>
                  </a:lnTo>
                  <a:lnTo>
                    <a:pt x="845819" y="6095"/>
                  </a:lnTo>
                  <a:close/>
                </a:path>
                <a:path w="3632200" h="7620">
                  <a:moveTo>
                    <a:pt x="885444" y="4571"/>
                  </a:moveTo>
                  <a:lnTo>
                    <a:pt x="885444" y="3047"/>
                  </a:lnTo>
                  <a:lnTo>
                    <a:pt x="888492" y="0"/>
                  </a:lnTo>
                  <a:lnTo>
                    <a:pt x="891540" y="0"/>
                  </a:lnTo>
                  <a:lnTo>
                    <a:pt x="894588" y="3047"/>
                  </a:lnTo>
                  <a:lnTo>
                    <a:pt x="894588" y="4571"/>
                  </a:lnTo>
                  <a:lnTo>
                    <a:pt x="893064" y="6095"/>
                  </a:lnTo>
                  <a:lnTo>
                    <a:pt x="893064" y="7619"/>
                  </a:lnTo>
                  <a:lnTo>
                    <a:pt x="886967" y="7619"/>
                  </a:lnTo>
                  <a:lnTo>
                    <a:pt x="886967" y="6095"/>
                  </a:lnTo>
                  <a:lnTo>
                    <a:pt x="885444" y="4571"/>
                  </a:lnTo>
                  <a:close/>
                </a:path>
                <a:path w="3632200" h="7620">
                  <a:moveTo>
                    <a:pt x="926592" y="7619"/>
                  </a:moveTo>
                  <a:lnTo>
                    <a:pt x="926592" y="1523"/>
                  </a:lnTo>
                  <a:lnTo>
                    <a:pt x="928116" y="0"/>
                  </a:lnTo>
                  <a:lnTo>
                    <a:pt x="932688" y="0"/>
                  </a:lnTo>
                  <a:lnTo>
                    <a:pt x="932688" y="1523"/>
                  </a:lnTo>
                  <a:lnTo>
                    <a:pt x="934212" y="1523"/>
                  </a:lnTo>
                  <a:lnTo>
                    <a:pt x="934212" y="6095"/>
                  </a:lnTo>
                  <a:lnTo>
                    <a:pt x="932688" y="7619"/>
                  </a:lnTo>
                  <a:lnTo>
                    <a:pt x="926592" y="7619"/>
                  </a:lnTo>
                  <a:close/>
                </a:path>
                <a:path w="3632200" h="7620">
                  <a:moveTo>
                    <a:pt x="966216" y="6095"/>
                  </a:moveTo>
                  <a:lnTo>
                    <a:pt x="966216" y="1523"/>
                  </a:lnTo>
                  <a:lnTo>
                    <a:pt x="967740" y="1523"/>
                  </a:lnTo>
                  <a:lnTo>
                    <a:pt x="967740" y="0"/>
                  </a:lnTo>
                  <a:lnTo>
                    <a:pt x="972312" y="0"/>
                  </a:lnTo>
                  <a:lnTo>
                    <a:pt x="973835" y="1523"/>
                  </a:lnTo>
                  <a:lnTo>
                    <a:pt x="973835" y="7619"/>
                  </a:lnTo>
                  <a:lnTo>
                    <a:pt x="967740" y="7619"/>
                  </a:lnTo>
                  <a:lnTo>
                    <a:pt x="966216" y="6095"/>
                  </a:lnTo>
                  <a:close/>
                </a:path>
                <a:path w="3632200" h="7620">
                  <a:moveTo>
                    <a:pt x="1005840" y="4571"/>
                  </a:moveTo>
                  <a:lnTo>
                    <a:pt x="1005840" y="3047"/>
                  </a:lnTo>
                  <a:lnTo>
                    <a:pt x="1008888" y="0"/>
                  </a:lnTo>
                  <a:lnTo>
                    <a:pt x="1011935" y="0"/>
                  </a:lnTo>
                  <a:lnTo>
                    <a:pt x="1013460" y="1523"/>
                  </a:lnTo>
                  <a:lnTo>
                    <a:pt x="1014984" y="1523"/>
                  </a:lnTo>
                  <a:lnTo>
                    <a:pt x="1014984" y="6095"/>
                  </a:lnTo>
                  <a:lnTo>
                    <a:pt x="1013460" y="7619"/>
                  </a:lnTo>
                  <a:lnTo>
                    <a:pt x="1007364" y="7619"/>
                  </a:lnTo>
                  <a:lnTo>
                    <a:pt x="1007364" y="6095"/>
                  </a:lnTo>
                  <a:lnTo>
                    <a:pt x="1005840" y="4571"/>
                  </a:lnTo>
                  <a:close/>
                </a:path>
                <a:path w="3632200" h="7620">
                  <a:moveTo>
                    <a:pt x="1046988" y="6095"/>
                  </a:moveTo>
                  <a:lnTo>
                    <a:pt x="1046988" y="1523"/>
                  </a:lnTo>
                  <a:lnTo>
                    <a:pt x="1048512" y="1523"/>
                  </a:lnTo>
                  <a:lnTo>
                    <a:pt x="1048512" y="0"/>
                  </a:lnTo>
                  <a:lnTo>
                    <a:pt x="1053084" y="0"/>
                  </a:lnTo>
                  <a:lnTo>
                    <a:pt x="1053084" y="1523"/>
                  </a:lnTo>
                  <a:lnTo>
                    <a:pt x="1054608" y="1523"/>
                  </a:lnTo>
                  <a:lnTo>
                    <a:pt x="1054608" y="6095"/>
                  </a:lnTo>
                  <a:lnTo>
                    <a:pt x="1053084" y="7619"/>
                  </a:lnTo>
                  <a:lnTo>
                    <a:pt x="1048512" y="7619"/>
                  </a:lnTo>
                  <a:lnTo>
                    <a:pt x="1046988" y="6095"/>
                  </a:lnTo>
                  <a:close/>
                </a:path>
                <a:path w="3632200" h="7620">
                  <a:moveTo>
                    <a:pt x="1086612" y="4571"/>
                  </a:moveTo>
                  <a:lnTo>
                    <a:pt x="1086612" y="3047"/>
                  </a:lnTo>
                  <a:lnTo>
                    <a:pt x="1089660" y="0"/>
                  </a:lnTo>
                  <a:lnTo>
                    <a:pt x="1092708" y="0"/>
                  </a:lnTo>
                  <a:lnTo>
                    <a:pt x="1095756" y="3047"/>
                  </a:lnTo>
                  <a:lnTo>
                    <a:pt x="1095756" y="4571"/>
                  </a:lnTo>
                  <a:lnTo>
                    <a:pt x="1094232" y="6095"/>
                  </a:lnTo>
                  <a:lnTo>
                    <a:pt x="1094232" y="7619"/>
                  </a:lnTo>
                  <a:lnTo>
                    <a:pt x="1088135" y="7619"/>
                  </a:lnTo>
                  <a:lnTo>
                    <a:pt x="1088135" y="6095"/>
                  </a:lnTo>
                  <a:lnTo>
                    <a:pt x="1086612" y="4571"/>
                  </a:lnTo>
                  <a:close/>
                </a:path>
                <a:path w="3632200" h="7620">
                  <a:moveTo>
                    <a:pt x="1127760" y="6095"/>
                  </a:moveTo>
                  <a:lnTo>
                    <a:pt x="1127760" y="1523"/>
                  </a:lnTo>
                  <a:lnTo>
                    <a:pt x="1129284" y="1523"/>
                  </a:lnTo>
                  <a:lnTo>
                    <a:pt x="1129284" y="0"/>
                  </a:lnTo>
                  <a:lnTo>
                    <a:pt x="1133856" y="0"/>
                  </a:lnTo>
                  <a:lnTo>
                    <a:pt x="1133856" y="1523"/>
                  </a:lnTo>
                  <a:lnTo>
                    <a:pt x="1135380" y="1523"/>
                  </a:lnTo>
                  <a:lnTo>
                    <a:pt x="1135380" y="6095"/>
                  </a:lnTo>
                  <a:lnTo>
                    <a:pt x="1133856" y="7619"/>
                  </a:lnTo>
                  <a:lnTo>
                    <a:pt x="1129284" y="7619"/>
                  </a:lnTo>
                  <a:lnTo>
                    <a:pt x="1127760" y="6095"/>
                  </a:lnTo>
                  <a:close/>
                </a:path>
                <a:path w="3632200" h="7620">
                  <a:moveTo>
                    <a:pt x="1167384" y="6095"/>
                  </a:moveTo>
                  <a:lnTo>
                    <a:pt x="1167384" y="1523"/>
                  </a:lnTo>
                  <a:lnTo>
                    <a:pt x="1168908" y="1523"/>
                  </a:lnTo>
                  <a:lnTo>
                    <a:pt x="1168908" y="0"/>
                  </a:lnTo>
                  <a:lnTo>
                    <a:pt x="1173480" y="0"/>
                  </a:lnTo>
                  <a:lnTo>
                    <a:pt x="1175003" y="1523"/>
                  </a:lnTo>
                  <a:lnTo>
                    <a:pt x="1175003" y="7619"/>
                  </a:lnTo>
                  <a:lnTo>
                    <a:pt x="1168908" y="7619"/>
                  </a:lnTo>
                  <a:lnTo>
                    <a:pt x="1167384" y="6095"/>
                  </a:lnTo>
                  <a:close/>
                </a:path>
                <a:path w="3632200" h="7620">
                  <a:moveTo>
                    <a:pt x="1208532" y="7619"/>
                  </a:moveTo>
                  <a:lnTo>
                    <a:pt x="1208532" y="1523"/>
                  </a:lnTo>
                  <a:lnTo>
                    <a:pt x="1210056" y="0"/>
                  </a:lnTo>
                  <a:lnTo>
                    <a:pt x="1214628" y="0"/>
                  </a:lnTo>
                  <a:lnTo>
                    <a:pt x="1214628" y="1523"/>
                  </a:lnTo>
                  <a:lnTo>
                    <a:pt x="1216151" y="1523"/>
                  </a:lnTo>
                  <a:lnTo>
                    <a:pt x="1216151" y="6095"/>
                  </a:lnTo>
                  <a:lnTo>
                    <a:pt x="1214628" y="7619"/>
                  </a:lnTo>
                  <a:lnTo>
                    <a:pt x="1208532" y="7619"/>
                  </a:lnTo>
                  <a:close/>
                </a:path>
                <a:path w="3632200" h="7620">
                  <a:moveTo>
                    <a:pt x="1248156" y="6095"/>
                  </a:moveTo>
                  <a:lnTo>
                    <a:pt x="1248156" y="1523"/>
                  </a:lnTo>
                  <a:lnTo>
                    <a:pt x="1249680" y="1523"/>
                  </a:lnTo>
                  <a:lnTo>
                    <a:pt x="1249680" y="0"/>
                  </a:lnTo>
                  <a:lnTo>
                    <a:pt x="1254251" y="0"/>
                  </a:lnTo>
                  <a:lnTo>
                    <a:pt x="1254251" y="1523"/>
                  </a:lnTo>
                  <a:lnTo>
                    <a:pt x="1255776" y="1523"/>
                  </a:lnTo>
                  <a:lnTo>
                    <a:pt x="1255776" y="6095"/>
                  </a:lnTo>
                  <a:lnTo>
                    <a:pt x="1254251" y="7619"/>
                  </a:lnTo>
                  <a:lnTo>
                    <a:pt x="1249680" y="7619"/>
                  </a:lnTo>
                  <a:lnTo>
                    <a:pt x="1248156" y="6095"/>
                  </a:lnTo>
                  <a:close/>
                </a:path>
                <a:path w="3632200" h="7620">
                  <a:moveTo>
                    <a:pt x="1287780" y="4571"/>
                  </a:moveTo>
                  <a:lnTo>
                    <a:pt x="1287780" y="3047"/>
                  </a:lnTo>
                  <a:lnTo>
                    <a:pt x="1290828" y="0"/>
                  </a:lnTo>
                  <a:lnTo>
                    <a:pt x="1293876" y="0"/>
                  </a:lnTo>
                  <a:lnTo>
                    <a:pt x="1296924" y="3047"/>
                  </a:lnTo>
                  <a:lnTo>
                    <a:pt x="1296924" y="4571"/>
                  </a:lnTo>
                  <a:lnTo>
                    <a:pt x="1295400" y="6095"/>
                  </a:lnTo>
                  <a:lnTo>
                    <a:pt x="1295400" y="7619"/>
                  </a:lnTo>
                  <a:lnTo>
                    <a:pt x="1289303" y="7619"/>
                  </a:lnTo>
                  <a:lnTo>
                    <a:pt x="1289303" y="6095"/>
                  </a:lnTo>
                  <a:lnTo>
                    <a:pt x="1287780" y="4571"/>
                  </a:lnTo>
                  <a:close/>
                </a:path>
                <a:path w="3632200" h="7620">
                  <a:moveTo>
                    <a:pt x="1328928" y="6095"/>
                  </a:moveTo>
                  <a:lnTo>
                    <a:pt x="1328928" y="1523"/>
                  </a:lnTo>
                  <a:lnTo>
                    <a:pt x="1330451" y="1523"/>
                  </a:lnTo>
                  <a:lnTo>
                    <a:pt x="1330451" y="0"/>
                  </a:lnTo>
                  <a:lnTo>
                    <a:pt x="1335024" y="0"/>
                  </a:lnTo>
                  <a:lnTo>
                    <a:pt x="1335024" y="1523"/>
                  </a:lnTo>
                  <a:lnTo>
                    <a:pt x="1336548" y="1523"/>
                  </a:lnTo>
                  <a:lnTo>
                    <a:pt x="1336548" y="6095"/>
                  </a:lnTo>
                  <a:lnTo>
                    <a:pt x="1335024" y="7619"/>
                  </a:lnTo>
                  <a:lnTo>
                    <a:pt x="1330451" y="7619"/>
                  </a:lnTo>
                  <a:lnTo>
                    <a:pt x="1328928" y="6095"/>
                  </a:lnTo>
                  <a:close/>
                </a:path>
                <a:path w="3632200" h="7620">
                  <a:moveTo>
                    <a:pt x="1368551" y="6095"/>
                  </a:moveTo>
                  <a:lnTo>
                    <a:pt x="1368551" y="1523"/>
                  </a:lnTo>
                  <a:lnTo>
                    <a:pt x="1370076" y="1523"/>
                  </a:lnTo>
                  <a:lnTo>
                    <a:pt x="1371600" y="0"/>
                  </a:lnTo>
                  <a:lnTo>
                    <a:pt x="1374648" y="0"/>
                  </a:lnTo>
                  <a:lnTo>
                    <a:pt x="1377696" y="3047"/>
                  </a:lnTo>
                  <a:lnTo>
                    <a:pt x="1377696" y="4571"/>
                  </a:lnTo>
                  <a:lnTo>
                    <a:pt x="1376172" y="6095"/>
                  </a:lnTo>
                  <a:lnTo>
                    <a:pt x="1376172" y="7619"/>
                  </a:lnTo>
                  <a:lnTo>
                    <a:pt x="1370076" y="7619"/>
                  </a:lnTo>
                  <a:lnTo>
                    <a:pt x="1368551" y="6095"/>
                  </a:lnTo>
                  <a:close/>
                </a:path>
                <a:path w="3632200" h="7620">
                  <a:moveTo>
                    <a:pt x="1409700" y="7619"/>
                  </a:moveTo>
                  <a:lnTo>
                    <a:pt x="1409700" y="1523"/>
                  </a:lnTo>
                  <a:lnTo>
                    <a:pt x="1411224" y="0"/>
                  </a:lnTo>
                  <a:lnTo>
                    <a:pt x="1415796" y="0"/>
                  </a:lnTo>
                  <a:lnTo>
                    <a:pt x="1415796" y="1523"/>
                  </a:lnTo>
                  <a:lnTo>
                    <a:pt x="1417319" y="1523"/>
                  </a:lnTo>
                  <a:lnTo>
                    <a:pt x="1417319" y="6095"/>
                  </a:lnTo>
                  <a:lnTo>
                    <a:pt x="1415796" y="7619"/>
                  </a:lnTo>
                  <a:lnTo>
                    <a:pt x="1409700" y="7619"/>
                  </a:lnTo>
                  <a:close/>
                </a:path>
                <a:path w="3632200" h="7620">
                  <a:moveTo>
                    <a:pt x="1449324" y="6095"/>
                  </a:moveTo>
                  <a:lnTo>
                    <a:pt x="1449324" y="1523"/>
                  </a:lnTo>
                  <a:lnTo>
                    <a:pt x="1450848" y="1523"/>
                  </a:lnTo>
                  <a:lnTo>
                    <a:pt x="1450848" y="0"/>
                  </a:lnTo>
                  <a:lnTo>
                    <a:pt x="1455419" y="0"/>
                  </a:lnTo>
                  <a:lnTo>
                    <a:pt x="1456944" y="1523"/>
                  </a:lnTo>
                  <a:lnTo>
                    <a:pt x="1456944" y="7619"/>
                  </a:lnTo>
                  <a:lnTo>
                    <a:pt x="1450848" y="7619"/>
                  </a:lnTo>
                  <a:lnTo>
                    <a:pt x="1449324" y="6095"/>
                  </a:lnTo>
                  <a:close/>
                </a:path>
                <a:path w="3632200" h="7620">
                  <a:moveTo>
                    <a:pt x="1488948" y="4571"/>
                  </a:moveTo>
                  <a:lnTo>
                    <a:pt x="1488948" y="3047"/>
                  </a:lnTo>
                  <a:lnTo>
                    <a:pt x="1491996" y="0"/>
                  </a:lnTo>
                  <a:lnTo>
                    <a:pt x="1495044" y="0"/>
                  </a:lnTo>
                  <a:lnTo>
                    <a:pt x="1496567" y="1523"/>
                  </a:lnTo>
                  <a:lnTo>
                    <a:pt x="1498092" y="1523"/>
                  </a:lnTo>
                  <a:lnTo>
                    <a:pt x="1498092" y="6095"/>
                  </a:lnTo>
                  <a:lnTo>
                    <a:pt x="1496567" y="7619"/>
                  </a:lnTo>
                  <a:lnTo>
                    <a:pt x="1490472" y="7619"/>
                  </a:lnTo>
                  <a:lnTo>
                    <a:pt x="1490472" y="6095"/>
                  </a:lnTo>
                  <a:lnTo>
                    <a:pt x="1488948" y="4571"/>
                  </a:lnTo>
                  <a:close/>
                </a:path>
                <a:path w="3632200" h="7620">
                  <a:moveTo>
                    <a:pt x="1530096" y="6095"/>
                  </a:moveTo>
                  <a:lnTo>
                    <a:pt x="1530096" y="1523"/>
                  </a:lnTo>
                  <a:lnTo>
                    <a:pt x="1531619" y="1523"/>
                  </a:lnTo>
                  <a:lnTo>
                    <a:pt x="1531619" y="0"/>
                  </a:lnTo>
                  <a:lnTo>
                    <a:pt x="1536192" y="0"/>
                  </a:lnTo>
                  <a:lnTo>
                    <a:pt x="1536192" y="1523"/>
                  </a:lnTo>
                  <a:lnTo>
                    <a:pt x="1537716" y="1523"/>
                  </a:lnTo>
                  <a:lnTo>
                    <a:pt x="1537716" y="6095"/>
                  </a:lnTo>
                  <a:lnTo>
                    <a:pt x="1536192" y="7619"/>
                  </a:lnTo>
                  <a:lnTo>
                    <a:pt x="1531619" y="7619"/>
                  </a:lnTo>
                  <a:lnTo>
                    <a:pt x="1530096" y="6095"/>
                  </a:lnTo>
                  <a:close/>
                </a:path>
                <a:path w="3632200" h="7620">
                  <a:moveTo>
                    <a:pt x="1569719" y="4571"/>
                  </a:moveTo>
                  <a:lnTo>
                    <a:pt x="1569719" y="3047"/>
                  </a:lnTo>
                  <a:lnTo>
                    <a:pt x="1572767" y="0"/>
                  </a:lnTo>
                  <a:lnTo>
                    <a:pt x="1575816" y="0"/>
                  </a:lnTo>
                  <a:lnTo>
                    <a:pt x="1578864" y="3047"/>
                  </a:lnTo>
                  <a:lnTo>
                    <a:pt x="1578864" y="4571"/>
                  </a:lnTo>
                  <a:lnTo>
                    <a:pt x="1577340" y="6095"/>
                  </a:lnTo>
                  <a:lnTo>
                    <a:pt x="1577340" y="7619"/>
                  </a:lnTo>
                  <a:lnTo>
                    <a:pt x="1571244" y="7619"/>
                  </a:lnTo>
                  <a:lnTo>
                    <a:pt x="1571244" y="6095"/>
                  </a:lnTo>
                  <a:lnTo>
                    <a:pt x="1569719" y="4571"/>
                  </a:lnTo>
                  <a:close/>
                </a:path>
                <a:path w="3632200" h="7620">
                  <a:moveTo>
                    <a:pt x="1610868" y="7619"/>
                  </a:moveTo>
                  <a:lnTo>
                    <a:pt x="1610868" y="1523"/>
                  </a:lnTo>
                  <a:lnTo>
                    <a:pt x="1612392" y="0"/>
                  </a:lnTo>
                  <a:lnTo>
                    <a:pt x="1616964" y="0"/>
                  </a:lnTo>
                  <a:lnTo>
                    <a:pt x="1616964" y="1523"/>
                  </a:lnTo>
                  <a:lnTo>
                    <a:pt x="1618488" y="1523"/>
                  </a:lnTo>
                  <a:lnTo>
                    <a:pt x="1618488" y="6095"/>
                  </a:lnTo>
                  <a:lnTo>
                    <a:pt x="1616964" y="7619"/>
                  </a:lnTo>
                  <a:lnTo>
                    <a:pt x="1610868" y="7619"/>
                  </a:lnTo>
                  <a:close/>
                </a:path>
                <a:path w="3632200" h="7620">
                  <a:moveTo>
                    <a:pt x="1650492" y="6095"/>
                  </a:moveTo>
                  <a:lnTo>
                    <a:pt x="1650492" y="1523"/>
                  </a:lnTo>
                  <a:lnTo>
                    <a:pt x="1652016" y="1523"/>
                  </a:lnTo>
                  <a:lnTo>
                    <a:pt x="1652016" y="0"/>
                  </a:lnTo>
                  <a:lnTo>
                    <a:pt x="1656588" y="0"/>
                  </a:lnTo>
                  <a:lnTo>
                    <a:pt x="1658112" y="1523"/>
                  </a:lnTo>
                  <a:lnTo>
                    <a:pt x="1658112" y="7619"/>
                  </a:lnTo>
                  <a:lnTo>
                    <a:pt x="1652016" y="7619"/>
                  </a:lnTo>
                  <a:lnTo>
                    <a:pt x="1650492" y="6095"/>
                  </a:lnTo>
                  <a:close/>
                </a:path>
                <a:path w="3632200" h="7620">
                  <a:moveTo>
                    <a:pt x="1691640" y="7619"/>
                  </a:moveTo>
                  <a:lnTo>
                    <a:pt x="1691640" y="1523"/>
                  </a:lnTo>
                  <a:lnTo>
                    <a:pt x="1693164" y="0"/>
                  </a:lnTo>
                  <a:lnTo>
                    <a:pt x="1697735" y="0"/>
                  </a:lnTo>
                  <a:lnTo>
                    <a:pt x="1697735" y="1523"/>
                  </a:lnTo>
                  <a:lnTo>
                    <a:pt x="1699260" y="1523"/>
                  </a:lnTo>
                  <a:lnTo>
                    <a:pt x="1699260" y="6095"/>
                  </a:lnTo>
                  <a:lnTo>
                    <a:pt x="1697735" y="7619"/>
                  </a:lnTo>
                  <a:lnTo>
                    <a:pt x="1691640" y="7619"/>
                  </a:lnTo>
                  <a:close/>
                </a:path>
                <a:path w="3632200" h="7620">
                  <a:moveTo>
                    <a:pt x="1731264" y="6095"/>
                  </a:moveTo>
                  <a:lnTo>
                    <a:pt x="1731264" y="1523"/>
                  </a:lnTo>
                  <a:lnTo>
                    <a:pt x="1732788" y="1523"/>
                  </a:lnTo>
                  <a:lnTo>
                    <a:pt x="1732788" y="0"/>
                  </a:lnTo>
                  <a:lnTo>
                    <a:pt x="1737360" y="0"/>
                  </a:lnTo>
                  <a:lnTo>
                    <a:pt x="1737360" y="1523"/>
                  </a:lnTo>
                  <a:lnTo>
                    <a:pt x="1738884" y="1523"/>
                  </a:lnTo>
                  <a:lnTo>
                    <a:pt x="1738884" y="6095"/>
                  </a:lnTo>
                  <a:lnTo>
                    <a:pt x="1737360" y="7619"/>
                  </a:lnTo>
                  <a:lnTo>
                    <a:pt x="1732788" y="7619"/>
                  </a:lnTo>
                  <a:lnTo>
                    <a:pt x="1731264" y="6095"/>
                  </a:lnTo>
                  <a:close/>
                </a:path>
                <a:path w="3632200" h="7620">
                  <a:moveTo>
                    <a:pt x="1770888" y="4571"/>
                  </a:moveTo>
                  <a:lnTo>
                    <a:pt x="1770888" y="3047"/>
                  </a:lnTo>
                  <a:lnTo>
                    <a:pt x="1773935" y="0"/>
                  </a:lnTo>
                  <a:lnTo>
                    <a:pt x="1776984" y="0"/>
                  </a:lnTo>
                  <a:lnTo>
                    <a:pt x="1780032" y="3047"/>
                  </a:lnTo>
                  <a:lnTo>
                    <a:pt x="1780032" y="4571"/>
                  </a:lnTo>
                  <a:lnTo>
                    <a:pt x="1778508" y="6095"/>
                  </a:lnTo>
                  <a:lnTo>
                    <a:pt x="1778508" y="7619"/>
                  </a:lnTo>
                  <a:lnTo>
                    <a:pt x="1772412" y="7619"/>
                  </a:lnTo>
                  <a:lnTo>
                    <a:pt x="1772412" y="6095"/>
                  </a:lnTo>
                  <a:lnTo>
                    <a:pt x="1770888" y="4571"/>
                  </a:lnTo>
                  <a:close/>
                </a:path>
                <a:path w="3632200" h="7620">
                  <a:moveTo>
                    <a:pt x="1812035" y="6095"/>
                  </a:moveTo>
                  <a:lnTo>
                    <a:pt x="1812035" y="1523"/>
                  </a:lnTo>
                  <a:lnTo>
                    <a:pt x="1813560" y="1523"/>
                  </a:lnTo>
                  <a:lnTo>
                    <a:pt x="1813560" y="0"/>
                  </a:lnTo>
                  <a:lnTo>
                    <a:pt x="1818132" y="0"/>
                  </a:lnTo>
                  <a:lnTo>
                    <a:pt x="1818132" y="1523"/>
                  </a:lnTo>
                  <a:lnTo>
                    <a:pt x="1819656" y="1523"/>
                  </a:lnTo>
                  <a:lnTo>
                    <a:pt x="1819656" y="6095"/>
                  </a:lnTo>
                  <a:lnTo>
                    <a:pt x="1818132" y="7619"/>
                  </a:lnTo>
                  <a:lnTo>
                    <a:pt x="1813560" y="7619"/>
                  </a:lnTo>
                  <a:lnTo>
                    <a:pt x="1812035" y="6095"/>
                  </a:lnTo>
                  <a:close/>
                </a:path>
                <a:path w="3632200" h="7620">
                  <a:moveTo>
                    <a:pt x="1851660" y="6095"/>
                  </a:moveTo>
                  <a:lnTo>
                    <a:pt x="1851660" y="1523"/>
                  </a:lnTo>
                  <a:lnTo>
                    <a:pt x="1853184" y="1523"/>
                  </a:lnTo>
                  <a:lnTo>
                    <a:pt x="1854708" y="0"/>
                  </a:lnTo>
                  <a:lnTo>
                    <a:pt x="1857756" y="0"/>
                  </a:lnTo>
                  <a:lnTo>
                    <a:pt x="1860803" y="3047"/>
                  </a:lnTo>
                  <a:lnTo>
                    <a:pt x="1860803" y="4571"/>
                  </a:lnTo>
                  <a:lnTo>
                    <a:pt x="1859280" y="6095"/>
                  </a:lnTo>
                  <a:lnTo>
                    <a:pt x="1859280" y="7619"/>
                  </a:lnTo>
                  <a:lnTo>
                    <a:pt x="1853184" y="7619"/>
                  </a:lnTo>
                  <a:lnTo>
                    <a:pt x="1851660" y="6095"/>
                  </a:lnTo>
                  <a:close/>
                </a:path>
                <a:path w="3632200" h="7620">
                  <a:moveTo>
                    <a:pt x="1892808" y="7619"/>
                  </a:moveTo>
                  <a:lnTo>
                    <a:pt x="1892808" y="1523"/>
                  </a:lnTo>
                  <a:lnTo>
                    <a:pt x="1894332" y="0"/>
                  </a:lnTo>
                  <a:lnTo>
                    <a:pt x="1898903" y="0"/>
                  </a:lnTo>
                  <a:lnTo>
                    <a:pt x="1898903" y="1523"/>
                  </a:lnTo>
                  <a:lnTo>
                    <a:pt x="1900428" y="1523"/>
                  </a:lnTo>
                  <a:lnTo>
                    <a:pt x="1900428" y="6095"/>
                  </a:lnTo>
                  <a:lnTo>
                    <a:pt x="1898903" y="7619"/>
                  </a:lnTo>
                  <a:lnTo>
                    <a:pt x="1892808" y="7619"/>
                  </a:lnTo>
                  <a:close/>
                </a:path>
                <a:path w="3632200" h="7620">
                  <a:moveTo>
                    <a:pt x="1932432" y="6095"/>
                  </a:moveTo>
                  <a:lnTo>
                    <a:pt x="1932432" y="1523"/>
                  </a:lnTo>
                  <a:lnTo>
                    <a:pt x="1933956" y="1523"/>
                  </a:lnTo>
                  <a:lnTo>
                    <a:pt x="1933956" y="0"/>
                  </a:lnTo>
                  <a:lnTo>
                    <a:pt x="1938528" y="0"/>
                  </a:lnTo>
                  <a:lnTo>
                    <a:pt x="1940051" y="1523"/>
                  </a:lnTo>
                  <a:lnTo>
                    <a:pt x="1940051" y="7619"/>
                  </a:lnTo>
                  <a:lnTo>
                    <a:pt x="1933956" y="7619"/>
                  </a:lnTo>
                  <a:lnTo>
                    <a:pt x="1932432" y="6095"/>
                  </a:lnTo>
                  <a:close/>
                </a:path>
                <a:path w="3632200" h="7620">
                  <a:moveTo>
                    <a:pt x="1972056" y="4571"/>
                  </a:moveTo>
                  <a:lnTo>
                    <a:pt x="1972056" y="3047"/>
                  </a:lnTo>
                  <a:lnTo>
                    <a:pt x="1975103" y="0"/>
                  </a:lnTo>
                  <a:lnTo>
                    <a:pt x="1978151" y="0"/>
                  </a:lnTo>
                  <a:lnTo>
                    <a:pt x="1981200" y="3047"/>
                  </a:lnTo>
                  <a:lnTo>
                    <a:pt x="1981200" y="4571"/>
                  </a:lnTo>
                  <a:lnTo>
                    <a:pt x="1979676" y="6095"/>
                  </a:lnTo>
                  <a:lnTo>
                    <a:pt x="1979676" y="7619"/>
                  </a:lnTo>
                  <a:lnTo>
                    <a:pt x="1973580" y="7619"/>
                  </a:lnTo>
                  <a:lnTo>
                    <a:pt x="1973580" y="6095"/>
                  </a:lnTo>
                  <a:lnTo>
                    <a:pt x="1972056" y="4571"/>
                  </a:lnTo>
                  <a:close/>
                </a:path>
                <a:path w="3632200" h="7620">
                  <a:moveTo>
                    <a:pt x="2013203" y="6095"/>
                  </a:moveTo>
                  <a:lnTo>
                    <a:pt x="2013203" y="1523"/>
                  </a:lnTo>
                  <a:lnTo>
                    <a:pt x="2014728" y="1523"/>
                  </a:lnTo>
                  <a:lnTo>
                    <a:pt x="2014728" y="0"/>
                  </a:lnTo>
                  <a:lnTo>
                    <a:pt x="2019300" y="0"/>
                  </a:lnTo>
                  <a:lnTo>
                    <a:pt x="2019300" y="1523"/>
                  </a:lnTo>
                  <a:lnTo>
                    <a:pt x="2020824" y="1523"/>
                  </a:lnTo>
                  <a:lnTo>
                    <a:pt x="2020824" y="6095"/>
                  </a:lnTo>
                  <a:lnTo>
                    <a:pt x="2019300" y="7619"/>
                  </a:lnTo>
                  <a:lnTo>
                    <a:pt x="2014728" y="7619"/>
                  </a:lnTo>
                  <a:lnTo>
                    <a:pt x="2013203" y="6095"/>
                  </a:lnTo>
                  <a:close/>
                </a:path>
                <a:path w="3632200" h="7620">
                  <a:moveTo>
                    <a:pt x="2052828" y="4571"/>
                  </a:moveTo>
                  <a:lnTo>
                    <a:pt x="2052828" y="3047"/>
                  </a:lnTo>
                  <a:lnTo>
                    <a:pt x="2055876" y="0"/>
                  </a:lnTo>
                  <a:lnTo>
                    <a:pt x="2058924" y="0"/>
                  </a:lnTo>
                  <a:lnTo>
                    <a:pt x="2061972" y="3047"/>
                  </a:lnTo>
                  <a:lnTo>
                    <a:pt x="2061972" y="4571"/>
                  </a:lnTo>
                  <a:lnTo>
                    <a:pt x="2060448" y="6095"/>
                  </a:lnTo>
                  <a:lnTo>
                    <a:pt x="2060448" y="7619"/>
                  </a:lnTo>
                  <a:lnTo>
                    <a:pt x="2054351" y="7619"/>
                  </a:lnTo>
                  <a:lnTo>
                    <a:pt x="2054351" y="6095"/>
                  </a:lnTo>
                  <a:lnTo>
                    <a:pt x="2052828" y="4571"/>
                  </a:lnTo>
                  <a:close/>
                </a:path>
                <a:path w="3632200" h="7620">
                  <a:moveTo>
                    <a:pt x="2093976" y="7619"/>
                  </a:moveTo>
                  <a:lnTo>
                    <a:pt x="2093976" y="1523"/>
                  </a:lnTo>
                  <a:lnTo>
                    <a:pt x="2095500" y="0"/>
                  </a:lnTo>
                  <a:lnTo>
                    <a:pt x="2100072" y="0"/>
                  </a:lnTo>
                  <a:lnTo>
                    <a:pt x="2100072" y="1523"/>
                  </a:lnTo>
                  <a:lnTo>
                    <a:pt x="2101596" y="1523"/>
                  </a:lnTo>
                  <a:lnTo>
                    <a:pt x="2101596" y="6095"/>
                  </a:lnTo>
                  <a:lnTo>
                    <a:pt x="2100072" y="7619"/>
                  </a:lnTo>
                  <a:lnTo>
                    <a:pt x="2093976" y="7619"/>
                  </a:lnTo>
                  <a:close/>
                </a:path>
                <a:path w="3632200" h="7620">
                  <a:moveTo>
                    <a:pt x="2133600" y="6095"/>
                  </a:moveTo>
                  <a:lnTo>
                    <a:pt x="2133600" y="1523"/>
                  </a:lnTo>
                  <a:lnTo>
                    <a:pt x="2135124" y="1523"/>
                  </a:lnTo>
                  <a:lnTo>
                    <a:pt x="2135124" y="0"/>
                  </a:lnTo>
                  <a:lnTo>
                    <a:pt x="2139696" y="0"/>
                  </a:lnTo>
                  <a:lnTo>
                    <a:pt x="2141219" y="1523"/>
                  </a:lnTo>
                  <a:lnTo>
                    <a:pt x="2141219" y="7619"/>
                  </a:lnTo>
                  <a:lnTo>
                    <a:pt x="2135124" y="7619"/>
                  </a:lnTo>
                  <a:lnTo>
                    <a:pt x="2133600" y="6095"/>
                  </a:lnTo>
                  <a:close/>
                </a:path>
                <a:path w="3632200" h="7620">
                  <a:moveTo>
                    <a:pt x="2174748" y="7619"/>
                  </a:moveTo>
                  <a:lnTo>
                    <a:pt x="2174748" y="1523"/>
                  </a:lnTo>
                  <a:lnTo>
                    <a:pt x="2176272" y="0"/>
                  </a:lnTo>
                  <a:lnTo>
                    <a:pt x="2180844" y="0"/>
                  </a:lnTo>
                  <a:lnTo>
                    <a:pt x="2180844" y="1523"/>
                  </a:lnTo>
                  <a:lnTo>
                    <a:pt x="2182368" y="1523"/>
                  </a:lnTo>
                  <a:lnTo>
                    <a:pt x="2182368" y="6095"/>
                  </a:lnTo>
                  <a:lnTo>
                    <a:pt x="2180844" y="7619"/>
                  </a:lnTo>
                  <a:lnTo>
                    <a:pt x="2174748" y="7619"/>
                  </a:lnTo>
                  <a:close/>
                </a:path>
                <a:path w="3632200" h="7620">
                  <a:moveTo>
                    <a:pt x="2214372" y="6095"/>
                  </a:moveTo>
                  <a:lnTo>
                    <a:pt x="2214372" y="1523"/>
                  </a:lnTo>
                  <a:lnTo>
                    <a:pt x="2215896" y="1523"/>
                  </a:lnTo>
                  <a:lnTo>
                    <a:pt x="2215896" y="0"/>
                  </a:lnTo>
                  <a:lnTo>
                    <a:pt x="2220468" y="0"/>
                  </a:lnTo>
                  <a:lnTo>
                    <a:pt x="2220468" y="1523"/>
                  </a:lnTo>
                  <a:lnTo>
                    <a:pt x="2221992" y="1523"/>
                  </a:lnTo>
                  <a:lnTo>
                    <a:pt x="2221992" y="6095"/>
                  </a:lnTo>
                  <a:lnTo>
                    <a:pt x="2220468" y="7619"/>
                  </a:lnTo>
                  <a:lnTo>
                    <a:pt x="2215896" y="7619"/>
                  </a:lnTo>
                  <a:lnTo>
                    <a:pt x="2214372" y="6095"/>
                  </a:lnTo>
                  <a:close/>
                </a:path>
                <a:path w="3632200" h="7620">
                  <a:moveTo>
                    <a:pt x="2253996" y="4571"/>
                  </a:moveTo>
                  <a:lnTo>
                    <a:pt x="2253996" y="3047"/>
                  </a:lnTo>
                  <a:lnTo>
                    <a:pt x="2257044" y="0"/>
                  </a:lnTo>
                  <a:lnTo>
                    <a:pt x="2260092" y="0"/>
                  </a:lnTo>
                  <a:lnTo>
                    <a:pt x="2263140" y="3047"/>
                  </a:lnTo>
                  <a:lnTo>
                    <a:pt x="2263140" y="4571"/>
                  </a:lnTo>
                  <a:lnTo>
                    <a:pt x="2261616" y="6095"/>
                  </a:lnTo>
                  <a:lnTo>
                    <a:pt x="2261616" y="7619"/>
                  </a:lnTo>
                  <a:lnTo>
                    <a:pt x="2255519" y="7619"/>
                  </a:lnTo>
                  <a:lnTo>
                    <a:pt x="2255519" y="6095"/>
                  </a:lnTo>
                  <a:lnTo>
                    <a:pt x="2253996" y="4571"/>
                  </a:lnTo>
                  <a:close/>
                </a:path>
                <a:path w="3632200" h="7620">
                  <a:moveTo>
                    <a:pt x="2295144" y="6095"/>
                  </a:moveTo>
                  <a:lnTo>
                    <a:pt x="2295144" y="1523"/>
                  </a:lnTo>
                  <a:lnTo>
                    <a:pt x="2296668" y="1523"/>
                  </a:lnTo>
                  <a:lnTo>
                    <a:pt x="2296668" y="0"/>
                  </a:lnTo>
                  <a:lnTo>
                    <a:pt x="2301240" y="0"/>
                  </a:lnTo>
                  <a:lnTo>
                    <a:pt x="2301240" y="1523"/>
                  </a:lnTo>
                  <a:lnTo>
                    <a:pt x="2302764" y="1523"/>
                  </a:lnTo>
                  <a:lnTo>
                    <a:pt x="2302764" y="6095"/>
                  </a:lnTo>
                  <a:lnTo>
                    <a:pt x="2301240" y="7619"/>
                  </a:lnTo>
                  <a:lnTo>
                    <a:pt x="2296668" y="7619"/>
                  </a:lnTo>
                  <a:lnTo>
                    <a:pt x="2295144" y="6095"/>
                  </a:lnTo>
                  <a:close/>
                </a:path>
                <a:path w="3632200" h="7620">
                  <a:moveTo>
                    <a:pt x="2334768" y="6095"/>
                  </a:moveTo>
                  <a:lnTo>
                    <a:pt x="2334768" y="1523"/>
                  </a:lnTo>
                  <a:lnTo>
                    <a:pt x="2336292" y="1523"/>
                  </a:lnTo>
                  <a:lnTo>
                    <a:pt x="2336292" y="0"/>
                  </a:lnTo>
                  <a:lnTo>
                    <a:pt x="2340864" y="0"/>
                  </a:lnTo>
                  <a:lnTo>
                    <a:pt x="2342388" y="1523"/>
                  </a:lnTo>
                  <a:lnTo>
                    <a:pt x="2342388" y="7619"/>
                  </a:lnTo>
                  <a:lnTo>
                    <a:pt x="2336292" y="7619"/>
                  </a:lnTo>
                  <a:lnTo>
                    <a:pt x="2334768" y="6095"/>
                  </a:lnTo>
                  <a:close/>
                </a:path>
                <a:path w="3632200" h="7620">
                  <a:moveTo>
                    <a:pt x="2375916" y="7619"/>
                  </a:moveTo>
                  <a:lnTo>
                    <a:pt x="2375916" y="1523"/>
                  </a:lnTo>
                  <a:lnTo>
                    <a:pt x="2377440" y="0"/>
                  </a:lnTo>
                  <a:lnTo>
                    <a:pt x="2382012" y="0"/>
                  </a:lnTo>
                  <a:lnTo>
                    <a:pt x="2382012" y="1523"/>
                  </a:lnTo>
                  <a:lnTo>
                    <a:pt x="2383535" y="1523"/>
                  </a:lnTo>
                  <a:lnTo>
                    <a:pt x="2383535" y="6095"/>
                  </a:lnTo>
                  <a:lnTo>
                    <a:pt x="2382012" y="7619"/>
                  </a:lnTo>
                  <a:lnTo>
                    <a:pt x="2375916" y="7619"/>
                  </a:lnTo>
                  <a:close/>
                </a:path>
                <a:path w="3632200" h="7620">
                  <a:moveTo>
                    <a:pt x="2415540" y="6095"/>
                  </a:moveTo>
                  <a:lnTo>
                    <a:pt x="2415540" y="1523"/>
                  </a:lnTo>
                  <a:lnTo>
                    <a:pt x="2417064" y="1523"/>
                  </a:lnTo>
                  <a:lnTo>
                    <a:pt x="2417064" y="0"/>
                  </a:lnTo>
                  <a:lnTo>
                    <a:pt x="2421635" y="0"/>
                  </a:lnTo>
                  <a:lnTo>
                    <a:pt x="2423160" y="1523"/>
                  </a:lnTo>
                  <a:lnTo>
                    <a:pt x="2423160" y="7619"/>
                  </a:lnTo>
                  <a:lnTo>
                    <a:pt x="2417064" y="7619"/>
                  </a:lnTo>
                  <a:lnTo>
                    <a:pt x="2415540" y="6095"/>
                  </a:lnTo>
                  <a:close/>
                </a:path>
                <a:path w="3632200" h="7620">
                  <a:moveTo>
                    <a:pt x="2455164" y="4571"/>
                  </a:moveTo>
                  <a:lnTo>
                    <a:pt x="2455164" y="3047"/>
                  </a:lnTo>
                  <a:lnTo>
                    <a:pt x="2458212" y="0"/>
                  </a:lnTo>
                  <a:lnTo>
                    <a:pt x="2461260" y="0"/>
                  </a:lnTo>
                  <a:lnTo>
                    <a:pt x="2464308" y="3047"/>
                  </a:lnTo>
                  <a:lnTo>
                    <a:pt x="2464308" y="4571"/>
                  </a:lnTo>
                  <a:lnTo>
                    <a:pt x="2462784" y="6095"/>
                  </a:lnTo>
                  <a:lnTo>
                    <a:pt x="2462784" y="7619"/>
                  </a:lnTo>
                  <a:lnTo>
                    <a:pt x="2456688" y="7619"/>
                  </a:lnTo>
                  <a:lnTo>
                    <a:pt x="2456688" y="6095"/>
                  </a:lnTo>
                  <a:lnTo>
                    <a:pt x="2455164" y="4571"/>
                  </a:lnTo>
                  <a:close/>
                </a:path>
                <a:path w="3632200" h="7620">
                  <a:moveTo>
                    <a:pt x="2496312" y="6095"/>
                  </a:moveTo>
                  <a:lnTo>
                    <a:pt x="2496312" y="1523"/>
                  </a:lnTo>
                  <a:lnTo>
                    <a:pt x="2497835" y="1523"/>
                  </a:lnTo>
                  <a:lnTo>
                    <a:pt x="2497835" y="0"/>
                  </a:lnTo>
                  <a:lnTo>
                    <a:pt x="2502408" y="0"/>
                  </a:lnTo>
                  <a:lnTo>
                    <a:pt x="2502408" y="1523"/>
                  </a:lnTo>
                  <a:lnTo>
                    <a:pt x="2503932" y="1523"/>
                  </a:lnTo>
                  <a:lnTo>
                    <a:pt x="2503932" y="6095"/>
                  </a:lnTo>
                  <a:lnTo>
                    <a:pt x="2502408" y="7619"/>
                  </a:lnTo>
                  <a:lnTo>
                    <a:pt x="2497835" y="7619"/>
                  </a:lnTo>
                  <a:lnTo>
                    <a:pt x="2496312" y="6095"/>
                  </a:lnTo>
                  <a:close/>
                </a:path>
                <a:path w="3632200" h="7620">
                  <a:moveTo>
                    <a:pt x="2535935" y="4571"/>
                  </a:moveTo>
                  <a:lnTo>
                    <a:pt x="2535935" y="3047"/>
                  </a:lnTo>
                  <a:lnTo>
                    <a:pt x="2538984" y="0"/>
                  </a:lnTo>
                  <a:lnTo>
                    <a:pt x="2542032" y="0"/>
                  </a:lnTo>
                  <a:lnTo>
                    <a:pt x="2545080" y="3047"/>
                  </a:lnTo>
                  <a:lnTo>
                    <a:pt x="2545080" y="4571"/>
                  </a:lnTo>
                  <a:lnTo>
                    <a:pt x="2543556" y="6095"/>
                  </a:lnTo>
                  <a:lnTo>
                    <a:pt x="2543556" y="7619"/>
                  </a:lnTo>
                  <a:lnTo>
                    <a:pt x="2537460" y="7619"/>
                  </a:lnTo>
                  <a:lnTo>
                    <a:pt x="2537460" y="6095"/>
                  </a:lnTo>
                  <a:lnTo>
                    <a:pt x="2535935" y="4571"/>
                  </a:lnTo>
                  <a:close/>
                </a:path>
                <a:path w="3632200" h="7620">
                  <a:moveTo>
                    <a:pt x="2577084" y="7619"/>
                  </a:moveTo>
                  <a:lnTo>
                    <a:pt x="2577084" y="1523"/>
                  </a:lnTo>
                  <a:lnTo>
                    <a:pt x="2578608" y="0"/>
                  </a:lnTo>
                  <a:lnTo>
                    <a:pt x="2583180" y="0"/>
                  </a:lnTo>
                  <a:lnTo>
                    <a:pt x="2583180" y="1523"/>
                  </a:lnTo>
                  <a:lnTo>
                    <a:pt x="2584703" y="1523"/>
                  </a:lnTo>
                  <a:lnTo>
                    <a:pt x="2584703" y="6095"/>
                  </a:lnTo>
                  <a:lnTo>
                    <a:pt x="2583180" y="7619"/>
                  </a:lnTo>
                  <a:lnTo>
                    <a:pt x="2577084" y="7619"/>
                  </a:lnTo>
                  <a:close/>
                </a:path>
                <a:path w="3632200" h="7620">
                  <a:moveTo>
                    <a:pt x="2616708" y="6095"/>
                  </a:moveTo>
                  <a:lnTo>
                    <a:pt x="2616708" y="1523"/>
                  </a:lnTo>
                  <a:lnTo>
                    <a:pt x="2618232" y="1523"/>
                  </a:lnTo>
                  <a:lnTo>
                    <a:pt x="2618232" y="0"/>
                  </a:lnTo>
                  <a:lnTo>
                    <a:pt x="2622803" y="0"/>
                  </a:lnTo>
                  <a:lnTo>
                    <a:pt x="2624328" y="1523"/>
                  </a:lnTo>
                  <a:lnTo>
                    <a:pt x="2624328" y="7619"/>
                  </a:lnTo>
                  <a:lnTo>
                    <a:pt x="2618232" y="7619"/>
                  </a:lnTo>
                  <a:lnTo>
                    <a:pt x="2616708" y="6095"/>
                  </a:lnTo>
                  <a:close/>
                </a:path>
                <a:path w="3632200" h="7620">
                  <a:moveTo>
                    <a:pt x="2657856" y="7619"/>
                  </a:moveTo>
                  <a:lnTo>
                    <a:pt x="2657856" y="1523"/>
                  </a:lnTo>
                  <a:lnTo>
                    <a:pt x="2659380" y="0"/>
                  </a:lnTo>
                  <a:lnTo>
                    <a:pt x="2663952" y="0"/>
                  </a:lnTo>
                  <a:lnTo>
                    <a:pt x="2663952" y="1523"/>
                  </a:lnTo>
                  <a:lnTo>
                    <a:pt x="2665476" y="1523"/>
                  </a:lnTo>
                  <a:lnTo>
                    <a:pt x="2665476" y="6095"/>
                  </a:lnTo>
                  <a:lnTo>
                    <a:pt x="2663952" y="7619"/>
                  </a:lnTo>
                  <a:lnTo>
                    <a:pt x="2657856" y="7619"/>
                  </a:lnTo>
                  <a:close/>
                </a:path>
                <a:path w="3632200" h="7620">
                  <a:moveTo>
                    <a:pt x="2697480" y="6095"/>
                  </a:moveTo>
                  <a:lnTo>
                    <a:pt x="2697480" y="1523"/>
                  </a:lnTo>
                  <a:lnTo>
                    <a:pt x="2699003" y="1523"/>
                  </a:lnTo>
                  <a:lnTo>
                    <a:pt x="2699003" y="0"/>
                  </a:lnTo>
                  <a:lnTo>
                    <a:pt x="2703576" y="0"/>
                  </a:lnTo>
                  <a:lnTo>
                    <a:pt x="2703576" y="1523"/>
                  </a:lnTo>
                  <a:lnTo>
                    <a:pt x="2705100" y="1523"/>
                  </a:lnTo>
                  <a:lnTo>
                    <a:pt x="2705100" y="6095"/>
                  </a:lnTo>
                  <a:lnTo>
                    <a:pt x="2703576" y="7619"/>
                  </a:lnTo>
                  <a:lnTo>
                    <a:pt x="2699003" y="7619"/>
                  </a:lnTo>
                  <a:lnTo>
                    <a:pt x="2697480" y="6095"/>
                  </a:lnTo>
                  <a:close/>
                </a:path>
                <a:path w="3632200" h="7620">
                  <a:moveTo>
                    <a:pt x="2737103" y="4571"/>
                  </a:moveTo>
                  <a:lnTo>
                    <a:pt x="2737103" y="3047"/>
                  </a:lnTo>
                  <a:lnTo>
                    <a:pt x="2740152" y="0"/>
                  </a:lnTo>
                  <a:lnTo>
                    <a:pt x="2743200" y="0"/>
                  </a:lnTo>
                  <a:lnTo>
                    <a:pt x="2746248" y="3047"/>
                  </a:lnTo>
                  <a:lnTo>
                    <a:pt x="2746248" y="4571"/>
                  </a:lnTo>
                  <a:lnTo>
                    <a:pt x="2744724" y="6095"/>
                  </a:lnTo>
                  <a:lnTo>
                    <a:pt x="2744724" y="7619"/>
                  </a:lnTo>
                  <a:lnTo>
                    <a:pt x="2738628" y="7619"/>
                  </a:lnTo>
                  <a:lnTo>
                    <a:pt x="2738628" y="6095"/>
                  </a:lnTo>
                  <a:lnTo>
                    <a:pt x="2737103" y="4571"/>
                  </a:lnTo>
                  <a:close/>
                </a:path>
                <a:path w="3632200" h="7620">
                  <a:moveTo>
                    <a:pt x="2778252" y="6095"/>
                  </a:moveTo>
                  <a:lnTo>
                    <a:pt x="2778252" y="1523"/>
                  </a:lnTo>
                  <a:lnTo>
                    <a:pt x="2779776" y="1523"/>
                  </a:lnTo>
                  <a:lnTo>
                    <a:pt x="2779776" y="0"/>
                  </a:lnTo>
                  <a:lnTo>
                    <a:pt x="2784348" y="0"/>
                  </a:lnTo>
                  <a:lnTo>
                    <a:pt x="2784348" y="1523"/>
                  </a:lnTo>
                  <a:lnTo>
                    <a:pt x="2785872" y="1523"/>
                  </a:lnTo>
                  <a:lnTo>
                    <a:pt x="2785872" y="6095"/>
                  </a:lnTo>
                  <a:lnTo>
                    <a:pt x="2784348" y="7619"/>
                  </a:lnTo>
                  <a:lnTo>
                    <a:pt x="2779776" y="7619"/>
                  </a:lnTo>
                  <a:lnTo>
                    <a:pt x="2778252" y="6095"/>
                  </a:lnTo>
                  <a:close/>
                </a:path>
                <a:path w="3632200" h="7620">
                  <a:moveTo>
                    <a:pt x="2817876" y="6095"/>
                  </a:moveTo>
                  <a:lnTo>
                    <a:pt x="2817876" y="1523"/>
                  </a:lnTo>
                  <a:lnTo>
                    <a:pt x="2819400" y="1523"/>
                  </a:lnTo>
                  <a:lnTo>
                    <a:pt x="2819400" y="0"/>
                  </a:lnTo>
                  <a:lnTo>
                    <a:pt x="2823972" y="0"/>
                  </a:lnTo>
                  <a:lnTo>
                    <a:pt x="2825496" y="1523"/>
                  </a:lnTo>
                  <a:lnTo>
                    <a:pt x="2825496" y="7619"/>
                  </a:lnTo>
                  <a:lnTo>
                    <a:pt x="2819400" y="7619"/>
                  </a:lnTo>
                  <a:lnTo>
                    <a:pt x="2817876" y="6095"/>
                  </a:lnTo>
                  <a:close/>
                </a:path>
                <a:path w="3632200" h="7620">
                  <a:moveTo>
                    <a:pt x="2859024" y="7619"/>
                  </a:moveTo>
                  <a:lnTo>
                    <a:pt x="2859024" y="1523"/>
                  </a:lnTo>
                  <a:lnTo>
                    <a:pt x="2860548" y="0"/>
                  </a:lnTo>
                  <a:lnTo>
                    <a:pt x="2865119" y="0"/>
                  </a:lnTo>
                  <a:lnTo>
                    <a:pt x="2865119" y="1523"/>
                  </a:lnTo>
                  <a:lnTo>
                    <a:pt x="2866644" y="1523"/>
                  </a:lnTo>
                  <a:lnTo>
                    <a:pt x="2866644" y="6095"/>
                  </a:lnTo>
                  <a:lnTo>
                    <a:pt x="2865119" y="7619"/>
                  </a:lnTo>
                  <a:lnTo>
                    <a:pt x="2859024" y="7619"/>
                  </a:lnTo>
                  <a:close/>
                </a:path>
                <a:path w="3632200" h="7620">
                  <a:moveTo>
                    <a:pt x="2898648" y="6095"/>
                  </a:moveTo>
                  <a:lnTo>
                    <a:pt x="2898648" y="1523"/>
                  </a:lnTo>
                  <a:lnTo>
                    <a:pt x="2900172" y="1523"/>
                  </a:lnTo>
                  <a:lnTo>
                    <a:pt x="2900172" y="0"/>
                  </a:lnTo>
                  <a:lnTo>
                    <a:pt x="2904744" y="0"/>
                  </a:lnTo>
                  <a:lnTo>
                    <a:pt x="2906268" y="1523"/>
                  </a:lnTo>
                  <a:lnTo>
                    <a:pt x="2906268" y="7619"/>
                  </a:lnTo>
                  <a:lnTo>
                    <a:pt x="2900172" y="7619"/>
                  </a:lnTo>
                  <a:lnTo>
                    <a:pt x="2898648" y="6095"/>
                  </a:lnTo>
                  <a:close/>
                </a:path>
                <a:path w="3632200" h="7620">
                  <a:moveTo>
                    <a:pt x="2938272" y="4571"/>
                  </a:moveTo>
                  <a:lnTo>
                    <a:pt x="2938272" y="3047"/>
                  </a:lnTo>
                  <a:lnTo>
                    <a:pt x="2941319" y="0"/>
                  </a:lnTo>
                  <a:lnTo>
                    <a:pt x="2944368" y="0"/>
                  </a:lnTo>
                  <a:lnTo>
                    <a:pt x="2947416" y="3047"/>
                  </a:lnTo>
                  <a:lnTo>
                    <a:pt x="2947416" y="4571"/>
                  </a:lnTo>
                  <a:lnTo>
                    <a:pt x="2945892" y="6095"/>
                  </a:lnTo>
                  <a:lnTo>
                    <a:pt x="2945892" y="7619"/>
                  </a:lnTo>
                  <a:lnTo>
                    <a:pt x="2939796" y="7619"/>
                  </a:lnTo>
                  <a:lnTo>
                    <a:pt x="2939796" y="6095"/>
                  </a:lnTo>
                  <a:lnTo>
                    <a:pt x="2938272" y="4571"/>
                  </a:lnTo>
                  <a:close/>
                </a:path>
                <a:path w="3632200" h="7620">
                  <a:moveTo>
                    <a:pt x="2979419" y="6095"/>
                  </a:moveTo>
                  <a:lnTo>
                    <a:pt x="2979419" y="1523"/>
                  </a:lnTo>
                  <a:lnTo>
                    <a:pt x="2980944" y="1523"/>
                  </a:lnTo>
                  <a:lnTo>
                    <a:pt x="2980944" y="0"/>
                  </a:lnTo>
                  <a:lnTo>
                    <a:pt x="2985516" y="0"/>
                  </a:lnTo>
                  <a:lnTo>
                    <a:pt x="2985516" y="1523"/>
                  </a:lnTo>
                  <a:lnTo>
                    <a:pt x="2987040" y="1523"/>
                  </a:lnTo>
                  <a:lnTo>
                    <a:pt x="2987040" y="6095"/>
                  </a:lnTo>
                  <a:lnTo>
                    <a:pt x="2985516" y="7619"/>
                  </a:lnTo>
                  <a:lnTo>
                    <a:pt x="2980944" y="7619"/>
                  </a:lnTo>
                  <a:lnTo>
                    <a:pt x="2979419" y="6095"/>
                  </a:lnTo>
                  <a:close/>
                </a:path>
                <a:path w="3632200" h="7620">
                  <a:moveTo>
                    <a:pt x="3019044" y="4571"/>
                  </a:moveTo>
                  <a:lnTo>
                    <a:pt x="3019044" y="3047"/>
                  </a:lnTo>
                  <a:lnTo>
                    <a:pt x="3022092" y="0"/>
                  </a:lnTo>
                  <a:lnTo>
                    <a:pt x="3025140" y="0"/>
                  </a:lnTo>
                  <a:lnTo>
                    <a:pt x="3028188" y="3047"/>
                  </a:lnTo>
                  <a:lnTo>
                    <a:pt x="3028188" y="4571"/>
                  </a:lnTo>
                  <a:lnTo>
                    <a:pt x="3026664" y="6095"/>
                  </a:lnTo>
                  <a:lnTo>
                    <a:pt x="3026664" y="7619"/>
                  </a:lnTo>
                  <a:lnTo>
                    <a:pt x="3020568" y="7619"/>
                  </a:lnTo>
                  <a:lnTo>
                    <a:pt x="3020568" y="6095"/>
                  </a:lnTo>
                  <a:lnTo>
                    <a:pt x="3019044" y="4571"/>
                  </a:lnTo>
                  <a:close/>
                </a:path>
                <a:path w="3632200" h="7620">
                  <a:moveTo>
                    <a:pt x="3060192" y="7619"/>
                  </a:moveTo>
                  <a:lnTo>
                    <a:pt x="3060192" y="1523"/>
                  </a:lnTo>
                  <a:lnTo>
                    <a:pt x="3061716" y="0"/>
                  </a:lnTo>
                  <a:lnTo>
                    <a:pt x="3066288" y="0"/>
                  </a:lnTo>
                  <a:lnTo>
                    <a:pt x="3066288" y="1523"/>
                  </a:lnTo>
                  <a:lnTo>
                    <a:pt x="3067812" y="1523"/>
                  </a:lnTo>
                  <a:lnTo>
                    <a:pt x="3067812" y="6095"/>
                  </a:lnTo>
                  <a:lnTo>
                    <a:pt x="3066288" y="7619"/>
                  </a:lnTo>
                  <a:lnTo>
                    <a:pt x="3060192" y="7619"/>
                  </a:lnTo>
                  <a:close/>
                </a:path>
                <a:path w="3632200" h="7620">
                  <a:moveTo>
                    <a:pt x="3099816" y="6095"/>
                  </a:moveTo>
                  <a:lnTo>
                    <a:pt x="3099816" y="1523"/>
                  </a:lnTo>
                  <a:lnTo>
                    <a:pt x="3101340" y="1523"/>
                  </a:lnTo>
                  <a:lnTo>
                    <a:pt x="3101340" y="0"/>
                  </a:lnTo>
                  <a:lnTo>
                    <a:pt x="3105912" y="0"/>
                  </a:lnTo>
                  <a:lnTo>
                    <a:pt x="3107436" y="1523"/>
                  </a:lnTo>
                  <a:lnTo>
                    <a:pt x="3107436" y="7619"/>
                  </a:lnTo>
                  <a:lnTo>
                    <a:pt x="3101340" y="7619"/>
                  </a:lnTo>
                  <a:lnTo>
                    <a:pt x="3099816" y="6095"/>
                  </a:lnTo>
                  <a:close/>
                </a:path>
                <a:path w="3632200" h="7620">
                  <a:moveTo>
                    <a:pt x="3140964" y="7619"/>
                  </a:moveTo>
                  <a:lnTo>
                    <a:pt x="3140964" y="1523"/>
                  </a:lnTo>
                  <a:lnTo>
                    <a:pt x="3142488" y="0"/>
                  </a:lnTo>
                  <a:lnTo>
                    <a:pt x="3147060" y="0"/>
                  </a:lnTo>
                  <a:lnTo>
                    <a:pt x="3147060" y="1523"/>
                  </a:lnTo>
                  <a:lnTo>
                    <a:pt x="3148584" y="1523"/>
                  </a:lnTo>
                  <a:lnTo>
                    <a:pt x="3148584" y="6095"/>
                  </a:lnTo>
                  <a:lnTo>
                    <a:pt x="3147060" y="7619"/>
                  </a:lnTo>
                  <a:lnTo>
                    <a:pt x="3140964" y="7619"/>
                  </a:lnTo>
                  <a:close/>
                </a:path>
                <a:path w="3632200" h="7620">
                  <a:moveTo>
                    <a:pt x="3180588" y="6095"/>
                  </a:moveTo>
                  <a:lnTo>
                    <a:pt x="3180588" y="1523"/>
                  </a:lnTo>
                  <a:lnTo>
                    <a:pt x="3182112" y="1523"/>
                  </a:lnTo>
                  <a:lnTo>
                    <a:pt x="3182112" y="0"/>
                  </a:lnTo>
                  <a:lnTo>
                    <a:pt x="3186684" y="0"/>
                  </a:lnTo>
                  <a:lnTo>
                    <a:pt x="3186684" y="1523"/>
                  </a:lnTo>
                  <a:lnTo>
                    <a:pt x="3188208" y="1523"/>
                  </a:lnTo>
                  <a:lnTo>
                    <a:pt x="3188208" y="6095"/>
                  </a:lnTo>
                  <a:lnTo>
                    <a:pt x="3186684" y="7619"/>
                  </a:lnTo>
                  <a:lnTo>
                    <a:pt x="3182112" y="7619"/>
                  </a:lnTo>
                  <a:lnTo>
                    <a:pt x="3180588" y="6095"/>
                  </a:lnTo>
                  <a:close/>
                </a:path>
                <a:path w="3632200" h="7620">
                  <a:moveTo>
                    <a:pt x="3220212" y="4571"/>
                  </a:moveTo>
                  <a:lnTo>
                    <a:pt x="3220212" y="3047"/>
                  </a:lnTo>
                  <a:lnTo>
                    <a:pt x="3223260" y="0"/>
                  </a:lnTo>
                  <a:lnTo>
                    <a:pt x="3226308" y="0"/>
                  </a:lnTo>
                  <a:lnTo>
                    <a:pt x="3229356" y="3047"/>
                  </a:lnTo>
                  <a:lnTo>
                    <a:pt x="3229356" y="4571"/>
                  </a:lnTo>
                  <a:lnTo>
                    <a:pt x="3227832" y="6095"/>
                  </a:lnTo>
                  <a:lnTo>
                    <a:pt x="3227832" y="7619"/>
                  </a:lnTo>
                  <a:lnTo>
                    <a:pt x="3221736" y="7619"/>
                  </a:lnTo>
                  <a:lnTo>
                    <a:pt x="3221736" y="6095"/>
                  </a:lnTo>
                  <a:lnTo>
                    <a:pt x="3220212" y="4571"/>
                  </a:lnTo>
                  <a:close/>
                </a:path>
                <a:path w="3632200" h="7620">
                  <a:moveTo>
                    <a:pt x="3261360" y="6095"/>
                  </a:moveTo>
                  <a:lnTo>
                    <a:pt x="3261360" y="1523"/>
                  </a:lnTo>
                  <a:lnTo>
                    <a:pt x="3262884" y="1523"/>
                  </a:lnTo>
                  <a:lnTo>
                    <a:pt x="3262884" y="0"/>
                  </a:lnTo>
                  <a:lnTo>
                    <a:pt x="3267456" y="0"/>
                  </a:lnTo>
                  <a:lnTo>
                    <a:pt x="3267456" y="1523"/>
                  </a:lnTo>
                  <a:lnTo>
                    <a:pt x="3268980" y="1523"/>
                  </a:lnTo>
                  <a:lnTo>
                    <a:pt x="3268980" y="6095"/>
                  </a:lnTo>
                  <a:lnTo>
                    <a:pt x="3267456" y="7619"/>
                  </a:lnTo>
                  <a:lnTo>
                    <a:pt x="3262884" y="7619"/>
                  </a:lnTo>
                  <a:lnTo>
                    <a:pt x="3261360" y="6095"/>
                  </a:lnTo>
                  <a:close/>
                </a:path>
                <a:path w="3632200" h="7620">
                  <a:moveTo>
                    <a:pt x="3300984" y="6095"/>
                  </a:moveTo>
                  <a:lnTo>
                    <a:pt x="3300984" y="1523"/>
                  </a:lnTo>
                  <a:lnTo>
                    <a:pt x="3302508" y="1523"/>
                  </a:lnTo>
                  <a:lnTo>
                    <a:pt x="3302508" y="0"/>
                  </a:lnTo>
                  <a:lnTo>
                    <a:pt x="3307080" y="0"/>
                  </a:lnTo>
                  <a:lnTo>
                    <a:pt x="3308603" y="1523"/>
                  </a:lnTo>
                  <a:lnTo>
                    <a:pt x="3308603" y="7619"/>
                  </a:lnTo>
                  <a:lnTo>
                    <a:pt x="3302508" y="7619"/>
                  </a:lnTo>
                  <a:lnTo>
                    <a:pt x="3300984" y="6095"/>
                  </a:lnTo>
                  <a:close/>
                </a:path>
                <a:path w="3632200" h="7620">
                  <a:moveTo>
                    <a:pt x="3342132" y="7619"/>
                  </a:moveTo>
                  <a:lnTo>
                    <a:pt x="3342132" y="1523"/>
                  </a:lnTo>
                  <a:lnTo>
                    <a:pt x="3343656" y="0"/>
                  </a:lnTo>
                  <a:lnTo>
                    <a:pt x="3348228" y="0"/>
                  </a:lnTo>
                  <a:lnTo>
                    <a:pt x="3348228" y="1523"/>
                  </a:lnTo>
                  <a:lnTo>
                    <a:pt x="3349752" y="1523"/>
                  </a:lnTo>
                  <a:lnTo>
                    <a:pt x="3349752" y="6095"/>
                  </a:lnTo>
                  <a:lnTo>
                    <a:pt x="3348228" y="7619"/>
                  </a:lnTo>
                  <a:lnTo>
                    <a:pt x="3342132" y="7619"/>
                  </a:lnTo>
                  <a:close/>
                </a:path>
                <a:path w="3632200" h="7620">
                  <a:moveTo>
                    <a:pt x="3381756" y="6095"/>
                  </a:moveTo>
                  <a:lnTo>
                    <a:pt x="3381756" y="1523"/>
                  </a:lnTo>
                  <a:lnTo>
                    <a:pt x="3383280" y="1523"/>
                  </a:lnTo>
                  <a:lnTo>
                    <a:pt x="3383280" y="0"/>
                  </a:lnTo>
                  <a:lnTo>
                    <a:pt x="3387852" y="0"/>
                  </a:lnTo>
                  <a:lnTo>
                    <a:pt x="3389376" y="1523"/>
                  </a:lnTo>
                  <a:lnTo>
                    <a:pt x="3389376" y="7619"/>
                  </a:lnTo>
                  <a:lnTo>
                    <a:pt x="3383280" y="7619"/>
                  </a:lnTo>
                  <a:lnTo>
                    <a:pt x="3381756" y="6095"/>
                  </a:lnTo>
                  <a:close/>
                </a:path>
                <a:path w="3632200" h="7620">
                  <a:moveTo>
                    <a:pt x="3421380" y="4571"/>
                  </a:moveTo>
                  <a:lnTo>
                    <a:pt x="3421380" y="3047"/>
                  </a:lnTo>
                  <a:lnTo>
                    <a:pt x="3424428" y="0"/>
                  </a:lnTo>
                  <a:lnTo>
                    <a:pt x="3427476" y="0"/>
                  </a:lnTo>
                  <a:lnTo>
                    <a:pt x="3430524" y="3047"/>
                  </a:lnTo>
                  <a:lnTo>
                    <a:pt x="3430524" y="4571"/>
                  </a:lnTo>
                  <a:lnTo>
                    <a:pt x="3429000" y="6095"/>
                  </a:lnTo>
                  <a:lnTo>
                    <a:pt x="3429000" y="7619"/>
                  </a:lnTo>
                  <a:lnTo>
                    <a:pt x="3422903" y="7619"/>
                  </a:lnTo>
                  <a:lnTo>
                    <a:pt x="3422903" y="6095"/>
                  </a:lnTo>
                  <a:lnTo>
                    <a:pt x="3421380" y="4571"/>
                  </a:lnTo>
                  <a:close/>
                </a:path>
                <a:path w="3632200" h="7620">
                  <a:moveTo>
                    <a:pt x="3462528" y="6095"/>
                  </a:moveTo>
                  <a:lnTo>
                    <a:pt x="3462528" y="1523"/>
                  </a:lnTo>
                  <a:lnTo>
                    <a:pt x="3464052" y="1523"/>
                  </a:lnTo>
                  <a:lnTo>
                    <a:pt x="3464052" y="0"/>
                  </a:lnTo>
                  <a:lnTo>
                    <a:pt x="3468624" y="0"/>
                  </a:lnTo>
                  <a:lnTo>
                    <a:pt x="3468624" y="1523"/>
                  </a:lnTo>
                  <a:lnTo>
                    <a:pt x="3470148" y="1523"/>
                  </a:lnTo>
                  <a:lnTo>
                    <a:pt x="3470148" y="6095"/>
                  </a:lnTo>
                  <a:lnTo>
                    <a:pt x="3468624" y="7619"/>
                  </a:lnTo>
                  <a:lnTo>
                    <a:pt x="3464052" y="7619"/>
                  </a:lnTo>
                  <a:lnTo>
                    <a:pt x="3462528" y="6095"/>
                  </a:lnTo>
                  <a:close/>
                </a:path>
                <a:path w="3632200" h="7620">
                  <a:moveTo>
                    <a:pt x="3502152" y="4571"/>
                  </a:moveTo>
                  <a:lnTo>
                    <a:pt x="3502152" y="3047"/>
                  </a:lnTo>
                  <a:lnTo>
                    <a:pt x="3505200" y="0"/>
                  </a:lnTo>
                  <a:lnTo>
                    <a:pt x="3508248" y="0"/>
                  </a:lnTo>
                  <a:lnTo>
                    <a:pt x="3511296" y="3047"/>
                  </a:lnTo>
                  <a:lnTo>
                    <a:pt x="3511296" y="4571"/>
                  </a:lnTo>
                  <a:lnTo>
                    <a:pt x="3509772" y="6095"/>
                  </a:lnTo>
                  <a:lnTo>
                    <a:pt x="3509772" y="7619"/>
                  </a:lnTo>
                  <a:lnTo>
                    <a:pt x="3503676" y="7619"/>
                  </a:lnTo>
                  <a:lnTo>
                    <a:pt x="3503676" y="6095"/>
                  </a:lnTo>
                  <a:lnTo>
                    <a:pt x="3502152" y="4571"/>
                  </a:lnTo>
                  <a:close/>
                </a:path>
                <a:path w="3632200" h="7620">
                  <a:moveTo>
                    <a:pt x="3543300" y="7619"/>
                  </a:moveTo>
                  <a:lnTo>
                    <a:pt x="3543300" y="1523"/>
                  </a:lnTo>
                  <a:lnTo>
                    <a:pt x="3544824" y="0"/>
                  </a:lnTo>
                  <a:lnTo>
                    <a:pt x="3549396" y="0"/>
                  </a:lnTo>
                  <a:lnTo>
                    <a:pt x="3549396" y="1523"/>
                  </a:lnTo>
                  <a:lnTo>
                    <a:pt x="3550919" y="1523"/>
                  </a:lnTo>
                  <a:lnTo>
                    <a:pt x="3550919" y="6095"/>
                  </a:lnTo>
                  <a:lnTo>
                    <a:pt x="3549396" y="7619"/>
                  </a:lnTo>
                  <a:lnTo>
                    <a:pt x="3543300" y="7619"/>
                  </a:lnTo>
                  <a:close/>
                </a:path>
                <a:path w="3632200" h="7620">
                  <a:moveTo>
                    <a:pt x="3582924" y="6095"/>
                  </a:moveTo>
                  <a:lnTo>
                    <a:pt x="3582924" y="1523"/>
                  </a:lnTo>
                  <a:lnTo>
                    <a:pt x="3584448" y="1523"/>
                  </a:lnTo>
                  <a:lnTo>
                    <a:pt x="3584448" y="0"/>
                  </a:lnTo>
                  <a:lnTo>
                    <a:pt x="3589019" y="0"/>
                  </a:lnTo>
                  <a:lnTo>
                    <a:pt x="3590544" y="1523"/>
                  </a:lnTo>
                  <a:lnTo>
                    <a:pt x="3590544" y="7619"/>
                  </a:lnTo>
                  <a:lnTo>
                    <a:pt x="3584448" y="7619"/>
                  </a:lnTo>
                  <a:lnTo>
                    <a:pt x="3582924" y="6095"/>
                  </a:lnTo>
                  <a:close/>
                </a:path>
                <a:path w="3632200" h="7620">
                  <a:moveTo>
                    <a:pt x="3624072" y="7619"/>
                  </a:moveTo>
                  <a:lnTo>
                    <a:pt x="3624072" y="1523"/>
                  </a:lnTo>
                  <a:lnTo>
                    <a:pt x="3625596" y="0"/>
                  </a:lnTo>
                  <a:lnTo>
                    <a:pt x="3630168" y="0"/>
                  </a:lnTo>
                  <a:lnTo>
                    <a:pt x="3630168" y="1523"/>
                  </a:lnTo>
                  <a:lnTo>
                    <a:pt x="3631692" y="1523"/>
                  </a:lnTo>
                  <a:lnTo>
                    <a:pt x="3631692" y="6095"/>
                  </a:lnTo>
                  <a:lnTo>
                    <a:pt x="3630168" y="7619"/>
                  </a:lnTo>
                  <a:lnTo>
                    <a:pt x="3624072" y="7619"/>
                  </a:lnTo>
                  <a:close/>
                </a:path>
              </a:pathLst>
            </a:custGeom>
            <a:solidFill>
              <a:srgbClr val="C8C6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1434084" y="3642359"/>
              <a:ext cx="43180" cy="70485"/>
            </a:xfrm>
            <a:custGeom>
              <a:avLst/>
              <a:gdLst/>
              <a:ahLst/>
              <a:cxnLst/>
              <a:rect l="l" t="t" r="r" b="b"/>
              <a:pathLst>
                <a:path w="43180" h="70485">
                  <a:moveTo>
                    <a:pt x="0" y="47244"/>
                  </a:moveTo>
                  <a:lnTo>
                    <a:pt x="0" y="25908"/>
                  </a:lnTo>
                  <a:lnTo>
                    <a:pt x="4572" y="12192"/>
                  </a:lnTo>
                  <a:lnTo>
                    <a:pt x="7620" y="6096"/>
                  </a:lnTo>
                  <a:lnTo>
                    <a:pt x="10668" y="4572"/>
                  </a:lnTo>
                  <a:lnTo>
                    <a:pt x="12192" y="3048"/>
                  </a:lnTo>
                  <a:lnTo>
                    <a:pt x="18288" y="0"/>
                  </a:lnTo>
                  <a:lnTo>
                    <a:pt x="22860" y="0"/>
                  </a:lnTo>
                  <a:lnTo>
                    <a:pt x="31742" y="2262"/>
                  </a:lnTo>
                  <a:lnTo>
                    <a:pt x="37909" y="8953"/>
                  </a:lnTo>
                  <a:lnTo>
                    <a:pt x="41505" y="19931"/>
                  </a:lnTo>
                  <a:lnTo>
                    <a:pt x="42672" y="35052"/>
                  </a:lnTo>
                  <a:lnTo>
                    <a:pt x="42672" y="45720"/>
                  </a:lnTo>
                  <a:lnTo>
                    <a:pt x="39624" y="54864"/>
                  </a:lnTo>
                  <a:lnTo>
                    <a:pt x="39624" y="57912"/>
                  </a:lnTo>
                  <a:lnTo>
                    <a:pt x="36576" y="60960"/>
                  </a:lnTo>
                  <a:lnTo>
                    <a:pt x="35052" y="64008"/>
                  </a:lnTo>
                  <a:lnTo>
                    <a:pt x="35052" y="35052"/>
                  </a:lnTo>
                  <a:lnTo>
                    <a:pt x="34194" y="22812"/>
                  </a:lnTo>
                  <a:lnTo>
                    <a:pt x="31742" y="14137"/>
                  </a:lnTo>
                  <a:lnTo>
                    <a:pt x="31742" y="13873"/>
                  </a:lnTo>
                  <a:lnTo>
                    <a:pt x="27432" y="8174"/>
                  </a:lnTo>
                  <a:lnTo>
                    <a:pt x="22860" y="6591"/>
                  </a:lnTo>
                  <a:lnTo>
                    <a:pt x="21336" y="6096"/>
                  </a:lnTo>
                  <a:lnTo>
                    <a:pt x="15335" y="8072"/>
                  </a:lnTo>
                  <a:lnTo>
                    <a:pt x="11049" y="13906"/>
                  </a:lnTo>
                  <a:lnTo>
                    <a:pt x="8477" y="23455"/>
                  </a:lnTo>
                  <a:lnTo>
                    <a:pt x="7620" y="36576"/>
                  </a:lnTo>
                  <a:lnTo>
                    <a:pt x="7620" y="64008"/>
                  </a:lnTo>
                  <a:lnTo>
                    <a:pt x="6096" y="60960"/>
                  </a:lnTo>
                  <a:lnTo>
                    <a:pt x="3048" y="57912"/>
                  </a:lnTo>
                  <a:lnTo>
                    <a:pt x="3048" y="54864"/>
                  </a:lnTo>
                  <a:lnTo>
                    <a:pt x="1524" y="50292"/>
                  </a:lnTo>
                  <a:lnTo>
                    <a:pt x="0" y="47244"/>
                  </a:lnTo>
                  <a:close/>
                </a:path>
                <a:path w="43180" h="70485">
                  <a:moveTo>
                    <a:pt x="7620" y="64008"/>
                  </a:moveTo>
                  <a:lnTo>
                    <a:pt x="7620" y="36576"/>
                  </a:lnTo>
                  <a:lnTo>
                    <a:pt x="8477" y="48577"/>
                  </a:lnTo>
                  <a:lnTo>
                    <a:pt x="11049" y="57150"/>
                  </a:lnTo>
                  <a:lnTo>
                    <a:pt x="15335" y="62293"/>
                  </a:lnTo>
                  <a:lnTo>
                    <a:pt x="21336" y="64008"/>
                  </a:lnTo>
                  <a:lnTo>
                    <a:pt x="22860" y="63566"/>
                  </a:lnTo>
                  <a:lnTo>
                    <a:pt x="27432" y="62151"/>
                  </a:lnTo>
                  <a:lnTo>
                    <a:pt x="31742" y="56811"/>
                  </a:lnTo>
                  <a:lnTo>
                    <a:pt x="31742" y="56541"/>
                  </a:lnTo>
                  <a:lnTo>
                    <a:pt x="34194" y="47934"/>
                  </a:lnTo>
                  <a:lnTo>
                    <a:pt x="35052" y="35052"/>
                  </a:lnTo>
                  <a:lnTo>
                    <a:pt x="35052" y="64008"/>
                  </a:lnTo>
                  <a:lnTo>
                    <a:pt x="33528" y="67056"/>
                  </a:lnTo>
                  <a:lnTo>
                    <a:pt x="27432" y="70104"/>
                  </a:lnTo>
                  <a:lnTo>
                    <a:pt x="15335" y="70104"/>
                  </a:lnTo>
                  <a:lnTo>
                    <a:pt x="12192" y="68580"/>
                  </a:lnTo>
                  <a:lnTo>
                    <a:pt x="9144" y="67056"/>
                  </a:lnTo>
                  <a:lnTo>
                    <a:pt x="7620" y="64008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517904" y="3639311"/>
              <a:ext cx="94487" cy="71628"/>
            </a:xfrm>
            <a:prstGeom prst="rect">
              <a:avLst/>
            </a:prstGeom>
          </p:spPr>
        </p:pic>
        <p:sp>
          <p:nvSpPr>
            <p:cNvPr id="56" name="object 56" descr=""/>
            <p:cNvSpPr/>
            <p:nvPr/>
          </p:nvSpPr>
          <p:spPr>
            <a:xfrm>
              <a:off x="1694688" y="3172967"/>
              <a:ext cx="3632200" cy="9525"/>
            </a:xfrm>
            <a:custGeom>
              <a:avLst/>
              <a:gdLst/>
              <a:ahLst/>
              <a:cxnLst/>
              <a:rect l="l" t="t" r="r" b="b"/>
              <a:pathLst>
                <a:path w="3632200" h="9525">
                  <a:moveTo>
                    <a:pt x="0" y="6096"/>
                  </a:moveTo>
                  <a:lnTo>
                    <a:pt x="0" y="3048"/>
                  </a:lnTo>
                  <a:lnTo>
                    <a:pt x="3048" y="0"/>
                  </a:lnTo>
                  <a:lnTo>
                    <a:pt x="4572" y="0"/>
                  </a:lnTo>
                  <a:lnTo>
                    <a:pt x="6096" y="1524"/>
                  </a:lnTo>
                  <a:lnTo>
                    <a:pt x="7619" y="1524"/>
                  </a:lnTo>
                  <a:lnTo>
                    <a:pt x="7619" y="7620"/>
                  </a:lnTo>
                  <a:lnTo>
                    <a:pt x="6096" y="7620"/>
                  </a:lnTo>
                  <a:lnTo>
                    <a:pt x="4572" y="9143"/>
                  </a:lnTo>
                  <a:lnTo>
                    <a:pt x="3048" y="9143"/>
                  </a:lnTo>
                  <a:lnTo>
                    <a:pt x="0" y="6096"/>
                  </a:lnTo>
                  <a:close/>
                </a:path>
                <a:path w="3632200" h="9525">
                  <a:moveTo>
                    <a:pt x="42672" y="9143"/>
                  </a:moveTo>
                  <a:lnTo>
                    <a:pt x="42672" y="0"/>
                  </a:lnTo>
                  <a:lnTo>
                    <a:pt x="45719" y="0"/>
                  </a:lnTo>
                  <a:lnTo>
                    <a:pt x="48767" y="3048"/>
                  </a:lnTo>
                  <a:lnTo>
                    <a:pt x="48767" y="6096"/>
                  </a:lnTo>
                  <a:lnTo>
                    <a:pt x="45719" y="9143"/>
                  </a:lnTo>
                  <a:lnTo>
                    <a:pt x="42672" y="9143"/>
                  </a:lnTo>
                  <a:close/>
                </a:path>
                <a:path w="3632200" h="9525">
                  <a:moveTo>
                    <a:pt x="41148" y="7620"/>
                  </a:moveTo>
                  <a:lnTo>
                    <a:pt x="41148" y="1524"/>
                  </a:lnTo>
                  <a:lnTo>
                    <a:pt x="42672" y="1524"/>
                  </a:lnTo>
                  <a:lnTo>
                    <a:pt x="42672" y="7620"/>
                  </a:lnTo>
                  <a:lnTo>
                    <a:pt x="41148" y="7620"/>
                  </a:lnTo>
                  <a:close/>
                </a:path>
                <a:path w="3632200" h="9525">
                  <a:moveTo>
                    <a:pt x="80772" y="6096"/>
                  </a:moveTo>
                  <a:lnTo>
                    <a:pt x="80772" y="3048"/>
                  </a:lnTo>
                  <a:lnTo>
                    <a:pt x="83819" y="0"/>
                  </a:lnTo>
                  <a:lnTo>
                    <a:pt x="85344" y="0"/>
                  </a:lnTo>
                  <a:lnTo>
                    <a:pt x="88392" y="3048"/>
                  </a:lnTo>
                  <a:lnTo>
                    <a:pt x="88392" y="6096"/>
                  </a:lnTo>
                  <a:lnTo>
                    <a:pt x="85344" y="9143"/>
                  </a:lnTo>
                  <a:lnTo>
                    <a:pt x="83819" y="9143"/>
                  </a:lnTo>
                  <a:lnTo>
                    <a:pt x="80772" y="6096"/>
                  </a:lnTo>
                  <a:close/>
                </a:path>
                <a:path w="3632200" h="9525">
                  <a:moveTo>
                    <a:pt x="128016" y="6096"/>
                  </a:moveTo>
                  <a:lnTo>
                    <a:pt x="128016" y="3048"/>
                  </a:lnTo>
                  <a:lnTo>
                    <a:pt x="129540" y="3048"/>
                  </a:lnTo>
                  <a:lnTo>
                    <a:pt x="129540" y="6096"/>
                  </a:lnTo>
                  <a:lnTo>
                    <a:pt x="128016" y="6096"/>
                  </a:lnTo>
                  <a:close/>
                </a:path>
                <a:path w="3632200" h="9525">
                  <a:moveTo>
                    <a:pt x="126492" y="7620"/>
                  </a:moveTo>
                  <a:lnTo>
                    <a:pt x="126492" y="1524"/>
                  </a:lnTo>
                  <a:lnTo>
                    <a:pt x="128016" y="1524"/>
                  </a:lnTo>
                  <a:lnTo>
                    <a:pt x="128016" y="7620"/>
                  </a:lnTo>
                  <a:lnTo>
                    <a:pt x="126492" y="7620"/>
                  </a:lnTo>
                  <a:close/>
                </a:path>
                <a:path w="3632200" h="9525">
                  <a:moveTo>
                    <a:pt x="123444" y="9143"/>
                  </a:moveTo>
                  <a:lnTo>
                    <a:pt x="123444" y="0"/>
                  </a:lnTo>
                  <a:lnTo>
                    <a:pt x="126492" y="0"/>
                  </a:lnTo>
                  <a:lnTo>
                    <a:pt x="126492" y="9143"/>
                  </a:lnTo>
                  <a:lnTo>
                    <a:pt x="123444" y="9143"/>
                  </a:lnTo>
                  <a:close/>
                </a:path>
                <a:path w="3632200" h="9525">
                  <a:moveTo>
                    <a:pt x="121919" y="7620"/>
                  </a:moveTo>
                  <a:lnTo>
                    <a:pt x="121919" y="1524"/>
                  </a:lnTo>
                  <a:lnTo>
                    <a:pt x="123444" y="1524"/>
                  </a:lnTo>
                  <a:lnTo>
                    <a:pt x="123444" y="7620"/>
                  </a:lnTo>
                  <a:lnTo>
                    <a:pt x="121919" y="7620"/>
                  </a:lnTo>
                  <a:close/>
                </a:path>
                <a:path w="3632200" h="9525">
                  <a:moveTo>
                    <a:pt x="120396" y="6096"/>
                  </a:moveTo>
                  <a:lnTo>
                    <a:pt x="120396" y="3048"/>
                  </a:lnTo>
                  <a:lnTo>
                    <a:pt x="121919" y="3048"/>
                  </a:lnTo>
                  <a:lnTo>
                    <a:pt x="121919" y="6096"/>
                  </a:lnTo>
                  <a:lnTo>
                    <a:pt x="120396" y="6096"/>
                  </a:lnTo>
                  <a:close/>
                </a:path>
                <a:path w="3632200" h="9525">
                  <a:moveTo>
                    <a:pt x="161544" y="6096"/>
                  </a:moveTo>
                  <a:lnTo>
                    <a:pt x="161544" y="3048"/>
                  </a:lnTo>
                  <a:lnTo>
                    <a:pt x="164592" y="0"/>
                  </a:lnTo>
                  <a:lnTo>
                    <a:pt x="166116" y="0"/>
                  </a:lnTo>
                  <a:lnTo>
                    <a:pt x="169164" y="3048"/>
                  </a:lnTo>
                  <a:lnTo>
                    <a:pt x="169164" y="6096"/>
                  </a:lnTo>
                  <a:lnTo>
                    <a:pt x="166116" y="9143"/>
                  </a:lnTo>
                  <a:lnTo>
                    <a:pt x="164592" y="9143"/>
                  </a:lnTo>
                  <a:lnTo>
                    <a:pt x="161544" y="6096"/>
                  </a:lnTo>
                  <a:close/>
                </a:path>
                <a:path w="3632200" h="9525">
                  <a:moveTo>
                    <a:pt x="207264" y="7620"/>
                  </a:moveTo>
                  <a:lnTo>
                    <a:pt x="207264" y="1524"/>
                  </a:lnTo>
                  <a:lnTo>
                    <a:pt x="208788" y="1524"/>
                  </a:lnTo>
                  <a:lnTo>
                    <a:pt x="208788" y="7620"/>
                  </a:lnTo>
                  <a:lnTo>
                    <a:pt x="207264" y="7620"/>
                  </a:lnTo>
                  <a:close/>
                </a:path>
                <a:path w="3632200" h="9525">
                  <a:moveTo>
                    <a:pt x="201167" y="6096"/>
                  </a:moveTo>
                  <a:lnTo>
                    <a:pt x="201167" y="3048"/>
                  </a:lnTo>
                  <a:lnTo>
                    <a:pt x="204216" y="0"/>
                  </a:lnTo>
                  <a:lnTo>
                    <a:pt x="207264" y="0"/>
                  </a:lnTo>
                  <a:lnTo>
                    <a:pt x="207264" y="9143"/>
                  </a:lnTo>
                  <a:lnTo>
                    <a:pt x="204216" y="9143"/>
                  </a:lnTo>
                  <a:lnTo>
                    <a:pt x="201167" y="6096"/>
                  </a:lnTo>
                  <a:close/>
                </a:path>
                <a:path w="3632200" h="9525">
                  <a:moveTo>
                    <a:pt x="242316" y="7620"/>
                  </a:moveTo>
                  <a:lnTo>
                    <a:pt x="242316" y="1524"/>
                  </a:lnTo>
                  <a:lnTo>
                    <a:pt x="243840" y="1524"/>
                  </a:lnTo>
                  <a:lnTo>
                    <a:pt x="245364" y="0"/>
                  </a:lnTo>
                  <a:lnTo>
                    <a:pt x="246888" y="0"/>
                  </a:lnTo>
                  <a:lnTo>
                    <a:pt x="249935" y="3048"/>
                  </a:lnTo>
                  <a:lnTo>
                    <a:pt x="249935" y="6096"/>
                  </a:lnTo>
                  <a:lnTo>
                    <a:pt x="246888" y="9143"/>
                  </a:lnTo>
                  <a:lnTo>
                    <a:pt x="245364" y="9143"/>
                  </a:lnTo>
                  <a:lnTo>
                    <a:pt x="243840" y="7620"/>
                  </a:lnTo>
                  <a:lnTo>
                    <a:pt x="242316" y="7620"/>
                  </a:lnTo>
                  <a:close/>
                </a:path>
                <a:path w="3632200" h="9525">
                  <a:moveTo>
                    <a:pt x="281940" y="6096"/>
                  </a:moveTo>
                  <a:lnTo>
                    <a:pt x="281940" y="3048"/>
                  </a:lnTo>
                  <a:lnTo>
                    <a:pt x="284988" y="0"/>
                  </a:lnTo>
                  <a:lnTo>
                    <a:pt x="286512" y="0"/>
                  </a:lnTo>
                  <a:lnTo>
                    <a:pt x="288035" y="1524"/>
                  </a:lnTo>
                  <a:lnTo>
                    <a:pt x="289560" y="1524"/>
                  </a:lnTo>
                  <a:lnTo>
                    <a:pt x="289560" y="7620"/>
                  </a:lnTo>
                  <a:lnTo>
                    <a:pt x="288035" y="7620"/>
                  </a:lnTo>
                  <a:lnTo>
                    <a:pt x="286512" y="9143"/>
                  </a:lnTo>
                  <a:lnTo>
                    <a:pt x="284988" y="9143"/>
                  </a:lnTo>
                  <a:lnTo>
                    <a:pt x="281940" y="6096"/>
                  </a:lnTo>
                  <a:close/>
                </a:path>
                <a:path w="3632200" h="9525">
                  <a:moveTo>
                    <a:pt x="329183" y="6096"/>
                  </a:moveTo>
                  <a:lnTo>
                    <a:pt x="329183" y="3048"/>
                  </a:lnTo>
                  <a:lnTo>
                    <a:pt x="330708" y="3048"/>
                  </a:lnTo>
                  <a:lnTo>
                    <a:pt x="330708" y="6096"/>
                  </a:lnTo>
                  <a:lnTo>
                    <a:pt x="329183" y="6096"/>
                  </a:lnTo>
                  <a:close/>
                </a:path>
                <a:path w="3632200" h="9525">
                  <a:moveTo>
                    <a:pt x="327660" y="7620"/>
                  </a:moveTo>
                  <a:lnTo>
                    <a:pt x="327660" y="1524"/>
                  </a:lnTo>
                  <a:lnTo>
                    <a:pt x="329183" y="1524"/>
                  </a:lnTo>
                  <a:lnTo>
                    <a:pt x="329183" y="7620"/>
                  </a:lnTo>
                  <a:lnTo>
                    <a:pt x="327660" y="7620"/>
                  </a:lnTo>
                  <a:close/>
                </a:path>
                <a:path w="3632200" h="9525">
                  <a:moveTo>
                    <a:pt x="324612" y="9143"/>
                  </a:moveTo>
                  <a:lnTo>
                    <a:pt x="324612" y="0"/>
                  </a:lnTo>
                  <a:lnTo>
                    <a:pt x="327660" y="0"/>
                  </a:lnTo>
                  <a:lnTo>
                    <a:pt x="327660" y="9143"/>
                  </a:lnTo>
                  <a:lnTo>
                    <a:pt x="324612" y="9143"/>
                  </a:lnTo>
                  <a:close/>
                </a:path>
                <a:path w="3632200" h="9525">
                  <a:moveTo>
                    <a:pt x="323088" y="7620"/>
                  </a:moveTo>
                  <a:lnTo>
                    <a:pt x="323088" y="1524"/>
                  </a:lnTo>
                  <a:lnTo>
                    <a:pt x="324612" y="1524"/>
                  </a:lnTo>
                  <a:lnTo>
                    <a:pt x="324612" y="7620"/>
                  </a:lnTo>
                  <a:lnTo>
                    <a:pt x="323088" y="7620"/>
                  </a:lnTo>
                  <a:close/>
                </a:path>
                <a:path w="3632200" h="9525">
                  <a:moveTo>
                    <a:pt x="321564" y="6096"/>
                  </a:moveTo>
                  <a:lnTo>
                    <a:pt x="321564" y="3048"/>
                  </a:lnTo>
                  <a:lnTo>
                    <a:pt x="323088" y="3048"/>
                  </a:lnTo>
                  <a:lnTo>
                    <a:pt x="323088" y="6096"/>
                  </a:lnTo>
                  <a:lnTo>
                    <a:pt x="321564" y="6096"/>
                  </a:lnTo>
                  <a:close/>
                </a:path>
                <a:path w="3632200" h="9525">
                  <a:moveTo>
                    <a:pt x="362712" y="6096"/>
                  </a:moveTo>
                  <a:lnTo>
                    <a:pt x="362712" y="3048"/>
                  </a:lnTo>
                  <a:lnTo>
                    <a:pt x="365760" y="0"/>
                  </a:lnTo>
                  <a:lnTo>
                    <a:pt x="367283" y="0"/>
                  </a:lnTo>
                  <a:lnTo>
                    <a:pt x="370332" y="3048"/>
                  </a:lnTo>
                  <a:lnTo>
                    <a:pt x="370332" y="6096"/>
                  </a:lnTo>
                  <a:lnTo>
                    <a:pt x="367283" y="9143"/>
                  </a:lnTo>
                  <a:lnTo>
                    <a:pt x="365760" y="9143"/>
                  </a:lnTo>
                  <a:lnTo>
                    <a:pt x="362712" y="6096"/>
                  </a:lnTo>
                  <a:close/>
                </a:path>
                <a:path w="3632200" h="9525">
                  <a:moveTo>
                    <a:pt x="409956" y="6096"/>
                  </a:moveTo>
                  <a:lnTo>
                    <a:pt x="409956" y="3048"/>
                  </a:lnTo>
                  <a:lnTo>
                    <a:pt x="411480" y="3048"/>
                  </a:lnTo>
                  <a:lnTo>
                    <a:pt x="411480" y="6096"/>
                  </a:lnTo>
                  <a:lnTo>
                    <a:pt x="409956" y="6096"/>
                  </a:lnTo>
                  <a:close/>
                </a:path>
                <a:path w="3632200" h="9525">
                  <a:moveTo>
                    <a:pt x="408432" y="7620"/>
                  </a:moveTo>
                  <a:lnTo>
                    <a:pt x="408432" y="1524"/>
                  </a:lnTo>
                  <a:lnTo>
                    <a:pt x="409956" y="1524"/>
                  </a:lnTo>
                  <a:lnTo>
                    <a:pt x="409956" y="7620"/>
                  </a:lnTo>
                  <a:lnTo>
                    <a:pt x="408432" y="7620"/>
                  </a:lnTo>
                  <a:close/>
                </a:path>
                <a:path w="3632200" h="9525">
                  <a:moveTo>
                    <a:pt x="405383" y="9143"/>
                  </a:moveTo>
                  <a:lnTo>
                    <a:pt x="405383" y="0"/>
                  </a:lnTo>
                  <a:lnTo>
                    <a:pt x="408432" y="0"/>
                  </a:lnTo>
                  <a:lnTo>
                    <a:pt x="408432" y="9143"/>
                  </a:lnTo>
                  <a:lnTo>
                    <a:pt x="405383" y="9143"/>
                  </a:lnTo>
                  <a:close/>
                </a:path>
                <a:path w="3632200" h="9525">
                  <a:moveTo>
                    <a:pt x="403860" y="7620"/>
                  </a:moveTo>
                  <a:lnTo>
                    <a:pt x="403860" y="1524"/>
                  </a:lnTo>
                  <a:lnTo>
                    <a:pt x="405383" y="1524"/>
                  </a:lnTo>
                  <a:lnTo>
                    <a:pt x="405383" y="7620"/>
                  </a:lnTo>
                  <a:lnTo>
                    <a:pt x="403860" y="7620"/>
                  </a:lnTo>
                  <a:close/>
                </a:path>
                <a:path w="3632200" h="9525">
                  <a:moveTo>
                    <a:pt x="402335" y="6096"/>
                  </a:moveTo>
                  <a:lnTo>
                    <a:pt x="402335" y="3048"/>
                  </a:lnTo>
                  <a:lnTo>
                    <a:pt x="403860" y="3048"/>
                  </a:lnTo>
                  <a:lnTo>
                    <a:pt x="403860" y="6096"/>
                  </a:lnTo>
                  <a:lnTo>
                    <a:pt x="402335" y="6096"/>
                  </a:lnTo>
                  <a:close/>
                </a:path>
                <a:path w="3632200" h="9525">
                  <a:moveTo>
                    <a:pt x="443483" y="7620"/>
                  </a:moveTo>
                  <a:lnTo>
                    <a:pt x="443483" y="1524"/>
                  </a:lnTo>
                  <a:lnTo>
                    <a:pt x="445008" y="1524"/>
                  </a:lnTo>
                  <a:lnTo>
                    <a:pt x="446532" y="0"/>
                  </a:lnTo>
                  <a:lnTo>
                    <a:pt x="448056" y="0"/>
                  </a:lnTo>
                  <a:lnTo>
                    <a:pt x="451103" y="3048"/>
                  </a:lnTo>
                  <a:lnTo>
                    <a:pt x="451103" y="6096"/>
                  </a:lnTo>
                  <a:lnTo>
                    <a:pt x="448056" y="9143"/>
                  </a:lnTo>
                  <a:lnTo>
                    <a:pt x="446532" y="9143"/>
                  </a:lnTo>
                  <a:lnTo>
                    <a:pt x="445008" y="7620"/>
                  </a:lnTo>
                  <a:lnTo>
                    <a:pt x="443483" y="7620"/>
                  </a:lnTo>
                  <a:close/>
                </a:path>
                <a:path w="3632200" h="9525">
                  <a:moveTo>
                    <a:pt x="483108" y="6096"/>
                  </a:moveTo>
                  <a:lnTo>
                    <a:pt x="483108" y="3048"/>
                  </a:lnTo>
                  <a:lnTo>
                    <a:pt x="486156" y="0"/>
                  </a:lnTo>
                  <a:lnTo>
                    <a:pt x="487680" y="0"/>
                  </a:lnTo>
                  <a:lnTo>
                    <a:pt x="489203" y="1524"/>
                  </a:lnTo>
                  <a:lnTo>
                    <a:pt x="490728" y="1524"/>
                  </a:lnTo>
                  <a:lnTo>
                    <a:pt x="490728" y="7620"/>
                  </a:lnTo>
                  <a:lnTo>
                    <a:pt x="489203" y="7620"/>
                  </a:lnTo>
                  <a:lnTo>
                    <a:pt x="487680" y="9143"/>
                  </a:lnTo>
                  <a:lnTo>
                    <a:pt x="486156" y="9143"/>
                  </a:lnTo>
                  <a:lnTo>
                    <a:pt x="483108" y="6096"/>
                  </a:lnTo>
                  <a:close/>
                </a:path>
                <a:path w="3632200" h="9525">
                  <a:moveTo>
                    <a:pt x="528828" y="7620"/>
                  </a:moveTo>
                  <a:lnTo>
                    <a:pt x="528828" y="1524"/>
                  </a:lnTo>
                  <a:lnTo>
                    <a:pt x="530351" y="1524"/>
                  </a:lnTo>
                  <a:lnTo>
                    <a:pt x="531876" y="3048"/>
                  </a:lnTo>
                  <a:lnTo>
                    <a:pt x="531876" y="6096"/>
                  </a:lnTo>
                  <a:lnTo>
                    <a:pt x="530351" y="7620"/>
                  </a:lnTo>
                  <a:lnTo>
                    <a:pt x="528828" y="7620"/>
                  </a:lnTo>
                  <a:close/>
                </a:path>
                <a:path w="3632200" h="9525">
                  <a:moveTo>
                    <a:pt x="525780" y="9143"/>
                  </a:moveTo>
                  <a:lnTo>
                    <a:pt x="525780" y="0"/>
                  </a:lnTo>
                  <a:lnTo>
                    <a:pt x="528828" y="0"/>
                  </a:lnTo>
                  <a:lnTo>
                    <a:pt x="528828" y="9143"/>
                  </a:lnTo>
                  <a:lnTo>
                    <a:pt x="525780" y="9143"/>
                  </a:lnTo>
                  <a:close/>
                </a:path>
                <a:path w="3632200" h="9525">
                  <a:moveTo>
                    <a:pt x="524256" y="7620"/>
                  </a:moveTo>
                  <a:lnTo>
                    <a:pt x="524256" y="1524"/>
                  </a:lnTo>
                  <a:lnTo>
                    <a:pt x="525780" y="1524"/>
                  </a:lnTo>
                  <a:lnTo>
                    <a:pt x="525780" y="7620"/>
                  </a:lnTo>
                  <a:lnTo>
                    <a:pt x="524256" y="7620"/>
                  </a:lnTo>
                  <a:close/>
                </a:path>
                <a:path w="3632200" h="9525">
                  <a:moveTo>
                    <a:pt x="563880" y="6096"/>
                  </a:moveTo>
                  <a:lnTo>
                    <a:pt x="563880" y="3048"/>
                  </a:lnTo>
                  <a:lnTo>
                    <a:pt x="566928" y="0"/>
                  </a:lnTo>
                  <a:lnTo>
                    <a:pt x="568451" y="0"/>
                  </a:lnTo>
                  <a:lnTo>
                    <a:pt x="571500" y="3048"/>
                  </a:lnTo>
                  <a:lnTo>
                    <a:pt x="571500" y="6096"/>
                  </a:lnTo>
                  <a:lnTo>
                    <a:pt x="568451" y="9143"/>
                  </a:lnTo>
                  <a:lnTo>
                    <a:pt x="566928" y="9143"/>
                  </a:lnTo>
                  <a:lnTo>
                    <a:pt x="563880" y="6096"/>
                  </a:lnTo>
                  <a:close/>
                </a:path>
                <a:path w="3632200" h="9525">
                  <a:moveTo>
                    <a:pt x="611124" y="6096"/>
                  </a:moveTo>
                  <a:lnTo>
                    <a:pt x="611124" y="3048"/>
                  </a:lnTo>
                  <a:lnTo>
                    <a:pt x="612648" y="3048"/>
                  </a:lnTo>
                  <a:lnTo>
                    <a:pt x="612648" y="6096"/>
                  </a:lnTo>
                  <a:lnTo>
                    <a:pt x="611124" y="6096"/>
                  </a:lnTo>
                  <a:close/>
                </a:path>
                <a:path w="3632200" h="9525">
                  <a:moveTo>
                    <a:pt x="609600" y="7620"/>
                  </a:moveTo>
                  <a:lnTo>
                    <a:pt x="609600" y="1524"/>
                  </a:lnTo>
                  <a:lnTo>
                    <a:pt x="611124" y="1524"/>
                  </a:lnTo>
                  <a:lnTo>
                    <a:pt x="611124" y="7620"/>
                  </a:lnTo>
                  <a:lnTo>
                    <a:pt x="609600" y="7620"/>
                  </a:lnTo>
                  <a:close/>
                </a:path>
                <a:path w="3632200" h="9525">
                  <a:moveTo>
                    <a:pt x="606551" y="9143"/>
                  </a:moveTo>
                  <a:lnTo>
                    <a:pt x="606551" y="0"/>
                  </a:lnTo>
                  <a:lnTo>
                    <a:pt x="609600" y="0"/>
                  </a:lnTo>
                  <a:lnTo>
                    <a:pt x="609600" y="9143"/>
                  </a:lnTo>
                  <a:lnTo>
                    <a:pt x="606551" y="9143"/>
                  </a:lnTo>
                  <a:close/>
                </a:path>
                <a:path w="3632200" h="9525">
                  <a:moveTo>
                    <a:pt x="605028" y="7620"/>
                  </a:moveTo>
                  <a:lnTo>
                    <a:pt x="605028" y="1524"/>
                  </a:lnTo>
                  <a:lnTo>
                    <a:pt x="606551" y="1524"/>
                  </a:lnTo>
                  <a:lnTo>
                    <a:pt x="606551" y="7620"/>
                  </a:lnTo>
                  <a:lnTo>
                    <a:pt x="605028" y="7620"/>
                  </a:lnTo>
                  <a:close/>
                </a:path>
                <a:path w="3632200" h="9525">
                  <a:moveTo>
                    <a:pt x="603503" y="6096"/>
                  </a:moveTo>
                  <a:lnTo>
                    <a:pt x="603503" y="3048"/>
                  </a:lnTo>
                  <a:lnTo>
                    <a:pt x="605028" y="3048"/>
                  </a:lnTo>
                  <a:lnTo>
                    <a:pt x="605028" y="6096"/>
                  </a:lnTo>
                  <a:lnTo>
                    <a:pt x="603503" y="6096"/>
                  </a:lnTo>
                  <a:close/>
                </a:path>
                <a:path w="3632200" h="9525">
                  <a:moveTo>
                    <a:pt x="644651" y="6096"/>
                  </a:moveTo>
                  <a:lnTo>
                    <a:pt x="644651" y="3048"/>
                  </a:lnTo>
                  <a:lnTo>
                    <a:pt x="647700" y="0"/>
                  </a:lnTo>
                  <a:lnTo>
                    <a:pt x="649224" y="0"/>
                  </a:lnTo>
                  <a:lnTo>
                    <a:pt x="652272" y="3048"/>
                  </a:lnTo>
                  <a:lnTo>
                    <a:pt x="652272" y="6096"/>
                  </a:lnTo>
                  <a:lnTo>
                    <a:pt x="649224" y="9143"/>
                  </a:lnTo>
                  <a:lnTo>
                    <a:pt x="647700" y="9143"/>
                  </a:lnTo>
                  <a:lnTo>
                    <a:pt x="644651" y="6096"/>
                  </a:lnTo>
                  <a:close/>
                </a:path>
                <a:path w="3632200" h="9525">
                  <a:moveTo>
                    <a:pt x="690372" y="7620"/>
                  </a:moveTo>
                  <a:lnTo>
                    <a:pt x="690372" y="1524"/>
                  </a:lnTo>
                  <a:lnTo>
                    <a:pt x="691896" y="1524"/>
                  </a:lnTo>
                  <a:lnTo>
                    <a:pt x="691896" y="7620"/>
                  </a:lnTo>
                  <a:lnTo>
                    <a:pt x="690372" y="7620"/>
                  </a:lnTo>
                  <a:close/>
                </a:path>
                <a:path w="3632200" h="9525">
                  <a:moveTo>
                    <a:pt x="684276" y="6096"/>
                  </a:moveTo>
                  <a:lnTo>
                    <a:pt x="684276" y="3048"/>
                  </a:lnTo>
                  <a:lnTo>
                    <a:pt x="687324" y="0"/>
                  </a:lnTo>
                  <a:lnTo>
                    <a:pt x="690372" y="0"/>
                  </a:lnTo>
                  <a:lnTo>
                    <a:pt x="690372" y="9143"/>
                  </a:lnTo>
                  <a:lnTo>
                    <a:pt x="687324" y="9143"/>
                  </a:lnTo>
                  <a:lnTo>
                    <a:pt x="684276" y="6096"/>
                  </a:lnTo>
                  <a:close/>
                </a:path>
                <a:path w="3632200" h="9525">
                  <a:moveTo>
                    <a:pt x="726948" y="9143"/>
                  </a:moveTo>
                  <a:lnTo>
                    <a:pt x="726948" y="0"/>
                  </a:lnTo>
                  <a:lnTo>
                    <a:pt x="729996" y="0"/>
                  </a:lnTo>
                  <a:lnTo>
                    <a:pt x="733044" y="3048"/>
                  </a:lnTo>
                  <a:lnTo>
                    <a:pt x="733044" y="6096"/>
                  </a:lnTo>
                  <a:lnTo>
                    <a:pt x="729996" y="9143"/>
                  </a:lnTo>
                  <a:lnTo>
                    <a:pt x="726948" y="9143"/>
                  </a:lnTo>
                  <a:close/>
                </a:path>
                <a:path w="3632200" h="9525">
                  <a:moveTo>
                    <a:pt x="725424" y="7620"/>
                  </a:moveTo>
                  <a:lnTo>
                    <a:pt x="725424" y="1524"/>
                  </a:lnTo>
                  <a:lnTo>
                    <a:pt x="726948" y="1524"/>
                  </a:lnTo>
                  <a:lnTo>
                    <a:pt x="726948" y="7620"/>
                  </a:lnTo>
                  <a:lnTo>
                    <a:pt x="725424" y="7620"/>
                  </a:lnTo>
                  <a:close/>
                </a:path>
                <a:path w="3632200" h="9525">
                  <a:moveTo>
                    <a:pt x="765048" y="6096"/>
                  </a:moveTo>
                  <a:lnTo>
                    <a:pt x="765048" y="3048"/>
                  </a:lnTo>
                  <a:lnTo>
                    <a:pt x="768096" y="0"/>
                  </a:lnTo>
                  <a:lnTo>
                    <a:pt x="769619" y="0"/>
                  </a:lnTo>
                  <a:lnTo>
                    <a:pt x="771144" y="1524"/>
                  </a:lnTo>
                  <a:lnTo>
                    <a:pt x="772667" y="1524"/>
                  </a:lnTo>
                  <a:lnTo>
                    <a:pt x="772667" y="7620"/>
                  </a:lnTo>
                  <a:lnTo>
                    <a:pt x="771144" y="7620"/>
                  </a:lnTo>
                  <a:lnTo>
                    <a:pt x="769619" y="9143"/>
                  </a:lnTo>
                  <a:lnTo>
                    <a:pt x="768096" y="9143"/>
                  </a:lnTo>
                  <a:lnTo>
                    <a:pt x="765048" y="6096"/>
                  </a:lnTo>
                  <a:close/>
                </a:path>
                <a:path w="3632200" h="9525">
                  <a:moveTo>
                    <a:pt x="812292" y="6096"/>
                  </a:moveTo>
                  <a:lnTo>
                    <a:pt x="812292" y="3048"/>
                  </a:lnTo>
                  <a:lnTo>
                    <a:pt x="813816" y="3048"/>
                  </a:lnTo>
                  <a:lnTo>
                    <a:pt x="813816" y="6096"/>
                  </a:lnTo>
                  <a:lnTo>
                    <a:pt x="812292" y="6096"/>
                  </a:lnTo>
                  <a:close/>
                </a:path>
                <a:path w="3632200" h="9525">
                  <a:moveTo>
                    <a:pt x="810767" y="7620"/>
                  </a:moveTo>
                  <a:lnTo>
                    <a:pt x="810767" y="1524"/>
                  </a:lnTo>
                  <a:lnTo>
                    <a:pt x="812292" y="1524"/>
                  </a:lnTo>
                  <a:lnTo>
                    <a:pt x="812292" y="7620"/>
                  </a:lnTo>
                  <a:lnTo>
                    <a:pt x="810767" y="7620"/>
                  </a:lnTo>
                  <a:close/>
                </a:path>
                <a:path w="3632200" h="9525">
                  <a:moveTo>
                    <a:pt x="807719" y="9143"/>
                  </a:moveTo>
                  <a:lnTo>
                    <a:pt x="807719" y="0"/>
                  </a:lnTo>
                  <a:lnTo>
                    <a:pt x="810767" y="0"/>
                  </a:lnTo>
                  <a:lnTo>
                    <a:pt x="810767" y="9143"/>
                  </a:lnTo>
                  <a:lnTo>
                    <a:pt x="807719" y="9143"/>
                  </a:lnTo>
                  <a:close/>
                </a:path>
                <a:path w="3632200" h="9525">
                  <a:moveTo>
                    <a:pt x="806196" y="7620"/>
                  </a:moveTo>
                  <a:lnTo>
                    <a:pt x="806196" y="1524"/>
                  </a:lnTo>
                  <a:lnTo>
                    <a:pt x="807719" y="1524"/>
                  </a:lnTo>
                  <a:lnTo>
                    <a:pt x="807719" y="7620"/>
                  </a:lnTo>
                  <a:lnTo>
                    <a:pt x="806196" y="7620"/>
                  </a:lnTo>
                  <a:close/>
                </a:path>
                <a:path w="3632200" h="9525">
                  <a:moveTo>
                    <a:pt x="804672" y="6096"/>
                  </a:moveTo>
                  <a:lnTo>
                    <a:pt x="804672" y="3048"/>
                  </a:lnTo>
                  <a:lnTo>
                    <a:pt x="806196" y="3048"/>
                  </a:lnTo>
                  <a:lnTo>
                    <a:pt x="806196" y="6096"/>
                  </a:lnTo>
                  <a:lnTo>
                    <a:pt x="804672" y="6096"/>
                  </a:lnTo>
                  <a:close/>
                </a:path>
                <a:path w="3632200" h="9525">
                  <a:moveTo>
                    <a:pt x="845819" y="6096"/>
                  </a:moveTo>
                  <a:lnTo>
                    <a:pt x="845819" y="3048"/>
                  </a:lnTo>
                  <a:lnTo>
                    <a:pt x="848867" y="0"/>
                  </a:lnTo>
                  <a:lnTo>
                    <a:pt x="850392" y="0"/>
                  </a:lnTo>
                  <a:lnTo>
                    <a:pt x="853440" y="3048"/>
                  </a:lnTo>
                  <a:lnTo>
                    <a:pt x="853440" y="6096"/>
                  </a:lnTo>
                  <a:lnTo>
                    <a:pt x="850392" y="9143"/>
                  </a:lnTo>
                  <a:lnTo>
                    <a:pt x="848867" y="9143"/>
                  </a:lnTo>
                  <a:lnTo>
                    <a:pt x="845819" y="6096"/>
                  </a:lnTo>
                  <a:close/>
                </a:path>
                <a:path w="3632200" h="9525">
                  <a:moveTo>
                    <a:pt x="893064" y="6096"/>
                  </a:moveTo>
                  <a:lnTo>
                    <a:pt x="893064" y="3048"/>
                  </a:lnTo>
                  <a:lnTo>
                    <a:pt x="894588" y="3048"/>
                  </a:lnTo>
                  <a:lnTo>
                    <a:pt x="894588" y="6096"/>
                  </a:lnTo>
                  <a:lnTo>
                    <a:pt x="893064" y="6096"/>
                  </a:lnTo>
                  <a:close/>
                </a:path>
                <a:path w="3632200" h="9525">
                  <a:moveTo>
                    <a:pt x="891540" y="7620"/>
                  </a:moveTo>
                  <a:lnTo>
                    <a:pt x="891540" y="1524"/>
                  </a:lnTo>
                  <a:lnTo>
                    <a:pt x="893064" y="1524"/>
                  </a:lnTo>
                  <a:lnTo>
                    <a:pt x="893064" y="7620"/>
                  </a:lnTo>
                  <a:lnTo>
                    <a:pt x="891540" y="7620"/>
                  </a:lnTo>
                  <a:close/>
                </a:path>
                <a:path w="3632200" h="9525">
                  <a:moveTo>
                    <a:pt x="888492" y="9143"/>
                  </a:moveTo>
                  <a:lnTo>
                    <a:pt x="888492" y="0"/>
                  </a:lnTo>
                  <a:lnTo>
                    <a:pt x="891540" y="0"/>
                  </a:lnTo>
                  <a:lnTo>
                    <a:pt x="891540" y="9143"/>
                  </a:lnTo>
                  <a:lnTo>
                    <a:pt x="888492" y="9143"/>
                  </a:lnTo>
                  <a:close/>
                </a:path>
                <a:path w="3632200" h="9525">
                  <a:moveTo>
                    <a:pt x="886967" y="7620"/>
                  </a:moveTo>
                  <a:lnTo>
                    <a:pt x="886967" y="1524"/>
                  </a:lnTo>
                  <a:lnTo>
                    <a:pt x="888492" y="1524"/>
                  </a:lnTo>
                  <a:lnTo>
                    <a:pt x="888492" y="7620"/>
                  </a:lnTo>
                  <a:lnTo>
                    <a:pt x="886967" y="7620"/>
                  </a:lnTo>
                  <a:close/>
                </a:path>
                <a:path w="3632200" h="9525">
                  <a:moveTo>
                    <a:pt x="885444" y="6096"/>
                  </a:moveTo>
                  <a:lnTo>
                    <a:pt x="885444" y="3048"/>
                  </a:lnTo>
                  <a:lnTo>
                    <a:pt x="886967" y="3048"/>
                  </a:lnTo>
                  <a:lnTo>
                    <a:pt x="886967" y="6096"/>
                  </a:lnTo>
                  <a:lnTo>
                    <a:pt x="885444" y="6096"/>
                  </a:lnTo>
                  <a:close/>
                </a:path>
                <a:path w="3632200" h="9525">
                  <a:moveTo>
                    <a:pt x="926592" y="7620"/>
                  </a:moveTo>
                  <a:lnTo>
                    <a:pt x="926592" y="1524"/>
                  </a:lnTo>
                  <a:lnTo>
                    <a:pt x="928116" y="1524"/>
                  </a:lnTo>
                  <a:lnTo>
                    <a:pt x="929640" y="0"/>
                  </a:lnTo>
                  <a:lnTo>
                    <a:pt x="931164" y="0"/>
                  </a:lnTo>
                  <a:lnTo>
                    <a:pt x="934212" y="3048"/>
                  </a:lnTo>
                  <a:lnTo>
                    <a:pt x="934212" y="6096"/>
                  </a:lnTo>
                  <a:lnTo>
                    <a:pt x="931164" y="9143"/>
                  </a:lnTo>
                  <a:lnTo>
                    <a:pt x="929640" y="9143"/>
                  </a:lnTo>
                  <a:lnTo>
                    <a:pt x="928116" y="7620"/>
                  </a:lnTo>
                  <a:lnTo>
                    <a:pt x="926592" y="7620"/>
                  </a:lnTo>
                  <a:close/>
                </a:path>
                <a:path w="3632200" h="9525">
                  <a:moveTo>
                    <a:pt x="966216" y="6096"/>
                  </a:moveTo>
                  <a:lnTo>
                    <a:pt x="966216" y="3048"/>
                  </a:lnTo>
                  <a:lnTo>
                    <a:pt x="969264" y="0"/>
                  </a:lnTo>
                  <a:lnTo>
                    <a:pt x="970788" y="0"/>
                  </a:lnTo>
                  <a:lnTo>
                    <a:pt x="972312" y="1524"/>
                  </a:lnTo>
                  <a:lnTo>
                    <a:pt x="973835" y="1524"/>
                  </a:lnTo>
                  <a:lnTo>
                    <a:pt x="973835" y="7620"/>
                  </a:lnTo>
                  <a:lnTo>
                    <a:pt x="972312" y="7620"/>
                  </a:lnTo>
                  <a:lnTo>
                    <a:pt x="970788" y="9143"/>
                  </a:lnTo>
                  <a:lnTo>
                    <a:pt x="969264" y="9143"/>
                  </a:lnTo>
                  <a:lnTo>
                    <a:pt x="966216" y="6096"/>
                  </a:lnTo>
                  <a:close/>
                </a:path>
                <a:path w="3632200" h="9525">
                  <a:moveTo>
                    <a:pt x="1011935" y="7620"/>
                  </a:moveTo>
                  <a:lnTo>
                    <a:pt x="1011935" y="1524"/>
                  </a:lnTo>
                  <a:lnTo>
                    <a:pt x="1013460" y="1524"/>
                  </a:lnTo>
                  <a:lnTo>
                    <a:pt x="1014984" y="3048"/>
                  </a:lnTo>
                  <a:lnTo>
                    <a:pt x="1014984" y="6096"/>
                  </a:lnTo>
                  <a:lnTo>
                    <a:pt x="1013460" y="7620"/>
                  </a:lnTo>
                  <a:lnTo>
                    <a:pt x="1011935" y="7620"/>
                  </a:lnTo>
                  <a:close/>
                </a:path>
                <a:path w="3632200" h="9525">
                  <a:moveTo>
                    <a:pt x="1008888" y="9143"/>
                  </a:moveTo>
                  <a:lnTo>
                    <a:pt x="1008888" y="0"/>
                  </a:lnTo>
                  <a:lnTo>
                    <a:pt x="1011935" y="0"/>
                  </a:lnTo>
                  <a:lnTo>
                    <a:pt x="1011935" y="9143"/>
                  </a:lnTo>
                  <a:lnTo>
                    <a:pt x="1008888" y="9143"/>
                  </a:lnTo>
                  <a:close/>
                </a:path>
                <a:path w="3632200" h="9525">
                  <a:moveTo>
                    <a:pt x="1007364" y="7620"/>
                  </a:moveTo>
                  <a:lnTo>
                    <a:pt x="1007364" y="1524"/>
                  </a:lnTo>
                  <a:lnTo>
                    <a:pt x="1008888" y="1524"/>
                  </a:lnTo>
                  <a:lnTo>
                    <a:pt x="1008888" y="7620"/>
                  </a:lnTo>
                  <a:lnTo>
                    <a:pt x="1007364" y="7620"/>
                  </a:lnTo>
                  <a:close/>
                </a:path>
                <a:path w="3632200" h="9525">
                  <a:moveTo>
                    <a:pt x="1005840" y="6096"/>
                  </a:moveTo>
                  <a:lnTo>
                    <a:pt x="1005840" y="3048"/>
                  </a:lnTo>
                  <a:lnTo>
                    <a:pt x="1007364" y="3048"/>
                  </a:lnTo>
                  <a:lnTo>
                    <a:pt x="1007364" y="6096"/>
                  </a:lnTo>
                  <a:lnTo>
                    <a:pt x="1005840" y="6096"/>
                  </a:lnTo>
                  <a:close/>
                </a:path>
                <a:path w="3632200" h="9525">
                  <a:moveTo>
                    <a:pt x="1046988" y="6096"/>
                  </a:moveTo>
                  <a:lnTo>
                    <a:pt x="1046988" y="3048"/>
                  </a:lnTo>
                  <a:lnTo>
                    <a:pt x="1050035" y="0"/>
                  </a:lnTo>
                  <a:lnTo>
                    <a:pt x="1051560" y="0"/>
                  </a:lnTo>
                  <a:lnTo>
                    <a:pt x="1054608" y="3048"/>
                  </a:lnTo>
                  <a:lnTo>
                    <a:pt x="1054608" y="6096"/>
                  </a:lnTo>
                  <a:lnTo>
                    <a:pt x="1051560" y="9143"/>
                  </a:lnTo>
                  <a:lnTo>
                    <a:pt x="1050035" y="9143"/>
                  </a:lnTo>
                  <a:lnTo>
                    <a:pt x="1046988" y="6096"/>
                  </a:lnTo>
                  <a:close/>
                </a:path>
                <a:path w="3632200" h="9525">
                  <a:moveTo>
                    <a:pt x="1094232" y="6096"/>
                  </a:moveTo>
                  <a:lnTo>
                    <a:pt x="1094232" y="3048"/>
                  </a:lnTo>
                  <a:lnTo>
                    <a:pt x="1095756" y="3048"/>
                  </a:lnTo>
                  <a:lnTo>
                    <a:pt x="1095756" y="6096"/>
                  </a:lnTo>
                  <a:lnTo>
                    <a:pt x="1094232" y="6096"/>
                  </a:lnTo>
                  <a:close/>
                </a:path>
                <a:path w="3632200" h="9525">
                  <a:moveTo>
                    <a:pt x="1092708" y="7620"/>
                  </a:moveTo>
                  <a:lnTo>
                    <a:pt x="1092708" y="1524"/>
                  </a:lnTo>
                  <a:lnTo>
                    <a:pt x="1094232" y="1524"/>
                  </a:lnTo>
                  <a:lnTo>
                    <a:pt x="1094232" y="7620"/>
                  </a:lnTo>
                  <a:lnTo>
                    <a:pt x="1092708" y="7620"/>
                  </a:lnTo>
                  <a:close/>
                </a:path>
                <a:path w="3632200" h="9525">
                  <a:moveTo>
                    <a:pt x="1089660" y="9143"/>
                  </a:moveTo>
                  <a:lnTo>
                    <a:pt x="1089660" y="0"/>
                  </a:lnTo>
                  <a:lnTo>
                    <a:pt x="1092708" y="0"/>
                  </a:lnTo>
                  <a:lnTo>
                    <a:pt x="1092708" y="9143"/>
                  </a:lnTo>
                  <a:lnTo>
                    <a:pt x="1089660" y="9143"/>
                  </a:lnTo>
                  <a:close/>
                </a:path>
                <a:path w="3632200" h="9525">
                  <a:moveTo>
                    <a:pt x="1088135" y="7620"/>
                  </a:moveTo>
                  <a:lnTo>
                    <a:pt x="1088135" y="1524"/>
                  </a:lnTo>
                  <a:lnTo>
                    <a:pt x="1089660" y="1524"/>
                  </a:lnTo>
                  <a:lnTo>
                    <a:pt x="1089660" y="7620"/>
                  </a:lnTo>
                  <a:lnTo>
                    <a:pt x="1088135" y="7620"/>
                  </a:lnTo>
                  <a:close/>
                </a:path>
                <a:path w="3632200" h="9525">
                  <a:moveTo>
                    <a:pt x="1086612" y="6096"/>
                  </a:moveTo>
                  <a:lnTo>
                    <a:pt x="1086612" y="3048"/>
                  </a:lnTo>
                  <a:lnTo>
                    <a:pt x="1088135" y="3048"/>
                  </a:lnTo>
                  <a:lnTo>
                    <a:pt x="1088135" y="6096"/>
                  </a:lnTo>
                  <a:lnTo>
                    <a:pt x="1086612" y="6096"/>
                  </a:lnTo>
                  <a:close/>
                </a:path>
                <a:path w="3632200" h="9525">
                  <a:moveTo>
                    <a:pt x="1127760" y="6096"/>
                  </a:moveTo>
                  <a:lnTo>
                    <a:pt x="1127760" y="3048"/>
                  </a:lnTo>
                  <a:lnTo>
                    <a:pt x="1130808" y="0"/>
                  </a:lnTo>
                  <a:lnTo>
                    <a:pt x="1132332" y="0"/>
                  </a:lnTo>
                  <a:lnTo>
                    <a:pt x="1135380" y="3048"/>
                  </a:lnTo>
                  <a:lnTo>
                    <a:pt x="1135380" y="6096"/>
                  </a:lnTo>
                  <a:lnTo>
                    <a:pt x="1132332" y="9143"/>
                  </a:lnTo>
                  <a:lnTo>
                    <a:pt x="1130808" y="9143"/>
                  </a:lnTo>
                  <a:lnTo>
                    <a:pt x="1127760" y="6096"/>
                  </a:lnTo>
                  <a:close/>
                </a:path>
                <a:path w="3632200" h="9525">
                  <a:moveTo>
                    <a:pt x="1173480" y="7620"/>
                  </a:moveTo>
                  <a:lnTo>
                    <a:pt x="1173480" y="1524"/>
                  </a:lnTo>
                  <a:lnTo>
                    <a:pt x="1175003" y="1524"/>
                  </a:lnTo>
                  <a:lnTo>
                    <a:pt x="1175003" y="7620"/>
                  </a:lnTo>
                  <a:lnTo>
                    <a:pt x="1173480" y="7620"/>
                  </a:lnTo>
                  <a:close/>
                </a:path>
                <a:path w="3632200" h="9525">
                  <a:moveTo>
                    <a:pt x="1167384" y="6096"/>
                  </a:moveTo>
                  <a:lnTo>
                    <a:pt x="1167384" y="3048"/>
                  </a:lnTo>
                  <a:lnTo>
                    <a:pt x="1170432" y="0"/>
                  </a:lnTo>
                  <a:lnTo>
                    <a:pt x="1173480" y="0"/>
                  </a:lnTo>
                  <a:lnTo>
                    <a:pt x="1173480" y="9143"/>
                  </a:lnTo>
                  <a:lnTo>
                    <a:pt x="1170432" y="9143"/>
                  </a:lnTo>
                  <a:lnTo>
                    <a:pt x="1167384" y="6096"/>
                  </a:lnTo>
                  <a:close/>
                </a:path>
                <a:path w="3632200" h="9525">
                  <a:moveTo>
                    <a:pt x="1210056" y="9143"/>
                  </a:moveTo>
                  <a:lnTo>
                    <a:pt x="1210056" y="0"/>
                  </a:lnTo>
                  <a:lnTo>
                    <a:pt x="1213103" y="0"/>
                  </a:lnTo>
                  <a:lnTo>
                    <a:pt x="1216151" y="3048"/>
                  </a:lnTo>
                  <a:lnTo>
                    <a:pt x="1216151" y="6096"/>
                  </a:lnTo>
                  <a:lnTo>
                    <a:pt x="1213103" y="9143"/>
                  </a:lnTo>
                  <a:lnTo>
                    <a:pt x="1210056" y="9143"/>
                  </a:lnTo>
                  <a:close/>
                </a:path>
                <a:path w="3632200" h="9525">
                  <a:moveTo>
                    <a:pt x="1208532" y="7620"/>
                  </a:moveTo>
                  <a:lnTo>
                    <a:pt x="1208532" y="1524"/>
                  </a:lnTo>
                  <a:lnTo>
                    <a:pt x="1210056" y="1524"/>
                  </a:lnTo>
                  <a:lnTo>
                    <a:pt x="1210056" y="7620"/>
                  </a:lnTo>
                  <a:lnTo>
                    <a:pt x="1208532" y="7620"/>
                  </a:lnTo>
                  <a:close/>
                </a:path>
                <a:path w="3632200" h="9525">
                  <a:moveTo>
                    <a:pt x="1248156" y="6096"/>
                  </a:moveTo>
                  <a:lnTo>
                    <a:pt x="1248156" y="3048"/>
                  </a:lnTo>
                  <a:lnTo>
                    <a:pt x="1251203" y="0"/>
                  </a:lnTo>
                  <a:lnTo>
                    <a:pt x="1252728" y="0"/>
                  </a:lnTo>
                  <a:lnTo>
                    <a:pt x="1255776" y="3048"/>
                  </a:lnTo>
                  <a:lnTo>
                    <a:pt x="1255776" y="6096"/>
                  </a:lnTo>
                  <a:lnTo>
                    <a:pt x="1252728" y="9143"/>
                  </a:lnTo>
                  <a:lnTo>
                    <a:pt x="1251203" y="9143"/>
                  </a:lnTo>
                  <a:lnTo>
                    <a:pt x="1248156" y="6096"/>
                  </a:lnTo>
                  <a:close/>
                </a:path>
                <a:path w="3632200" h="9525">
                  <a:moveTo>
                    <a:pt x="1295400" y="6096"/>
                  </a:moveTo>
                  <a:lnTo>
                    <a:pt x="1295400" y="3048"/>
                  </a:lnTo>
                  <a:lnTo>
                    <a:pt x="1296924" y="3048"/>
                  </a:lnTo>
                  <a:lnTo>
                    <a:pt x="1296924" y="6096"/>
                  </a:lnTo>
                  <a:lnTo>
                    <a:pt x="1295400" y="6096"/>
                  </a:lnTo>
                  <a:close/>
                </a:path>
                <a:path w="3632200" h="9525">
                  <a:moveTo>
                    <a:pt x="1293876" y="7620"/>
                  </a:moveTo>
                  <a:lnTo>
                    <a:pt x="1293876" y="1524"/>
                  </a:lnTo>
                  <a:lnTo>
                    <a:pt x="1295400" y="1524"/>
                  </a:lnTo>
                  <a:lnTo>
                    <a:pt x="1295400" y="7620"/>
                  </a:lnTo>
                  <a:lnTo>
                    <a:pt x="1293876" y="7620"/>
                  </a:lnTo>
                  <a:close/>
                </a:path>
                <a:path w="3632200" h="9525">
                  <a:moveTo>
                    <a:pt x="1290828" y="9143"/>
                  </a:moveTo>
                  <a:lnTo>
                    <a:pt x="1290828" y="0"/>
                  </a:lnTo>
                  <a:lnTo>
                    <a:pt x="1293876" y="0"/>
                  </a:lnTo>
                  <a:lnTo>
                    <a:pt x="1293876" y="9143"/>
                  </a:lnTo>
                  <a:lnTo>
                    <a:pt x="1290828" y="9143"/>
                  </a:lnTo>
                  <a:close/>
                </a:path>
                <a:path w="3632200" h="9525">
                  <a:moveTo>
                    <a:pt x="1289303" y="7620"/>
                  </a:moveTo>
                  <a:lnTo>
                    <a:pt x="1289303" y="1524"/>
                  </a:lnTo>
                  <a:lnTo>
                    <a:pt x="1290828" y="1524"/>
                  </a:lnTo>
                  <a:lnTo>
                    <a:pt x="1290828" y="7620"/>
                  </a:lnTo>
                  <a:lnTo>
                    <a:pt x="1289303" y="7620"/>
                  </a:lnTo>
                  <a:close/>
                </a:path>
                <a:path w="3632200" h="9525">
                  <a:moveTo>
                    <a:pt x="1287780" y="6096"/>
                  </a:moveTo>
                  <a:lnTo>
                    <a:pt x="1287780" y="3048"/>
                  </a:lnTo>
                  <a:lnTo>
                    <a:pt x="1289303" y="3048"/>
                  </a:lnTo>
                  <a:lnTo>
                    <a:pt x="1289303" y="6096"/>
                  </a:lnTo>
                  <a:lnTo>
                    <a:pt x="1287780" y="6096"/>
                  </a:lnTo>
                  <a:close/>
                </a:path>
                <a:path w="3632200" h="9525">
                  <a:moveTo>
                    <a:pt x="1328928" y="6096"/>
                  </a:moveTo>
                  <a:lnTo>
                    <a:pt x="1328928" y="3048"/>
                  </a:lnTo>
                  <a:lnTo>
                    <a:pt x="1331976" y="0"/>
                  </a:lnTo>
                  <a:lnTo>
                    <a:pt x="1333500" y="0"/>
                  </a:lnTo>
                  <a:lnTo>
                    <a:pt x="1336548" y="3048"/>
                  </a:lnTo>
                  <a:lnTo>
                    <a:pt x="1336548" y="6096"/>
                  </a:lnTo>
                  <a:lnTo>
                    <a:pt x="1333500" y="9143"/>
                  </a:lnTo>
                  <a:lnTo>
                    <a:pt x="1331976" y="9143"/>
                  </a:lnTo>
                  <a:lnTo>
                    <a:pt x="1328928" y="6096"/>
                  </a:lnTo>
                  <a:close/>
                </a:path>
                <a:path w="3632200" h="9525">
                  <a:moveTo>
                    <a:pt x="1376172" y="6096"/>
                  </a:moveTo>
                  <a:lnTo>
                    <a:pt x="1376172" y="3048"/>
                  </a:lnTo>
                  <a:lnTo>
                    <a:pt x="1377696" y="3048"/>
                  </a:lnTo>
                  <a:lnTo>
                    <a:pt x="1377696" y="6096"/>
                  </a:lnTo>
                  <a:lnTo>
                    <a:pt x="1376172" y="6096"/>
                  </a:lnTo>
                  <a:close/>
                </a:path>
                <a:path w="3632200" h="9525">
                  <a:moveTo>
                    <a:pt x="1374648" y="7620"/>
                  </a:moveTo>
                  <a:lnTo>
                    <a:pt x="1374648" y="1524"/>
                  </a:lnTo>
                  <a:lnTo>
                    <a:pt x="1376172" y="1524"/>
                  </a:lnTo>
                  <a:lnTo>
                    <a:pt x="1376172" y="7620"/>
                  </a:lnTo>
                  <a:lnTo>
                    <a:pt x="1374648" y="7620"/>
                  </a:lnTo>
                  <a:close/>
                </a:path>
                <a:path w="3632200" h="9525">
                  <a:moveTo>
                    <a:pt x="1371600" y="9143"/>
                  </a:moveTo>
                  <a:lnTo>
                    <a:pt x="1371600" y="0"/>
                  </a:lnTo>
                  <a:lnTo>
                    <a:pt x="1374648" y="0"/>
                  </a:lnTo>
                  <a:lnTo>
                    <a:pt x="1374648" y="9143"/>
                  </a:lnTo>
                  <a:lnTo>
                    <a:pt x="1371600" y="9143"/>
                  </a:lnTo>
                  <a:close/>
                </a:path>
                <a:path w="3632200" h="9525">
                  <a:moveTo>
                    <a:pt x="1368551" y="6096"/>
                  </a:moveTo>
                  <a:lnTo>
                    <a:pt x="1368551" y="3048"/>
                  </a:lnTo>
                  <a:lnTo>
                    <a:pt x="1370076" y="1524"/>
                  </a:lnTo>
                  <a:lnTo>
                    <a:pt x="1371600" y="1524"/>
                  </a:lnTo>
                  <a:lnTo>
                    <a:pt x="1371600" y="7620"/>
                  </a:lnTo>
                  <a:lnTo>
                    <a:pt x="1370076" y="7620"/>
                  </a:lnTo>
                  <a:lnTo>
                    <a:pt x="1368551" y="6096"/>
                  </a:lnTo>
                  <a:close/>
                </a:path>
                <a:path w="3632200" h="9525">
                  <a:moveTo>
                    <a:pt x="1409700" y="7620"/>
                  </a:moveTo>
                  <a:lnTo>
                    <a:pt x="1409700" y="1524"/>
                  </a:lnTo>
                  <a:lnTo>
                    <a:pt x="1411224" y="1524"/>
                  </a:lnTo>
                  <a:lnTo>
                    <a:pt x="1412748" y="0"/>
                  </a:lnTo>
                  <a:lnTo>
                    <a:pt x="1414272" y="0"/>
                  </a:lnTo>
                  <a:lnTo>
                    <a:pt x="1417319" y="3048"/>
                  </a:lnTo>
                  <a:lnTo>
                    <a:pt x="1417319" y="6096"/>
                  </a:lnTo>
                  <a:lnTo>
                    <a:pt x="1414272" y="9143"/>
                  </a:lnTo>
                  <a:lnTo>
                    <a:pt x="1412748" y="9143"/>
                  </a:lnTo>
                  <a:lnTo>
                    <a:pt x="1411224" y="7620"/>
                  </a:lnTo>
                  <a:lnTo>
                    <a:pt x="1409700" y="7620"/>
                  </a:lnTo>
                  <a:close/>
                </a:path>
                <a:path w="3632200" h="9525">
                  <a:moveTo>
                    <a:pt x="1449324" y="6096"/>
                  </a:moveTo>
                  <a:lnTo>
                    <a:pt x="1449324" y="3048"/>
                  </a:lnTo>
                  <a:lnTo>
                    <a:pt x="1452372" y="0"/>
                  </a:lnTo>
                  <a:lnTo>
                    <a:pt x="1453896" y="0"/>
                  </a:lnTo>
                  <a:lnTo>
                    <a:pt x="1455419" y="1524"/>
                  </a:lnTo>
                  <a:lnTo>
                    <a:pt x="1456944" y="1524"/>
                  </a:lnTo>
                  <a:lnTo>
                    <a:pt x="1456944" y="7620"/>
                  </a:lnTo>
                  <a:lnTo>
                    <a:pt x="1455419" y="7620"/>
                  </a:lnTo>
                  <a:lnTo>
                    <a:pt x="1453896" y="9143"/>
                  </a:lnTo>
                  <a:lnTo>
                    <a:pt x="1452372" y="9143"/>
                  </a:lnTo>
                  <a:lnTo>
                    <a:pt x="1449324" y="6096"/>
                  </a:lnTo>
                  <a:close/>
                </a:path>
                <a:path w="3632200" h="9525">
                  <a:moveTo>
                    <a:pt x="1495044" y="7620"/>
                  </a:moveTo>
                  <a:lnTo>
                    <a:pt x="1495044" y="1524"/>
                  </a:lnTo>
                  <a:lnTo>
                    <a:pt x="1496567" y="1524"/>
                  </a:lnTo>
                  <a:lnTo>
                    <a:pt x="1498092" y="3048"/>
                  </a:lnTo>
                  <a:lnTo>
                    <a:pt x="1498092" y="6096"/>
                  </a:lnTo>
                  <a:lnTo>
                    <a:pt x="1496567" y="7620"/>
                  </a:lnTo>
                  <a:lnTo>
                    <a:pt x="1495044" y="7620"/>
                  </a:lnTo>
                  <a:close/>
                </a:path>
                <a:path w="3632200" h="9525">
                  <a:moveTo>
                    <a:pt x="1491996" y="9143"/>
                  </a:moveTo>
                  <a:lnTo>
                    <a:pt x="1491996" y="0"/>
                  </a:lnTo>
                  <a:lnTo>
                    <a:pt x="1495044" y="0"/>
                  </a:lnTo>
                  <a:lnTo>
                    <a:pt x="1495044" y="9143"/>
                  </a:lnTo>
                  <a:lnTo>
                    <a:pt x="1491996" y="9143"/>
                  </a:lnTo>
                  <a:close/>
                </a:path>
                <a:path w="3632200" h="9525">
                  <a:moveTo>
                    <a:pt x="1490472" y="7620"/>
                  </a:moveTo>
                  <a:lnTo>
                    <a:pt x="1490472" y="1524"/>
                  </a:lnTo>
                  <a:lnTo>
                    <a:pt x="1491996" y="1524"/>
                  </a:lnTo>
                  <a:lnTo>
                    <a:pt x="1491996" y="7620"/>
                  </a:lnTo>
                  <a:lnTo>
                    <a:pt x="1490472" y="7620"/>
                  </a:lnTo>
                  <a:close/>
                </a:path>
                <a:path w="3632200" h="9525">
                  <a:moveTo>
                    <a:pt x="1488948" y="6096"/>
                  </a:moveTo>
                  <a:lnTo>
                    <a:pt x="1488948" y="3048"/>
                  </a:lnTo>
                  <a:lnTo>
                    <a:pt x="1490472" y="3048"/>
                  </a:lnTo>
                  <a:lnTo>
                    <a:pt x="1490472" y="6096"/>
                  </a:lnTo>
                  <a:lnTo>
                    <a:pt x="1488948" y="6096"/>
                  </a:lnTo>
                  <a:close/>
                </a:path>
                <a:path w="3632200" h="9525">
                  <a:moveTo>
                    <a:pt x="1530096" y="6096"/>
                  </a:moveTo>
                  <a:lnTo>
                    <a:pt x="1530096" y="3048"/>
                  </a:lnTo>
                  <a:lnTo>
                    <a:pt x="1533144" y="0"/>
                  </a:lnTo>
                  <a:lnTo>
                    <a:pt x="1534667" y="0"/>
                  </a:lnTo>
                  <a:lnTo>
                    <a:pt x="1537716" y="3048"/>
                  </a:lnTo>
                  <a:lnTo>
                    <a:pt x="1537716" y="6096"/>
                  </a:lnTo>
                  <a:lnTo>
                    <a:pt x="1534667" y="9143"/>
                  </a:lnTo>
                  <a:lnTo>
                    <a:pt x="1533144" y="9143"/>
                  </a:lnTo>
                  <a:lnTo>
                    <a:pt x="1530096" y="6096"/>
                  </a:lnTo>
                  <a:close/>
                </a:path>
                <a:path w="3632200" h="9525">
                  <a:moveTo>
                    <a:pt x="1577340" y="6096"/>
                  </a:moveTo>
                  <a:lnTo>
                    <a:pt x="1577340" y="3048"/>
                  </a:lnTo>
                  <a:lnTo>
                    <a:pt x="1578864" y="3048"/>
                  </a:lnTo>
                  <a:lnTo>
                    <a:pt x="1578864" y="6096"/>
                  </a:lnTo>
                  <a:lnTo>
                    <a:pt x="1577340" y="6096"/>
                  </a:lnTo>
                  <a:close/>
                </a:path>
                <a:path w="3632200" h="9525">
                  <a:moveTo>
                    <a:pt x="1575816" y="7620"/>
                  </a:moveTo>
                  <a:lnTo>
                    <a:pt x="1575816" y="1524"/>
                  </a:lnTo>
                  <a:lnTo>
                    <a:pt x="1577340" y="1524"/>
                  </a:lnTo>
                  <a:lnTo>
                    <a:pt x="1577340" y="7620"/>
                  </a:lnTo>
                  <a:lnTo>
                    <a:pt x="1575816" y="7620"/>
                  </a:lnTo>
                  <a:close/>
                </a:path>
                <a:path w="3632200" h="9525">
                  <a:moveTo>
                    <a:pt x="1572767" y="9143"/>
                  </a:moveTo>
                  <a:lnTo>
                    <a:pt x="1572767" y="0"/>
                  </a:lnTo>
                  <a:lnTo>
                    <a:pt x="1575816" y="0"/>
                  </a:lnTo>
                  <a:lnTo>
                    <a:pt x="1575816" y="9143"/>
                  </a:lnTo>
                  <a:lnTo>
                    <a:pt x="1572767" y="9143"/>
                  </a:lnTo>
                  <a:close/>
                </a:path>
                <a:path w="3632200" h="9525">
                  <a:moveTo>
                    <a:pt x="1571244" y="7620"/>
                  </a:moveTo>
                  <a:lnTo>
                    <a:pt x="1571244" y="1524"/>
                  </a:lnTo>
                  <a:lnTo>
                    <a:pt x="1572767" y="1524"/>
                  </a:lnTo>
                  <a:lnTo>
                    <a:pt x="1572767" y="7620"/>
                  </a:lnTo>
                  <a:lnTo>
                    <a:pt x="1571244" y="7620"/>
                  </a:lnTo>
                  <a:close/>
                </a:path>
                <a:path w="3632200" h="9525">
                  <a:moveTo>
                    <a:pt x="1569719" y="6096"/>
                  </a:moveTo>
                  <a:lnTo>
                    <a:pt x="1569719" y="3048"/>
                  </a:lnTo>
                  <a:lnTo>
                    <a:pt x="1571244" y="3048"/>
                  </a:lnTo>
                  <a:lnTo>
                    <a:pt x="1571244" y="6096"/>
                  </a:lnTo>
                  <a:lnTo>
                    <a:pt x="1569719" y="6096"/>
                  </a:lnTo>
                  <a:close/>
                </a:path>
                <a:path w="3632200" h="9525">
                  <a:moveTo>
                    <a:pt x="1610868" y="7620"/>
                  </a:moveTo>
                  <a:lnTo>
                    <a:pt x="1610868" y="1524"/>
                  </a:lnTo>
                  <a:lnTo>
                    <a:pt x="1612392" y="1524"/>
                  </a:lnTo>
                  <a:lnTo>
                    <a:pt x="1613916" y="0"/>
                  </a:lnTo>
                  <a:lnTo>
                    <a:pt x="1615440" y="0"/>
                  </a:lnTo>
                  <a:lnTo>
                    <a:pt x="1618488" y="3048"/>
                  </a:lnTo>
                  <a:lnTo>
                    <a:pt x="1618488" y="6096"/>
                  </a:lnTo>
                  <a:lnTo>
                    <a:pt x="1615440" y="9143"/>
                  </a:lnTo>
                  <a:lnTo>
                    <a:pt x="1613916" y="9143"/>
                  </a:lnTo>
                  <a:lnTo>
                    <a:pt x="1612392" y="7620"/>
                  </a:lnTo>
                  <a:lnTo>
                    <a:pt x="1610868" y="7620"/>
                  </a:lnTo>
                  <a:close/>
                </a:path>
                <a:path w="3632200" h="9525">
                  <a:moveTo>
                    <a:pt x="1656588" y="7620"/>
                  </a:moveTo>
                  <a:lnTo>
                    <a:pt x="1656588" y="1524"/>
                  </a:lnTo>
                  <a:lnTo>
                    <a:pt x="1658112" y="1524"/>
                  </a:lnTo>
                  <a:lnTo>
                    <a:pt x="1658112" y="7620"/>
                  </a:lnTo>
                  <a:lnTo>
                    <a:pt x="1656588" y="7620"/>
                  </a:lnTo>
                  <a:close/>
                </a:path>
                <a:path w="3632200" h="9525">
                  <a:moveTo>
                    <a:pt x="1650492" y="6096"/>
                  </a:moveTo>
                  <a:lnTo>
                    <a:pt x="1650492" y="3048"/>
                  </a:lnTo>
                  <a:lnTo>
                    <a:pt x="1653540" y="0"/>
                  </a:lnTo>
                  <a:lnTo>
                    <a:pt x="1656588" y="0"/>
                  </a:lnTo>
                  <a:lnTo>
                    <a:pt x="1656588" y="9143"/>
                  </a:lnTo>
                  <a:lnTo>
                    <a:pt x="1653540" y="9143"/>
                  </a:lnTo>
                  <a:lnTo>
                    <a:pt x="1650492" y="6096"/>
                  </a:lnTo>
                  <a:close/>
                </a:path>
                <a:path w="3632200" h="9525">
                  <a:moveTo>
                    <a:pt x="1693164" y="9143"/>
                  </a:moveTo>
                  <a:lnTo>
                    <a:pt x="1693164" y="0"/>
                  </a:lnTo>
                  <a:lnTo>
                    <a:pt x="1696212" y="0"/>
                  </a:lnTo>
                  <a:lnTo>
                    <a:pt x="1699260" y="3048"/>
                  </a:lnTo>
                  <a:lnTo>
                    <a:pt x="1699260" y="6096"/>
                  </a:lnTo>
                  <a:lnTo>
                    <a:pt x="1696212" y="9143"/>
                  </a:lnTo>
                  <a:lnTo>
                    <a:pt x="1693164" y="9143"/>
                  </a:lnTo>
                  <a:close/>
                </a:path>
                <a:path w="3632200" h="9525">
                  <a:moveTo>
                    <a:pt x="1691640" y="7620"/>
                  </a:moveTo>
                  <a:lnTo>
                    <a:pt x="1691640" y="1524"/>
                  </a:lnTo>
                  <a:lnTo>
                    <a:pt x="1693164" y="1524"/>
                  </a:lnTo>
                  <a:lnTo>
                    <a:pt x="1693164" y="7620"/>
                  </a:lnTo>
                  <a:lnTo>
                    <a:pt x="1691640" y="7620"/>
                  </a:lnTo>
                  <a:close/>
                </a:path>
                <a:path w="3632200" h="9525">
                  <a:moveTo>
                    <a:pt x="1731264" y="6096"/>
                  </a:moveTo>
                  <a:lnTo>
                    <a:pt x="1731264" y="3048"/>
                  </a:lnTo>
                  <a:lnTo>
                    <a:pt x="1734312" y="0"/>
                  </a:lnTo>
                  <a:lnTo>
                    <a:pt x="1735835" y="0"/>
                  </a:lnTo>
                  <a:lnTo>
                    <a:pt x="1738884" y="3048"/>
                  </a:lnTo>
                  <a:lnTo>
                    <a:pt x="1738884" y="6096"/>
                  </a:lnTo>
                  <a:lnTo>
                    <a:pt x="1735835" y="9143"/>
                  </a:lnTo>
                  <a:lnTo>
                    <a:pt x="1734312" y="9143"/>
                  </a:lnTo>
                  <a:lnTo>
                    <a:pt x="1731264" y="6096"/>
                  </a:lnTo>
                  <a:close/>
                </a:path>
                <a:path w="3632200" h="9525">
                  <a:moveTo>
                    <a:pt x="1778508" y="6096"/>
                  </a:moveTo>
                  <a:lnTo>
                    <a:pt x="1778508" y="3048"/>
                  </a:lnTo>
                  <a:lnTo>
                    <a:pt x="1780032" y="3048"/>
                  </a:lnTo>
                  <a:lnTo>
                    <a:pt x="1780032" y="6096"/>
                  </a:lnTo>
                  <a:lnTo>
                    <a:pt x="1778508" y="6096"/>
                  </a:lnTo>
                  <a:close/>
                </a:path>
                <a:path w="3632200" h="9525">
                  <a:moveTo>
                    <a:pt x="1776984" y="7620"/>
                  </a:moveTo>
                  <a:lnTo>
                    <a:pt x="1776984" y="1524"/>
                  </a:lnTo>
                  <a:lnTo>
                    <a:pt x="1778508" y="1524"/>
                  </a:lnTo>
                  <a:lnTo>
                    <a:pt x="1778508" y="7620"/>
                  </a:lnTo>
                  <a:lnTo>
                    <a:pt x="1776984" y="7620"/>
                  </a:lnTo>
                  <a:close/>
                </a:path>
                <a:path w="3632200" h="9525">
                  <a:moveTo>
                    <a:pt x="1773935" y="9143"/>
                  </a:moveTo>
                  <a:lnTo>
                    <a:pt x="1773935" y="0"/>
                  </a:lnTo>
                  <a:lnTo>
                    <a:pt x="1776984" y="0"/>
                  </a:lnTo>
                  <a:lnTo>
                    <a:pt x="1776984" y="9143"/>
                  </a:lnTo>
                  <a:lnTo>
                    <a:pt x="1773935" y="9143"/>
                  </a:lnTo>
                  <a:close/>
                </a:path>
                <a:path w="3632200" h="9525">
                  <a:moveTo>
                    <a:pt x="1772412" y="7620"/>
                  </a:moveTo>
                  <a:lnTo>
                    <a:pt x="1772412" y="1524"/>
                  </a:lnTo>
                  <a:lnTo>
                    <a:pt x="1773935" y="1524"/>
                  </a:lnTo>
                  <a:lnTo>
                    <a:pt x="1773935" y="7620"/>
                  </a:lnTo>
                  <a:lnTo>
                    <a:pt x="1772412" y="7620"/>
                  </a:lnTo>
                  <a:close/>
                </a:path>
                <a:path w="3632200" h="9525">
                  <a:moveTo>
                    <a:pt x="1770888" y="6096"/>
                  </a:moveTo>
                  <a:lnTo>
                    <a:pt x="1770888" y="3048"/>
                  </a:lnTo>
                  <a:lnTo>
                    <a:pt x="1772412" y="3048"/>
                  </a:lnTo>
                  <a:lnTo>
                    <a:pt x="1772412" y="6096"/>
                  </a:lnTo>
                  <a:lnTo>
                    <a:pt x="1770888" y="6096"/>
                  </a:lnTo>
                  <a:close/>
                </a:path>
                <a:path w="3632200" h="9525">
                  <a:moveTo>
                    <a:pt x="1812035" y="6096"/>
                  </a:moveTo>
                  <a:lnTo>
                    <a:pt x="1812035" y="3048"/>
                  </a:lnTo>
                  <a:lnTo>
                    <a:pt x="1815084" y="0"/>
                  </a:lnTo>
                  <a:lnTo>
                    <a:pt x="1816608" y="0"/>
                  </a:lnTo>
                  <a:lnTo>
                    <a:pt x="1819656" y="3048"/>
                  </a:lnTo>
                  <a:lnTo>
                    <a:pt x="1819656" y="6096"/>
                  </a:lnTo>
                  <a:lnTo>
                    <a:pt x="1816608" y="9143"/>
                  </a:lnTo>
                  <a:lnTo>
                    <a:pt x="1815084" y="9143"/>
                  </a:lnTo>
                  <a:lnTo>
                    <a:pt x="1812035" y="6096"/>
                  </a:lnTo>
                  <a:close/>
                </a:path>
                <a:path w="3632200" h="9525">
                  <a:moveTo>
                    <a:pt x="1859280" y="6096"/>
                  </a:moveTo>
                  <a:lnTo>
                    <a:pt x="1859280" y="3048"/>
                  </a:lnTo>
                  <a:lnTo>
                    <a:pt x="1860803" y="3048"/>
                  </a:lnTo>
                  <a:lnTo>
                    <a:pt x="1860803" y="6096"/>
                  </a:lnTo>
                  <a:lnTo>
                    <a:pt x="1859280" y="6096"/>
                  </a:lnTo>
                  <a:close/>
                </a:path>
                <a:path w="3632200" h="9525">
                  <a:moveTo>
                    <a:pt x="1857756" y="7620"/>
                  </a:moveTo>
                  <a:lnTo>
                    <a:pt x="1857756" y="1524"/>
                  </a:lnTo>
                  <a:lnTo>
                    <a:pt x="1859280" y="1524"/>
                  </a:lnTo>
                  <a:lnTo>
                    <a:pt x="1859280" y="7620"/>
                  </a:lnTo>
                  <a:lnTo>
                    <a:pt x="1857756" y="7620"/>
                  </a:lnTo>
                  <a:close/>
                </a:path>
                <a:path w="3632200" h="9525">
                  <a:moveTo>
                    <a:pt x="1854708" y="9143"/>
                  </a:moveTo>
                  <a:lnTo>
                    <a:pt x="1854708" y="0"/>
                  </a:lnTo>
                  <a:lnTo>
                    <a:pt x="1857756" y="0"/>
                  </a:lnTo>
                  <a:lnTo>
                    <a:pt x="1857756" y="9143"/>
                  </a:lnTo>
                  <a:lnTo>
                    <a:pt x="1854708" y="9143"/>
                  </a:lnTo>
                  <a:close/>
                </a:path>
                <a:path w="3632200" h="9525">
                  <a:moveTo>
                    <a:pt x="1851660" y="6096"/>
                  </a:moveTo>
                  <a:lnTo>
                    <a:pt x="1851660" y="3048"/>
                  </a:lnTo>
                  <a:lnTo>
                    <a:pt x="1853184" y="1524"/>
                  </a:lnTo>
                  <a:lnTo>
                    <a:pt x="1854708" y="1524"/>
                  </a:lnTo>
                  <a:lnTo>
                    <a:pt x="1854708" y="7620"/>
                  </a:lnTo>
                  <a:lnTo>
                    <a:pt x="1853184" y="7620"/>
                  </a:lnTo>
                  <a:lnTo>
                    <a:pt x="1851660" y="6096"/>
                  </a:lnTo>
                  <a:close/>
                </a:path>
                <a:path w="3632200" h="9525">
                  <a:moveTo>
                    <a:pt x="1892808" y="7620"/>
                  </a:moveTo>
                  <a:lnTo>
                    <a:pt x="1892808" y="1524"/>
                  </a:lnTo>
                  <a:lnTo>
                    <a:pt x="1894332" y="1524"/>
                  </a:lnTo>
                  <a:lnTo>
                    <a:pt x="1895856" y="0"/>
                  </a:lnTo>
                  <a:lnTo>
                    <a:pt x="1897380" y="0"/>
                  </a:lnTo>
                  <a:lnTo>
                    <a:pt x="1900428" y="3048"/>
                  </a:lnTo>
                  <a:lnTo>
                    <a:pt x="1900428" y="6096"/>
                  </a:lnTo>
                  <a:lnTo>
                    <a:pt x="1897380" y="9143"/>
                  </a:lnTo>
                  <a:lnTo>
                    <a:pt x="1895856" y="9143"/>
                  </a:lnTo>
                  <a:lnTo>
                    <a:pt x="1894332" y="7620"/>
                  </a:lnTo>
                  <a:lnTo>
                    <a:pt x="1892808" y="7620"/>
                  </a:lnTo>
                  <a:close/>
                </a:path>
                <a:path w="3632200" h="9525">
                  <a:moveTo>
                    <a:pt x="1932432" y="6096"/>
                  </a:moveTo>
                  <a:lnTo>
                    <a:pt x="1932432" y="3048"/>
                  </a:lnTo>
                  <a:lnTo>
                    <a:pt x="1935480" y="0"/>
                  </a:lnTo>
                  <a:lnTo>
                    <a:pt x="1937003" y="0"/>
                  </a:lnTo>
                  <a:lnTo>
                    <a:pt x="1938528" y="1524"/>
                  </a:lnTo>
                  <a:lnTo>
                    <a:pt x="1940051" y="1524"/>
                  </a:lnTo>
                  <a:lnTo>
                    <a:pt x="1940051" y="7620"/>
                  </a:lnTo>
                  <a:lnTo>
                    <a:pt x="1938528" y="7620"/>
                  </a:lnTo>
                  <a:lnTo>
                    <a:pt x="1937003" y="9143"/>
                  </a:lnTo>
                  <a:lnTo>
                    <a:pt x="1935480" y="9143"/>
                  </a:lnTo>
                  <a:lnTo>
                    <a:pt x="1932432" y="6096"/>
                  </a:lnTo>
                  <a:close/>
                </a:path>
                <a:path w="3632200" h="9525">
                  <a:moveTo>
                    <a:pt x="1979676" y="6096"/>
                  </a:moveTo>
                  <a:lnTo>
                    <a:pt x="1979676" y="3048"/>
                  </a:lnTo>
                  <a:lnTo>
                    <a:pt x="1981200" y="3048"/>
                  </a:lnTo>
                  <a:lnTo>
                    <a:pt x="1981200" y="6096"/>
                  </a:lnTo>
                  <a:lnTo>
                    <a:pt x="1979676" y="6096"/>
                  </a:lnTo>
                  <a:close/>
                </a:path>
                <a:path w="3632200" h="9525">
                  <a:moveTo>
                    <a:pt x="1978151" y="7620"/>
                  </a:moveTo>
                  <a:lnTo>
                    <a:pt x="1978151" y="1524"/>
                  </a:lnTo>
                  <a:lnTo>
                    <a:pt x="1979676" y="1524"/>
                  </a:lnTo>
                  <a:lnTo>
                    <a:pt x="1979676" y="7620"/>
                  </a:lnTo>
                  <a:lnTo>
                    <a:pt x="1978151" y="7620"/>
                  </a:lnTo>
                  <a:close/>
                </a:path>
                <a:path w="3632200" h="9525">
                  <a:moveTo>
                    <a:pt x="1975103" y="9143"/>
                  </a:moveTo>
                  <a:lnTo>
                    <a:pt x="1975103" y="0"/>
                  </a:lnTo>
                  <a:lnTo>
                    <a:pt x="1978151" y="0"/>
                  </a:lnTo>
                  <a:lnTo>
                    <a:pt x="1978151" y="9143"/>
                  </a:lnTo>
                  <a:lnTo>
                    <a:pt x="1975103" y="9143"/>
                  </a:lnTo>
                  <a:close/>
                </a:path>
                <a:path w="3632200" h="9525">
                  <a:moveTo>
                    <a:pt x="1973580" y="7620"/>
                  </a:moveTo>
                  <a:lnTo>
                    <a:pt x="1973580" y="1524"/>
                  </a:lnTo>
                  <a:lnTo>
                    <a:pt x="1975103" y="1524"/>
                  </a:lnTo>
                  <a:lnTo>
                    <a:pt x="1975103" y="7620"/>
                  </a:lnTo>
                  <a:lnTo>
                    <a:pt x="1973580" y="7620"/>
                  </a:lnTo>
                  <a:close/>
                </a:path>
                <a:path w="3632200" h="9525">
                  <a:moveTo>
                    <a:pt x="1972056" y="6096"/>
                  </a:moveTo>
                  <a:lnTo>
                    <a:pt x="1972056" y="3048"/>
                  </a:lnTo>
                  <a:lnTo>
                    <a:pt x="1973580" y="3048"/>
                  </a:lnTo>
                  <a:lnTo>
                    <a:pt x="1973580" y="6096"/>
                  </a:lnTo>
                  <a:lnTo>
                    <a:pt x="1972056" y="6096"/>
                  </a:lnTo>
                  <a:close/>
                </a:path>
                <a:path w="3632200" h="9525">
                  <a:moveTo>
                    <a:pt x="2013203" y="6096"/>
                  </a:moveTo>
                  <a:lnTo>
                    <a:pt x="2013203" y="3048"/>
                  </a:lnTo>
                  <a:lnTo>
                    <a:pt x="2016251" y="0"/>
                  </a:lnTo>
                  <a:lnTo>
                    <a:pt x="2017776" y="0"/>
                  </a:lnTo>
                  <a:lnTo>
                    <a:pt x="2020824" y="3048"/>
                  </a:lnTo>
                  <a:lnTo>
                    <a:pt x="2020824" y="6096"/>
                  </a:lnTo>
                  <a:lnTo>
                    <a:pt x="2017776" y="9143"/>
                  </a:lnTo>
                  <a:lnTo>
                    <a:pt x="2016251" y="9143"/>
                  </a:lnTo>
                  <a:lnTo>
                    <a:pt x="2013203" y="6096"/>
                  </a:lnTo>
                  <a:close/>
                </a:path>
                <a:path w="3632200" h="9525">
                  <a:moveTo>
                    <a:pt x="2060448" y="6096"/>
                  </a:moveTo>
                  <a:lnTo>
                    <a:pt x="2060448" y="3048"/>
                  </a:lnTo>
                  <a:lnTo>
                    <a:pt x="2061972" y="3048"/>
                  </a:lnTo>
                  <a:lnTo>
                    <a:pt x="2061972" y="6096"/>
                  </a:lnTo>
                  <a:lnTo>
                    <a:pt x="2060448" y="6096"/>
                  </a:lnTo>
                  <a:close/>
                </a:path>
                <a:path w="3632200" h="9525">
                  <a:moveTo>
                    <a:pt x="2058924" y="7620"/>
                  </a:moveTo>
                  <a:lnTo>
                    <a:pt x="2058924" y="1524"/>
                  </a:lnTo>
                  <a:lnTo>
                    <a:pt x="2060448" y="1524"/>
                  </a:lnTo>
                  <a:lnTo>
                    <a:pt x="2060448" y="7620"/>
                  </a:lnTo>
                  <a:lnTo>
                    <a:pt x="2058924" y="7620"/>
                  </a:lnTo>
                  <a:close/>
                </a:path>
                <a:path w="3632200" h="9525">
                  <a:moveTo>
                    <a:pt x="2055876" y="9143"/>
                  </a:moveTo>
                  <a:lnTo>
                    <a:pt x="2055876" y="0"/>
                  </a:lnTo>
                  <a:lnTo>
                    <a:pt x="2058924" y="0"/>
                  </a:lnTo>
                  <a:lnTo>
                    <a:pt x="2058924" y="9143"/>
                  </a:lnTo>
                  <a:lnTo>
                    <a:pt x="2055876" y="9143"/>
                  </a:lnTo>
                  <a:close/>
                </a:path>
                <a:path w="3632200" h="9525">
                  <a:moveTo>
                    <a:pt x="2054351" y="7620"/>
                  </a:moveTo>
                  <a:lnTo>
                    <a:pt x="2054351" y="1524"/>
                  </a:lnTo>
                  <a:lnTo>
                    <a:pt x="2055876" y="1524"/>
                  </a:lnTo>
                  <a:lnTo>
                    <a:pt x="2055876" y="7620"/>
                  </a:lnTo>
                  <a:lnTo>
                    <a:pt x="2054351" y="7620"/>
                  </a:lnTo>
                  <a:close/>
                </a:path>
                <a:path w="3632200" h="9525">
                  <a:moveTo>
                    <a:pt x="2052828" y="6096"/>
                  </a:moveTo>
                  <a:lnTo>
                    <a:pt x="2052828" y="3048"/>
                  </a:lnTo>
                  <a:lnTo>
                    <a:pt x="2054351" y="3048"/>
                  </a:lnTo>
                  <a:lnTo>
                    <a:pt x="2054351" y="6096"/>
                  </a:lnTo>
                  <a:lnTo>
                    <a:pt x="2052828" y="6096"/>
                  </a:lnTo>
                  <a:close/>
                </a:path>
                <a:path w="3632200" h="9525">
                  <a:moveTo>
                    <a:pt x="2093976" y="7620"/>
                  </a:moveTo>
                  <a:lnTo>
                    <a:pt x="2093976" y="1524"/>
                  </a:lnTo>
                  <a:lnTo>
                    <a:pt x="2095500" y="1524"/>
                  </a:lnTo>
                  <a:lnTo>
                    <a:pt x="2097024" y="0"/>
                  </a:lnTo>
                  <a:lnTo>
                    <a:pt x="2098548" y="0"/>
                  </a:lnTo>
                  <a:lnTo>
                    <a:pt x="2101596" y="3048"/>
                  </a:lnTo>
                  <a:lnTo>
                    <a:pt x="2101596" y="6096"/>
                  </a:lnTo>
                  <a:lnTo>
                    <a:pt x="2098548" y="9143"/>
                  </a:lnTo>
                  <a:lnTo>
                    <a:pt x="2097024" y="9143"/>
                  </a:lnTo>
                  <a:lnTo>
                    <a:pt x="2095500" y="7620"/>
                  </a:lnTo>
                  <a:lnTo>
                    <a:pt x="2093976" y="7620"/>
                  </a:lnTo>
                  <a:close/>
                </a:path>
                <a:path w="3632200" h="9525">
                  <a:moveTo>
                    <a:pt x="2133600" y="6096"/>
                  </a:moveTo>
                  <a:lnTo>
                    <a:pt x="2133600" y="3048"/>
                  </a:lnTo>
                  <a:lnTo>
                    <a:pt x="2136648" y="0"/>
                  </a:lnTo>
                  <a:lnTo>
                    <a:pt x="2138172" y="0"/>
                  </a:lnTo>
                  <a:lnTo>
                    <a:pt x="2139696" y="1524"/>
                  </a:lnTo>
                  <a:lnTo>
                    <a:pt x="2141219" y="1524"/>
                  </a:lnTo>
                  <a:lnTo>
                    <a:pt x="2141219" y="7620"/>
                  </a:lnTo>
                  <a:lnTo>
                    <a:pt x="2139696" y="7620"/>
                  </a:lnTo>
                  <a:lnTo>
                    <a:pt x="2138172" y="9143"/>
                  </a:lnTo>
                  <a:lnTo>
                    <a:pt x="2136648" y="9143"/>
                  </a:lnTo>
                  <a:lnTo>
                    <a:pt x="2133600" y="6096"/>
                  </a:lnTo>
                  <a:close/>
                </a:path>
                <a:path w="3632200" h="9525">
                  <a:moveTo>
                    <a:pt x="2176272" y="9143"/>
                  </a:moveTo>
                  <a:lnTo>
                    <a:pt x="2176272" y="0"/>
                  </a:lnTo>
                  <a:lnTo>
                    <a:pt x="2179319" y="0"/>
                  </a:lnTo>
                  <a:lnTo>
                    <a:pt x="2182368" y="3048"/>
                  </a:lnTo>
                  <a:lnTo>
                    <a:pt x="2182368" y="6096"/>
                  </a:lnTo>
                  <a:lnTo>
                    <a:pt x="2179319" y="9143"/>
                  </a:lnTo>
                  <a:lnTo>
                    <a:pt x="2176272" y="9143"/>
                  </a:lnTo>
                  <a:close/>
                </a:path>
                <a:path w="3632200" h="9525">
                  <a:moveTo>
                    <a:pt x="2174748" y="7620"/>
                  </a:moveTo>
                  <a:lnTo>
                    <a:pt x="2174748" y="1524"/>
                  </a:lnTo>
                  <a:lnTo>
                    <a:pt x="2176272" y="1524"/>
                  </a:lnTo>
                  <a:lnTo>
                    <a:pt x="2176272" y="7620"/>
                  </a:lnTo>
                  <a:lnTo>
                    <a:pt x="2174748" y="7620"/>
                  </a:lnTo>
                  <a:close/>
                </a:path>
                <a:path w="3632200" h="9525">
                  <a:moveTo>
                    <a:pt x="2214372" y="6096"/>
                  </a:moveTo>
                  <a:lnTo>
                    <a:pt x="2214372" y="3048"/>
                  </a:lnTo>
                  <a:lnTo>
                    <a:pt x="2217419" y="0"/>
                  </a:lnTo>
                  <a:lnTo>
                    <a:pt x="2218944" y="0"/>
                  </a:lnTo>
                  <a:lnTo>
                    <a:pt x="2221992" y="3048"/>
                  </a:lnTo>
                  <a:lnTo>
                    <a:pt x="2221992" y="6096"/>
                  </a:lnTo>
                  <a:lnTo>
                    <a:pt x="2218944" y="9143"/>
                  </a:lnTo>
                  <a:lnTo>
                    <a:pt x="2217419" y="9143"/>
                  </a:lnTo>
                  <a:lnTo>
                    <a:pt x="2214372" y="6096"/>
                  </a:lnTo>
                  <a:close/>
                </a:path>
                <a:path w="3632200" h="9525">
                  <a:moveTo>
                    <a:pt x="2261616" y="6096"/>
                  </a:moveTo>
                  <a:lnTo>
                    <a:pt x="2261616" y="3048"/>
                  </a:lnTo>
                  <a:lnTo>
                    <a:pt x="2263140" y="3048"/>
                  </a:lnTo>
                  <a:lnTo>
                    <a:pt x="2263140" y="6096"/>
                  </a:lnTo>
                  <a:lnTo>
                    <a:pt x="2261616" y="6096"/>
                  </a:lnTo>
                  <a:close/>
                </a:path>
                <a:path w="3632200" h="9525">
                  <a:moveTo>
                    <a:pt x="2260092" y="7620"/>
                  </a:moveTo>
                  <a:lnTo>
                    <a:pt x="2260092" y="1524"/>
                  </a:lnTo>
                  <a:lnTo>
                    <a:pt x="2261616" y="1524"/>
                  </a:lnTo>
                  <a:lnTo>
                    <a:pt x="2261616" y="7620"/>
                  </a:lnTo>
                  <a:lnTo>
                    <a:pt x="2260092" y="7620"/>
                  </a:lnTo>
                  <a:close/>
                </a:path>
                <a:path w="3632200" h="9525">
                  <a:moveTo>
                    <a:pt x="2257044" y="9143"/>
                  </a:moveTo>
                  <a:lnTo>
                    <a:pt x="2257044" y="0"/>
                  </a:lnTo>
                  <a:lnTo>
                    <a:pt x="2260092" y="0"/>
                  </a:lnTo>
                  <a:lnTo>
                    <a:pt x="2260092" y="9143"/>
                  </a:lnTo>
                  <a:lnTo>
                    <a:pt x="2257044" y="9143"/>
                  </a:lnTo>
                  <a:close/>
                </a:path>
                <a:path w="3632200" h="9525">
                  <a:moveTo>
                    <a:pt x="2255519" y="7620"/>
                  </a:moveTo>
                  <a:lnTo>
                    <a:pt x="2255519" y="1524"/>
                  </a:lnTo>
                  <a:lnTo>
                    <a:pt x="2257044" y="1524"/>
                  </a:lnTo>
                  <a:lnTo>
                    <a:pt x="2257044" y="7620"/>
                  </a:lnTo>
                  <a:lnTo>
                    <a:pt x="2255519" y="7620"/>
                  </a:lnTo>
                  <a:close/>
                </a:path>
                <a:path w="3632200" h="9525">
                  <a:moveTo>
                    <a:pt x="2253996" y="6096"/>
                  </a:moveTo>
                  <a:lnTo>
                    <a:pt x="2253996" y="3048"/>
                  </a:lnTo>
                  <a:lnTo>
                    <a:pt x="2255519" y="3048"/>
                  </a:lnTo>
                  <a:lnTo>
                    <a:pt x="2255519" y="6096"/>
                  </a:lnTo>
                  <a:lnTo>
                    <a:pt x="2253996" y="6096"/>
                  </a:lnTo>
                  <a:close/>
                </a:path>
                <a:path w="3632200" h="9525">
                  <a:moveTo>
                    <a:pt x="2295144" y="6096"/>
                  </a:moveTo>
                  <a:lnTo>
                    <a:pt x="2295144" y="3048"/>
                  </a:lnTo>
                  <a:lnTo>
                    <a:pt x="2298192" y="0"/>
                  </a:lnTo>
                  <a:lnTo>
                    <a:pt x="2299716" y="0"/>
                  </a:lnTo>
                  <a:lnTo>
                    <a:pt x="2302764" y="3048"/>
                  </a:lnTo>
                  <a:lnTo>
                    <a:pt x="2302764" y="6096"/>
                  </a:lnTo>
                  <a:lnTo>
                    <a:pt x="2299716" y="9143"/>
                  </a:lnTo>
                  <a:lnTo>
                    <a:pt x="2298192" y="9143"/>
                  </a:lnTo>
                  <a:lnTo>
                    <a:pt x="2295144" y="6096"/>
                  </a:lnTo>
                  <a:close/>
                </a:path>
                <a:path w="3632200" h="9525">
                  <a:moveTo>
                    <a:pt x="2340864" y="7620"/>
                  </a:moveTo>
                  <a:lnTo>
                    <a:pt x="2340864" y="1524"/>
                  </a:lnTo>
                  <a:lnTo>
                    <a:pt x="2342388" y="1524"/>
                  </a:lnTo>
                  <a:lnTo>
                    <a:pt x="2342388" y="7620"/>
                  </a:lnTo>
                  <a:lnTo>
                    <a:pt x="2340864" y="7620"/>
                  </a:lnTo>
                  <a:close/>
                </a:path>
                <a:path w="3632200" h="9525">
                  <a:moveTo>
                    <a:pt x="2334768" y="6096"/>
                  </a:moveTo>
                  <a:lnTo>
                    <a:pt x="2334768" y="3048"/>
                  </a:lnTo>
                  <a:lnTo>
                    <a:pt x="2337816" y="0"/>
                  </a:lnTo>
                  <a:lnTo>
                    <a:pt x="2340864" y="0"/>
                  </a:lnTo>
                  <a:lnTo>
                    <a:pt x="2340864" y="9143"/>
                  </a:lnTo>
                  <a:lnTo>
                    <a:pt x="2337816" y="9143"/>
                  </a:lnTo>
                  <a:lnTo>
                    <a:pt x="2334768" y="6096"/>
                  </a:lnTo>
                  <a:close/>
                </a:path>
                <a:path w="3632200" h="9525">
                  <a:moveTo>
                    <a:pt x="2375916" y="7620"/>
                  </a:moveTo>
                  <a:lnTo>
                    <a:pt x="2375916" y="1524"/>
                  </a:lnTo>
                  <a:lnTo>
                    <a:pt x="2377440" y="1524"/>
                  </a:lnTo>
                  <a:lnTo>
                    <a:pt x="2378964" y="0"/>
                  </a:lnTo>
                  <a:lnTo>
                    <a:pt x="2380488" y="0"/>
                  </a:lnTo>
                  <a:lnTo>
                    <a:pt x="2383535" y="3048"/>
                  </a:lnTo>
                  <a:lnTo>
                    <a:pt x="2383535" y="6096"/>
                  </a:lnTo>
                  <a:lnTo>
                    <a:pt x="2380488" y="9143"/>
                  </a:lnTo>
                  <a:lnTo>
                    <a:pt x="2378964" y="9143"/>
                  </a:lnTo>
                  <a:lnTo>
                    <a:pt x="2377440" y="7620"/>
                  </a:lnTo>
                  <a:lnTo>
                    <a:pt x="2375916" y="7620"/>
                  </a:lnTo>
                  <a:close/>
                </a:path>
                <a:path w="3632200" h="9525">
                  <a:moveTo>
                    <a:pt x="2415540" y="6096"/>
                  </a:moveTo>
                  <a:lnTo>
                    <a:pt x="2415540" y="3048"/>
                  </a:lnTo>
                  <a:lnTo>
                    <a:pt x="2418588" y="0"/>
                  </a:lnTo>
                  <a:lnTo>
                    <a:pt x="2420112" y="0"/>
                  </a:lnTo>
                  <a:lnTo>
                    <a:pt x="2421635" y="1524"/>
                  </a:lnTo>
                  <a:lnTo>
                    <a:pt x="2423160" y="1524"/>
                  </a:lnTo>
                  <a:lnTo>
                    <a:pt x="2423160" y="7620"/>
                  </a:lnTo>
                  <a:lnTo>
                    <a:pt x="2421635" y="7620"/>
                  </a:lnTo>
                  <a:lnTo>
                    <a:pt x="2420112" y="9143"/>
                  </a:lnTo>
                  <a:lnTo>
                    <a:pt x="2418588" y="9143"/>
                  </a:lnTo>
                  <a:lnTo>
                    <a:pt x="2415540" y="6096"/>
                  </a:lnTo>
                  <a:close/>
                </a:path>
                <a:path w="3632200" h="9525">
                  <a:moveTo>
                    <a:pt x="2462784" y="6096"/>
                  </a:moveTo>
                  <a:lnTo>
                    <a:pt x="2462784" y="3048"/>
                  </a:lnTo>
                  <a:lnTo>
                    <a:pt x="2464308" y="3048"/>
                  </a:lnTo>
                  <a:lnTo>
                    <a:pt x="2464308" y="6096"/>
                  </a:lnTo>
                  <a:lnTo>
                    <a:pt x="2462784" y="6096"/>
                  </a:lnTo>
                  <a:close/>
                </a:path>
                <a:path w="3632200" h="9525">
                  <a:moveTo>
                    <a:pt x="2461260" y="7620"/>
                  </a:moveTo>
                  <a:lnTo>
                    <a:pt x="2461260" y="1524"/>
                  </a:lnTo>
                  <a:lnTo>
                    <a:pt x="2462784" y="1524"/>
                  </a:lnTo>
                  <a:lnTo>
                    <a:pt x="2462784" y="7620"/>
                  </a:lnTo>
                  <a:lnTo>
                    <a:pt x="2461260" y="7620"/>
                  </a:lnTo>
                  <a:close/>
                </a:path>
                <a:path w="3632200" h="9525">
                  <a:moveTo>
                    <a:pt x="2458212" y="9143"/>
                  </a:moveTo>
                  <a:lnTo>
                    <a:pt x="2458212" y="0"/>
                  </a:lnTo>
                  <a:lnTo>
                    <a:pt x="2461260" y="0"/>
                  </a:lnTo>
                  <a:lnTo>
                    <a:pt x="2461260" y="9143"/>
                  </a:lnTo>
                  <a:lnTo>
                    <a:pt x="2458212" y="9143"/>
                  </a:lnTo>
                  <a:close/>
                </a:path>
                <a:path w="3632200" h="9525">
                  <a:moveTo>
                    <a:pt x="2456688" y="7620"/>
                  </a:moveTo>
                  <a:lnTo>
                    <a:pt x="2456688" y="1524"/>
                  </a:lnTo>
                  <a:lnTo>
                    <a:pt x="2458212" y="1524"/>
                  </a:lnTo>
                  <a:lnTo>
                    <a:pt x="2458212" y="7620"/>
                  </a:lnTo>
                  <a:lnTo>
                    <a:pt x="2456688" y="7620"/>
                  </a:lnTo>
                  <a:close/>
                </a:path>
                <a:path w="3632200" h="9525">
                  <a:moveTo>
                    <a:pt x="2455164" y="6096"/>
                  </a:moveTo>
                  <a:lnTo>
                    <a:pt x="2455164" y="3048"/>
                  </a:lnTo>
                  <a:lnTo>
                    <a:pt x="2456688" y="3048"/>
                  </a:lnTo>
                  <a:lnTo>
                    <a:pt x="2456688" y="6096"/>
                  </a:lnTo>
                  <a:lnTo>
                    <a:pt x="2455164" y="6096"/>
                  </a:lnTo>
                  <a:close/>
                </a:path>
                <a:path w="3632200" h="9525">
                  <a:moveTo>
                    <a:pt x="2496312" y="6096"/>
                  </a:moveTo>
                  <a:lnTo>
                    <a:pt x="2496312" y="3048"/>
                  </a:lnTo>
                  <a:lnTo>
                    <a:pt x="2499360" y="0"/>
                  </a:lnTo>
                  <a:lnTo>
                    <a:pt x="2500884" y="0"/>
                  </a:lnTo>
                  <a:lnTo>
                    <a:pt x="2503932" y="3048"/>
                  </a:lnTo>
                  <a:lnTo>
                    <a:pt x="2503932" y="6096"/>
                  </a:lnTo>
                  <a:lnTo>
                    <a:pt x="2500884" y="9143"/>
                  </a:lnTo>
                  <a:lnTo>
                    <a:pt x="2499360" y="9143"/>
                  </a:lnTo>
                  <a:lnTo>
                    <a:pt x="2496312" y="6096"/>
                  </a:lnTo>
                  <a:close/>
                </a:path>
                <a:path w="3632200" h="9525">
                  <a:moveTo>
                    <a:pt x="2543556" y="6096"/>
                  </a:moveTo>
                  <a:lnTo>
                    <a:pt x="2543556" y="3048"/>
                  </a:lnTo>
                  <a:lnTo>
                    <a:pt x="2545080" y="3048"/>
                  </a:lnTo>
                  <a:lnTo>
                    <a:pt x="2545080" y="6096"/>
                  </a:lnTo>
                  <a:lnTo>
                    <a:pt x="2543556" y="6096"/>
                  </a:lnTo>
                  <a:close/>
                </a:path>
                <a:path w="3632200" h="9525">
                  <a:moveTo>
                    <a:pt x="2542032" y="7620"/>
                  </a:moveTo>
                  <a:lnTo>
                    <a:pt x="2542032" y="1524"/>
                  </a:lnTo>
                  <a:lnTo>
                    <a:pt x="2543556" y="1524"/>
                  </a:lnTo>
                  <a:lnTo>
                    <a:pt x="2543556" y="7620"/>
                  </a:lnTo>
                  <a:lnTo>
                    <a:pt x="2542032" y="7620"/>
                  </a:lnTo>
                  <a:close/>
                </a:path>
                <a:path w="3632200" h="9525">
                  <a:moveTo>
                    <a:pt x="2538984" y="9143"/>
                  </a:moveTo>
                  <a:lnTo>
                    <a:pt x="2538984" y="0"/>
                  </a:lnTo>
                  <a:lnTo>
                    <a:pt x="2542032" y="0"/>
                  </a:lnTo>
                  <a:lnTo>
                    <a:pt x="2542032" y="9143"/>
                  </a:lnTo>
                  <a:lnTo>
                    <a:pt x="2538984" y="9143"/>
                  </a:lnTo>
                  <a:close/>
                </a:path>
                <a:path w="3632200" h="9525">
                  <a:moveTo>
                    <a:pt x="2537460" y="7620"/>
                  </a:moveTo>
                  <a:lnTo>
                    <a:pt x="2537460" y="1524"/>
                  </a:lnTo>
                  <a:lnTo>
                    <a:pt x="2538984" y="1524"/>
                  </a:lnTo>
                  <a:lnTo>
                    <a:pt x="2538984" y="7620"/>
                  </a:lnTo>
                  <a:lnTo>
                    <a:pt x="2537460" y="7620"/>
                  </a:lnTo>
                  <a:close/>
                </a:path>
                <a:path w="3632200" h="9525">
                  <a:moveTo>
                    <a:pt x="2535935" y="6096"/>
                  </a:moveTo>
                  <a:lnTo>
                    <a:pt x="2535935" y="3048"/>
                  </a:lnTo>
                  <a:lnTo>
                    <a:pt x="2537460" y="3048"/>
                  </a:lnTo>
                  <a:lnTo>
                    <a:pt x="2537460" y="6096"/>
                  </a:lnTo>
                  <a:lnTo>
                    <a:pt x="2535935" y="6096"/>
                  </a:lnTo>
                  <a:close/>
                </a:path>
                <a:path w="3632200" h="9525">
                  <a:moveTo>
                    <a:pt x="2577084" y="7620"/>
                  </a:moveTo>
                  <a:lnTo>
                    <a:pt x="2577084" y="1524"/>
                  </a:lnTo>
                  <a:lnTo>
                    <a:pt x="2578608" y="1524"/>
                  </a:lnTo>
                  <a:lnTo>
                    <a:pt x="2580132" y="0"/>
                  </a:lnTo>
                  <a:lnTo>
                    <a:pt x="2581656" y="0"/>
                  </a:lnTo>
                  <a:lnTo>
                    <a:pt x="2584703" y="3048"/>
                  </a:lnTo>
                  <a:lnTo>
                    <a:pt x="2584703" y="6096"/>
                  </a:lnTo>
                  <a:lnTo>
                    <a:pt x="2581656" y="9143"/>
                  </a:lnTo>
                  <a:lnTo>
                    <a:pt x="2580132" y="9143"/>
                  </a:lnTo>
                  <a:lnTo>
                    <a:pt x="2578608" y="7620"/>
                  </a:lnTo>
                  <a:lnTo>
                    <a:pt x="2577084" y="7620"/>
                  </a:lnTo>
                  <a:close/>
                </a:path>
                <a:path w="3632200" h="9525">
                  <a:moveTo>
                    <a:pt x="2616708" y="6096"/>
                  </a:moveTo>
                  <a:lnTo>
                    <a:pt x="2616708" y="3048"/>
                  </a:lnTo>
                  <a:lnTo>
                    <a:pt x="2619756" y="0"/>
                  </a:lnTo>
                  <a:lnTo>
                    <a:pt x="2621280" y="0"/>
                  </a:lnTo>
                  <a:lnTo>
                    <a:pt x="2622803" y="1524"/>
                  </a:lnTo>
                  <a:lnTo>
                    <a:pt x="2624328" y="1524"/>
                  </a:lnTo>
                  <a:lnTo>
                    <a:pt x="2624328" y="7620"/>
                  </a:lnTo>
                  <a:lnTo>
                    <a:pt x="2622803" y="7620"/>
                  </a:lnTo>
                  <a:lnTo>
                    <a:pt x="2621280" y="9143"/>
                  </a:lnTo>
                  <a:lnTo>
                    <a:pt x="2619756" y="9143"/>
                  </a:lnTo>
                  <a:lnTo>
                    <a:pt x="2616708" y="6096"/>
                  </a:lnTo>
                  <a:close/>
                </a:path>
                <a:path w="3632200" h="9525">
                  <a:moveTo>
                    <a:pt x="2659380" y="9143"/>
                  </a:moveTo>
                  <a:lnTo>
                    <a:pt x="2659380" y="0"/>
                  </a:lnTo>
                  <a:lnTo>
                    <a:pt x="2662428" y="0"/>
                  </a:lnTo>
                  <a:lnTo>
                    <a:pt x="2665476" y="3048"/>
                  </a:lnTo>
                  <a:lnTo>
                    <a:pt x="2665476" y="6096"/>
                  </a:lnTo>
                  <a:lnTo>
                    <a:pt x="2662428" y="9143"/>
                  </a:lnTo>
                  <a:lnTo>
                    <a:pt x="2659380" y="9143"/>
                  </a:lnTo>
                  <a:close/>
                </a:path>
                <a:path w="3632200" h="9525">
                  <a:moveTo>
                    <a:pt x="2657856" y="7620"/>
                  </a:moveTo>
                  <a:lnTo>
                    <a:pt x="2657856" y="1524"/>
                  </a:lnTo>
                  <a:lnTo>
                    <a:pt x="2659380" y="1524"/>
                  </a:lnTo>
                  <a:lnTo>
                    <a:pt x="2659380" y="7620"/>
                  </a:lnTo>
                  <a:lnTo>
                    <a:pt x="2657856" y="7620"/>
                  </a:lnTo>
                  <a:close/>
                </a:path>
                <a:path w="3632200" h="9525">
                  <a:moveTo>
                    <a:pt x="2697480" y="6096"/>
                  </a:moveTo>
                  <a:lnTo>
                    <a:pt x="2697480" y="3048"/>
                  </a:lnTo>
                  <a:lnTo>
                    <a:pt x="2700528" y="0"/>
                  </a:lnTo>
                  <a:lnTo>
                    <a:pt x="2702052" y="0"/>
                  </a:lnTo>
                  <a:lnTo>
                    <a:pt x="2705100" y="3048"/>
                  </a:lnTo>
                  <a:lnTo>
                    <a:pt x="2705100" y="6096"/>
                  </a:lnTo>
                  <a:lnTo>
                    <a:pt x="2702052" y="9143"/>
                  </a:lnTo>
                  <a:lnTo>
                    <a:pt x="2700528" y="9143"/>
                  </a:lnTo>
                  <a:lnTo>
                    <a:pt x="2697480" y="6096"/>
                  </a:lnTo>
                  <a:close/>
                </a:path>
                <a:path w="3632200" h="9525">
                  <a:moveTo>
                    <a:pt x="2744724" y="6096"/>
                  </a:moveTo>
                  <a:lnTo>
                    <a:pt x="2744724" y="3048"/>
                  </a:lnTo>
                  <a:lnTo>
                    <a:pt x="2746248" y="3048"/>
                  </a:lnTo>
                  <a:lnTo>
                    <a:pt x="2746248" y="6096"/>
                  </a:lnTo>
                  <a:lnTo>
                    <a:pt x="2744724" y="6096"/>
                  </a:lnTo>
                  <a:close/>
                </a:path>
                <a:path w="3632200" h="9525">
                  <a:moveTo>
                    <a:pt x="2743200" y="7620"/>
                  </a:moveTo>
                  <a:lnTo>
                    <a:pt x="2743200" y="1524"/>
                  </a:lnTo>
                  <a:lnTo>
                    <a:pt x="2744724" y="1524"/>
                  </a:lnTo>
                  <a:lnTo>
                    <a:pt x="2744724" y="7620"/>
                  </a:lnTo>
                  <a:lnTo>
                    <a:pt x="2743200" y="7620"/>
                  </a:lnTo>
                  <a:close/>
                </a:path>
                <a:path w="3632200" h="9525">
                  <a:moveTo>
                    <a:pt x="2740152" y="9143"/>
                  </a:moveTo>
                  <a:lnTo>
                    <a:pt x="2740152" y="0"/>
                  </a:lnTo>
                  <a:lnTo>
                    <a:pt x="2743200" y="0"/>
                  </a:lnTo>
                  <a:lnTo>
                    <a:pt x="2743200" y="9143"/>
                  </a:lnTo>
                  <a:lnTo>
                    <a:pt x="2740152" y="9143"/>
                  </a:lnTo>
                  <a:close/>
                </a:path>
                <a:path w="3632200" h="9525">
                  <a:moveTo>
                    <a:pt x="2738628" y="7620"/>
                  </a:moveTo>
                  <a:lnTo>
                    <a:pt x="2738628" y="1524"/>
                  </a:lnTo>
                  <a:lnTo>
                    <a:pt x="2740152" y="1524"/>
                  </a:lnTo>
                  <a:lnTo>
                    <a:pt x="2740152" y="7620"/>
                  </a:lnTo>
                  <a:lnTo>
                    <a:pt x="2738628" y="7620"/>
                  </a:lnTo>
                  <a:close/>
                </a:path>
                <a:path w="3632200" h="9525">
                  <a:moveTo>
                    <a:pt x="2737103" y="6096"/>
                  </a:moveTo>
                  <a:lnTo>
                    <a:pt x="2737103" y="3048"/>
                  </a:lnTo>
                  <a:lnTo>
                    <a:pt x="2738628" y="3048"/>
                  </a:lnTo>
                  <a:lnTo>
                    <a:pt x="2738628" y="6096"/>
                  </a:lnTo>
                  <a:lnTo>
                    <a:pt x="2737103" y="6096"/>
                  </a:lnTo>
                  <a:close/>
                </a:path>
                <a:path w="3632200" h="9525">
                  <a:moveTo>
                    <a:pt x="2778252" y="6096"/>
                  </a:moveTo>
                  <a:lnTo>
                    <a:pt x="2778252" y="3048"/>
                  </a:lnTo>
                  <a:lnTo>
                    <a:pt x="2781300" y="0"/>
                  </a:lnTo>
                  <a:lnTo>
                    <a:pt x="2782824" y="0"/>
                  </a:lnTo>
                  <a:lnTo>
                    <a:pt x="2785872" y="3048"/>
                  </a:lnTo>
                  <a:lnTo>
                    <a:pt x="2785872" y="6096"/>
                  </a:lnTo>
                  <a:lnTo>
                    <a:pt x="2782824" y="9143"/>
                  </a:lnTo>
                  <a:lnTo>
                    <a:pt x="2781300" y="9143"/>
                  </a:lnTo>
                  <a:lnTo>
                    <a:pt x="2778252" y="6096"/>
                  </a:lnTo>
                  <a:close/>
                </a:path>
                <a:path w="3632200" h="9525">
                  <a:moveTo>
                    <a:pt x="2823972" y="7620"/>
                  </a:moveTo>
                  <a:lnTo>
                    <a:pt x="2823972" y="1524"/>
                  </a:lnTo>
                  <a:lnTo>
                    <a:pt x="2825496" y="1524"/>
                  </a:lnTo>
                  <a:lnTo>
                    <a:pt x="2825496" y="7620"/>
                  </a:lnTo>
                  <a:lnTo>
                    <a:pt x="2823972" y="7620"/>
                  </a:lnTo>
                  <a:close/>
                </a:path>
                <a:path w="3632200" h="9525">
                  <a:moveTo>
                    <a:pt x="2817876" y="6096"/>
                  </a:moveTo>
                  <a:lnTo>
                    <a:pt x="2817876" y="3048"/>
                  </a:lnTo>
                  <a:lnTo>
                    <a:pt x="2820924" y="0"/>
                  </a:lnTo>
                  <a:lnTo>
                    <a:pt x="2823972" y="0"/>
                  </a:lnTo>
                  <a:lnTo>
                    <a:pt x="2823972" y="9143"/>
                  </a:lnTo>
                  <a:lnTo>
                    <a:pt x="2820924" y="9143"/>
                  </a:lnTo>
                  <a:lnTo>
                    <a:pt x="2817876" y="6096"/>
                  </a:lnTo>
                  <a:close/>
                </a:path>
                <a:path w="3632200" h="9525">
                  <a:moveTo>
                    <a:pt x="2859024" y="7620"/>
                  </a:moveTo>
                  <a:lnTo>
                    <a:pt x="2859024" y="1524"/>
                  </a:lnTo>
                  <a:lnTo>
                    <a:pt x="2860548" y="1524"/>
                  </a:lnTo>
                  <a:lnTo>
                    <a:pt x="2862072" y="0"/>
                  </a:lnTo>
                  <a:lnTo>
                    <a:pt x="2863596" y="0"/>
                  </a:lnTo>
                  <a:lnTo>
                    <a:pt x="2866644" y="3048"/>
                  </a:lnTo>
                  <a:lnTo>
                    <a:pt x="2866644" y="6096"/>
                  </a:lnTo>
                  <a:lnTo>
                    <a:pt x="2863596" y="9143"/>
                  </a:lnTo>
                  <a:lnTo>
                    <a:pt x="2862072" y="9143"/>
                  </a:lnTo>
                  <a:lnTo>
                    <a:pt x="2860548" y="7620"/>
                  </a:lnTo>
                  <a:lnTo>
                    <a:pt x="2859024" y="7620"/>
                  </a:lnTo>
                  <a:close/>
                </a:path>
                <a:path w="3632200" h="9525">
                  <a:moveTo>
                    <a:pt x="2898648" y="6096"/>
                  </a:moveTo>
                  <a:lnTo>
                    <a:pt x="2898648" y="3048"/>
                  </a:lnTo>
                  <a:lnTo>
                    <a:pt x="2901696" y="0"/>
                  </a:lnTo>
                  <a:lnTo>
                    <a:pt x="2903219" y="0"/>
                  </a:lnTo>
                  <a:lnTo>
                    <a:pt x="2904744" y="1524"/>
                  </a:lnTo>
                  <a:lnTo>
                    <a:pt x="2906268" y="1524"/>
                  </a:lnTo>
                  <a:lnTo>
                    <a:pt x="2906268" y="7620"/>
                  </a:lnTo>
                  <a:lnTo>
                    <a:pt x="2904744" y="7620"/>
                  </a:lnTo>
                  <a:lnTo>
                    <a:pt x="2903219" y="9143"/>
                  </a:lnTo>
                  <a:lnTo>
                    <a:pt x="2901696" y="9143"/>
                  </a:lnTo>
                  <a:lnTo>
                    <a:pt x="2898648" y="6096"/>
                  </a:lnTo>
                  <a:close/>
                </a:path>
                <a:path w="3632200" h="9525">
                  <a:moveTo>
                    <a:pt x="2945892" y="6096"/>
                  </a:moveTo>
                  <a:lnTo>
                    <a:pt x="2945892" y="3048"/>
                  </a:lnTo>
                  <a:lnTo>
                    <a:pt x="2947416" y="3048"/>
                  </a:lnTo>
                  <a:lnTo>
                    <a:pt x="2947416" y="6096"/>
                  </a:lnTo>
                  <a:lnTo>
                    <a:pt x="2945892" y="6096"/>
                  </a:lnTo>
                  <a:close/>
                </a:path>
                <a:path w="3632200" h="9525">
                  <a:moveTo>
                    <a:pt x="2944368" y="7620"/>
                  </a:moveTo>
                  <a:lnTo>
                    <a:pt x="2944368" y="1524"/>
                  </a:lnTo>
                  <a:lnTo>
                    <a:pt x="2945892" y="1524"/>
                  </a:lnTo>
                  <a:lnTo>
                    <a:pt x="2945892" y="7620"/>
                  </a:lnTo>
                  <a:lnTo>
                    <a:pt x="2944368" y="7620"/>
                  </a:lnTo>
                  <a:close/>
                </a:path>
                <a:path w="3632200" h="9525">
                  <a:moveTo>
                    <a:pt x="2941319" y="9143"/>
                  </a:moveTo>
                  <a:lnTo>
                    <a:pt x="2941319" y="0"/>
                  </a:lnTo>
                  <a:lnTo>
                    <a:pt x="2944368" y="0"/>
                  </a:lnTo>
                  <a:lnTo>
                    <a:pt x="2944368" y="9143"/>
                  </a:lnTo>
                  <a:lnTo>
                    <a:pt x="2941319" y="9143"/>
                  </a:lnTo>
                  <a:close/>
                </a:path>
                <a:path w="3632200" h="9525">
                  <a:moveTo>
                    <a:pt x="2939796" y="7620"/>
                  </a:moveTo>
                  <a:lnTo>
                    <a:pt x="2939796" y="1524"/>
                  </a:lnTo>
                  <a:lnTo>
                    <a:pt x="2941319" y="1524"/>
                  </a:lnTo>
                  <a:lnTo>
                    <a:pt x="2941319" y="7620"/>
                  </a:lnTo>
                  <a:lnTo>
                    <a:pt x="2939796" y="7620"/>
                  </a:lnTo>
                  <a:close/>
                </a:path>
                <a:path w="3632200" h="9525">
                  <a:moveTo>
                    <a:pt x="2938272" y="6096"/>
                  </a:moveTo>
                  <a:lnTo>
                    <a:pt x="2938272" y="3048"/>
                  </a:lnTo>
                  <a:lnTo>
                    <a:pt x="2939796" y="3048"/>
                  </a:lnTo>
                  <a:lnTo>
                    <a:pt x="2939796" y="6096"/>
                  </a:lnTo>
                  <a:lnTo>
                    <a:pt x="2938272" y="6096"/>
                  </a:lnTo>
                  <a:close/>
                </a:path>
                <a:path w="3632200" h="9525">
                  <a:moveTo>
                    <a:pt x="2979419" y="6096"/>
                  </a:moveTo>
                  <a:lnTo>
                    <a:pt x="2979419" y="3048"/>
                  </a:lnTo>
                  <a:lnTo>
                    <a:pt x="2982468" y="0"/>
                  </a:lnTo>
                  <a:lnTo>
                    <a:pt x="2983992" y="0"/>
                  </a:lnTo>
                  <a:lnTo>
                    <a:pt x="2987040" y="3048"/>
                  </a:lnTo>
                  <a:lnTo>
                    <a:pt x="2987040" y="6096"/>
                  </a:lnTo>
                  <a:lnTo>
                    <a:pt x="2983992" y="9143"/>
                  </a:lnTo>
                  <a:lnTo>
                    <a:pt x="2982468" y="9143"/>
                  </a:lnTo>
                  <a:lnTo>
                    <a:pt x="2979419" y="6096"/>
                  </a:lnTo>
                  <a:close/>
                </a:path>
                <a:path w="3632200" h="9525">
                  <a:moveTo>
                    <a:pt x="3026664" y="6096"/>
                  </a:moveTo>
                  <a:lnTo>
                    <a:pt x="3026664" y="3048"/>
                  </a:lnTo>
                  <a:lnTo>
                    <a:pt x="3028188" y="3048"/>
                  </a:lnTo>
                  <a:lnTo>
                    <a:pt x="3028188" y="6096"/>
                  </a:lnTo>
                  <a:lnTo>
                    <a:pt x="3026664" y="6096"/>
                  </a:lnTo>
                  <a:close/>
                </a:path>
                <a:path w="3632200" h="9525">
                  <a:moveTo>
                    <a:pt x="3025140" y="7620"/>
                  </a:moveTo>
                  <a:lnTo>
                    <a:pt x="3025140" y="1524"/>
                  </a:lnTo>
                  <a:lnTo>
                    <a:pt x="3026664" y="1524"/>
                  </a:lnTo>
                  <a:lnTo>
                    <a:pt x="3026664" y="7620"/>
                  </a:lnTo>
                  <a:lnTo>
                    <a:pt x="3025140" y="7620"/>
                  </a:lnTo>
                  <a:close/>
                </a:path>
                <a:path w="3632200" h="9525">
                  <a:moveTo>
                    <a:pt x="3022092" y="9143"/>
                  </a:moveTo>
                  <a:lnTo>
                    <a:pt x="3022092" y="0"/>
                  </a:lnTo>
                  <a:lnTo>
                    <a:pt x="3025140" y="0"/>
                  </a:lnTo>
                  <a:lnTo>
                    <a:pt x="3025140" y="9143"/>
                  </a:lnTo>
                  <a:lnTo>
                    <a:pt x="3022092" y="9143"/>
                  </a:lnTo>
                  <a:close/>
                </a:path>
                <a:path w="3632200" h="9525">
                  <a:moveTo>
                    <a:pt x="3020568" y="7620"/>
                  </a:moveTo>
                  <a:lnTo>
                    <a:pt x="3020568" y="1524"/>
                  </a:lnTo>
                  <a:lnTo>
                    <a:pt x="3022092" y="1524"/>
                  </a:lnTo>
                  <a:lnTo>
                    <a:pt x="3022092" y="7620"/>
                  </a:lnTo>
                  <a:lnTo>
                    <a:pt x="3020568" y="7620"/>
                  </a:lnTo>
                  <a:close/>
                </a:path>
                <a:path w="3632200" h="9525">
                  <a:moveTo>
                    <a:pt x="3019044" y="6096"/>
                  </a:moveTo>
                  <a:lnTo>
                    <a:pt x="3019044" y="3048"/>
                  </a:lnTo>
                  <a:lnTo>
                    <a:pt x="3020568" y="3048"/>
                  </a:lnTo>
                  <a:lnTo>
                    <a:pt x="3020568" y="6096"/>
                  </a:lnTo>
                  <a:lnTo>
                    <a:pt x="3019044" y="6096"/>
                  </a:lnTo>
                  <a:close/>
                </a:path>
                <a:path w="3632200" h="9525">
                  <a:moveTo>
                    <a:pt x="3060192" y="7620"/>
                  </a:moveTo>
                  <a:lnTo>
                    <a:pt x="3060192" y="1524"/>
                  </a:lnTo>
                  <a:lnTo>
                    <a:pt x="3061716" y="1524"/>
                  </a:lnTo>
                  <a:lnTo>
                    <a:pt x="3063240" y="0"/>
                  </a:lnTo>
                  <a:lnTo>
                    <a:pt x="3064764" y="0"/>
                  </a:lnTo>
                  <a:lnTo>
                    <a:pt x="3067812" y="3048"/>
                  </a:lnTo>
                  <a:lnTo>
                    <a:pt x="3067812" y="6096"/>
                  </a:lnTo>
                  <a:lnTo>
                    <a:pt x="3064764" y="9143"/>
                  </a:lnTo>
                  <a:lnTo>
                    <a:pt x="3063240" y="9143"/>
                  </a:lnTo>
                  <a:lnTo>
                    <a:pt x="3061716" y="7620"/>
                  </a:lnTo>
                  <a:lnTo>
                    <a:pt x="3060192" y="7620"/>
                  </a:lnTo>
                  <a:close/>
                </a:path>
                <a:path w="3632200" h="9525">
                  <a:moveTo>
                    <a:pt x="3099816" y="6096"/>
                  </a:moveTo>
                  <a:lnTo>
                    <a:pt x="3099816" y="3048"/>
                  </a:lnTo>
                  <a:lnTo>
                    <a:pt x="3102864" y="0"/>
                  </a:lnTo>
                  <a:lnTo>
                    <a:pt x="3104388" y="0"/>
                  </a:lnTo>
                  <a:lnTo>
                    <a:pt x="3105912" y="1524"/>
                  </a:lnTo>
                  <a:lnTo>
                    <a:pt x="3107436" y="1524"/>
                  </a:lnTo>
                  <a:lnTo>
                    <a:pt x="3107436" y="7620"/>
                  </a:lnTo>
                  <a:lnTo>
                    <a:pt x="3105912" y="7620"/>
                  </a:lnTo>
                  <a:lnTo>
                    <a:pt x="3104388" y="9143"/>
                  </a:lnTo>
                  <a:lnTo>
                    <a:pt x="3102864" y="9143"/>
                  </a:lnTo>
                  <a:lnTo>
                    <a:pt x="3099816" y="6096"/>
                  </a:lnTo>
                  <a:close/>
                </a:path>
                <a:path w="3632200" h="9525">
                  <a:moveTo>
                    <a:pt x="3142488" y="9143"/>
                  </a:moveTo>
                  <a:lnTo>
                    <a:pt x="3142488" y="0"/>
                  </a:lnTo>
                  <a:lnTo>
                    <a:pt x="3145536" y="0"/>
                  </a:lnTo>
                  <a:lnTo>
                    <a:pt x="3148584" y="3048"/>
                  </a:lnTo>
                  <a:lnTo>
                    <a:pt x="3148584" y="6096"/>
                  </a:lnTo>
                  <a:lnTo>
                    <a:pt x="3145536" y="9143"/>
                  </a:lnTo>
                  <a:lnTo>
                    <a:pt x="3142488" y="9143"/>
                  </a:lnTo>
                  <a:close/>
                </a:path>
                <a:path w="3632200" h="9525">
                  <a:moveTo>
                    <a:pt x="3140964" y="7620"/>
                  </a:moveTo>
                  <a:lnTo>
                    <a:pt x="3140964" y="1524"/>
                  </a:lnTo>
                  <a:lnTo>
                    <a:pt x="3142488" y="1524"/>
                  </a:lnTo>
                  <a:lnTo>
                    <a:pt x="3142488" y="7620"/>
                  </a:lnTo>
                  <a:lnTo>
                    <a:pt x="3140964" y="7620"/>
                  </a:lnTo>
                  <a:close/>
                </a:path>
                <a:path w="3632200" h="9525">
                  <a:moveTo>
                    <a:pt x="3180588" y="6096"/>
                  </a:moveTo>
                  <a:lnTo>
                    <a:pt x="3180588" y="3048"/>
                  </a:lnTo>
                  <a:lnTo>
                    <a:pt x="3183636" y="0"/>
                  </a:lnTo>
                  <a:lnTo>
                    <a:pt x="3185160" y="0"/>
                  </a:lnTo>
                  <a:lnTo>
                    <a:pt x="3188208" y="3048"/>
                  </a:lnTo>
                  <a:lnTo>
                    <a:pt x="3188208" y="6096"/>
                  </a:lnTo>
                  <a:lnTo>
                    <a:pt x="3185160" y="9143"/>
                  </a:lnTo>
                  <a:lnTo>
                    <a:pt x="3183636" y="9143"/>
                  </a:lnTo>
                  <a:lnTo>
                    <a:pt x="3180588" y="6096"/>
                  </a:lnTo>
                  <a:close/>
                </a:path>
                <a:path w="3632200" h="9525">
                  <a:moveTo>
                    <a:pt x="3227832" y="6096"/>
                  </a:moveTo>
                  <a:lnTo>
                    <a:pt x="3227832" y="3048"/>
                  </a:lnTo>
                  <a:lnTo>
                    <a:pt x="3229356" y="3048"/>
                  </a:lnTo>
                  <a:lnTo>
                    <a:pt x="3229356" y="6096"/>
                  </a:lnTo>
                  <a:lnTo>
                    <a:pt x="3227832" y="6096"/>
                  </a:lnTo>
                  <a:close/>
                </a:path>
                <a:path w="3632200" h="9525">
                  <a:moveTo>
                    <a:pt x="3226308" y="7620"/>
                  </a:moveTo>
                  <a:lnTo>
                    <a:pt x="3226308" y="1524"/>
                  </a:lnTo>
                  <a:lnTo>
                    <a:pt x="3227832" y="1524"/>
                  </a:lnTo>
                  <a:lnTo>
                    <a:pt x="3227832" y="7620"/>
                  </a:lnTo>
                  <a:lnTo>
                    <a:pt x="3226308" y="7620"/>
                  </a:lnTo>
                  <a:close/>
                </a:path>
                <a:path w="3632200" h="9525">
                  <a:moveTo>
                    <a:pt x="3223260" y="9143"/>
                  </a:moveTo>
                  <a:lnTo>
                    <a:pt x="3223260" y="0"/>
                  </a:lnTo>
                  <a:lnTo>
                    <a:pt x="3226308" y="0"/>
                  </a:lnTo>
                  <a:lnTo>
                    <a:pt x="3226308" y="9143"/>
                  </a:lnTo>
                  <a:lnTo>
                    <a:pt x="3223260" y="9143"/>
                  </a:lnTo>
                  <a:close/>
                </a:path>
                <a:path w="3632200" h="9525">
                  <a:moveTo>
                    <a:pt x="3221736" y="7620"/>
                  </a:moveTo>
                  <a:lnTo>
                    <a:pt x="3221736" y="1524"/>
                  </a:lnTo>
                  <a:lnTo>
                    <a:pt x="3223260" y="1524"/>
                  </a:lnTo>
                  <a:lnTo>
                    <a:pt x="3223260" y="7620"/>
                  </a:lnTo>
                  <a:lnTo>
                    <a:pt x="3221736" y="7620"/>
                  </a:lnTo>
                  <a:close/>
                </a:path>
                <a:path w="3632200" h="9525">
                  <a:moveTo>
                    <a:pt x="3220212" y="6096"/>
                  </a:moveTo>
                  <a:lnTo>
                    <a:pt x="3220212" y="3048"/>
                  </a:lnTo>
                  <a:lnTo>
                    <a:pt x="3221736" y="3048"/>
                  </a:lnTo>
                  <a:lnTo>
                    <a:pt x="3221736" y="6096"/>
                  </a:lnTo>
                  <a:lnTo>
                    <a:pt x="3220212" y="6096"/>
                  </a:lnTo>
                  <a:close/>
                </a:path>
                <a:path w="3632200" h="9525">
                  <a:moveTo>
                    <a:pt x="3261360" y="6096"/>
                  </a:moveTo>
                  <a:lnTo>
                    <a:pt x="3261360" y="3048"/>
                  </a:lnTo>
                  <a:lnTo>
                    <a:pt x="3264408" y="0"/>
                  </a:lnTo>
                  <a:lnTo>
                    <a:pt x="3265932" y="0"/>
                  </a:lnTo>
                  <a:lnTo>
                    <a:pt x="3268980" y="3048"/>
                  </a:lnTo>
                  <a:lnTo>
                    <a:pt x="3268980" y="6096"/>
                  </a:lnTo>
                  <a:lnTo>
                    <a:pt x="3265932" y="9143"/>
                  </a:lnTo>
                  <a:lnTo>
                    <a:pt x="3264408" y="9143"/>
                  </a:lnTo>
                  <a:lnTo>
                    <a:pt x="3261360" y="6096"/>
                  </a:lnTo>
                  <a:close/>
                </a:path>
                <a:path w="3632200" h="9525">
                  <a:moveTo>
                    <a:pt x="3307080" y="7620"/>
                  </a:moveTo>
                  <a:lnTo>
                    <a:pt x="3307080" y="1524"/>
                  </a:lnTo>
                  <a:lnTo>
                    <a:pt x="3308603" y="1524"/>
                  </a:lnTo>
                  <a:lnTo>
                    <a:pt x="3308603" y="7620"/>
                  </a:lnTo>
                  <a:lnTo>
                    <a:pt x="3307080" y="7620"/>
                  </a:lnTo>
                  <a:close/>
                </a:path>
                <a:path w="3632200" h="9525">
                  <a:moveTo>
                    <a:pt x="3300984" y="6096"/>
                  </a:moveTo>
                  <a:lnTo>
                    <a:pt x="3300984" y="3048"/>
                  </a:lnTo>
                  <a:lnTo>
                    <a:pt x="3304032" y="0"/>
                  </a:lnTo>
                  <a:lnTo>
                    <a:pt x="3307080" y="0"/>
                  </a:lnTo>
                  <a:lnTo>
                    <a:pt x="3307080" y="9143"/>
                  </a:lnTo>
                  <a:lnTo>
                    <a:pt x="3304032" y="9143"/>
                  </a:lnTo>
                  <a:lnTo>
                    <a:pt x="3300984" y="6096"/>
                  </a:lnTo>
                  <a:close/>
                </a:path>
                <a:path w="3632200" h="9525">
                  <a:moveTo>
                    <a:pt x="3342132" y="7620"/>
                  </a:moveTo>
                  <a:lnTo>
                    <a:pt x="3342132" y="1524"/>
                  </a:lnTo>
                  <a:lnTo>
                    <a:pt x="3343656" y="1524"/>
                  </a:lnTo>
                  <a:lnTo>
                    <a:pt x="3345180" y="0"/>
                  </a:lnTo>
                  <a:lnTo>
                    <a:pt x="3346703" y="0"/>
                  </a:lnTo>
                  <a:lnTo>
                    <a:pt x="3349752" y="3048"/>
                  </a:lnTo>
                  <a:lnTo>
                    <a:pt x="3349752" y="6096"/>
                  </a:lnTo>
                  <a:lnTo>
                    <a:pt x="3346703" y="9143"/>
                  </a:lnTo>
                  <a:lnTo>
                    <a:pt x="3345180" y="9143"/>
                  </a:lnTo>
                  <a:lnTo>
                    <a:pt x="3343656" y="7620"/>
                  </a:lnTo>
                  <a:lnTo>
                    <a:pt x="3342132" y="7620"/>
                  </a:lnTo>
                  <a:close/>
                </a:path>
                <a:path w="3632200" h="9525">
                  <a:moveTo>
                    <a:pt x="3381756" y="6096"/>
                  </a:moveTo>
                  <a:lnTo>
                    <a:pt x="3381756" y="3048"/>
                  </a:lnTo>
                  <a:lnTo>
                    <a:pt x="3384803" y="0"/>
                  </a:lnTo>
                  <a:lnTo>
                    <a:pt x="3386328" y="0"/>
                  </a:lnTo>
                  <a:lnTo>
                    <a:pt x="3387852" y="1524"/>
                  </a:lnTo>
                  <a:lnTo>
                    <a:pt x="3389376" y="1524"/>
                  </a:lnTo>
                  <a:lnTo>
                    <a:pt x="3389376" y="7620"/>
                  </a:lnTo>
                  <a:lnTo>
                    <a:pt x="3387852" y="7620"/>
                  </a:lnTo>
                  <a:lnTo>
                    <a:pt x="3386328" y="9143"/>
                  </a:lnTo>
                  <a:lnTo>
                    <a:pt x="3384803" y="9143"/>
                  </a:lnTo>
                  <a:lnTo>
                    <a:pt x="3381756" y="6096"/>
                  </a:lnTo>
                  <a:close/>
                </a:path>
                <a:path w="3632200" h="9525">
                  <a:moveTo>
                    <a:pt x="3429000" y="6096"/>
                  </a:moveTo>
                  <a:lnTo>
                    <a:pt x="3429000" y="3048"/>
                  </a:lnTo>
                  <a:lnTo>
                    <a:pt x="3430524" y="3048"/>
                  </a:lnTo>
                  <a:lnTo>
                    <a:pt x="3430524" y="6096"/>
                  </a:lnTo>
                  <a:lnTo>
                    <a:pt x="3429000" y="6096"/>
                  </a:lnTo>
                  <a:close/>
                </a:path>
                <a:path w="3632200" h="9525">
                  <a:moveTo>
                    <a:pt x="3427476" y="7620"/>
                  </a:moveTo>
                  <a:lnTo>
                    <a:pt x="3427476" y="1524"/>
                  </a:lnTo>
                  <a:lnTo>
                    <a:pt x="3429000" y="1524"/>
                  </a:lnTo>
                  <a:lnTo>
                    <a:pt x="3429000" y="7620"/>
                  </a:lnTo>
                  <a:lnTo>
                    <a:pt x="3427476" y="7620"/>
                  </a:lnTo>
                  <a:close/>
                </a:path>
                <a:path w="3632200" h="9525">
                  <a:moveTo>
                    <a:pt x="3424428" y="9143"/>
                  </a:moveTo>
                  <a:lnTo>
                    <a:pt x="3424428" y="0"/>
                  </a:lnTo>
                  <a:lnTo>
                    <a:pt x="3427476" y="0"/>
                  </a:lnTo>
                  <a:lnTo>
                    <a:pt x="3427476" y="9143"/>
                  </a:lnTo>
                  <a:lnTo>
                    <a:pt x="3424428" y="9143"/>
                  </a:lnTo>
                  <a:close/>
                </a:path>
                <a:path w="3632200" h="9525">
                  <a:moveTo>
                    <a:pt x="3422903" y="7620"/>
                  </a:moveTo>
                  <a:lnTo>
                    <a:pt x="3422903" y="1524"/>
                  </a:lnTo>
                  <a:lnTo>
                    <a:pt x="3424428" y="1524"/>
                  </a:lnTo>
                  <a:lnTo>
                    <a:pt x="3424428" y="7620"/>
                  </a:lnTo>
                  <a:lnTo>
                    <a:pt x="3422903" y="7620"/>
                  </a:lnTo>
                  <a:close/>
                </a:path>
                <a:path w="3632200" h="9525">
                  <a:moveTo>
                    <a:pt x="3421380" y="6096"/>
                  </a:moveTo>
                  <a:lnTo>
                    <a:pt x="3421380" y="3048"/>
                  </a:lnTo>
                  <a:lnTo>
                    <a:pt x="3422903" y="3048"/>
                  </a:lnTo>
                  <a:lnTo>
                    <a:pt x="3422903" y="6096"/>
                  </a:lnTo>
                  <a:lnTo>
                    <a:pt x="3421380" y="6096"/>
                  </a:lnTo>
                  <a:close/>
                </a:path>
                <a:path w="3632200" h="9525">
                  <a:moveTo>
                    <a:pt x="3462528" y="6096"/>
                  </a:moveTo>
                  <a:lnTo>
                    <a:pt x="3462528" y="3048"/>
                  </a:lnTo>
                  <a:lnTo>
                    <a:pt x="3465576" y="0"/>
                  </a:lnTo>
                  <a:lnTo>
                    <a:pt x="3467100" y="0"/>
                  </a:lnTo>
                  <a:lnTo>
                    <a:pt x="3470148" y="3048"/>
                  </a:lnTo>
                  <a:lnTo>
                    <a:pt x="3470148" y="6096"/>
                  </a:lnTo>
                  <a:lnTo>
                    <a:pt x="3467100" y="9143"/>
                  </a:lnTo>
                  <a:lnTo>
                    <a:pt x="3465576" y="9143"/>
                  </a:lnTo>
                  <a:lnTo>
                    <a:pt x="3462528" y="6096"/>
                  </a:lnTo>
                  <a:close/>
                </a:path>
                <a:path w="3632200" h="9525">
                  <a:moveTo>
                    <a:pt x="3509772" y="6096"/>
                  </a:moveTo>
                  <a:lnTo>
                    <a:pt x="3509772" y="3048"/>
                  </a:lnTo>
                  <a:lnTo>
                    <a:pt x="3511296" y="3048"/>
                  </a:lnTo>
                  <a:lnTo>
                    <a:pt x="3511296" y="6096"/>
                  </a:lnTo>
                  <a:lnTo>
                    <a:pt x="3509772" y="6096"/>
                  </a:lnTo>
                  <a:close/>
                </a:path>
                <a:path w="3632200" h="9525">
                  <a:moveTo>
                    <a:pt x="3508248" y="7620"/>
                  </a:moveTo>
                  <a:lnTo>
                    <a:pt x="3508248" y="1524"/>
                  </a:lnTo>
                  <a:lnTo>
                    <a:pt x="3509772" y="1524"/>
                  </a:lnTo>
                  <a:lnTo>
                    <a:pt x="3509772" y="7620"/>
                  </a:lnTo>
                  <a:lnTo>
                    <a:pt x="3508248" y="7620"/>
                  </a:lnTo>
                  <a:close/>
                </a:path>
                <a:path w="3632200" h="9525">
                  <a:moveTo>
                    <a:pt x="3505200" y="9143"/>
                  </a:moveTo>
                  <a:lnTo>
                    <a:pt x="3505200" y="0"/>
                  </a:lnTo>
                  <a:lnTo>
                    <a:pt x="3508248" y="0"/>
                  </a:lnTo>
                  <a:lnTo>
                    <a:pt x="3508248" y="9143"/>
                  </a:lnTo>
                  <a:lnTo>
                    <a:pt x="3505200" y="9143"/>
                  </a:lnTo>
                  <a:close/>
                </a:path>
                <a:path w="3632200" h="9525">
                  <a:moveTo>
                    <a:pt x="3503676" y="7620"/>
                  </a:moveTo>
                  <a:lnTo>
                    <a:pt x="3503676" y="1524"/>
                  </a:lnTo>
                  <a:lnTo>
                    <a:pt x="3505200" y="1524"/>
                  </a:lnTo>
                  <a:lnTo>
                    <a:pt x="3505200" y="7620"/>
                  </a:lnTo>
                  <a:lnTo>
                    <a:pt x="3503676" y="7620"/>
                  </a:lnTo>
                  <a:close/>
                </a:path>
                <a:path w="3632200" h="9525">
                  <a:moveTo>
                    <a:pt x="3502152" y="6096"/>
                  </a:moveTo>
                  <a:lnTo>
                    <a:pt x="3502152" y="3048"/>
                  </a:lnTo>
                  <a:lnTo>
                    <a:pt x="3503676" y="3048"/>
                  </a:lnTo>
                  <a:lnTo>
                    <a:pt x="3503676" y="6096"/>
                  </a:lnTo>
                  <a:lnTo>
                    <a:pt x="3502152" y="6096"/>
                  </a:lnTo>
                  <a:close/>
                </a:path>
                <a:path w="3632200" h="9525">
                  <a:moveTo>
                    <a:pt x="3543300" y="7620"/>
                  </a:moveTo>
                  <a:lnTo>
                    <a:pt x="3543300" y="1524"/>
                  </a:lnTo>
                  <a:lnTo>
                    <a:pt x="3544824" y="1524"/>
                  </a:lnTo>
                  <a:lnTo>
                    <a:pt x="3546348" y="0"/>
                  </a:lnTo>
                  <a:lnTo>
                    <a:pt x="3547872" y="0"/>
                  </a:lnTo>
                  <a:lnTo>
                    <a:pt x="3550919" y="3048"/>
                  </a:lnTo>
                  <a:lnTo>
                    <a:pt x="3550919" y="6096"/>
                  </a:lnTo>
                  <a:lnTo>
                    <a:pt x="3547872" y="9143"/>
                  </a:lnTo>
                  <a:lnTo>
                    <a:pt x="3546348" y="9143"/>
                  </a:lnTo>
                  <a:lnTo>
                    <a:pt x="3544824" y="7620"/>
                  </a:lnTo>
                  <a:lnTo>
                    <a:pt x="3543300" y="7620"/>
                  </a:lnTo>
                  <a:close/>
                </a:path>
                <a:path w="3632200" h="9525">
                  <a:moveTo>
                    <a:pt x="3582924" y="6096"/>
                  </a:moveTo>
                  <a:lnTo>
                    <a:pt x="3582924" y="3048"/>
                  </a:lnTo>
                  <a:lnTo>
                    <a:pt x="3585972" y="0"/>
                  </a:lnTo>
                  <a:lnTo>
                    <a:pt x="3587496" y="0"/>
                  </a:lnTo>
                  <a:lnTo>
                    <a:pt x="3589019" y="1524"/>
                  </a:lnTo>
                  <a:lnTo>
                    <a:pt x="3590544" y="1524"/>
                  </a:lnTo>
                  <a:lnTo>
                    <a:pt x="3590544" y="7620"/>
                  </a:lnTo>
                  <a:lnTo>
                    <a:pt x="3589019" y="7620"/>
                  </a:lnTo>
                  <a:lnTo>
                    <a:pt x="3587496" y="9143"/>
                  </a:lnTo>
                  <a:lnTo>
                    <a:pt x="3585972" y="9143"/>
                  </a:lnTo>
                  <a:lnTo>
                    <a:pt x="3582924" y="6096"/>
                  </a:lnTo>
                  <a:close/>
                </a:path>
                <a:path w="3632200" h="9525">
                  <a:moveTo>
                    <a:pt x="3625596" y="9143"/>
                  </a:moveTo>
                  <a:lnTo>
                    <a:pt x="3625596" y="0"/>
                  </a:lnTo>
                  <a:lnTo>
                    <a:pt x="3628644" y="0"/>
                  </a:lnTo>
                  <a:lnTo>
                    <a:pt x="3631692" y="3048"/>
                  </a:lnTo>
                  <a:lnTo>
                    <a:pt x="3631692" y="6096"/>
                  </a:lnTo>
                  <a:lnTo>
                    <a:pt x="3628644" y="9143"/>
                  </a:lnTo>
                  <a:lnTo>
                    <a:pt x="3625596" y="9143"/>
                  </a:lnTo>
                  <a:close/>
                </a:path>
                <a:path w="3632200" h="9525">
                  <a:moveTo>
                    <a:pt x="3624072" y="7620"/>
                  </a:moveTo>
                  <a:lnTo>
                    <a:pt x="3624072" y="1524"/>
                  </a:lnTo>
                  <a:lnTo>
                    <a:pt x="3625596" y="1524"/>
                  </a:lnTo>
                  <a:lnTo>
                    <a:pt x="3625596" y="7620"/>
                  </a:lnTo>
                  <a:lnTo>
                    <a:pt x="3624072" y="7620"/>
                  </a:lnTo>
                  <a:close/>
                </a:path>
              </a:pathLst>
            </a:custGeom>
            <a:solidFill>
              <a:srgbClr val="C8C6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1388364" y="3139439"/>
              <a:ext cx="88900" cy="70485"/>
            </a:xfrm>
            <a:custGeom>
              <a:avLst/>
              <a:gdLst/>
              <a:ahLst/>
              <a:cxnLst/>
              <a:rect l="l" t="t" r="r" b="b"/>
              <a:pathLst>
                <a:path w="88900" h="70485">
                  <a:moveTo>
                    <a:pt x="22860" y="0"/>
                  </a:moveTo>
                  <a:lnTo>
                    <a:pt x="19812" y="0"/>
                  </a:lnTo>
                  <a:lnTo>
                    <a:pt x="16764" y="3048"/>
                  </a:lnTo>
                  <a:lnTo>
                    <a:pt x="15240" y="3048"/>
                  </a:lnTo>
                  <a:lnTo>
                    <a:pt x="12192" y="6096"/>
                  </a:lnTo>
                  <a:lnTo>
                    <a:pt x="10668" y="6096"/>
                  </a:lnTo>
                  <a:lnTo>
                    <a:pt x="9144" y="7620"/>
                  </a:lnTo>
                  <a:lnTo>
                    <a:pt x="7620" y="7620"/>
                  </a:lnTo>
                  <a:lnTo>
                    <a:pt x="4572" y="9144"/>
                  </a:lnTo>
                  <a:lnTo>
                    <a:pt x="3048" y="9144"/>
                  </a:lnTo>
                  <a:lnTo>
                    <a:pt x="1524" y="10668"/>
                  </a:lnTo>
                  <a:lnTo>
                    <a:pt x="0" y="10668"/>
                  </a:lnTo>
                  <a:lnTo>
                    <a:pt x="0" y="18288"/>
                  </a:lnTo>
                  <a:lnTo>
                    <a:pt x="3048" y="18288"/>
                  </a:lnTo>
                  <a:lnTo>
                    <a:pt x="4572" y="16764"/>
                  </a:lnTo>
                  <a:lnTo>
                    <a:pt x="6096" y="16764"/>
                  </a:lnTo>
                  <a:lnTo>
                    <a:pt x="7620" y="15240"/>
                  </a:lnTo>
                  <a:lnTo>
                    <a:pt x="9144" y="15240"/>
                  </a:lnTo>
                  <a:lnTo>
                    <a:pt x="10668" y="13716"/>
                  </a:lnTo>
                  <a:lnTo>
                    <a:pt x="12192" y="13716"/>
                  </a:lnTo>
                  <a:lnTo>
                    <a:pt x="12192" y="12192"/>
                  </a:lnTo>
                  <a:lnTo>
                    <a:pt x="13716" y="12192"/>
                  </a:lnTo>
                  <a:lnTo>
                    <a:pt x="15240" y="10668"/>
                  </a:lnTo>
                  <a:lnTo>
                    <a:pt x="15240" y="68580"/>
                  </a:lnTo>
                  <a:lnTo>
                    <a:pt x="22860" y="68580"/>
                  </a:lnTo>
                  <a:lnTo>
                    <a:pt x="22860" y="0"/>
                  </a:lnTo>
                  <a:close/>
                </a:path>
                <a:path w="88900" h="70485">
                  <a:moveTo>
                    <a:pt x="88392" y="35052"/>
                  </a:moveTo>
                  <a:lnTo>
                    <a:pt x="87223" y="19939"/>
                  </a:lnTo>
                  <a:lnTo>
                    <a:pt x="83629" y="8953"/>
                  </a:lnTo>
                  <a:lnTo>
                    <a:pt x="80772" y="5867"/>
                  </a:lnTo>
                  <a:lnTo>
                    <a:pt x="80772" y="36576"/>
                  </a:lnTo>
                  <a:lnTo>
                    <a:pt x="79908" y="48577"/>
                  </a:lnTo>
                  <a:lnTo>
                    <a:pt x="77457" y="56756"/>
                  </a:lnTo>
                  <a:lnTo>
                    <a:pt x="77457" y="57010"/>
                  </a:lnTo>
                  <a:lnTo>
                    <a:pt x="73152" y="62179"/>
                  </a:lnTo>
                  <a:lnTo>
                    <a:pt x="68580" y="63576"/>
                  </a:lnTo>
                  <a:lnTo>
                    <a:pt x="67056" y="64008"/>
                  </a:lnTo>
                  <a:lnTo>
                    <a:pt x="61048" y="62293"/>
                  </a:lnTo>
                  <a:lnTo>
                    <a:pt x="56769" y="57150"/>
                  </a:lnTo>
                  <a:lnTo>
                    <a:pt x="54190" y="48577"/>
                  </a:lnTo>
                  <a:lnTo>
                    <a:pt x="53340" y="36576"/>
                  </a:lnTo>
                  <a:lnTo>
                    <a:pt x="54190" y="23456"/>
                  </a:lnTo>
                  <a:lnTo>
                    <a:pt x="56769" y="13906"/>
                  </a:lnTo>
                  <a:lnTo>
                    <a:pt x="61048" y="8077"/>
                  </a:lnTo>
                  <a:lnTo>
                    <a:pt x="67056" y="6096"/>
                  </a:lnTo>
                  <a:lnTo>
                    <a:pt x="68580" y="6604"/>
                  </a:lnTo>
                  <a:lnTo>
                    <a:pt x="73152" y="8204"/>
                  </a:lnTo>
                  <a:lnTo>
                    <a:pt x="77457" y="14071"/>
                  </a:lnTo>
                  <a:lnTo>
                    <a:pt x="77457" y="14351"/>
                  </a:lnTo>
                  <a:lnTo>
                    <a:pt x="79908" y="23456"/>
                  </a:lnTo>
                  <a:lnTo>
                    <a:pt x="80772" y="36576"/>
                  </a:lnTo>
                  <a:lnTo>
                    <a:pt x="80772" y="5867"/>
                  </a:lnTo>
                  <a:lnTo>
                    <a:pt x="77457" y="2273"/>
                  </a:lnTo>
                  <a:lnTo>
                    <a:pt x="68580" y="0"/>
                  </a:lnTo>
                  <a:lnTo>
                    <a:pt x="64008" y="0"/>
                  </a:lnTo>
                  <a:lnTo>
                    <a:pt x="57912" y="3048"/>
                  </a:lnTo>
                  <a:lnTo>
                    <a:pt x="56388" y="4572"/>
                  </a:lnTo>
                  <a:lnTo>
                    <a:pt x="53340" y="6096"/>
                  </a:lnTo>
                  <a:lnTo>
                    <a:pt x="50292" y="12192"/>
                  </a:lnTo>
                  <a:lnTo>
                    <a:pt x="45720" y="25908"/>
                  </a:lnTo>
                  <a:lnTo>
                    <a:pt x="45720" y="47244"/>
                  </a:lnTo>
                  <a:lnTo>
                    <a:pt x="47244" y="51816"/>
                  </a:lnTo>
                  <a:lnTo>
                    <a:pt x="48768" y="54864"/>
                  </a:lnTo>
                  <a:lnTo>
                    <a:pt x="48768" y="59436"/>
                  </a:lnTo>
                  <a:lnTo>
                    <a:pt x="53340" y="64008"/>
                  </a:lnTo>
                  <a:lnTo>
                    <a:pt x="54864" y="67056"/>
                  </a:lnTo>
                  <a:lnTo>
                    <a:pt x="57912" y="68580"/>
                  </a:lnTo>
                  <a:lnTo>
                    <a:pt x="61048" y="70104"/>
                  </a:lnTo>
                  <a:lnTo>
                    <a:pt x="73152" y="70104"/>
                  </a:lnTo>
                  <a:lnTo>
                    <a:pt x="79248" y="67056"/>
                  </a:lnTo>
                  <a:lnTo>
                    <a:pt x="80772" y="64008"/>
                  </a:lnTo>
                  <a:lnTo>
                    <a:pt x="82296" y="60960"/>
                  </a:lnTo>
                  <a:lnTo>
                    <a:pt x="85344" y="57912"/>
                  </a:lnTo>
                  <a:lnTo>
                    <a:pt x="85344" y="54864"/>
                  </a:lnTo>
                  <a:lnTo>
                    <a:pt x="88392" y="45720"/>
                  </a:lnTo>
                  <a:lnTo>
                    <a:pt x="88392" y="35052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517904" y="3136391"/>
              <a:ext cx="94487" cy="71628"/>
            </a:xfrm>
            <a:prstGeom prst="rect">
              <a:avLst/>
            </a:prstGeom>
          </p:spPr>
        </p:pic>
        <p:sp>
          <p:nvSpPr>
            <p:cNvPr id="59" name="object 59" descr=""/>
            <p:cNvSpPr/>
            <p:nvPr/>
          </p:nvSpPr>
          <p:spPr>
            <a:xfrm>
              <a:off x="1694688" y="2671572"/>
              <a:ext cx="3632200" cy="7620"/>
            </a:xfrm>
            <a:custGeom>
              <a:avLst/>
              <a:gdLst/>
              <a:ahLst/>
              <a:cxnLst/>
              <a:rect l="l" t="t" r="r" b="b"/>
              <a:pathLst>
                <a:path w="3632200" h="7619">
                  <a:moveTo>
                    <a:pt x="0" y="6095"/>
                  </a:moveTo>
                  <a:lnTo>
                    <a:pt x="0" y="1524"/>
                  </a:lnTo>
                  <a:lnTo>
                    <a:pt x="1524" y="0"/>
                  </a:lnTo>
                  <a:lnTo>
                    <a:pt x="7619" y="0"/>
                  </a:lnTo>
                  <a:lnTo>
                    <a:pt x="7619" y="6095"/>
                  </a:lnTo>
                  <a:lnTo>
                    <a:pt x="6096" y="7619"/>
                  </a:lnTo>
                  <a:lnTo>
                    <a:pt x="1524" y="7619"/>
                  </a:lnTo>
                  <a:lnTo>
                    <a:pt x="1524" y="6095"/>
                  </a:lnTo>
                  <a:lnTo>
                    <a:pt x="0" y="6095"/>
                  </a:lnTo>
                  <a:close/>
                </a:path>
                <a:path w="3632200" h="7619">
                  <a:moveTo>
                    <a:pt x="41148" y="6095"/>
                  </a:moveTo>
                  <a:lnTo>
                    <a:pt x="41148" y="0"/>
                  </a:lnTo>
                  <a:lnTo>
                    <a:pt x="47244" y="0"/>
                  </a:lnTo>
                  <a:lnTo>
                    <a:pt x="48767" y="1524"/>
                  </a:lnTo>
                  <a:lnTo>
                    <a:pt x="48767" y="6095"/>
                  </a:lnTo>
                  <a:lnTo>
                    <a:pt x="47244" y="6095"/>
                  </a:lnTo>
                  <a:lnTo>
                    <a:pt x="47244" y="7619"/>
                  </a:lnTo>
                  <a:lnTo>
                    <a:pt x="42672" y="7619"/>
                  </a:lnTo>
                  <a:lnTo>
                    <a:pt x="41148" y="6095"/>
                  </a:lnTo>
                  <a:close/>
                </a:path>
                <a:path w="3632200" h="7619">
                  <a:moveTo>
                    <a:pt x="80772" y="6095"/>
                  </a:moveTo>
                  <a:lnTo>
                    <a:pt x="80772" y="1524"/>
                  </a:lnTo>
                  <a:lnTo>
                    <a:pt x="82296" y="0"/>
                  </a:lnTo>
                  <a:lnTo>
                    <a:pt x="86867" y="0"/>
                  </a:lnTo>
                  <a:lnTo>
                    <a:pt x="88392" y="1524"/>
                  </a:lnTo>
                  <a:lnTo>
                    <a:pt x="88392" y="6095"/>
                  </a:lnTo>
                  <a:lnTo>
                    <a:pt x="86867" y="6095"/>
                  </a:lnTo>
                  <a:lnTo>
                    <a:pt x="86867" y="7619"/>
                  </a:lnTo>
                  <a:lnTo>
                    <a:pt x="82296" y="7619"/>
                  </a:lnTo>
                  <a:lnTo>
                    <a:pt x="82296" y="6095"/>
                  </a:lnTo>
                  <a:lnTo>
                    <a:pt x="80772" y="6095"/>
                  </a:lnTo>
                  <a:close/>
                </a:path>
                <a:path w="3632200" h="7619">
                  <a:moveTo>
                    <a:pt x="120396" y="4571"/>
                  </a:moveTo>
                  <a:lnTo>
                    <a:pt x="120396" y="1524"/>
                  </a:lnTo>
                  <a:lnTo>
                    <a:pt x="121919" y="1524"/>
                  </a:lnTo>
                  <a:lnTo>
                    <a:pt x="121919" y="0"/>
                  </a:lnTo>
                  <a:lnTo>
                    <a:pt x="128016" y="0"/>
                  </a:lnTo>
                  <a:lnTo>
                    <a:pt x="128016" y="1524"/>
                  </a:lnTo>
                  <a:lnTo>
                    <a:pt x="129540" y="1524"/>
                  </a:lnTo>
                  <a:lnTo>
                    <a:pt x="129540" y="4571"/>
                  </a:lnTo>
                  <a:lnTo>
                    <a:pt x="126492" y="7619"/>
                  </a:lnTo>
                  <a:lnTo>
                    <a:pt x="123444" y="7619"/>
                  </a:lnTo>
                  <a:lnTo>
                    <a:pt x="120396" y="4571"/>
                  </a:lnTo>
                  <a:close/>
                </a:path>
                <a:path w="3632200" h="7619">
                  <a:moveTo>
                    <a:pt x="161544" y="6095"/>
                  </a:moveTo>
                  <a:lnTo>
                    <a:pt x="161544" y="1524"/>
                  </a:lnTo>
                  <a:lnTo>
                    <a:pt x="163067" y="0"/>
                  </a:lnTo>
                  <a:lnTo>
                    <a:pt x="167640" y="0"/>
                  </a:lnTo>
                  <a:lnTo>
                    <a:pt x="169164" y="1524"/>
                  </a:lnTo>
                  <a:lnTo>
                    <a:pt x="169164" y="6095"/>
                  </a:lnTo>
                  <a:lnTo>
                    <a:pt x="167640" y="6095"/>
                  </a:lnTo>
                  <a:lnTo>
                    <a:pt x="167640" y="7619"/>
                  </a:lnTo>
                  <a:lnTo>
                    <a:pt x="163067" y="7619"/>
                  </a:lnTo>
                  <a:lnTo>
                    <a:pt x="163067" y="6095"/>
                  </a:lnTo>
                  <a:lnTo>
                    <a:pt x="161544" y="6095"/>
                  </a:lnTo>
                  <a:close/>
                </a:path>
                <a:path w="3632200" h="7619">
                  <a:moveTo>
                    <a:pt x="201167" y="6095"/>
                  </a:moveTo>
                  <a:lnTo>
                    <a:pt x="201167" y="1524"/>
                  </a:lnTo>
                  <a:lnTo>
                    <a:pt x="202692" y="0"/>
                  </a:lnTo>
                  <a:lnTo>
                    <a:pt x="208788" y="0"/>
                  </a:lnTo>
                  <a:lnTo>
                    <a:pt x="208788" y="6095"/>
                  </a:lnTo>
                  <a:lnTo>
                    <a:pt x="207264" y="7619"/>
                  </a:lnTo>
                  <a:lnTo>
                    <a:pt x="202692" y="7619"/>
                  </a:lnTo>
                  <a:lnTo>
                    <a:pt x="202692" y="6095"/>
                  </a:lnTo>
                  <a:lnTo>
                    <a:pt x="201167" y="6095"/>
                  </a:lnTo>
                  <a:close/>
                </a:path>
                <a:path w="3632200" h="7619">
                  <a:moveTo>
                    <a:pt x="242316" y="6095"/>
                  </a:moveTo>
                  <a:lnTo>
                    <a:pt x="242316" y="0"/>
                  </a:lnTo>
                  <a:lnTo>
                    <a:pt x="248412" y="0"/>
                  </a:lnTo>
                  <a:lnTo>
                    <a:pt x="249935" y="1524"/>
                  </a:lnTo>
                  <a:lnTo>
                    <a:pt x="249935" y="6095"/>
                  </a:lnTo>
                  <a:lnTo>
                    <a:pt x="248412" y="6095"/>
                  </a:lnTo>
                  <a:lnTo>
                    <a:pt x="248412" y="7619"/>
                  </a:lnTo>
                  <a:lnTo>
                    <a:pt x="243840" y="7619"/>
                  </a:lnTo>
                  <a:lnTo>
                    <a:pt x="242316" y="6095"/>
                  </a:lnTo>
                  <a:close/>
                </a:path>
                <a:path w="3632200" h="7619">
                  <a:moveTo>
                    <a:pt x="281940" y="6095"/>
                  </a:moveTo>
                  <a:lnTo>
                    <a:pt x="281940" y="1524"/>
                  </a:lnTo>
                  <a:lnTo>
                    <a:pt x="283464" y="0"/>
                  </a:lnTo>
                  <a:lnTo>
                    <a:pt x="289560" y="0"/>
                  </a:lnTo>
                  <a:lnTo>
                    <a:pt x="289560" y="6095"/>
                  </a:lnTo>
                  <a:lnTo>
                    <a:pt x="288035" y="7619"/>
                  </a:lnTo>
                  <a:lnTo>
                    <a:pt x="283464" y="7619"/>
                  </a:lnTo>
                  <a:lnTo>
                    <a:pt x="283464" y="6095"/>
                  </a:lnTo>
                  <a:lnTo>
                    <a:pt x="281940" y="6095"/>
                  </a:lnTo>
                  <a:close/>
                </a:path>
                <a:path w="3632200" h="7619">
                  <a:moveTo>
                    <a:pt x="321564" y="4571"/>
                  </a:moveTo>
                  <a:lnTo>
                    <a:pt x="321564" y="1524"/>
                  </a:lnTo>
                  <a:lnTo>
                    <a:pt x="323088" y="1524"/>
                  </a:lnTo>
                  <a:lnTo>
                    <a:pt x="323088" y="0"/>
                  </a:lnTo>
                  <a:lnTo>
                    <a:pt x="329183" y="0"/>
                  </a:lnTo>
                  <a:lnTo>
                    <a:pt x="329183" y="1524"/>
                  </a:lnTo>
                  <a:lnTo>
                    <a:pt x="330708" y="1524"/>
                  </a:lnTo>
                  <a:lnTo>
                    <a:pt x="330708" y="4571"/>
                  </a:lnTo>
                  <a:lnTo>
                    <a:pt x="327660" y="7619"/>
                  </a:lnTo>
                  <a:lnTo>
                    <a:pt x="324612" y="7619"/>
                  </a:lnTo>
                  <a:lnTo>
                    <a:pt x="321564" y="4571"/>
                  </a:lnTo>
                  <a:close/>
                </a:path>
                <a:path w="3632200" h="7619">
                  <a:moveTo>
                    <a:pt x="362712" y="6095"/>
                  </a:moveTo>
                  <a:lnTo>
                    <a:pt x="362712" y="1524"/>
                  </a:lnTo>
                  <a:lnTo>
                    <a:pt x="364235" y="0"/>
                  </a:lnTo>
                  <a:lnTo>
                    <a:pt x="368808" y="0"/>
                  </a:lnTo>
                  <a:lnTo>
                    <a:pt x="370332" y="1524"/>
                  </a:lnTo>
                  <a:lnTo>
                    <a:pt x="370332" y="6095"/>
                  </a:lnTo>
                  <a:lnTo>
                    <a:pt x="368808" y="6095"/>
                  </a:lnTo>
                  <a:lnTo>
                    <a:pt x="368808" y="7619"/>
                  </a:lnTo>
                  <a:lnTo>
                    <a:pt x="364235" y="7619"/>
                  </a:lnTo>
                  <a:lnTo>
                    <a:pt x="364235" y="6095"/>
                  </a:lnTo>
                  <a:lnTo>
                    <a:pt x="362712" y="6095"/>
                  </a:lnTo>
                  <a:close/>
                </a:path>
                <a:path w="3632200" h="7619">
                  <a:moveTo>
                    <a:pt x="402335" y="4571"/>
                  </a:moveTo>
                  <a:lnTo>
                    <a:pt x="402335" y="1524"/>
                  </a:lnTo>
                  <a:lnTo>
                    <a:pt x="403860" y="1524"/>
                  </a:lnTo>
                  <a:lnTo>
                    <a:pt x="403860" y="0"/>
                  </a:lnTo>
                  <a:lnTo>
                    <a:pt x="409956" y="0"/>
                  </a:lnTo>
                  <a:lnTo>
                    <a:pt x="409956" y="1524"/>
                  </a:lnTo>
                  <a:lnTo>
                    <a:pt x="411480" y="1524"/>
                  </a:lnTo>
                  <a:lnTo>
                    <a:pt x="411480" y="4571"/>
                  </a:lnTo>
                  <a:lnTo>
                    <a:pt x="408432" y="7619"/>
                  </a:lnTo>
                  <a:lnTo>
                    <a:pt x="405383" y="7619"/>
                  </a:lnTo>
                  <a:lnTo>
                    <a:pt x="402335" y="4571"/>
                  </a:lnTo>
                  <a:close/>
                </a:path>
                <a:path w="3632200" h="7619">
                  <a:moveTo>
                    <a:pt x="443483" y="6095"/>
                  </a:moveTo>
                  <a:lnTo>
                    <a:pt x="443483" y="0"/>
                  </a:lnTo>
                  <a:lnTo>
                    <a:pt x="449580" y="0"/>
                  </a:lnTo>
                  <a:lnTo>
                    <a:pt x="451103" y="1524"/>
                  </a:lnTo>
                  <a:lnTo>
                    <a:pt x="451103" y="6095"/>
                  </a:lnTo>
                  <a:lnTo>
                    <a:pt x="449580" y="6095"/>
                  </a:lnTo>
                  <a:lnTo>
                    <a:pt x="449580" y="7619"/>
                  </a:lnTo>
                  <a:lnTo>
                    <a:pt x="445008" y="7619"/>
                  </a:lnTo>
                  <a:lnTo>
                    <a:pt x="443483" y="6095"/>
                  </a:lnTo>
                  <a:close/>
                </a:path>
                <a:path w="3632200" h="7619">
                  <a:moveTo>
                    <a:pt x="483108" y="6095"/>
                  </a:moveTo>
                  <a:lnTo>
                    <a:pt x="483108" y="1524"/>
                  </a:lnTo>
                  <a:lnTo>
                    <a:pt x="484632" y="0"/>
                  </a:lnTo>
                  <a:lnTo>
                    <a:pt x="490728" y="0"/>
                  </a:lnTo>
                  <a:lnTo>
                    <a:pt x="490728" y="6095"/>
                  </a:lnTo>
                  <a:lnTo>
                    <a:pt x="489203" y="7619"/>
                  </a:lnTo>
                  <a:lnTo>
                    <a:pt x="484632" y="7619"/>
                  </a:lnTo>
                  <a:lnTo>
                    <a:pt x="484632" y="6095"/>
                  </a:lnTo>
                  <a:lnTo>
                    <a:pt x="483108" y="6095"/>
                  </a:lnTo>
                  <a:close/>
                </a:path>
                <a:path w="3632200" h="7619">
                  <a:moveTo>
                    <a:pt x="524256" y="6095"/>
                  </a:moveTo>
                  <a:lnTo>
                    <a:pt x="524256" y="0"/>
                  </a:lnTo>
                  <a:lnTo>
                    <a:pt x="530351" y="0"/>
                  </a:lnTo>
                  <a:lnTo>
                    <a:pt x="531876" y="1524"/>
                  </a:lnTo>
                  <a:lnTo>
                    <a:pt x="531876" y="6095"/>
                  </a:lnTo>
                  <a:lnTo>
                    <a:pt x="530351" y="6095"/>
                  </a:lnTo>
                  <a:lnTo>
                    <a:pt x="528828" y="7619"/>
                  </a:lnTo>
                  <a:lnTo>
                    <a:pt x="525780" y="7619"/>
                  </a:lnTo>
                  <a:lnTo>
                    <a:pt x="524256" y="6095"/>
                  </a:lnTo>
                  <a:close/>
                </a:path>
                <a:path w="3632200" h="7619">
                  <a:moveTo>
                    <a:pt x="563880" y="6095"/>
                  </a:moveTo>
                  <a:lnTo>
                    <a:pt x="563880" y="1524"/>
                  </a:lnTo>
                  <a:lnTo>
                    <a:pt x="565403" y="0"/>
                  </a:lnTo>
                  <a:lnTo>
                    <a:pt x="569976" y="0"/>
                  </a:lnTo>
                  <a:lnTo>
                    <a:pt x="571500" y="1524"/>
                  </a:lnTo>
                  <a:lnTo>
                    <a:pt x="571500" y="6095"/>
                  </a:lnTo>
                  <a:lnTo>
                    <a:pt x="569976" y="6095"/>
                  </a:lnTo>
                  <a:lnTo>
                    <a:pt x="569976" y="7619"/>
                  </a:lnTo>
                  <a:lnTo>
                    <a:pt x="565403" y="7619"/>
                  </a:lnTo>
                  <a:lnTo>
                    <a:pt x="565403" y="6095"/>
                  </a:lnTo>
                  <a:lnTo>
                    <a:pt x="563880" y="6095"/>
                  </a:lnTo>
                  <a:close/>
                </a:path>
                <a:path w="3632200" h="7619">
                  <a:moveTo>
                    <a:pt x="603503" y="4571"/>
                  </a:moveTo>
                  <a:lnTo>
                    <a:pt x="603503" y="1524"/>
                  </a:lnTo>
                  <a:lnTo>
                    <a:pt x="605028" y="1524"/>
                  </a:lnTo>
                  <a:lnTo>
                    <a:pt x="605028" y="0"/>
                  </a:lnTo>
                  <a:lnTo>
                    <a:pt x="611124" y="0"/>
                  </a:lnTo>
                  <a:lnTo>
                    <a:pt x="611124" y="1524"/>
                  </a:lnTo>
                  <a:lnTo>
                    <a:pt x="612648" y="1524"/>
                  </a:lnTo>
                  <a:lnTo>
                    <a:pt x="612648" y="4571"/>
                  </a:lnTo>
                  <a:lnTo>
                    <a:pt x="609600" y="7619"/>
                  </a:lnTo>
                  <a:lnTo>
                    <a:pt x="606551" y="7619"/>
                  </a:lnTo>
                  <a:lnTo>
                    <a:pt x="603503" y="4571"/>
                  </a:lnTo>
                  <a:close/>
                </a:path>
                <a:path w="3632200" h="7619">
                  <a:moveTo>
                    <a:pt x="644651" y="6095"/>
                  </a:moveTo>
                  <a:lnTo>
                    <a:pt x="644651" y="1524"/>
                  </a:lnTo>
                  <a:lnTo>
                    <a:pt x="646176" y="0"/>
                  </a:lnTo>
                  <a:lnTo>
                    <a:pt x="650748" y="0"/>
                  </a:lnTo>
                  <a:lnTo>
                    <a:pt x="652272" y="1524"/>
                  </a:lnTo>
                  <a:lnTo>
                    <a:pt x="652272" y="6095"/>
                  </a:lnTo>
                  <a:lnTo>
                    <a:pt x="650748" y="6095"/>
                  </a:lnTo>
                  <a:lnTo>
                    <a:pt x="650748" y="7619"/>
                  </a:lnTo>
                  <a:lnTo>
                    <a:pt x="646176" y="7619"/>
                  </a:lnTo>
                  <a:lnTo>
                    <a:pt x="646176" y="6095"/>
                  </a:lnTo>
                  <a:lnTo>
                    <a:pt x="644651" y="6095"/>
                  </a:lnTo>
                  <a:close/>
                </a:path>
                <a:path w="3632200" h="7619">
                  <a:moveTo>
                    <a:pt x="684276" y="6095"/>
                  </a:moveTo>
                  <a:lnTo>
                    <a:pt x="684276" y="1524"/>
                  </a:lnTo>
                  <a:lnTo>
                    <a:pt x="685800" y="0"/>
                  </a:lnTo>
                  <a:lnTo>
                    <a:pt x="691896" y="0"/>
                  </a:lnTo>
                  <a:lnTo>
                    <a:pt x="691896" y="6095"/>
                  </a:lnTo>
                  <a:lnTo>
                    <a:pt x="690372" y="7619"/>
                  </a:lnTo>
                  <a:lnTo>
                    <a:pt x="685800" y="7619"/>
                  </a:lnTo>
                  <a:lnTo>
                    <a:pt x="685800" y="6095"/>
                  </a:lnTo>
                  <a:lnTo>
                    <a:pt x="684276" y="6095"/>
                  </a:lnTo>
                  <a:close/>
                </a:path>
                <a:path w="3632200" h="7619">
                  <a:moveTo>
                    <a:pt x="725424" y="6095"/>
                  </a:moveTo>
                  <a:lnTo>
                    <a:pt x="725424" y="0"/>
                  </a:lnTo>
                  <a:lnTo>
                    <a:pt x="731519" y="0"/>
                  </a:lnTo>
                  <a:lnTo>
                    <a:pt x="733044" y="1524"/>
                  </a:lnTo>
                  <a:lnTo>
                    <a:pt x="733044" y="6095"/>
                  </a:lnTo>
                  <a:lnTo>
                    <a:pt x="731519" y="6095"/>
                  </a:lnTo>
                  <a:lnTo>
                    <a:pt x="731519" y="7619"/>
                  </a:lnTo>
                  <a:lnTo>
                    <a:pt x="726948" y="7619"/>
                  </a:lnTo>
                  <a:lnTo>
                    <a:pt x="725424" y="6095"/>
                  </a:lnTo>
                  <a:close/>
                </a:path>
                <a:path w="3632200" h="7619">
                  <a:moveTo>
                    <a:pt x="765048" y="6095"/>
                  </a:moveTo>
                  <a:lnTo>
                    <a:pt x="765048" y="1524"/>
                  </a:lnTo>
                  <a:lnTo>
                    <a:pt x="766572" y="0"/>
                  </a:lnTo>
                  <a:lnTo>
                    <a:pt x="772667" y="0"/>
                  </a:lnTo>
                  <a:lnTo>
                    <a:pt x="772667" y="6095"/>
                  </a:lnTo>
                  <a:lnTo>
                    <a:pt x="771144" y="7619"/>
                  </a:lnTo>
                  <a:lnTo>
                    <a:pt x="766572" y="7619"/>
                  </a:lnTo>
                  <a:lnTo>
                    <a:pt x="766572" y="6095"/>
                  </a:lnTo>
                  <a:lnTo>
                    <a:pt x="765048" y="6095"/>
                  </a:lnTo>
                  <a:close/>
                </a:path>
                <a:path w="3632200" h="7619">
                  <a:moveTo>
                    <a:pt x="804672" y="4571"/>
                  </a:moveTo>
                  <a:lnTo>
                    <a:pt x="804672" y="1524"/>
                  </a:lnTo>
                  <a:lnTo>
                    <a:pt x="806196" y="1524"/>
                  </a:lnTo>
                  <a:lnTo>
                    <a:pt x="806196" y="0"/>
                  </a:lnTo>
                  <a:lnTo>
                    <a:pt x="812292" y="0"/>
                  </a:lnTo>
                  <a:lnTo>
                    <a:pt x="812292" y="1524"/>
                  </a:lnTo>
                  <a:lnTo>
                    <a:pt x="813816" y="1524"/>
                  </a:lnTo>
                  <a:lnTo>
                    <a:pt x="813816" y="4571"/>
                  </a:lnTo>
                  <a:lnTo>
                    <a:pt x="810767" y="7619"/>
                  </a:lnTo>
                  <a:lnTo>
                    <a:pt x="807719" y="7619"/>
                  </a:lnTo>
                  <a:lnTo>
                    <a:pt x="804672" y="4571"/>
                  </a:lnTo>
                  <a:close/>
                </a:path>
                <a:path w="3632200" h="7619">
                  <a:moveTo>
                    <a:pt x="845819" y="6095"/>
                  </a:moveTo>
                  <a:lnTo>
                    <a:pt x="845819" y="1524"/>
                  </a:lnTo>
                  <a:lnTo>
                    <a:pt x="847344" y="0"/>
                  </a:lnTo>
                  <a:lnTo>
                    <a:pt x="851916" y="0"/>
                  </a:lnTo>
                  <a:lnTo>
                    <a:pt x="853440" y="1524"/>
                  </a:lnTo>
                  <a:lnTo>
                    <a:pt x="853440" y="6095"/>
                  </a:lnTo>
                  <a:lnTo>
                    <a:pt x="851916" y="6095"/>
                  </a:lnTo>
                  <a:lnTo>
                    <a:pt x="851916" y="7619"/>
                  </a:lnTo>
                  <a:lnTo>
                    <a:pt x="847344" y="7619"/>
                  </a:lnTo>
                  <a:lnTo>
                    <a:pt x="847344" y="6095"/>
                  </a:lnTo>
                  <a:lnTo>
                    <a:pt x="845819" y="6095"/>
                  </a:lnTo>
                  <a:close/>
                </a:path>
                <a:path w="3632200" h="7619">
                  <a:moveTo>
                    <a:pt x="885444" y="4571"/>
                  </a:moveTo>
                  <a:lnTo>
                    <a:pt x="885444" y="1524"/>
                  </a:lnTo>
                  <a:lnTo>
                    <a:pt x="886967" y="1524"/>
                  </a:lnTo>
                  <a:lnTo>
                    <a:pt x="886967" y="0"/>
                  </a:lnTo>
                  <a:lnTo>
                    <a:pt x="893064" y="0"/>
                  </a:lnTo>
                  <a:lnTo>
                    <a:pt x="893064" y="1524"/>
                  </a:lnTo>
                  <a:lnTo>
                    <a:pt x="894588" y="1524"/>
                  </a:lnTo>
                  <a:lnTo>
                    <a:pt x="894588" y="4571"/>
                  </a:lnTo>
                  <a:lnTo>
                    <a:pt x="891540" y="7619"/>
                  </a:lnTo>
                  <a:lnTo>
                    <a:pt x="888492" y="7619"/>
                  </a:lnTo>
                  <a:lnTo>
                    <a:pt x="885444" y="4571"/>
                  </a:lnTo>
                  <a:close/>
                </a:path>
                <a:path w="3632200" h="7619">
                  <a:moveTo>
                    <a:pt x="926592" y="6095"/>
                  </a:moveTo>
                  <a:lnTo>
                    <a:pt x="926592" y="0"/>
                  </a:lnTo>
                  <a:lnTo>
                    <a:pt x="932688" y="0"/>
                  </a:lnTo>
                  <a:lnTo>
                    <a:pt x="934212" y="1524"/>
                  </a:lnTo>
                  <a:lnTo>
                    <a:pt x="934212" y="6095"/>
                  </a:lnTo>
                  <a:lnTo>
                    <a:pt x="932688" y="6095"/>
                  </a:lnTo>
                  <a:lnTo>
                    <a:pt x="932688" y="7619"/>
                  </a:lnTo>
                  <a:lnTo>
                    <a:pt x="928116" y="7619"/>
                  </a:lnTo>
                  <a:lnTo>
                    <a:pt x="926592" y="6095"/>
                  </a:lnTo>
                  <a:close/>
                </a:path>
                <a:path w="3632200" h="7619">
                  <a:moveTo>
                    <a:pt x="966216" y="6095"/>
                  </a:moveTo>
                  <a:lnTo>
                    <a:pt x="966216" y="1524"/>
                  </a:lnTo>
                  <a:lnTo>
                    <a:pt x="967740" y="0"/>
                  </a:lnTo>
                  <a:lnTo>
                    <a:pt x="973835" y="0"/>
                  </a:lnTo>
                  <a:lnTo>
                    <a:pt x="973835" y="6095"/>
                  </a:lnTo>
                  <a:lnTo>
                    <a:pt x="972312" y="7619"/>
                  </a:lnTo>
                  <a:lnTo>
                    <a:pt x="967740" y="7619"/>
                  </a:lnTo>
                  <a:lnTo>
                    <a:pt x="967740" y="6095"/>
                  </a:lnTo>
                  <a:lnTo>
                    <a:pt x="966216" y="6095"/>
                  </a:lnTo>
                  <a:close/>
                </a:path>
                <a:path w="3632200" h="7619">
                  <a:moveTo>
                    <a:pt x="1005840" y="4571"/>
                  </a:moveTo>
                  <a:lnTo>
                    <a:pt x="1005840" y="1524"/>
                  </a:lnTo>
                  <a:lnTo>
                    <a:pt x="1007364" y="1524"/>
                  </a:lnTo>
                  <a:lnTo>
                    <a:pt x="1007364" y="0"/>
                  </a:lnTo>
                  <a:lnTo>
                    <a:pt x="1013460" y="0"/>
                  </a:lnTo>
                  <a:lnTo>
                    <a:pt x="1014984" y="1524"/>
                  </a:lnTo>
                  <a:lnTo>
                    <a:pt x="1014984" y="6095"/>
                  </a:lnTo>
                  <a:lnTo>
                    <a:pt x="1013460" y="6095"/>
                  </a:lnTo>
                  <a:lnTo>
                    <a:pt x="1011935" y="7619"/>
                  </a:lnTo>
                  <a:lnTo>
                    <a:pt x="1008888" y="7619"/>
                  </a:lnTo>
                  <a:lnTo>
                    <a:pt x="1005840" y="4571"/>
                  </a:lnTo>
                  <a:close/>
                </a:path>
                <a:path w="3632200" h="7619">
                  <a:moveTo>
                    <a:pt x="1046988" y="6095"/>
                  </a:moveTo>
                  <a:lnTo>
                    <a:pt x="1046988" y="1524"/>
                  </a:lnTo>
                  <a:lnTo>
                    <a:pt x="1048512" y="0"/>
                  </a:lnTo>
                  <a:lnTo>
                    <a:pt x="1053084" y="0"/>
                  </a:lnTo>
                  <a:lnTo>
                    <a:pt x="1054608" y="1524"/>
                  </a:lnTo>
                  <a:lnTo>
                    <a:pt x="1054608" y="6095"/>
                  </a:lnTo>
                  <a:lnTo>
                    <a:pt x="1053084" y="6095"/>
                  </a:lnTo>
                  <a:lnTo>
                    <a:pt x="1053084" y="7619"/>
                  </a:lnTo>
                  <a:lnTo>
                    <a:pt x="1048512" y="7619"/>
                  </a:lnTo>
                  <a:lnTo>
                    <a:pt x="1048512" y="6095"/>
                  </a:lnTo>
                  <a:lnTo>
                    <a:pt x="1046988" y="6095"/>
                  </a:lnTo>
                  <a:close/>
                </a:path>
                <a:path w="3632200" h="7619">
                  <a:moveTo>
                    <a:pt x="1086612" y="4571"/>
                  </a:moveTo>
                  <a:lnTo>
                    <a:pt x="1086612" y="1524"/>
                  </a:lnTo>
                  <a:lnTo>
                    <a:pt x="1088135" y="1524"/>
                  </a:lnTo>
                  <a:lnTo>
                    <a:pt x="1088135" y="0"/>
                  </a:lnTo>
                  <a:lnTo>
                    <a:pt x="1094232" y="0"/>
                  </a:lnTo>
                  <a:lnTo>
                    <a:pt x="1094232" y="1524"/>
                  </a:lnTo>
                  <a:lnTo>
                    <a:pt x="1095756" y="1524"/>
                  </a:lnTo>
                  <a:lnTo>
                    <a:pt x="1095756" y="4571"/>
                  </a:lnTo>
                  <a:lnTo>
                    <a:pt x="1092708" y="7619"/>
                  </a:lnTo>
                  <a:lnTo>
                    <a:pt x="1089660" y="7619"/>
                  </a:lnTo>
                  <a:lnTo>
                    <a:pt x="1086612" y="4571"/>
                  </a:lnTo>
                  <a:close/>
                </a:path>
                <a:path w="3632200" h="7619">
                  <a:moveTo>
                    <a:pt x="1127760" y="6095"/>
                  </a:moveTo>
                  <a:lnTo>
                    <a:pt x="1127760" y="1524"/>
                  </a:lnTo>
                  <a:lnTo>
                    <a:pt x="1129284" y="0"/>
                  </a:lnTo>
                  <a:lnTo>
                    <a:pt x="1133856" y="0"/>
                  </a:lnTo>
                  <a:lnTo>
                    <a:pt x="1135380" y="1524"/>
                  </a:lnTo>
                  <a:lnTo>
                    <a:pt x="1135380" y="6095"/>
                  </a:lnTo>
                  <a:lnTo>
                    <a:pt x="1133856" y="6095"/>
                  </a:lnTo>
                  <a:lnTo>
                    <a:pt x="1133856" y="7619"/>
                  </a:lnTo>
                  <a:lnTo>
                    <a:pt x="1129284" y="7619"/>
                  </a:lnTo>
                  <a:lnTo>
                    <a:pt x="1129284" y="6095"/>
                  </a:lnTo>
                  <a:lnTo>
                    <a:pt x="1127760" y="6095"/>
                  </a:lnTo>
                  <a:close/>
                </a:path>
                <a:path w="3632200" h="7619">
                  <a:moveTo>
                    <a:pt x="1167384" y="6095"/>
                  </a:moveTo>
                  <a:lnTo>
                    <a:pt x="1167384" y="1524"/>
                  </a:lnTo>
                  <a:lnTo>
                    <a:pt x="1168908" y="0"/>
                  </a:lnTo>
                  <a:lnTo>
                    <a:pt x="1175003" y="0"/>
                  </a:lnTo>
                  <a:lnTo>
                    <a:pt x="1175003" y="6095"/>
                  </a:lnTo>
                  <a:lnTo>
                    <a:pt x="1173480" y="7619"/>
                  </a:lnTo>
                  <a:lnTo>
                    <a:pt x="1168908" y="7619"/>
                  </a:lnTo>
                  <a:lnTo>
                    <a:pt x="1168908" y="6095"/>
                  </a:lnTo>
                  <a:lnTo>
                    <a:pt x="1167384" y="6095"/>
                  </a:lnTo>
                  <a:close/>
                </a:path>
                <a:path w="3632200" h="7619">
                  <a:moveTo>
                    <a:pt x="1208532" y="6095"/>
                  </a:moveTo>
                  <a:lnTo>
                    <a:pt x="1208532" y="0"/>
                  </a:lnTo>
                  <a:lnTo>
                    <a:pt x="1214628" y="0"/>
                  </a:lnTo>
                  <a:lnTo>
                    <a:pt x="1216151" y="1524"/>
                  </a:lnTo>
                  <a:lnTo>
                    <a:pt x="1216151" y="6095"/>
                  </a:lnTo>
                  <a:lnTo>
                    <a:pt x="1214628" y="6095"/>
                  </a:lnTo>
                  <a:lnTo>
                    <a:pt x="1214628" y="7619"/>
                  </a:lnTo>
                  <a:lnTo>
                    <a:pt x="1210056" y="7619"/>
                  </a:lnTo>
                  <a:lnTo>
                    <a:pt x="1208532" y="6095"/>
                  </a:lnTo>
                  <a:close/>
                </a:path>
                <a:path w="3632200" h="7619">
                  <a:moveTo>
                    <a:pt x="1248156" y="6095"/>
                  </a:moveTo>
                  <a:lnTo>
                    <a:pt x="1248156" y="1524"/>
                  </a:lnTo>
                  <a:lnTo>
                    <a:pt x="1249680" y="0"/>
                  </a:lnTo>
                  <a:lnTo>
                    <a:pt x="1254251" y="0"/>
                  </a:lnTo>
                  <a:lnTo>
                    <a:pt x="1255776" y="1524"/>
                  </a:lnTo>
                  <a:lnTo>
                    <a:pt x="1255776" y="6095"/>
                  </a:lnTo>
                  <a:lnTo>
                    <a:pt x="1254251" y="6095"/>
                  </a:lnTo>
                  <a:lnTo>
                    <a:pt x="1254251" y="7619"/>
                  </a:lnTo>
                  <a:lnTo>
                    <a:pt x="1249680" y="7619"/>
                  </a:lnTo>
                  <a:lnTo>
                    <a:pt x="1249680" y="6095"/>
                  </a:lnTo>
                  <a:lnTo>
                    <a:pt x="1248156" y="6095"/>
                  </a:lnTo>
                  <a:close/>
                </a:path>
                <a:path w="3632200" h="7619">
                  <a:moveTo>
                    <a:pt x="1287780" y="4571"/>
                  </a:moveTo>
                  <a:lnTo>
                    <a:pt x="1287780" y="1524"/>
                  </a:lnTo>
                  <a:lnTo>
                    <a:pt x="1289303" y="1524"/>
                  </a:lnTo>
                  <a:lnTo>
                    <a:pt x="1289303" y="0"/>
                  </a:lnTo>
                  <a:lnTo>
                    <a:pt x="1295400" y="0"/>
                  </a:lnTo>
                  <a:lnTo>
                    <a:pt x="1295400" y="1524"/>
                  </a:lnTo>
                  <a:lnTo>
                    <a:pt x="1296924" y="1524"/>
                  </a:lnTo>
                  <a:lnTo>
                    <a:pt x="1296924" y="4571"/>
                  </a:lnTo>
                  <a:lnTo>
                    <a:pt x="1293876" y="7619"/>
                  </a:lnTo>
                  <a:lnTo>
                    <a:pt x="1290828" y="7619"/>
                  </a:lnTo>
                  <a:lnTo>
                    <a:pt x="1287780" y="4571"/>
                  </a:lnTo>
                  <a:close/>
                </a:path>
                <a:path w="3632200" h="7619">
                  <a:moveTo>
                    <a:pt x="1328928" y="6095"/>
                  </a:moveTo>
                  <a:lnTo>
                    <a:pt x="1328928" y="1524"/>
                  </a:lnTo>
                  <a:lnTo>
                    <a:pt x="1330451" y="0"/>
                  </a:lnTo>
                  <a:lnTo>
                    <a:pt x="1335024" y="0"/>
                  </a:lnTo>
                  <a:lnTo>
                    <a:pt x="1336548" y="1524"/>
                  </a:lnTo>
                  <a:lnTo>
                    <a:pt x="1336548" y="6095"/>
                  </a:lnTo>
                  <a:lnTo>
                    <a:pt x="1335024" y="6095"/>
                  </a:lnTo>
                  <a:lnTo>
                    <a:pt x="1335024" y="7619"/>
                  </a:lnTo>
                  <a:lnTo>
                    <a:pt x="1330451" y="7619"/>
                  </a:lnTo>
                  <a:lnTo>
                    <a:pt x="1330451" y="6095"/>
                  </a:lnTo>
                  <a:lnTo>
                    <a:pt x="1328928" y="6095"/>
                  </a:lnTo>
                  <a:close/>
                </a:path>
                <a:path w="3632200" h="7619">
                  <a:moveTo>
                    <a:pt x="1368551" y="6095"/>
                  </a:moveTo>
                  <a:lnTo>
                    <a:pt x="1368551" y="1524"/>
                  </a:lnTo>
                  <a:lnTo>
                    <a:pt x="1370076" y="0"/>
                  </a:lnTo>
                  <a:lnTo>
                    <a:pt x="1376172" y="0"/>
                  </a:lnTo>
                  <a:lnTo>
                    <a:pt x="1376172" y="1524"/>
                  </a:lnTo>
                  <a:lnTo>
                    <a:pt x="1377696" y="1524"/>
                  </a:lnTo>
                  <a:lnTo>
                    <a:pt x="1377696" y="4571"/>
                  </a:lnTo>
                  <a:lnTo>
                    <a:pt x="1374648" y="7619"/>
                  </a:lnTo>
                  <a:lnTo>
                    <a:pt x="1371600" y="7619"/>
                  </a:lnTo>
                  <a:lnTo>
                    <a:pt x="1370076" y="6095"/>
                  </a:lnTo>
                  <a:lnTo>
                    <a:pt x="1368551" y="6095"/>
                  </a:lnTo>
                  <a:close/>
                </a:path>
                <a:path w="3632200" h="7619">
                  <a:moveTo>
                    <a:pt x="1409700" y="6095"/>
                  </a:moveTo>
                  <a:lnTo>
                    <a:pt x="1409700" y="0"/>
                  </a:lnTo>
                  <a:lnTo>
                    <a:pt x="1415796" y="0"/>
                  </a:lnTo>
                  <a:lnTo>
                    <a:pt x="1417319" y="1524"/>
                  </a:lnTo>
                  <a:lnTo>
                    <a:pt x="1417319" y="6095"/>
                  </a:lnTo>
                  <a:lnTo>
                    <a:pt x="1415796" y="6095"/>
                  </a:lnTo>
                  <a:lnTo>
                    <a:pt x="1415796" y="7619"/>
                  </a:lnTo>
                  <a:lnTo>
                    <a:pt x="1411224" y="7619"/>
                  </a:lnTo>
                  <a:lnTo>
                    <a:pt x="1409700" y="6095"/>
                  </a:lnTo>
                  <a:close/>
                </a:path>
                <a:path w="3632200" h="7619">
                  <a:moveTo>
                    <a:pt x="1449324" y="6095"/>
                  </a:moveTo>
                  <a:lnTo>
                    <a:pt x="1449324" y="1524"/>
                  </a:lnTo>
                  <a:lnTo>
                    <a:pt x="1450848" y="0"/>
                  </a:lnTo>
                  <a:lnTo>
                    <a:pt x="1456944" y="0"/>
                  </a:lnTo>
                  <a:lnTo>
                    <a:pt x="1456944" y="6095"/>
                  </a:lnTo>
                  <a:lnTo>
                    <a:pt x="1455419" y="7619"/>
                  </a:lnTo>
                  <a:lnTo>
                    <a:pt x="1450848" y="7619"/>
                  </a:lnTo>
                  <a:lnTo>
                    <a:pt x="1450848" y="6095"/>
                  </a:lnTo>
                  <a:lnTo>
                    <a:pt x="1449324" y="6095"/>
                  </a:lnTo>
                  <a:close/>
                </a:path>
                <a:path w="3632200" h="7619">
                  <a:moveTo>
                    <a:pt x="1488948" y="4571"/>
                  </a:moveTo>
                  <a:lnTo>
                    <a:pt x="1488948" y="1524"/>
                  </a:lnTo>
                  <a:lnTo>
                    <a:pt x="1490472" y="1524"/>
                  </a:lnTo>
                  <a:lnTo>
                    <a:pt x="1490472" y="0"/>
                  </a:lnTo>
                  <a:lnTo>
                    <a:pt x="1496567" y="0"/>
                  </a:lnTo>
                  <a:lnTo>
                    <a:pt x="1498092" y="1524"/>
                  </a:lnTo>
                  <a:lnTo>
                    <a:pt x="1498092" y="6095"/>
                  </a:lnTo>
                  <a:lnTo>
                    <a:pt x="1496567" y="6095"/>
                  </a:lnTo>
                  <a:lnTo>
                    <a:pt x="1495044" y="7619"/>
                  </a:lnTo>
                  <a:lnTo>
                    <a:pt x="1491996" y="7619"/>
                  </a:lnTo>
                  <a:lnTo>
                    <a:pt x="1488948" y="4571"/>
                  </a:lnTo>
                  <a:close/>
                </a:path>
                <a:path w="3632200" h="7619">
                  <a:moveTo>
                    <a:pt x="1530096" y="6095"/>
                  </a:moveTo>
                  <a:lnTo>
                    <a:pt x="1530096" y="1524"/>
                  </a:lnTo>
                  <a:lnTo>
                    <a:pt x="1531619" y="0"/>
                  </a:lnTo>
                  <a:lnTo>
                    <a:pt x="1536192" y="0"/>
                  </a:lnTo>
                  <a:lnTo>
                    <a:pt x="1537716" y="1524"/>
                  </a:lnTo>
                  <a:lnTo>
                    <a:pt x="1537716" y="6095"/>
                  </a:lnTo>
                  <a:lnTo>
                    <a:pt x="1536192" y="6095"/>
                  </a:lnTo>
                  <a:lnTo>
                    <a:pt x="1536192" y="7619"/>
                  </a:lnTo>
                  <a:lnTo>
                    <a:pt x="1531619" y="7619"/>
                  </a:lnTo>
                  <a:lnTo>
                    <a:pt x="1531619" y="6095"/>
                  </a:lnTo>
                  <a:lnTo>
                    <a:pt x="1530096" y="6095"/>
                  </a:lnTo>
                  <a:close/>
                </a:path>
                <a:path w="3632200" h="7619">
                  <a:moveTo>
                    <a:pt x="1569719" y="4571"/>
                  </a:moveTo>
                  <a:lnTo>
                    <a:pt x="1569719" y="1524"/>
                  </a:lnTo>
                  <a:lnTo>
                    <a:pt x="1571244" y="1524"/>
                  </a:lnTo>
                  <a:lnTo>
                    <a:pt x="1571244" y="0"/>
                  </a:lnTo>
                  <a:lnTo>
                    <a:pt x="1577340" y="0"/>
                  </a:lnTo>
                  <a:lnTo>
                    <a:pt x="1577340" y="1524"/>
                  </a:lnTo>
                  <a:lnTo>
                    <a:pt x="1578864" y="1524"/>
                  </a:lnTo>
                  <a:lnTo>
                    <a:pt x="1578864" y="4571"/>
                  </a:lnTo>
                  <a:lnTo>
                    <a:pt x="1575816" y="7619"/>
                  </a:lnTo>
                  <a:lnTo>
                    <a:pt x="1572767" y="7619"/>
                  </a:lnTo>
                  <a:lnTo>
                    <a:pt x="1569719" y="4571"/>
                  </a:lnTo>
                  <a:close/>
                </a:path>
                <a:path w="3632200" h="7619">
                  <a:moveTo>
                    <a:pt x="1610868" y="6095"/>
                  </a:moveTo>
                  <a:lnTo>
                    <a:pt x="1610868" y="0"/>
                  </a:lnTo>
                  <a:lnTo>
                    <a:pt x="1616964" y="0"/>
                  </a:lnTo>
                  <a:lnTo>
                    <a:pt x="1618488" y="1524"/>
                  </a:lnTo>
                  <a:lnTo>
                    <a:pt x="1618488" y="6095"/>
                  </a:lnTo>
                  <a:lnTo>
                    <a:pt x="1616964" y="6095"/>
                  </a:lnTo>
                  <a:lnTo>
                    <a:pt x="1616964" y="7619"/>
                  </a:lnTo>
                  <a:lnTo>
                    <a:pt x="1612392" y="7619"/>
                  </a:lnTo>
                  <a:lnTo>
                    <a:pt x="1610868" y="6095"/>
                  </a:lnTo>
                  <a:close/>
                </a:path>
                <a:path w="3632200" h="7619">
                  <a:moveTo>
                    <a:pt x="1650492" y="6095"/>
                  </a:moveTo>
                  <a:lnTo>
                    <a:pt x="1650492" y="1524"/>
                  </a:lnTo>
                  <a:lnTo>
                    <a:pt x="1652016" y="0"/>
                  </a:lnTo>
                  <a:lnTo>
                    <a:pt x="1658112" y="0"/>
                  </a:lnTo>
                  <a:lnTo>
                    <a:pt x="1658112" y="6095"/>
                  </a:lnTo>
                  <a:lnTo>
                    <a:pt x="1656588" y="7619"/>
                  </a:lnTo>
                  <a:lnTo>
                    <a:pt x="1652016" y="7619"/>
                  </a:lnTo>
                  <a:lnTo>
                    <a:pt x="1652016" y="6095"/>
                  </a:lnTo>
                  <a:lnTo>
                    <a:pt x="1650492" y="6095"/>
                  </a:lnTo>
                  <a:close/>
                </a:path>
                <a:path w="3632200" h="7619">
                  <a:moveTo>
                    <a:pt x="1691640" y="6095"/>
                  </a:moveTo>
                  <a:lnTo>
                    <a:pt x="1691640" y="0"/>
                  </a:lnTo>
                  <a:lnTo>
                    <a:pt x="1697735" y="0"/>
                  </a:lnTo>
                  <a:lnTo>
                    <a:pt x="1699260" y="1524"/>
                  </a:lnTo>
                  <a:lnTo>
                    <a:pt x="1699260" y="6095"/>
                  </a:lnTo>
                  <a:lnTo>
                    <a:pt x="1697735" y="6095"/>
                  </a:lnTo>
                  <a:lnTo>
                    <a:pt x="1697735" y="7619"/>
                  </a:lnTo>
                  <a:lnTo>
                    <a:pt x="1693164" y="7619"/>
                  </a:lnTo>
                  <a:lnTo>
                    <a:pt x="1691640" y="6095"/>
                  </a:lnTo>
                  <a:close/>
                </a:path>
                <a:path w="3632200" h="7619">
                  <a:moveTo>
                    <a:pt x="1731264" y="6095"/>
                  </a:moveTo>
                  <a:lnTo>
                    <a:pt x="1731264" y="1524"/>
                  </a:lnTo>
                  <a:lnTo>
                    <a:pt x="1732788" y="0"/>
                  </a:lnTo>
                  <a:lnTo>
                    <a:pt x="1737360" y="0"/>
                  </a:lnTo>
                  <a:lnTo>
                    <a:pt x="1738884" y="1524"/>
                  </a:lnTo>
                  <a:lnTo>
                    <a:pt x="1738884" y="6095"/>
                  </a:lnTo>
                  <a:lnTo>
                    <a:pt x="1737360" y="6095"/>
                  </a:lnTo>
                  <a:lnTo>
                    <a:pt x="1737360" y="7619"/>
                  </a:lnTo>
                  <a:lnTo>
                    <a:pt x="1732788" y="7619"/>
                  </a:lnTo>
                  <a:lnTo>
                    <a:pt x="1732788" y="6095"/>
                  </a:lnTo>
                  <a:lnTo>
                    <a:pt x="1731264" y="6095"/>
                  </a:lnTo>
                  <a:close/>
                </a:path>
                <a:path w="3632200" h="7619">
                  <a:moveTo>
                    <a:pt x="1770888" y="4571"/>
                  </a:moveTo>
                  <a:lnTo>
                    <a:pt x="1770888" y="1524"/>
                  </a:lnTo>
                  <a:lnTo>
                    <a:pt x="1772412" y="1524"/>
                  </a:lnTo>
                  <a:lnTo>
                    <a:pt x="1772412" y="0"/>
                  </a:lnTo>
                  <a:lnTo>
                    <a:pt x="1778508" y="0"/>
                  </a:lnTo>
                  <a:lnTo>
                    <a:pt x="1778508" y="1524"/>
                  </a:lnTo>
                  <a:lnTo>
                    <a:pt x="1780032" y="1524"/>
                  </a:lnTo>
                  <a:lnTo>
                    <a:pt x="1780032" y="4571"/>
                  </a:lnTo>
                  <a:lnTo>
                    <a:pt x="1776984" y="7619"/>
                  </a:lnTo>
                  <a:lnTo>
                    <a:pt x="1773935" y="7619"/>
                  </a:lnTo>
                  <a:lnTo>
                    <a:pt x="1770888" y="4571"/>
                  </a:lnTo>
                  <a:close/>
                </a:path>
                <a:path w="3632200" h="7619">
                  <a:moveTo>
                    <a:pt x="1812035" y="6095"/>
                  </a:moveTo>
                  <a:lnTo>
                    <a:pt x="1812035" y="1524"/>
                  </a:lnTo>
                  <a:lnTo>
                    <a:pt x="1813560" y="0"/>
                  </a:lnTo>
                  <a:lnTo>
                    <a:pt x="1818132" y="0"/>
                  </a:lnTo>
                  <a:lnTo>
                    <a:pt x="1819656" y="1524"/>
                  </a:lnTo>
                  <a:lnTo>
                    <a:pt x="1819656" y="6095"/>
                  </a:lnTo>
                  <a:lnTo>
                    <a:pt x="1818132" y="6095"/>
                  </a:lnTo>
                  <a:lnTo>
                    <a:pt x="1818132" y="7619"/>
                  </a:lnTo>
                  <a:lnTo>
                    <a:pt x="1813560" y="7619"/>
                  </a:lnTo>
                  <a:lnTo>
                    <a:pt x="1813560" y="6095"/>
                  </a:lnTo>
                  <a:lnTo>
                    <a:pt x="1812035" y="6095"/>
                  </a:lnTo>
                  <a:close/>
                </a:path>
                <a:path w="3632200" h="7619">
                  <a:moveTo>
                    <a:pt x="1851660" y="6095"/>
                  </a:moveTo>
                  <a:lnTo>
                    <a:pt x="1851660" y="1524"/>
                  </a:lnTo>
                  <a:lnTo>
                    <a:pt x="1853184" y="0"/>
                  </a:lnTo>
                  <a:lnTo>
                    <a:pt x="1859280" y="0"/>
                  </a:lnTo>
                  <a:lnTo>
                    <a:pt x="1859280" y="1524"/>
                  </a:lnTo>
                  <a:lnTo>
                    <a:pt x="1860803" y="1524"/>
                  </a:lnTo>
                  <a:lnTo>
                    <a:pt x="1860803" y="4571"/>
                  </a:lnTo>
                  <a:lnTo>
                    <a:pt x="1857756" y="7619"/>
                  </a:lnTo>
                  <a:lnTo>
                    <a:pt x="1854708" y="7619"/>
                  </a:lnTo>
                  <a:lnTo>
                    <a:pt x="1853184" y="6095"/>
                  </a:lnTo>
                  <a:lnTo>
                    <a:pt x="1851660" y="6095"/>
                  </a:lnTo>
                  <a:close/>
                </a:path>
                <a:path w="3632200" h="7619">
                  <a:moveTo>
                    <a:pt x="1892808" y="6095"/>
                  </a:moveTo>
                  <a:lnTo>
                    <a:pt x="1892808" y="0"/>
                  </a:lnTo>
                  <a:lnTo>
                    <a:pt x="1898903" y="0"/>
                  </a:lnTo>
                  <a:lnTo>
                    <a:pt x="1900428" y="1524"/>
                  </a:lnTo>
                  <a:lnTo>
                    <a:pt x="1900428" y="6095"/>
                  </a:lnTo>
                  <a:lnTo>
                    <a:pt x="1898903" y="6095"/>
                  </a:lnTo>
                  <a:lnTo>
                    <a:pt x="1898903" y="7619"/>
                  </a:lnTo>
                  <a:lnTo>
                    <a:pt x="1894332" y="7619"/>
                  </a:lnTo>
                  <a:lnTo>
                    <a:pt x="1892808" y="6095"/>
                  </a:lnTo>
                  <a:close/>
                </a:path>
                <a:path w="3632200" h="7619">
                  <a:moveTo>
                    <a:pt x="1932432" y="6095"/>
                  </a:moveTo>
                  <a:lnTo>
                    <a:pt x="1932432" y="1524"/>
                  </a:lnTo>
                  <a:lnTo>
                    <a:pt x="1933956" y="0"/>
                  </a:lnTo>
                  <a:lnTo>
                    <a:pt x="1940051" y="0"/>
                  </a:lnTo>
                  <a:lnTo>
                    <a:pt x="1940051" y="6095"/>
                  </a:lnTo>
                  <a:lnTo>
                    <a:pt x="1938528" y="7619"/>
                  </a:lnTo>
                  <a:lnTo>
                    <a:pt x="1933956" y="7619"/>
                  </a:lnTo>
                  <a:lnTo>
                    <a:pt x="1933956" y="6095"/>
                  </a:lnTo>
                  <a:lnTo>
                    <a:pt x="1932432" y="6095"/>
                  </a:lnTo>
                  <a:close/>
                </a:path>
                <a:path w="3632200" h="7619">
                  <a:moveTo>
                    <a:pt x="1972056" y="4571"/>
                  </a:moveTo>
                  <a:lnTo>
                    <a:pt x="1972056" y="1524"/>
                  </a:lnTo>
                  <a:lnTo>
                    <a:pt x="1973580" y="1524"/>
                  </a:lnTo>
                  <a:lnTo>
                    <a:pt x="1973580" y="0"/>
                  </a:lnTo>
                  <a:lnTo>
                    <a:pt x="1979676" y="0"/>
                  </a:lnTo>
                  <a:lnTo>
                    <a:pt x="1979676" y="1524"/>
                  </a:lnTo>
                  <a:lnTo>
                    <a:pt x="1981200" y="1524"/>
                  </a:lnTo>
                  <a:lnTo>
                    <a:pt x="1981200" y="4571"/>
                  </a:lnTo>
                  <a:lnTo>
                    <a:pt x="1978151" y="7619"/>
                  </a:lnTo>
                  <a:lnTo>
                    <a:pt x="1975103" y="7619"/>
                  </a:lnTo>
                  <a:lnTo>
                    <a:pt x="1972056" y="4571"/>
                  </a:lnTo>
                  <a:close/>
                </a:path>
                <a:path w="3632200" h="7619">
                  <a:moveTo>
                    <a:pt x="2013203" y="6095"/>
                  </a:moveTo>
                  <a:lnTo>
                    <a:pt x="2013203" y="1524"/>
                  </a:lnTo>
                  <a:lnTo>
                    <a:pt x="2014728" y="0"/>
                  </a:lnTo>
                  <a:lnTo>
                    <a:pt x="2019300" y="0"/>
                  </a:lnTo>
                  <a:lnTo>
                    <a:pt x="2020824" y="1524"/>
                  </a:lnTo>
                  <a:lnTo>
                    <a:pt x="2020824" y="6095"/>
                  </a:lnTo>
                  <a:lnTo>
                    <a:pt x="2019300" y="6095"/>
                  </a:lnTo>
                  <a:lnTo>
                    <a:pt x="2019300" y="7619"/>
                  </a:lnTo>
                  <a:lnTo>
                    <a:pt x="2014728" y="7619"/>
                  </a:lnTo>
                  <a:lnTo>
                    <a:pt x="2014728" y="6095"/>
                  </a:lnTo>
                  <a:lnTo>
                    <a:pt x="2013203" y="6095"/>
                  </a:lnTo>
                  <a:close/>
                </a:path>
                <a:path w="3632200" h="7619">
                  <a:moveTo>
                    <a:pt x="2052828" y="4571"/>
                  </a:moveTo>
                  <a:lnTo>
                    <a:pt x="2052828" y="1524"/>
                  </a:lnTo>
                  <a:lnTo>
                    <a:pt x="2054351" y="1524"/>
                  </a:lnTo>
                  <a:lnTo>
                    <a:pt x="2054351" y="0"/>
                  </a:lnTo>
                  <a:lnTo>
                    <a:pt x="2060448" y="0"/>
                  </a:lnTo>
                  <a:lnTo>
                    <a:pt x="2060448" y="1524"/>
                  </a:lnTo>
                  <a:lnTo>
                    <a:pt x="2061972" y="1524"/>
                  </a:lnTo>
                  <a:lnTo>
                    <a:pt x="2061972" y="4571"/>
                  </a:lnTo>
                  <a:lnTo>
                    <a:pt x="2058924" y="7619"/>
                  </a:lnTo>
                  <a:lnTo>
                    <a:pt x="2055876" y="7619"/>
                  </a:lnTo>
                  <a:lnTo>
                    <a:pt x="2052828" y="4571"/>
                  </a:lnTo>
                  <a:close/>
                </a:path>
                <a:path w="3632200" h="7619">
                  <a:moveTo>
                    <a:pt x="2093976" y="6095"/>
                  </a:moveTo>
                  <a:lnTo>
                    <a:pt x="2093976" y="0"/>
                  </a:lnTo>
                  <a:lnTo>
                    <a:pt x="2100072" y="0"/>
                  </a:lnTo>
                  <a:lnTo>
                    <a:pt x="2101596" y="1524"/>
                  </a:lnTo>
                  <a:lnTo>
                    <a:pt x="2101596" y="6095"/>
                  </a:lnTo>
                  <a:lnTo>
                    <a:pt x="2100072" y="6095"/>
                  </a:lnTo>
                  <a:lnTo>
                    <a:pt x="2100072" y="7619"/>
                  </a:lnTo>
                  <a:lnTo>
                    <a:pt x="2095500" y="7619"/>
                  </a:lnTo>
                  <a:lnTo>
                    <a:pt x="2093976" y="6095"/>
                  </a:lnTo>
                  <a:close/>
                </a:path>
                <a:path w="3632200" h="7619">
                  <a:moveTo>
                    <a:pt x="2133600" y="6095"/>
                  </a:moveTo>
                  <a:lnTo>
                    <a:pt x="2133600" y="1524"/>
                  </a:lnTo>
                  <a:lnTo>
                    <a:pt x="2135124" y="0"/>
                  </a:lnTo>
                  <a:lnTo>
                    <a:pt x="2141219" y="0"/>
                  </a:lnTo>
                  <a:lnTo>
                    <a:pt x="2141219" y="6095"/>
                  </a:lnTo>
                  <a:lnTo>
                    <a:pt x="2139696" y="7619"/>
                  </a:lnTo>
                  <a:lnTo>
                    <a:pt x="2135124" y="7619"/>
                  </a:lnTo>
                  <a:lnTo>
                    <a:pt x="2135124" y="6095"/>
                  </a:lnTo>
                  <a:lnTo>
                    <a:pt x="2133600" y="6095"/>
                  </a:lnTo>
                  <a:close/>
                </a:path>
                <a:path w="3632200" h="7619">
                  <a:moveTo>
                    <a:pt x="2174748" y="6095"/>
                  </a:moveTo>
                  <a:lnTo>
                    <a:pt x="2174748" y="0"/>
                  </a:lnTo>
                  <a:lnTo>
                    <a:pt x="2180844" y="0"/>
                  </a:lnTo>
                  <a:lnTo>
                    <a:pt x="2182368" y="1524"/>
                  </a:lnTo>
                  <a:lnTo>
                    <a:pt x="2182368" y="6095"/>
                  </a:lnTo>
                  <a:lnTo>
                    <a:pt x="2180844" y="6095"/>
                  </a:lnTo>
                  <a:lnTo>
                    <a:pt x="2180844" y="7619"/>
                  </a:lnTo>
                  <a:lnTo>
                    <a:pt x="2176272" y="7619"/>
                  </a:lnTo>
                  <a:lnTo>
                    <a:pt x="2174748" y="6095"/>
                  </a:lnTo>
                  <a:close/>
                </a:path>
                <a:path w="3632200" h="7619">
                  <a:moveTo>
                    <a:pt x="2214372" y="6095"/>
                  </a:moveTo>
                  <a:lnTo>
                    <a:pt x="2214372" y="1524"/>
                  </a:lnTo>
                  <a:lnTo>
                    <a:pt x="2215896" y="0"/>
                  </a:lnTo>
                  <a:lnTo>
                    <a:pt x="2220468" y="0"/>
                  </a:lnTo>
                  <a:lnTo>
                    <a:pt x="2221992" y="1524"/>
                  </a:lnTo>
                  <a:lnTo>
                    <a:pt x="2221992" y="6095"/>
                  </a:lnTo>
                  <a:lnTo>
                    <a:pt x="2220468" y="6095"/>
                  </a:lnTo>
                  <a:lnTo>
                    <a:pt x="2220468" y="7619"/>
                  </a:lnTo>
                  <a:lnTo>
                    <a:pt x="2215896" y="7619"/>
                  </a:lnTo>
                  <a:lnTo>
                    <a:pt x="2215896" y="6095"/>
                  </a:lnTo>
                  <a:lnTo>
                    <a:pt x="2214372" y="6095"/>
                  </a:lnTo>
                  <a:close/>
                </a:path>
                <a:path w="3632200" h="7619">
                  <a:moveTo>
                    <a:pt x="2253996" y="4571"/>
                  </a:moveTo>
                  <a:lnTo>
                    <a:pt x="2253996" y="1524"/>
                  </a:lnTo>
                  <a:lnTo>
                    <a:pt x="2255519" y="1524"/>
                  </a:lnTo>
                  <a:lnTo>
                    <a:pt x="2255519" y="0"/>
                  </a:lnTo>
                  <a:lnTo>
                    <a:pt x="2261616" y="0"/>
                  </a:lnTo>
                  <a:lnTo>
                    <a:pt x="2261616" y="1524"/>
                  </a:lnTo>
                  <a:lnTo>
                    <a:pt x="2263140" y="1524"/>
                  </a:lnTo>
                  <a:lnTo>
                    <a:pt x="2263140" y="4571"/>
                  </a:lnTo>
                  <a:lnTo>
                    <a:pt x="2260092" y="7619"/>
                  </a:lnTo>
                  <a:lnTo>
                    <a:pt x="2257044" y="7619"/>
                  </a:lnTo>
                  <a:lnTo>
                    <a:pt x="2253996" y="4571"/>
                  </a:lnTo>
                  <a:close/>
                </a:path>
                <a:path w="3632200" h="7619">
                  <a:moveTo>
                    <a:pt x="2295144" y="6095"/>
                  </a:moveTo>
                  <a:lnTo>
                    <a:pt x="2295144" y="1524"/>
                  </a:lnTo>
                  <a:lnTo>
                    <a:pt x="2296668" y="0"/>
                  </a:lnTo>
                  <a:lnTo>
                    <a:pt x="2301240" y="0"/>
                  </a:lnTo>
                  <a:lnTo>
                    <a:pt x="2302764" y="1524"/>
                  </a:lnTo>
                  <a:lnTo>
                    <a:pt x="2302764" y="6095"/>
                  </a:lnTo>
                  <a:lnTo>
                    <a:pt x="2301240" y="6095"/>
                  </a:lnTo>
                  <a:lnTo>
                    <a:pt x="2301240" y="7619"/>
                  </a:lnTo>
                  <a:lnTo>
                    <a:pt x="2296668" y="7619"/>
                  </a:lnTo>
                  <a:lnTo>
                    <a:pt x="2296668" y="6095"/>
                  </a:lnTo>
                  <a:lnTo>
                    <a:pt x="2295144" y="6095"/>
                  </a:lnTo>
                  <a:close/>
                </a:path>
                <a:path w="3632200" h="7619">
                  <a:moveTo>
                    <a:pt x="2334768" y="6095"/>
                  </a:moveTo>
                  <a:lnTo>
                    <a:pt x="2334768" y="1524"/>
                  </a:lnTo>
                  <a:lnTo>
                    <a:pt x="2336292" y="0"/>
                  </a:lnTo>
                  <a:lnTo>
                    <a:pt x="2342388" y="0"/>
                  </a:lnTo>
                  <a:lnTo>
                    <a:pt x="2342388" y="6095"/>
                  </a:lnTo>
                  <a:lnTo>
                    <a:pt x="2340864" y="7619"/>
                  </a:lnTo>
                  <a:lnTo>
                    <a:pt x="2336292" y="7619"/>
                  </a:lnTo>
                  <a:lnTo>
                    <a:pt x="2336292" y="6095"/>
                  </a:lnTo>
                  <a:lnTo>
                    <a:pt x="2334768" y="6095"/>
                  </a:lnTo>
                  <a:close/>
                </a:path>
                <a:path w="3632200" h="7619">
                  <a:moveTo>
                    <a:pt x="2375916" y="6095"/>
                  </a:moveTo>
                  <a:lnTo>
                    <a:pt x="2375916" y="0"/>
                  </a:lnTo>
                  <a:lnTo>
                    <a:pt x="2382012" y="0"/>
                  </a:lnTo>
                  <a:lnTo>
                    <a:pt x="2383535" y="1524"/>
                  </a:lnTo>
                  <a:lnTo>
                    <a:pt x="2383535" y="6095"/>
                  </a:lnTo>
                  <a:lnTo>
                    <a:pt x="2382012" y="6095"/>
                  </a:lnTo>
                  <a:lnTo>
                    <a:pt x="2382012" y="7619"/>
                  </a:lnTo>
                  <a:lnTo>
                    <a:pt x="2377440" y="7619"/>
                  </a:lnTo>
                  <a:lnTo>
                    <a:pt x="2375916" y="6095"/>
                  </a:lnTo>
                  <a:close/>
                </a:path>
                <a:path w="3632200" h="7619">
                  <a:moveTo>
                    <a:pt x="2415540" y="6095"/>
                  </a:moveTo>
                  <a:lnTo>
                    <a:pt x="2415540" y="1524"/>
                  </a:lnTo>
                  <a:lnTo>
                    <a:pt x="2417064" y="0"/>
                  </a:lnTo>
                  <a:lnTo>
                    <a:pt x="2423160" y="0"/>
                  </a:lnTo>
                  <a:lnTo>
                    <a:pt x="2423160" y="6095"/>
                  </a:lnTo>
                  <a:lnTo>
                    <a:pt x="2421635" y="7619"/>
                  </a:lnTo>
                  <a:lnTo>
                    <a:pt x="2417064" y="7619"/>
                  </a:lnTo>
                  <a:lnTo>
                    <a:pt x="2417064" y="6095"/>
                  </a:lnTo>
                  <a:lnTo>
                    <a:pt x="2415540" y="6095"/>
                  </a:lnTo>
                  <a:close/>
                </a:path>
                <a:path w="3632200" h="7619">
                  <a:moveTo>
                    <a:pt x="2455164" y="4571"/>
                  </a:moveTo>
                  <a:lnTo>
                    <a:pt x="2455164" y="1524"/>
                  </a:lnTo>
                  <a:lnTo>
                    <a:pt x="2456688" y="1524"/>
                  </a:lnTo>
                  <a:lnTo>
                    <a:pt x="2456688" y="0"/>
                  </a:lnTo>
                  <a:lnTo>
                    <a:pt x="2462784" y="0"/>
                  </a:lnTo>
                  <a:lnTo>
                    <a:pt x="2462784" y="1524"/>
                  </a:lnTo>
                  <a:lnTo>
                    <a:pt x="2464308" y="1524"/>
                  </a:lnTo>
                  <a:lnTo>
                    <a:pt x="2464308" y="4571"/>
                  </a:lnTo>
                  <a:lnTo>
                    <a:pt x="2461260" y="7619"/>
                  </a:lnTo>
                  <a:lnTo>
                    <a:pt x="2458212" y="7619"/>
                  </a:lnTo>
                  <a:lnTo>
                    <a:pt x="2455164" y="4571"/>
                  </a:lnTo>
                  <a:close/>
                </a:path>
                <a:path w="3632200" h="7619">
                  <a:moveTo>
                    <a:pt x="2496312" y="6095"/>
                  </a:moveTo>
                  <a:lnTo>
                    <a:pt x="2496312" y="1524"/>
                  </a:lnTo>
                  <a:lnTo>
                    <a:pt x="2497835" y="0"/>
                  </a:lnTo>
                  <a:lnTo>
                    <a:pt x="2502408" y="0"/>
                  </a:lnTo>
                  <a:lnTo>
                    <a:pt x="2503932" y="1524"/>
                  </a:lnTo>
                  <a:lnTo>
                    <a:pt x="2503932" y="6095"/>
                  </a:lnTo>
                  <a:lnTo>
                    <a:pt x="2502408" y="6095"/>
                  </a:lnTo>
                  <a:lnTo>
                    <a:pt x="2502408" y="7619"/>
                  </a:lnTo>
                  <a:lnTo>
                    <a:pt x="2497835" y="7619"/>
                  </a:lnTo>
                  <a:lnTo>
                    <a:pt x="2497835" y="6095"/>
                  </a:lnTo>
                  <a:lnTo>
                    <a:pt x="2496312" y="6095"/>
                  </a:lnTo>
                  <a:close/>
                </a:path>
                <a:path w="3632200" h="7619">
                  <a:moveTo>
                    <a:pt x="2535935" y="4571"/>
                  </a:moveTo>
                  <a:lnTo>
                    <a:pt x="2535935" y="1524"/>
                  </a:lnTo>
                  <a:lnTo>
                    <a:pt x="2537460" y="1524"/>
                  </a:lnTo>
                  <a:lnTo>
                    <a:pt x="2537460" y="0"/>
                  </a:lnTo>
                  <a:lnTo>
                    <a:pt x="2543556" y="0"/>
                  </a:lnTo>
                  <a:lnTo>
                    <a:pt x="2543556" y="1524"/>
                  </a:lnTo>
                  <a:lnTo>
                    <a:pt x="2545080" y="1524"/>
                  </a:lnTo>
                  <a:lnTo>
                    <a:pt x="2545080" y="4571"/>
                  </a:lnTo>
                  <a:lnTo>
                    <a:pt x="2542032" y="7619"/>
                  </a:lnTo>
                  <a:lnTo>
                    <a:pt x="2538984" y="7619"/>
                  </a:lnTo>
                  <a:lnTo>
                    <a:pt x="2535935" y="4571"/>
                  </a:lnTo>
                  <a:close/>
                </a:path>
                <a:path w="3632200" h="7619">
                  <a:moveTo>
                    <a:pt x="2577084" y="6095"/>
                  </a:moveTo>
                  <a:lnTo>
                    <a:pt x="2577084" y="0"/>
                  </a:lnTo>
                  <a:lnTo>
                    <a:pt x="2583180" y="0"/>
                  </a:lnTo>
                  <a:lnTo>
                    <a:pt x="2584703" y="1524"/>
                  </a:lnTo>
                  <a:lnTo>
                    <a:pt x="2584703" y="6095"/>
                  </a:lnTo>
                  <a:lnTo>
                    <a:pt x="2583180" y="6095"/>
                  </a:lnTo>
                  <a:lnTo>
                    <a:pt x="2583180" y="7619"/>
                  </a:lnTo>
                  <a:lnTo>
                    <a:pt x="2578608" y="7619"/>
                  </a:lnTo>
                  <a:lnTo>
                    <a:pt x="2577084" y="6095"/>
                  </a:lnTo>
                  <a:close/>
                </a:path>
                <a:path w="3632200" h="7619">
                  <a:moveTo>
                    <a:pt x="2616708" y="6095"/>
                  </a:moveTo>
                  <a:lnTo>
                    <a:pt x="2616708" y="1524"/>
                  </a:lnTo>
                  <a:lnTo>
                    <a:pt x="2618232" y="0"/>
                  </a:lnTo>
                  <a:lnTo>
                    <a:pt x="2624328" y="0"/>
                  </a:lnTo>
                  <a:lnTo>
                    <a:pt x="2624328" y="6095"/>
                  </a:lnTo>
                  <a:lnTo>
                    <a:pt x="2622803" y="7619"/>
                  </a:lnTo>
                  <a:lnTo>
                    <a:pt x="2618232" y="7619"/>
                  </a:lnTo>
                  <a:lnTo>
                    <a:pt x="2618232" y="6095"/>
                  </a:lnTo>
                  <a:lnTo>
                    <a:pt x="2616708" y="6095"/>
                  </a:lnTo>
                  <a:close/>
                </a:path>
                <a:path w="3632200" h="7619">
                  <a:moveTo>
                    <a:pt x="2657856" y="6095"/>
                  </a:moveTo>
                  <a:lnTo>
                    <a:pt x="2657856" y="0"/>
                  </a:lnTo>
                  <a:lnTo>
                    <a:pt x="2663952" y="0"/>
                  </a:lnTo>
                  <a:lnTo>
                    <a:pt x="2665476" y="1524"/>
                  </a:lnTo>
                  <a:lnTo>
                    <a:pt x="2665476" y="6095"/>
                  </a:lnTo>
                  <a:lnTo>
                    <a:pt x="2663952" y="6095"/>
                  </a:lnTo>
                  <a:lnTo>
                    <a:pt x="2663952" y="7619"/>
                  </a:lnTo>
                  <a:lnTo>
                    <a:pt x="2659380" y="7619"/>
                  </a:lnTo>
                  <a:lnTo>
                    <a:pt x="2657856" y="6095"/>
                  </a:lnTo>
                  <a:close/>
                </a:path>
                <a:path w="3632200" h="7619">
                  <a:moveTo>
                    <a:pt x="2697480" y="6095"/>
                  </a:moveTo>
                  <a:lnTo>
                    <a:pt x="2697480" y="1524"/>
                  </a:lnTo>
                  <a:lnTo>
                    <a:pt x="2699003" y="0"/>
                  </a:lnTo>
                  <a:lnTo>
                    <a:pt x="2703576" y="0"/>
                  </a:lnTo>
                  <a:lnTo>
                    <a:pt x="2705100" y="1524"/>
                  </a:lnTo>
                  <a:lnTo>
                    <a:pt x="2705100" y="6095"/>
                  </a:lnTo>
                  <a:lnTo>
                    <a:pt x="2703576" y="6095"/>
                  </a:lnTo>
                  <a:lnTo>
                    <a:pt x="2703576" y="7619"/>
                  </a:lnTo>
                  <a:lnTo>
                    <a:pt x="2699003" y="7619"/>
                  </a:lnTo>
                  <a:lnTo>
                    <a:pt x="2699003" y="6095"/>
                  </a:lnTo>
                  <a:lnTo>
                    <a:pt x="2697480" y="6095"/>
                  </a:lnTo>
                  <a:close/>
                </a:path>
                <a:path w="3632200" h="7619">
                  <a:moveTo>
                    <a:pt x="2737103" y="4571"/>
                  </a:moveTo>
                  <a:lnTo>
                    <a:pt x="2737103" y="1524"/>
                  </a:lnTo>
                  <a:lnTo>
                    <a:pt x="2738628" y="1524"/>
                  </a:lnTo>
                  <a:lnTo>
                    <a:pt x="2738628" y="0"/>
                  </a:lnTo>
                  <a:lnTo>
                    <a:pt x="2744724" y="0"/>
                  </a:lnTo>
                  <a:lnTo>
                    <a:pt x="2744724" y="1524"/>
                  </a:lnTo>
                  <a:lnTo>
                    <a:pt x="2746248" y="1524"/>
                  </a:lnTo>
                  <a:lnTo>
                    <a:pt x="2746248" y="4571"/>
                  </a:lnTo>
                  <a:lnTo>
                    <a:pt x="2743200" y="7619"/>
                  </a:lnTo>
                  <a:lnTo>
                    <a:pt x="2740152" y="7619"/>
                  </a:lnTo>
                  <a:lnTo>
                    <a:pt x="2737103" y="4571"/>
                  </a:lnTo>
                  <a:close/>
                </a:path>
                <a:path w="3632200" h="7619">
                  <a:moveTo>
                    <a:pt x="2778252" y="6095"/>
                  </a:moveTo>
                  <a:lnTo>
                    <a:pt x="2778252" y="1524"/>
                  </a:lnTo>
                  <a:lnTo>
                    <a:pt x="2779776" y="0"/>
                  </a:lnTo>
                  <a:lnTo>
                    <a:pt x="2784348" y="0"/>
                  </a:lnTo>
                  <a:lnTo>
                    <a:pt x="2785872" y="1524"/>
                  </a:lnTo>
                  <a:lnTo>
                    <a:pt x="2785872" y="6095"/>
                  </a:lnTo>
                  <a:lnTo>
                    <a:pt x="2784348" y="6095"/>
                  </a:lnTo>
                  <a:lnTo>
                    <a:pt x="2784348" y="7619"/>
                  </a:lnTo>
                  <a:lnTo>
                    <a:pt x="2779776" y="7619"/>
                  </a:lnTo>
                  <a:lnTo>
                    <a:pt x="2779776" y="6095"/>
                  </a:lnTo>
                  <a:lnTo>
                    <a:pt x="2778252" y="6095"/>
                  </a:lnTo>
                  <a:close/>
                </a:path>
                <a:path w="3632200" h="7619">
                  <a:moveTo>
                    <a:pt x="2817876" y="6095"/>
                  </a:moveTo>
                  <a:lnTo>
                    <a:pt x="2817876" y="1524"/>
                  </a:lnTo>
                  <a:lnTo>
                    <a:pt x="2819400" y="0"/>
                  </a:lnTo>
                  <a:lnTo>
                    <a:pt x="2825496" y="0"/>
                  </a:lnTo>
                  <a:lnTo>
                    <a:pt x="2825496" y="6095"/>
                  </a:lnTo>
                  <a:lnTo>
                    <a:pt x="2823972" y="7619"/>
                  </a:lnTo>
                  <a:lnTo>
                    <a:pt x="2819400" y="7619"/>
                  </a:lnTo>
                  <a:lnTo>
                    <a:pt x="2819400" y="6095"/>
                  </a:lnTo>
                  <a:lnTo>
                    <a:pt x="2817876" y="6095"/>
                  </a:lnTo>
                  <a:close/>
                </a:path>
                <a:path w="3632200" h="7619">
                  <a:moveTo>
                    <a:pt x="2859024" y="6095"/>
                  </a:moveTo>
                  <a:lnTo>
                    <a:pt x="2859024" y="0"/>
                  </a:lnTo>
                  <a:lnTo>
                    <a:pt x="2865119" y="0"/>
                  </a:lnTo>
                  <a:lnTo>
                    <a:pt x="2866644" y="1524"/>
                  </a:lnTo>
                  <a:lnTo>
                    <a:pt x="2866644" y="6095"/>
                  </a:lnTo>
                  <a:lnTo>
                    <a:pt x="2865119" y="6095"/>
                  </a:lnTo>
                  <a:lnTo>
                    <a:pt x="2865119" y="7619"/>
                  </a:lnTo>
                  <a:lnTo>
                    <a:pt x="2860548" y="7619"/>
                  </a:lnTo>
                  <a:lnTo>
                    <a:pt x="2859024" y="6095"/>
                  </a:lnTo>
                  <a:close/>
                </a:path>
                <a:path w="3632200" h="7619">
                  <a:moveTo>
                    <a:pt x="2898648" y="6095"/>
                  </a:moveTo>
                  <a:lnTo>
                    <a:pt x="2898648" y="1524"/>
                  </a:lnTo>
                  <a:lnTo>
                    <a:pt x="2900172" y="0"/>
                  </a:lnTo>
                  <a:lnTo>
                    <a:pt x="2906268" y="0"/>
                  </a:lnTo>
                  <a:lnTo>
                    <a:pt x="2906268" y="6095"/>
                  </a:lnTo>
                  <a:lnTo>
                    <a:pt x="2904744" y="7619"/>
                  </a:lnTo>
                  <a:lnTo>
                    <a:pt x="2900172" y="7619"/>
                  </a:lnTo>
                  <a:lnTo>
                    <a:pt x="2900172" y="6095"/>
                  </a:lnTo>
                  <a:lnTo>
                    <a:pt x="2898648" y="6095"/>
                  </a:lnTo>
                  <a:close/>
                </a:path>
                <a:path w="3632200" h="7619">
                  <a:moveTo>
                    <a:pt x="2938272" y="4571"/>
                  </a:moveTo>
                  <a:lnTo>
                    <a:pt x="2938272" y="1524"/>
                  </a:lnTo>
                  <a:lnTo>
                    <a:pt x="2939796" y="1524"/>
                  </a:lnTo>
                  <a:lnTo>
                    <a:pt x="2939796" y="0"/>
                  </a:lnTo>
                  <a:lnTo>
                    <a:pt x="2945892" y="0"/>
                  </a:lnTo>
                  <a:lnTo>
                    <a:pt x="2945892" y="1524"/>
                  </a:lnTo>
                  <a:lnTo>
                    <a:pt x="2947416" y="1524"/>
                  </a:lnTo>
                  <a:lnTo>
                    <a:pt x="2947416" y="4571"/>
                  </a:lnTo>
                  <a:lnTo>
                    <a:pt x="2944368" y="7619"/>
                  </a:lnTo>
                  <a:lnTo>
                    <a:pt x="2941319" y="7619"/>
                  </a:lnTo>
                  <a:lnTo>
                    <a:pt x="2938272" y="4571"/>
                  </a:lnTo>
                  <a:close/>
                </a:path>
                <a:path w="3632200" h="7619">
                  <a:moveTo>
                    <a:pt x="2979419" y="6095"/>
                  </a:moveTo>
                  <a:lnTo>
                    <a:pt x="2979419" y="1524"/>
                  </a:lnTo>
                  <a:lnTo>
                    <a:pt x="2980944" y="0"/>
                  </a:lnTo>
                  <a:lnTo>
                    <a:pt x="2985516" y="0"/>
                  </a:lnTo>
                  <a:lnTo>
                    <a:pt x="2987040" y="1524"/>
                  </a:lnTo>
                  <a:lnTo>
                    <a:pt x="2987040" y="6095"/>
                  </a:lnTo>
                  <a:lnTo>
                    <a:pt x="2985516" y="6095"/>
                  </a:lnTo>
                  <a:lnTo>
                    <a:pt x="2985516" y="7619"/>
                  </a:lnTo>
                  <a:lnTo>
                    <a:pt x="2980944" y="7619"/>
                  </a:lnTo>
                  <a:lnTo>
                    <a:pt x="2980944" y="6095"/>
                  </a:lnTo>
                  <a:lnTo>
                    <a:pt x="2979419" y="6095"/>
                  </a:lnTo>
                  <a:close/>
                </a:path>
                <a:path w="3632200" h="7619">
                  <a:moveTo>
                    <a:pt x="3019044" y="4571"/>
                  </a:moveTo>
                  <a:lnTo>
                    <a:pt x="3019044" y="1524"/>
                  </a:lnTo>
                  <a:lnTo>
                    <a:pt x="3020568" y="1524"/>
                  </a:lnTo>
                  <a:lnTo>
                    <a:pt x="3020568" y="0"/>
                  </a:lnTo>
                  <a:lnTo>
                    <a:pt x="3026664" y="0"/>
                  </a:lnTo>
                  <a:lnTo>
                    <a:pt x="3026664" y="1524"/>
                  </a:lnTo>
                  <a:lnTo>
                    <a:pt x="3028188" y="1524"/>
                  </a:lnTo>
                  <a:lnTo>
                    <a:pt x="3028188" y="4571"/>
                  </a:lnTo>
                  <a:lnTo>
                    <a:pt x="3025140" y="7619"/>
                  </a:lnTo>
                  <a:lnTo>
                    <a:pt x="3022092" y="7619"/>
                  </a:lnTo>
                  <a:lnTo>
                    <a:pt x="3019044" y="4571"/>
                  </a:lnTo>
                  <a:close/>
                </a:path>
                <a:path w="3632200" h="7619">
                  <a:moveTo>
                    <a:pt x="3060192" y="6095"/>
                  </a:moveTo>
                  <a:lnTo>
                    <a:pt x="3060192" y="0"/>
                  </a:lnTo>
                  <a:lnTo>
                    <a:pt x="3066288" y="0"/>
                  </a:lnTo>
                  <a:lnTo>
                    <a:pt x="3067812" y="1524"/>
                  </a:lnTo>
                  <a:lnTo>
                    <a:pt x="3067812" y="6095"/>
                  </a:lnTo>
                  <a:lnTo>
                    <a:pt x="3066288" y="6095"/>
                  </a:lnTo>
                  <a:lnTo>
                    <a:pt x="3066288" y="7619"/>
                  </a:lnTo>
                  <a:lnTo>
                    <a:pt x="3061716" y="7619"/>
                  </a:lnTo>
                  <a:lnTo>
                    <a:pt x="3060192" y="6095"/>
                  </a:lnTo>
                  <a:close/>
                </a:path>
                <a:path w="3632200" h="7619">
                  <a:moveTo>
                    <a:pt x="3099816" y="6095"/>
                  </a:moveTo>
                  <a:lnTo>
                    <a:pt x="3099816" y="1524"/>
                  </a:lnTo>
                  <a:lnTo>
                    <a:pt x="3101340" y="0"/>
                  </a:lnTo>
                  <a:lnTo>
                    <a:pt x="3107436" y="0"/>
                  </a:lnTo>
                  <a:lnTo>
                    <a:pt x="3107436" y="6095"/>
                  </a:lnTo>
                  <a:lnTo>
                    <a:pt x="3105912" y="7619"/>
                  </a:lnTo>
                  <a:lnTo>
                    <a:pt x="3101340" y="7619"/>
                  </a:lnTo>
                  <a:lnTo>
                    <a:pt x="3101340" y="6095"/>
                  </a:lnTo>
                  <a:lnTo>
                    <a:pt x="3099816" y="6095"/>
                  </a:lnTo>
                  <a:close/>
                </a:path>
                <a:path w="3632200" h="7619">
                  <a:moveTo>
                    <a:pt x="3140964" y="6095"/>
                  </a:moveTo>
                  <a:lnTo>
                    <a:pt x="3140964" y="0"/>
                  </a:lnTo>
                  <a:lnTo>
                    <a:pt x="3147060" y="0"/>
                  </a:lnTo>
                  <a:lnTo>
                    <a:pt x="3148584" y="1524"/>
                  </a:lnTo>
                  <a:lnTo>
                    <a:pt x="3148584" y="6095"/>
                  </a:lnTo>
                  <a:lnTo>
                    <a:pt x="3147060" y="6095"/>
                  </a:lnTo>
                  <a:lnTo>
                    <a:pt x="3147060" y="7619"/>
                  </a:lnTo>
                  <a:lnTo>
                    <a:pt x="3142488" y="7619"/>
                  </a:lnTo>
                  <a:lnTo>
                    <a:pt x="3140964" y="6095"/>
                  </a:lnTo>
                  <a:close/>
                </a:path>
                <a:path w="3632200" h="7619">
                  <a:moveTo>
                    <a:pt x="3180588" y="6095"/>
                  </a:moveTo>
                  <a:lnTo>
                    <a:pt x="3180588" y="1524"/>
                  </a:lnTo>
                  <a:lnTo>
                    <a:pt x="3182112" y="0"/>
                  </a:lnTo>
                  <a:lnTo>
                    <a:pt x="3186684" y="0"/>
                  </a:lnTo>
                  <a:lnTo>
                    <a:pt x="3188208" y="1524"/>
                  </a:lnTo>
                  <a:lnTo>
                    <a:pt x="3188208" y="6095"/>
                  </a:lnTo>
                  <a:lnTo>
                    <a:pt x="3186684" y="6095"/>
                  </a:lnTo>
                  <a:lnTo>
                    <a:pt x="3186684" y="7619"/>
                  </a:lnTo>
                  <a:lnTo>
                    <a:pt x="3182112" y="7619"/>
                  </a:lnTo>
                  <a:lnTo>
                    <a:pt x="3182112" y="6095"/>
                  </a:lnTo>
                  <a:lnTo>
                    <a:pt x="3180588" y="6095"/>
                  </a:lnTo>
                  <a:close/>
                </a:path>
                <a:path w="3632200" h="7619">
                  <a:moveTo>
                    <a:pt x="3220212" y="4571"/>
                  </a:moveTo>
                  <a:lnTo>
                    <a:pt x="3220212" y="1524"/>
                  </a:lnTo>
                  <a:lnTo>
                    <a:pt x="3221736" y="1524"/>
                  </a:lnTo>
                  <a:lnTo>
                    <a:pt x="3221736" y="0"/>
                  </a:lnTo>
                  <a:lnTo>
                    <a:pt x="3227832" y="0"/>
                  </a:lnTo>
                  <a:lnTo>
                    <a:pt x="3227832" y="1524"/>
                  </a:lnTo>
                  <a:lnTo>
                    <a:pt x="3229356" y="1524"/>
                  </a:lnTo>
                  <a:lnTo>
                    <a:pt x="3229356" y="4571"/>
                  </a:lnTo>
                  <a:lnTo>
                    <a:pt x="3226308" y="7619"/>
                  </a:lnTo>
                  <a:lnTo>
                    <a:pt x="3223260" y="7619"/>
                  </a:lnTo>
                  <a:lnTo>
                    <a:pt x="3220212" y="4571"/>
                  </a:lnTo>
                  <a:close/>
                </a:path>
                <a:path w="3632200" h="7619">
                  <a:moveTo>
                    <a:pt x="3261360" y="6095"/>
                  </a:moveTo>
                  <a:lnTo>
                    <a:pt x="3261360" y="1524"/>
                  </a:lnTo>
                  <a:lnTo>
                    <a:pt x="3262884" y="0"/>
                  </a:lnTo>
                  <a:lnTo>
                    <a:pt x="3267456" y="0"/>
                  </a:lnTo>
                  <a:lnTo>
                    <a:pt x="3268980" y="1524"/>
                  </a:lnTo>
                  <a:lnTo>
                    <a:pt x="3268980" y="6095"/>
                  </a:lnTo>
                  <a:lnTo>
                    <a:pt x="3267456" y="6095"/>
                  </a:lnTo>
                  <a:lnTo>
                    <a:pt x="3267456" y="7619"/>
                  </a:lnTo>
                  <a:lnTo>
                    <a:pt x="3262884" y="7619"/>
                  </a:lnTo>
                  <a:lnTo>
                    <a:pt x="3262884" y="6095"/>
                  </a:lnTo>
                  <a:lnTo>
                    <a:pt x="3261360" y="6095"/>
                  </a:lnTo>
                  <a:close/>
                </a:path>
                <a:path w="3632200" h="7619">
                  <a:moveTo>
                    <a:pt x="3300984" y="6095"/>
                  </a:moveTo>
                  <a:lnTo>
                    <a:pt x="3300984" y="1524"/>
                  </a:lnTo>
                  <a:lnTo>
                    <a:pt x="3302508" y="0"/>
                  </a:lnTo>
                  <a:lnTo>
                    <a:pt x="3308603" y="0"/>
                  </a:lnTo>
                  <a:lnTo>
                    <a:pt x="3308603" y="6095"/>
                  </a:lnTo>
                  <a:lnTo>
                    <a:pt x="3307080" y="7619"/>
                  </a:lnTo>
                  <a:lnTo>
                    <a:pt x="3302508" y="7619"/>
                  </a:lnTo>
                  <a:lnTo>
                    <a:pt x="3302508" y="6095"/>
                  </a:lnTo>
                  <a:lnTo>
                    <a:pt x="3300984" y="6095"/>
                  </a:lnTo>
                  <a:close/>
                </a:path>
                <a:path w="3632200" h="7619">
                  <a:moveTo>
                    <a:pt x="3342132" y="6095"/>
                  </a:moveTo>
                  <a:lnTo>
                    <a:pt x="3342132" y="0"/>
                  </a:lnTo>
                  <a:lnTo>
                    <a:pt x="3348228" y="0"/>
                  </a:lnTo>
                  <a:lnTo>
                    <a:pt x="3349752" y="1524"/>
                  </a:lnTo>
                  <a:lnTo>
                    <a:pt x="3349752" y="6095"/>
                  </a:lnTo>
                  <a:lnTo>
                    <a:pt x="3348228" y="6095"/>
                  </a:lnTo>
                  <a:lnTo>
                    <a:pt x="3348228" y="7619"/>
                  </a:lnTo>
                  <a:lnTo>
                    <a:pt x="3343656" y="7619"/>
                  </a:lnTo>
                  <a:lnTo>
                    <a:pt x="3342132" y="6095"/>
                  </a:lnTo>
                  <a:close/>
                </a:path>
                <a:path w="3632200" h="7619">
                  <a:moveTo>
                    <a:pt x="3381756" y="6095"/>
                  </a:moveTo>
                  <a:lnTo>
                    <a:pt x="3381756" y="1524"/>
                  </a:lnTo>
                  <a:lnTo>
                    <a:pt x="3383280" y="0"/>
                  </a:lnTo>
                  <a:lnTo>
                    <a:pt x="3389376" y="0"/>
                  </a:lnTo>
                  <a:lnTo>
                    <a:pt x="3389376" y="6095"/>
                  </a:lnTo>
                  <a:lnTo>
                    <a:pt x="3387852" y="7619"/>
                  </a:lnTo>
                  <a:lnTo>
                    <a:pt x="3383280" y="7619"/>
                  </a:lnTo>
                  <a:lnTo>
                    <a:pt x="3383280" y="6095"/>
                  </a:lnTo>
                  <a:lnTo>
                    <a:pt x="3381756" y="6095"/>
                  </a:lnTo>
                  <a:close/>
                </a:path>
                <a:path w="3632200" h="7619">
                  <a:moveTo>
                    <a:pt x="3421380" y="4571"/>
                  </a:moveTo>
                  <a:lnTo>
                    <a:pt x="3421380" y="1524"/>
                  </a:lnTo>
                  <a:lnTo>
                    <a:pt x="3422903" y="1524"/>
                  </a:lnTo>
                  <a:lnTo>
                    <a:pt x="3422903" y="0"/>
                  </a:lnTo>
                  <a:lnTo>
                    <a:pt x="3429000" y="0"/>
                  </a:lnTo>
                  <a:lnTo>
                    <a:pt x="3429000" y="1524"/>
                  </a:lnTo>
                  <a:lnTo>
                    <a:pt x="3430524" y="1524"/>
                  </a:lnTo>
                  <a:lnTo>
                    <a:pt x="3430524" y="4571"/>
                  </a:lnTo>
                  <a:lnTo>
                    <a:pt x="3427476" y="7619"/>
                  </a:lnTo>
                  <a:lnTo>
                    <a:pt x="3424428" y="7619"/>
                  </a:lnTo>
                  <a:lnTo>
                    <a:pt x="3421380" y="4571"/>
                  </a:lnTo>
                  <a:close/>
                </a:path>
                <a:path w="3632200" h="7619">
                  <a:moveTo>
                    <a:pt x="3462528" y="6095"/>
                  </a:moveTo>
                  <a:lnTo>
                    <a:pt x="3462528" y="1524"/>
                  </a:lnTo>
                  <a:lnTo>
                    <a:pt x="3464052" y="0"/>
                  </a:lnTo>
                  <a:lnTo>
                    <a:pt x="3468624" y="0"/>
                  </a:lnTo>
                  <a:lnTo>
                    <a:pt x="3470148" y="1524"/>
                  </a:lnTo>
                  <a:lnTo>
                    <a:pt x="3470148" y="6095"/>
                  </a:lnTo>
                  <a:lnTo>
                    <a:pt x="3468624" y="6095"/>
                  </a:lnTo>
                  <a:lnTo>
                    <a:pt x="3468624" y="7619"/>
                  </a:lnTo>
                  <a:lnTo>
                    <a:pt x="3464052" y="7619"/>
                  </a:lnTo>
                  <a:lnTo>
                    <a:pt x="3464052" y="6095"/>
                  </a:lnTo>
                  <a:lnTo>
                    <a:pt x="3462528" y="6095"/>
                  </a:lnTo>
                  <a:close/>
                </a:path>
                <a:path w="3632200" h="7619">
                  <a:moveTo>
                    <a:pt x="3502152" y="4571"/>
                  </a:moveTo>
                  <a:lnTo>
                    <a:pt x="3502152" y="1524"/>
                  </a:lnTo>
                  <a:lnTo>
                    <a:pt x="3503676" y="1524"/>
                  </a:lnTo>
                  <a:lnTo>
                    <a:pt x="3503676" y="0"/>
                  </a:lnTo>
                  <a:lnTo>
                    <a:pt x="3509772" y="0"/>
                  </a:lnTo>
                  <a:lnTo>
                    <a:pt x="3509772" y="1524"/>
                  </a:lnTo>
                  <a:lnTo>
                    <a:pt x="3511296" y="1524"/>
                  </a:lnTo>
                  <a:lnTo>
                    <a:pt x="3511296" y="4571"/>
                  </a:lnTo>
                  <a:lnTo>
                    <a:pt x="3508248" y="7619"/>
                  </a:lnTo>
                  <a:lnTo>
                    <a:pt x="3505200" y="7619"/>
                  </a:lnTo>
                  <a:lnTo>
                    <a:pt x="3502152" y="4571"/>
                  </a:lnTo>
                  <a:close/>
                </a:path>
                <a:path w="3632200" h="7619">
                  <a:moveTo>
                    <a:pt x="3543300" y="6095"/>
                  </a:moveTo>
                  <a:lnTo>
                    <a:pt x="3543300" y="0"/>
                  </a:lnTo>
                  <a:lnTo>
                    <a:pt x="3549396" y="0"/>
                  </a:lnTo>
                  <a:lnTo>
                    <a:pt x="3550919" y="1524"/>
                  </a:lnTo>
                  <a:lnTo>
                    <a:pt x="3550919" y="6095"/>
                  </a:lnTo>
                  <a:lnTo>
                    <a:pt x="3549396" y="6095"/>
                  </a:lnTo>
                  <a:lnTo>
                    <a:pt x="3549396" y="7619"/>
                  </a:lnTo>
                  <a:lnTo>
                    <a:pt x="3544824" y="7619"/>
                  </a:lnTo>
                  <a:lnTo>
                    <a:pt x="3543300" y="6095"/>
                  </a:lnTo>
                  <a:close/>
                </a:path>
                <a:path w="3632200" h="7619">
                  <a:moveTo>
                    <a:pt x="3582924" y="6095"/>
                  </a:moveTo>
                  <a:lnTo>
                    <a:pt x="3582924" y="1524"/>
                  </a:lnTo>
                  <a:lnTo>
                    <a:pt x="3584448" y="0"/>
                  </a:lnTo>
                  <a:lnTo>
                    <a:pt x="3590544" y="0"/>
                  </a:lnTo>
                  <a:lnTo>
                    <a:pt x="3590544" y="6095"/>
                  </a:lnTo>
                  <a:lnTo>
                    <a:pt x="3589019" y="7619"/>
                  </a:lnTo>
                  <a:lnTo>
                    <a:pt x="3584448" y="7619"/>
                  </a:lnTo>
                  <a:lnTo>
                    <a:pt x="3584448" y="6095"/>
                  </a:lnTo>
                  <a:lnTo>
                    <a:pt x="3582924" y="6095"/>
                  </a:lnTo>
                  <a:close/>
                </a:path>
                <a:path w="3632200" h="7619">
                  <a:moveTo>
                    <a:pt x="3624072" y="6095"/>
                  </a:moveTo>
                  <a:lnTo>
                    <a:pt x="3624072" y="0"/>
                  </a:lnTo>
                  <a:lnTo>
                    <a:pt x="3630168" y="0"/>
                  </a:lnTo>
                  <a:lnTo>
                    <a:pt x="3631692" y="1524"/>
                  </a:lnTo>
                  <a:lnTo>
                    <a:pt x="3631692" y="6095"/>
                  </a:lnTo>
                  <a:lnTo>
                    <a:pt x="3630168" y="6095"/>
                  </a:lnTo>
                  <a:lnTo>
                    <a:pt x="3630168" y="7619"/>
                  </a:lnTo>
                  <a:lnTo>
                    <a:pt x="3625596" y="7619"/>
                  </a:lnTo>
                  <a:lnTo>
                    <a:pt x="3624072" y="6095"/>
                  </a:lnTo>
                  <a:close/>
                </a:path>
              </a:pathLst>
            </a:custGeom>
            <a:solidFill>
              <a:srgbClr val="C8C6C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0" name="object 60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382268" y="2636519"/>
              <a:ext cx="94488" cy="70104"/>
            </a:xfrm>
            <a:prstGeom prst="rect">
              <a:avLst/>
            </a:prstGeom>
          </p:spPr>
        </p:pic>
        <p:pic>
          <p:nvPicPr>
            <p:cNvPr id="61" name="object 61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517904" y="2633472"/>
              <a:ext cx="94487" cy="71628"/>
            </a:xfrm>
            <a:prstGeom prst="rect">
              <a:avLst/>
            </a:prstGeom>
          </p:spPr>
        </p:pic>
        <p:pic>
          <p:nvPicPr>
            <p:cNvPr id="62" name="object 62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430524" y="4166615"/>
              <a:ext cx="196595" cy="94488"/>
            </a:xfrm>
            <a:prstGeom prst="rect">
              <a:avLst/>
            </a:prstGeom>
          </p:spPr>
        </p:pic>
        <p:pic>
          <p:nvPicPr>
            <p:cNvPr id="63" name="object 63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229868" y="2423159"/>
              <a:ext cx="83820" cy="1263396"/>
            </a:xfrm>
            <a:prstGeom prst="rect">
              <a:avLst/>
            </a:prstGeom>
          </p:spPr>
        </p:pic>
        <p:pic>
          <p:nvPicPr>
            <p:cNvPr id="64" name="object 64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508760" y="3755136"/>
              <a:ext cx="569975" cy="239267"/>
            </a:xfrm>
            <a:prstGeom prst="rect">
              <a:avLst/>
            </a:prstGeom>
          </p:spPr>
        </p:pic>
        <p:pic>
          <p:nvPicPr>
            <p:cNvPr id="65" name="object 65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2159508" y="3755136"/>
              <a:ext cx="230123" cy="178307"/>
            </a:xfrm>
            <a:prstGeom prst="rect">
              <a:avLst/>
            </a:prstGeom>
          </p:spPr>
        </p:pic>
        <p:pic>
          <p:nvPicPr>
            <p:cNvPr id="66" name="object 66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2538984" y="3730751"/>
              <a:ext cx="164592" cy="155447"/>
            </a:xfrm>
            <a:prstGeom prst="rect">
              <a:avLst/>
            </a:prstGeom>
          </p:spPr>
        </p:pic>
        <p:pic>
          <p:nvPicPr>
            <p:cNvPr id="67" name="object 67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2823972" y="3755136"/>
              <a:ext cx="184403" cy="147828"/>
            </a:xfrm>
            <a:prstGeom prst="rect">
              <a:avLst/>
            </a:prstGeom>
          </p:spPr>
        </p:pic>
        <p:pic>
          <p:nvPicPr>
            <p:cNvPr id="68" name="object 68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3096768" y="3755136"/>
              <a:ext cx="220980" cy="193548"/>
            </a:xfrm>
            <a:prstGeom prst="rect">
              <a:avLst/>
            </a:prstGeom>
          </p:spPr>
        </p:pic>
        <p:pic>
          <p:nvPicPr>
            <p:cNvPr id="69" name="object 69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3432048" y="3755136"/>
              <a:ext cx="1744979" cy="277367"/>
            </a:xfrm>
            <a:prstGeom prst="rect">
              <a:avLst/>
            </a:prstGeom>
          </p:spPr>
        </p:pic>
        <p:sp>
          <p:nvSpPr>
            <p:cNvPr id="70" name="object 70" descr=""/>
            <p:cNvSpPr/>
            <p:nvPr/>
          </p:nvSpPr>
          <p:spPr>
            <a:xfrm>
              <a:off x="1826768" y="2586227"/>
              <a:ext cx="3403600" cy="1056640"/>
            </a:xfrm>
            <a:custGeom>
              <a:avLst/>
              <a:gdLst/>
              <a:ahLst/>
              <a:cxnLst/>
              <a:rect l="l" t="t" r="r" b="b"/>
              <a:pathLst>
                <a:path w="3403600" h="1056639">
                  <a:moveTo>
                    <a:pt x="2730500" y="933907"/>
                  </a:moveTo>
                  <a:lnTo>
                    <a:pt x="2730500" y="595883"/>
                  </a:lnTo>
                  <a:lnTo>
                    <a:pt x="2743200" y="595883"/>
                  </a:lnTo>
                  <a:lnTo>
                    <a:pt x="2743200" y="88391"/>
                  </a:lnTo>
                  <a:lnTo>
                    <a:pt x="2794000" y="0"/>
                  </a:lnTo>
                  <a:lnTo>
                    <a:pt x="3098800" y="454152"/>
                  </a:lnTo>
                  <a:lnTo>
                    <a:pt x="3403600" y="216408"/>
                  </a:lnTo>
                  <a:lnTo>
                    <a:pt x="3403600" y="954024"/>
                  </a:lnTo>
                  <a:lnTo>
                    <a:pt x="3390900" y="956818"/>
                  </a:lnTo>
                  <a:lnTo>
                    <a:pt x="3390900" y="589788"/>
                  </a:lnTo>
                  <a:lnTo>
                    <a:pt x="3378200" y="589788"/>
                  </a:lnTo>
                  <a:lnTo>
                    <a:pt x="3378200" y="959612"/>
                  </a:lnTo>
                  <a:lnTo>
                    <a:pt x="3302000" y="976376"/>
                  </a:lnTo>
                  <a:lnTo>
                    <a:pt x="3302000" y="589788"/>
                  </a:lnTo>
                  <a:lnTo>
                    <a:pt x="3289300" y="589788"/>
                  </a:lnTo>
                  <a:lnTo>
                    <a:pt x="3289300" y="979170"/>
                  </a:lnTo>
                  <a:lnTo>
                    <a:pt x="3263900" y="984758"/>
                  </a:lnTo>
                  <a:lnTo>
                    <a:pt x="3263900" y="586740"/>
                  </a:lnTo>
                  <a:lnTo>
                    <a:pt x="3251200" y="589788"/>
                  </a:lnTo>
                  <a:lnTo>
                    <a:pt x="3251200" y="987552"/>
                  </a:lnTo>
                  <a:lnTo>
                    <a:pt x="3225800" y="993140"/>
                  </a:lnTo>
                  <a:lnTo>
                    <a:pt x="3225800" y="586740"/>
                  </a:lnTo>
                  <a:lnTo>
                    <a:pt x="3213100" y="586740"/>
                  </a:lnTo>
                  <a:lnTo>
                    <a:pt x="3213100" y="995934"/>
                  </a:lnTo>
                  <a:lnTo>
                    <a:pt x="3187700" y="1001522"/>
                  </a:lnTo>
                  <a:lnTo>
                    <a:pt x="3187700" y="588264"/>
                  </a:lnTo>
                  <a:lnTo>
                    <a:pt x="3175000" y="588264"/>
                  </a:lnTo>
                  <a:lnTo>
                    <a:pt x="3175000" y="1004316"/>
                  </a:lnTo>
                  <a:lnTo>
                    <a:pt x="3098800" y="1021080"/>
                  </a:lnTo>
                  <a:lnTo>
                    <a:pt x="3022600" y="995172"/>
                  </a:lnTo>
                  <a:lnTo>
                    <a:pt x="3022600" y="588264"/>
                  </a:lnTo>
                  <a:lnTo>
                    <a:pt x="3009900" y="588264"/>
                  </a:lnTo>
                  <a:lnTo>
                    <a:pt x="3009900" y="990854"/>
                  </a:lnTo>
                  <a:lnTo>
                    <a:pt x="2984500" y="982218"/>
                  </a:lnTo>
                  <a:lnTo>
                    <a:pt x="2984500" y="586740"/>
                  </a:lnTo>
                  <a:lnTo>
                    <a:pt x="2971800" y="586740"/>
                  </a:lnTo>
                  <a:lnTo>
                    <a:pt x="2971800" y="977900"/>
                  </a:lnTo>
                  <a:lnTo>
                    <a:pt x="2946400" y="969264"/>
                  </a:lnTo>
                  <a:lnTo>
                    <a:pt x="2946400" y="589788"/>
                  </a:lnTo>
                  <a:lnTo>
                    <a:pt x="2933700" y="586740"/>
                  </a:lnTo>
                  <a:lnTo>
                    <a:pt x="2933700" y="964946"/>
                  </a:lnTo>
                  <a:lnTo>
                    <a:pt x="2908300" y="956310"/>
                  </a:lnTo>
                  <a:lnTo>
                    <a:pt x="2908300" y="589788"/>
                  </a:lnTo>
                  <a:lnTo>
                    <a:pt x="2895600" y="589788"/>
                  </a:lnTo>
                  <a:lnTo>
                    <a:pt x="2895600" y="951992"/>
                  </a:lnTo>
                  <a:lnTo>
                    <a:pt x="2819400" y="926084"/>
                  </a:lnTo>
                  <a:lnTo>
                    <a:pt x="2819400" y="86868"/>
                  </a:lnTo>
                  <a:lnTo>
                    <a:pt x="2806700" y="86868"/>
                  </a:lnTo>
                  <a:lnTo>
                    <a:pt x="2806700" y="921766"/>
                  </a:lnTo>
                  <a:lnTo>
                    <a:pt x="2794000" y="917448"/>
                  </a:lnTo>
                  <a:lnTo>
                    <a:pt x="2781300" y="920739"/>
                  </a:lnTo>
                  <a:lnTo>
                    <a:pt x="2781300" y="85344"/>
                  </a:lnTo>
                  <a:lnTo>
                    <a:pt x="2768600" y="85344"/>
                  </a:lnTo>
                  <a:lnTo>
                    <a:pt x="2768600" y="924031"/>
                  </a:lnTo>
                  <a:lnTo>
                    <a:pt x="2730500" y="933907"/>
                  </a:lnTo>
                  <a:close/>
                </a:path>
                <a:path w="3403600" h="1056639">
                  <a:moveTo>
                    <a:pt x="3378200" y="959612"/>
                  </a:moveTo>
                  <a:lnTo>
                    <a:pt x="3378200" y="592836"/>
                  </a:lnTo>
                  <a:lnTo>
                    <a:pt x="3390900" y="592836"/>
                  </a:lnTo>
                  <a:lnTo>
                    <a:pt x="3390900" y="956818"/>
                  </a:lnTo>
                  <a:lnTo>
                    <a:pt x="3378200" y="959612"/>
                  </a:lnTo>
                  <a:close/>
                </a:path>
                <a:path w="3403600" h="1056639">
                  <a:moveTo>
                    <a:pt x="3289300" y="979170"/>
                  </a:moveTo>
                  <a:lnTo>
                    <a:pt x="3289300" y="592836"/>
                  </a:lnTo>
                  <a:lnTo>
                    <a:pt x="3302000" y="592836"/>
                  </a:lnTo>
                  <a:lnTo>
                    <a:pt x="3302000" y="976376"/>
                  </a:lnTo>
                  <a:lnTo>
                    <a:pt x="3289300" y="979170"/>
                  </a:lnTo>
                  <a:close/>
                </a:path>
                <a:path w="3403600" h="1056639">
                  <a:moveTo>
                    <a:pt x="3251200" y="987552"/>
                  </a:moveTo>
                  <a:lnTo>
                    <a:pt x="3251200" y="592836"/>
                  </a:lnTo>
                  <a:lnTo>
                    <a:pt x="3263900" y="595883"/>
                  </a:lnTo>
                  <a:lnTo>
                    <a:pt x="3263900" y="984758"/>
                  </a:lnTo>
                  <a:lnTo>
                    <a:pt x="3251200" y="987552"/>
                  </a:lnTo>
                  <a:close/>
                </a:path>
                <a:path w="3403600" h="1056639">
                  <a:moveTo>
                    <a:pt x="3213100" y="995934"/>
                  </a:moveTo>
                  <a:lnTo>
                    <a:pt x="3213100" y="595883"/>
                  </a:lnTo>
                  <a:lnTo>
                    <a:pt x="3225800" y="595883"/>
                  </a:lnTo>
                  <a:lnTo>
                    <a:pt x="3225800" y="993140"/>
                  </a:lnTo>
                  <a:lnTo>
                    <a:pt x="3213100" y="995934"/>
                  </a:lnTo>
                  <a:close/>
                </a:path>
                <a:path w="3403600" h="1056639">
                  <a:moveTo>
                    <a:pt x="3175000" y="1004316"/>
                  </a:moveTo>
                  <a:lnTo>
                    <a:pt x="3175000" y="594360"/>
                  </a:lnTo>
                  <a:lnTo>
                    <a:pt x="3187700" y="594360"/>
                  </a:lnTo>
                  <a:lnTo>
                    <a:pt x="3187700" y="1001522"/>
                  </a:lnTo>
                  <a:lnTo>
                    <a:pt x="3175000" y="1004316"/>
                  </a:lnTo>
                  <a:close/>
                </a:path>
                <a:path w="3403600" h="1056639">
                  <a:moveTo>
                    <a:pt x="3009900" y="990854"/>
                  </a:moveTo>
                  <a:lnTo>
                    <a:pt x="3009900" y="594360"/>
                  </a:lnTo>
                  <a:lnTo>
                    <a:pt x="3022600" y="594360"/>
                  </a:lnTo>
                  <a:lnTo>
                    <a:pt x="3022600" y="995172"/>
                  </a:lnTo>
                  <a:lnTo>
                    <a:pt x="3009900" y="990854"/>
                  </a:lnTo>
                  <a:close/>
                </a:path>
                <a:path w="3403600" h="1056639">
                  <a:moveTo>
                    <a:pt x="2971800" y="977900"/>
                  </a:moveTo>
                  <a:lnTo>
                    <a:pt x="2971800" y="595883"/>
                  </a:lnTo>
                  <a:lnTo>
                    <a:pt x="2984500" y="595883"/>
                  </a:lnTo>
                  <a:lnTo>
                    <a:pt x="2984500" y="982218"/>
                  </a:lnTo>
                  <a:lnTo>
                    <a:pt x="2971800" y="977900"/>
                  </a:lnTo>
                  <a:close/>
                </a:path>
                <a:path w="3403600" h="1056639">
                  <a:moveTo>
                    <a:pt x="2933700" y="964946"/>
                  </a:moveTo>
                  <a:lnTo>
                    <a:pt x="2933700" y="595883"/>
                  </a:lnTo>
                  <a:lnTo>
                    <a:pt x="2946400" y="592836"/>
                  </a:lnTo>
                  <a:lnTo>
                    <a:pt x="2946400" y="969264"/>
                  </a:lnTo>
                  <a:lnTo>
                    <a:pt x="2933700" y="964946"/>
                  </a:lnTo>
                  <a:close/>
                </a:path>
                <a:path w="3403600" h="1056639">
                  <a:moveTo>
                    <a:pt x="2895600" y="951992"/>
                  </a:moveTo>
                  <a:lnTo>
                    <a:pt x="2895600" y="592836"/>
                  </a:lnTo>
                  <a:lnTo>
                    <a:pt x="2908300" y="592836"/>
                  </a:lnTo>
                  <a:lnTo>
                    <a:pt x="2908300" y="956310"/>
                  </a:lnTo>
                  <a:lnTo>
                    <a:pt x="2895600" y="951992"/>
                  </a:lnTo>
                  <a:close/>
                </a:path>
                <a:path w="3403600" h="1056639">
                  <a:moveTo>
                    <a:pt x="2806700" y="589788"/>
                  </a:moveTo>
                  <a:lnTo>
                    <a:pt x="2806700" y="89916"/>
                  </a:lnTo>
                  <a:lnTo>
                    <a:pt x="2819400" y="92964"/>
                  </a:lnTo>
                  <a:lnTo>
                    <a:pt x="2819400" y="589788"/>
                  </a:lnTo>
                  <a:lnTo>
                    <a:pt x="2806700" y="589788"/>
                  </a:lnTo>
                  <a:close/>
                </a:path>
                <a:path w="3403600" h="1056639">
                  <a:moveTo>
                    <a:pt x="2806700" y="921766"/>
                  </a:moveTo>
                  <a:lnTo>
                    <a:pt x="2806700" y="592836"/>
                  </a:lnTo>
                  <a:lnTo>
                    <a:pt x="2819400" y="592836"/>
                  </a:lnTo>
                  <a:lnTo>
                    <a:pt x="2819400" y="926084"/>
                  </a:lnTo>
                  <a:lnTo>
                    <a:pt x="2806700" y="921766"/>
                  </a:lnTo>
                  <a:close/>
                </a:path>
                <a:path w="3403600" h="1056639">
                  <a:moveTo>
                    <a:pt x="2768600" y="589788"/>
                  </a:moveTo>
                  <a:lnTo>
                    <a:pt x="2768600" y="92964"/>
                  </a:lnTo>
                  <a:lnTo>
                    <a:pt x="2781300" y="92964"/>
                  </a:lnTo>
                  <a:lnTo>
                    <a:pt x="2781300" y="586740"/>
                  </a:lnTo>
                  <a:lnTo>
                    <a:pt x="2768600" y="589788"/>
                  </a:lnTo>
                  <a:close/>
                </a:path>
                <a:path w="3403600" h="1056639">
                  <a:moveTo>
                    <a:pt x="2768600" y="924031"/>
                  </a:moveTo>
                  <a:lnTo>
                    <a:pt x="2768600" y="592836"/>
                  </a:lnTo>
                  <a:lnTo>
                    <a:pt x="2781300" y="595883"/>
                  </a:lnTo>
                  <a:lnTo>
                    <a:pt x="2781300" y="920739"/>
                  </a:lnTo>
                  <a:lnTo>
                    <a:pt x="2768600" y="924031"/>
                  </a:lnTo>
                  <a:close/>
                </a:path>
                <a:path w="3403600" h="1056639">
                  <a:moveTo>
                    <a:pt x="0" y="1048512"/>
                  </a:moveTo>
                  <a:lnTo>
                    <a:pt x="0" y="757428"/>
                  </a:lnTo>
                  <a:lnTo>
                    <a:pt x="317500" y="722375"/>
                  </a:lnTo>
                  <a:lnTo>
                    <a:pt x="622300" y="809244"/>
                  </a:lnTo>
                  <a:lnTo>
                    <a:pt x="927100" y="739140"/>
                  </a:lnTo>
                  <a:lnTo>
                    <a:pt x="1244600" y="777240"/>
                  </a:lnTo>
                  <a:lnTo>
                    <a:pt x="1549400" y="611124"/>
                  </a:lnTo>
                  <a:lnTo>
                    <a:pt x="1866900" y="682752"/>
                  </a:lnTo>
                  <a:lnTo>
                    <a:pt x="2171700" y="795528"/>
                  </a:lnTo>
                  <a:lnTo>
                    <a:pt x="2476500" y="542544"/>
                  </a:lnTo>
                  <a:lnTo>
                    <a:pt x="2743200" y="92964"/>
                  </a:lnTo>
                  <a:lnTo>
                    <a:pt x="2743200" y="586740"/>
                  </a:lnTo>
                  <a:lnTo>
                    <a:pt x="2730500" y="586740"/>
                  </a:lnTo>
                  <a:lnTo>
                    <a:pt x="2730500" y="933907"/>
                  </a:lnTo>
                  <a:lnTo>
                    <a:pt x="2705100" y="940491"/>
                  </a:lnTo>
                  <a:lnTo>
                    <a:pt x="2705100" y="588264"/>
                  </a:lnTo>
                  <a:lnTo>
                    <a:pt x="2692400" y="588264"/>
                  </a:lnTo>
                  <a:lnTo>
                    <a:pt x="2692400" y="943782"/>
                  </a:lnTo>
                  <a:lnTo>
                    <a:pt x="2578100" y="973409"/>
                  </a:lnTo>
                  <a:lnTo>
                    <a:pt x="2578100" y="586740"/>
                  </a:lnTo>
                  <a:lnTo>
                    <a:pt x="2565400" y="589788"/>
                  </a:lnTo>
                  <a:lnTo>
                    <a:pt x="2565400" y="976701"/>
                  </a:lnTo>
                  <a:lnTo>
                    <a:pt x="2540000" y="983285"/>
                  </a:lnTo>
                  <a:lnTo>
                    <a:pt x="2540000" y="586740"/>
                  </a:lnTo>
                  <a:lnTo>
                    <a:pt x="2527300" y="586740"/>
                  </a:lnTo>
                  <a:lnTo>
                    <a:pt x="2527300" y="986576"/>
                  </a:lnTo>
                  <a:lnTo>
                    <a:pt x="2501900" y="993160"/>
                  </a:lnTo>
                  <a:lnTo>
                    <a:pt x="2501900" y="588264"/>
                  </a:lnTo>
                  <a:lnTo>
                    <a:pt x="2489200" y="586740"/>
                  </a:lnTo>
                  <a:lnTo>
                    <a:pt x="2489200" y="996452"/>
                  </a:lnTo>
                  <a:lnTo>
                    <a:pt x="2476500" y="999744"/>
                  </a:lnTo>
                  <a:lnTo>
                    <a:pt x="2463800" y="1001839"/>
                  </a:lnTo>
                  <a:lnTo>
                    <a:pt x="2463800" y="589788"/>
                  </a:lnTo>
                  <a:lnTo>
                    <a:pt x="2451100" y="586740"/>
                  </a:lnTo>
                  <a:lnTo>
                    <a:pt x="2451100" y="1003935"/>
                  </a:lnTo>
                  <a:lnTo>
                    <a:pt x="2171700" y="1050036"/>
                  </a:lnTo>
                  <a:lnTo>
                    <a:pt x="1866900" y="1043940"/>
                  </a:lnTo>
                  <a:lnTo>
                    <a:pt x="1549400" y="1016508"/>
                  </a:lnTo>
                  <a:lnTo>
                    <a:pt x="1244600" y="1048512"/>
                  </a:lnTo>
                  <a:lnTo>
                    <a:pt x="927100" y="1042416"/>
                  </a:lnTo>
                  <a:lnTo>
                    <a:pt x="622300" y="1056132"/>
                  </a:lnTo>
                  <a:lnTo>
                    <a:pt x="317500" y="1031748"/>
                  </a:lnTo>
                  <a:lnTo>
                    <a:pt x="0" y="1048512"/>
                  </a:lnTo>
                  <a:close/>
                </a:path>
                <a:path w="3403600" h="1056639">
                  <a:moveTo>
                    <a:pt x="2692400" y="943782"/>
                  </a:moveTo>
                  <a:lnTo>
                    <a:pt x="2692400" y="594360"/>
                  </a:lnTo>
                  <a:lnTo>
                    <a:pt x="2705100" y="594360"/>
                  </a:lnTo>
                  <a:lnTo>
                    <a:pt x="2705100" y="940491"/>
                  </a:lnTo>
                  <a:lnTo>
                    <a:pt x="2692400" y="943782"/>
                  </a:lnTo>
                  <a:close/>
                </a:path>
                <a:path w="3403600" h="1056639">
                  <a:moveTo>
                    <a:pt x="2565400" y="976701"/>
                  </a:moveTo>
                  <a:lnTo>
                    <a:pt x="2565400" y="592836"/>
                  </a:lnTo>
                  <a:lnTo>
                    <a:pt x="2578100" y="595883"/>
                  </a:lnTo>
                  <a:lnTo>
                    <a:pt x="2578100" y="973409"/>
                  </a:lnTo>
                  <a:lnTo>
                    <a:pt x="2565400" y="976701"/>
                  </a:lnTo>
                  <a:close/>
                </a:path>
                <a:path w="3403600" h="1056639">
                  <a:moveTo>
                    <a:pt x="2527300" y="986576"/>
                  </a:moveTo>
                  <a:lnTo>
                    <a:pt x="2527300" y="595883"/>
                  </a:lnTo>
                  <a:lnTo>
                    <a:pt x="2540000" y="595883"/>
                  </a:lnTo>
                  <a:lnTo>
                    <a:pt x="2540000" y="983285"/>
                  </a:lnTo>
                  <a:lnTo>
                    <a:pt x="2527300" y="986576"/>
                  </a:lnTo>
                  <a:close/>
                </a:path>
                <a:path w="3403600" h="1056639">
                  <a:moveTo>
                    <a:pt x="2489200" y="996452"/>
                  </a:moveTo>
                  <a:lnTo>
                    <a:pt x="2489200" y="595883"/>
                  </a:lnTo>
                  <a:lnTo>
                    <a:pt x="2501900" y="594360"/>
                  </a:lnTo>
                  <a:lnTo>
                    <a:pt x="2501900" y="993160"/>
                  </a:lnTo>
                  <a:lnTo>
                    <a:pt x="2489200" y="996452"/>
                  </a:lnTo>
                  <a:close/>
                </a:path>
                <a:path w="3403600" h="1056639">
                  <a:moveTo>
                    <a:pt x="2451100" y="1003935"/>
                  </a:moveTo>
                  <a:lnTo>
                    <a:pt x="2451100" y="595883"/>
                  </a:lnTo>
                  <a:lnTo>
                    <a:pt x="2463800" y="592836"/>
                  </a:lnTo>
                  <a:lnTo>
                    <a:pt x="2463800" y="1001839"/>
                  </a:lnTo>
                  <a:lnTo>
                    <a:pt x="2451100" y="1003935"/>
                  </a:lnTo>
                  <a:close/>
                </a:path>
              </a:pathLst>
            </a:custGeom>
            <a:solidFill>
              <a:srgbClr val="A0D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4271772" y="2671571"/>
              <a:ext cx="934719" cy="510540"/>
            </a:xfrm>
            <a:custGeom>
              <a:avLst/>
              <a:gdLst/>
              <a:ahLst/>
              <a:cxnLst/>
              <a:rect l="l" t="t" r="r" b="b"/>
              <a:pathLst>
                <a:path w="934720" h="510539">
                  <a:moveTo>
                    <a:pt x="7620" y="504456"/>
                  </a:moveTo>
                  <a:lnTo>
                    <a:pt x="4572" y="501396"/>
                  </a:lnTo>
                  <a:lnTo>
                    <a:pt x="3048" y="501396"/>
                  </a:lnTo>
                  <a:lnTo>
                    <a:pt x="1524" y="502920"/>
                  </a:lnTo>
                  <a:lnTo>
                    <a:pt x="0" y="502920"/>
                  </a:lnTo>
                  <a:lnTo>
                    <a:pt x="0" y="509028"/>
                  </a:lnTo>
                  <a:lnTo>
                    <a:pt x="1524" y="509028"/>
                  </a:lnTo>
                  <a:lnTo>
                    <a:pt x="3048" y="510540"/>
                  </a:lnTo>
                  <a:lnTo>
                    <a:pt x="4572" y="510540"/>
                  </a:lnTo>
                  <a:lnTo>
                    <a:pt x="7620" y="507504"/>
                  </a:lnTo>
                  <a:lnTo>
                    <a:pt x="7620" y="504456"/>
                  </a:lnTo>
                  <a:close/>
                </a:path>
                <a:path w="934720" h="510539">
                  <a:moveTo>
                    <a:pt x="47244" y="502920"/>
                  </a:moveTo>
                  <a:lnTo>
                    <a:pt x="45720" y="502920"/>
                  </a:lnTo>
                  <a:lnTo>
                    <a:pt x="44196" y="501396"/>
                  </a:lnTo>
                  <a:lnTo>
                    <a:pt x="42672" y="501396"/>
                  </a:lnTo>
                  <a:lnTo>
                    <a:pt x="39624" y="504456"/>
                  </a:lnTo>
                  <a:lnTo>
                    <a:pt x="39624" y="507504"/>
                  </a:lnTo>
                  <a:lnTo>
                    <a:pt x="42672" y="510540"/>
                  </a:lnTo>
                  <a:lnTo>
                    <a:pt x="44196" y="510540"/>
                  </a:lnTo>
                  <a:lnTo>
                    <a:pt x="45720" y="509028"/>
                  </a:lnTo>
                  <a:lnTo>
                    <a:pt x="47244" y="509028"/>
                  </a:lnTo>
                  <a:lnTo>
                    <a:pt x="47244" y="502920"/>
                  </a:lnTo>
                  <a:close/>
                </a:path>
                <a:path w="934720" h="510539">
                  <a:moveTo>
                    <a:pt x="88392" y="504456"/>
                  </a:moveTo>
                  <a:lnTo>
                    <a:pt x="85344" y="501396"/>
                  </a:lnTo>
                  <a:lnTo>
                    <a:pt x="82296" y="501396"/>
                  </a:lnTo>
                  <a:lnTo>
                    <a:pt x="82296" y="502920"/>
                  </a:lnTo>
                  <a:lnTo>
                    <a:pt x="80772" y="502920"/>
                  </a:lnTo>
                  <a:lnTo>
                    <a:pt x="80772" y="509028"/>
                  </a:lnTo>
                  <a:lnTo>
                    <a:pt x="82296" y="509028"/>
                  </a:lnTo>
                  <a:lnTo>
                    <a:pt x="82296" y="510540"/>
                  </a:lnTo>
                  <a:lnTo>
                    <a:pt x="85344" y="510540"/>
                  </a:lnTo>
                  <a:lnTo>
                    <a:pt x="88392" y="507504"/>
                  </a:lnTo>
                  <a:lnTo>
                    <a:pt x="88392" y="504456"/>
                  </a:lnTo>
                  <a:close/>
                </a:path>
                <a:path w="934720" h="510539">
                  <a:moveTo>
                    <a:pt x="128016" y="504456"/>
                  </a:moveTo>
                  <a:lnTo>
                    <a:pt x="124968" y="501396"/>
                  </a:lnTo>
                  <a:lnTo>
                    <a:pt x="123444" y="501396"/>
                  </a:lnTo>
                  <a:lnTo>
                    <a:pt x="120396" y="504456"/>
                  </a:lnTo>
                  <a:lnTo>
                    <a:pt x="120396" y="507504"/>
                  </a:lnTo>
                  <a:lnTo>
                    <a:pt x="123444" y="510540"/>
                  </a:lnTo>
                  <a:lnTo>
                    <a:pt x="124968" y="510540"/>
                  </a:lnTo>
                  <a:lnTo>
                    <a:pt x="128016" y="507504"/>
                  </a:lnTo>
                  <a:lnTo>
                    <a:pt x="128016" y="504456"/>
                  </a:lnTo>
                  <a:close/>
                </a:path>
                <a:path w="934720" h="510539">
                  <a:moveTo>
                    <a:pt x="169164" y="504456"/>
                  </a:moveTo>
                  <a:lnTo>
                    <a:pt x="167640" y="504456"/>
                  </a:lnTo>
                  <a:lnTo>
                    <a:pt x="167640" y="502920"/>
                  </a:lnTo>
                  <a:lnTo>
                    <a:pt x="166116" y="502920"/>
                  </a:lnTo>
                  <a:lnTo>
                    <a:pt x="166116" y="501396"/>
                  </a:lnTo>
                  <a:lnTo>
                    <a:pt x="163068" y="501396"/>
                  </a:lnTo>
                  <a:lnTo>
                    <a:pt x="163068" y="502920"/>
                  </a:lnTo>
                  <a:lnTo>
                    <a:pt x="161544" y="502920"/>
                  </a:lnTo>
                  <a:lnTo>
                    <a:pt x="161544" y="504456"/>
                  </a:lnTo>
                  <a:lnTo>
                    <a:pt x="160020" y="504456"/>
                  </a:lnTo>
                  <a:lnTo>
                    <a:pt x="160020" y="507504"/>
                  </a:lnTo>
                  <a:lnTo>
                    <a:pt x="161544" y="507504"/>
                  </a:lnTo>
                  <a:lnTo>
                    <a:pt x="161544" y="509028"/>
                  </a:lnTo>
                  <a:lnTo>
                    <a:pt x="163068" y="509028"/>
                  </a:lnTo>
                  <a:lnTo>
                    <a:pt x="163068" y="510540"/>
                  </a:lnTo>
                  <a:lnTo>
                    <a:pt x="166116" y="510540"/>
                  </a:lnTo>
                  <a:lnTo>
                    <a:pt x="166116" y="509028"/>
                  </a:lnTo>
                  <a:lnTo>
                    <a:pt x="167640" y="509028"/>
                  </a:lnTo>
                  <a:lnTo>
                    <a:pt x="167640" y="507504"/>
                  </a:lnTo>
                  <a:lnTo>
                    <a:pt x="169164" y="507504"/>
                  </a:lnTo>
                  <a:lnTo>
                    <a:pt x="169164" y="504456"/>
                  </a:lnTo>
                  <a:close/>
                </a:path>
                <a:path w="934720" h="510539">
                  <a:moveTo>
                    <a:pt x="208788" y="504456"/>
                  </a:moveTo>
                  <a:lnTo>
                    <a:pt x="205740" y="501396"/>
                  </a:lnTo>
                  <a:lnTo>
                    <a:pt x="204216" y="501396"/>
                  </a:lnTo>
                  <a:lnTo>
                    <a:pt x="201168" y="504456"/>
                  </a:lnTo>
                  <a:lnTo>
                    <a:pt x="201168" y="507504"/>
                  </a:lnTo>
                  <a:lnTo>
                    <a:pt x="204216" y="510540"/>
                  </a:lnTo>
                  <a:lnTo>
                    <a:pt x="205740" y="510540"/>
                  </a:lnTo>
                  <a:lnTo>
                    <a:pt x="208788" y="507504"/>
                  </a:lnTo>
                  <a:lnTo>
                    <a:pt x="208788" y="504456"/>
                  </a:lnTo>
                  <a:close/>
                </a:path>
                <a:path w="934720" h="510539">
                  <a:moveTo>
                    <a:pt x="248412" y="502920"/>
                  </a:moveTo>
                  <a:lnTo>
                    <a:pt x="246888" y="502920"/>
                  </a:lnTo>
                  <a:lnTo>
                    <a:pt x="246888" y="501396"/>
                  </a:lnTo>
                  <a:lnTo>
                    <a:pt x="243840" y="501396"/>
                  </a:lnTo>
                  <a:lnTo>
                    <a:pt x="240792" y="504456"/>
                  </a:lnTo>
                  <a:lnTo>
                    <a:pt x="240792" y="507504"/>
                  </a:lnTo>
                  <a:lnTo>
                    <a:pt x="243840" y="510540"/>
                  </a:lnTo>
                  <a:lnTo>
                    <a:pt x="246888" y="510540"/>
                  </a:lnTo>
                  <a:lnTo>
                    <a:pt x="246888" y="509028"/>
                  </a:lnTo>
                  <a:lnTo>
                    <a:pt x="248412" y="509028"/>
                  </a:lnTo>
                  <a:lnTo>
                    <a:pt x="248412" y="502920"/>
                  </a:lnTo>
                  <a:close/>
                </a:path>
                <a:path w="934720" h="510539">
                  <a:moveTo>
                    <a:pt x="289560" y="504456"/>
                  </a:moveTo>
                  <a:lnTo>
                    <a:pt x="286512" y="501396"/>
                  </a:lnTo>
                  <a:lnTo>
                    <a:pt x="284988" y="501396"/>
                  </a:lnTo>
                  <a:lnTo>
                    <a:pt x="283464" y="502920"/>
                  </a:lnTo>
                  <a:lnTo>
                    <a:pt x="281940" y="502920"/>
                  </a:lnTo>
                  <a:lnTo>
                    <a:pt x="281940" y="509028"/>
                  </a:lnTo>
                  <a:lnTo>
                    <a:pt x="283464" y="509028"/>
                  </a:lnTo>
                  <a:lnTo>
                    <a:pt x="284988" y="510540"/>
                  </a:lnTo>
                  <a:lnTo>
                    <a:pt x="286512" y="510540"/>
                  </a:lnTo>
                  <a:lnTo>
                    <a:pt x="289560" y="507504"/>
                  </a:lnTo>
                  <a:lnTo>
                    <a:pt x="289560" y="504456"/>
                  </a:lnTo>
                  <a:close/>
                </a:path>
                <a:path w="934720" h="510539">
                  <a:moveTo>
                    <a:pt x="289560" y="3048"/>
                  </a:moveTo>
                  <a:lnTo>
                    <a:pt x="286512" y="7620"/>
                  </a:lnTo>
                  <a:lnTo>
                    <a:pt x="288036" y="6096"/>
                  </a:lnTo>
                  <a:lnTo>
                    <a:pt x="289560" y="6096"/>
                  </a:lnTo>
                  <a:lnTo>
                    <a:pt x="289560" y="3048"/>
                  </a:lnTo>
                  <a:close/>
                </a:path>
                <a:path w="934720" h="510539">
                  <a:moveTo>
                    <a:pt x="329184" y="502920"/>
                  </a:moveTo>
                  <a:lnTo>
                    <a:pt x="327660" y="502920"/>
                  </a:lnTo>
                  <a:lnTo>
                    <a:pt x="326136" y="501396"/>
                  </a:lnTo>
                  <a:lnTo>
                    <a:pt x="324612" y="501396"/>
                  </a:lnTo>
                  <a:lnTo>
                    <a:pt x="321564" y="504456"/>
                  </a:lnTo>
                  <a:lnTo>
                    <a:pt x="321564" y="507504"/>
                  </a:lnTo>
                  <a:lnTo>
                    <a:pt x="324612" y="510540"/>
                  </a:lnTo>
                  <a:lnTo>
                    <a:pt x="326136" y="510540"/>
                  </a:lnTo>
                  <a:lnTo>
                    <a:pt x="327660" y="509028"/>
                  </a:lnTo>
                  <a:lnTo>
                    <a:pt x="329184" y="509028"/>
                  </a:lnTo>
                  <a:lnTo>
                    <a:pt x="329184" y="502920"/>
                  </a:lnTo>
                  <a:close/>
                </a:path>
                <a:path w="934720" h="510539">
                  <a:moveTo>
                    <a:pt x="329184" y="0"/>
                  </a:moveTo>
                  <a:lnTo>
                    <a:pt x="323088" y="0"/>
                  </a:lnTo>
                  <a:lnTo>
                    <a:pt x="321564" y="1524"/>
                  </a:lnTo>
                  <a:lnTo>
                    <a:pt x="321564" y="6096"/>
                  </a:lnTo>
                  <a:lnTo>
                    <a:pt x="323088" y="6096"/>
                  </a:lnTo>
                  <a:lnTo>
                    <a:pt x="323088" y="7620"/>
                  </a:lnTo>
                  <a:lnTo>
                    <a:pt x="327660" y="7620"/>
                  </a:lnTo>
                  <a:lnTo>
                    <a:pt x="329184" y="6096"/>
                  </a:lnTo>
                  <a:lnTo>
                    <a:pt x="329184" y="0"/>
                  </a:lnTo>
                  <a:close/>
                </a:path>
                <a:path w="934720" h="510539">
                  <a:moveTo>
                    <a:pt x="370332" y="504456"/>
                  </a:moveTo>
                  <a:lnTo>
                    <a:pt x="368808" y="504456"/>
                  </a:lnTo>
                  <a:lnTo>
                    <a:pt x="368808" y="502920"/>
                  </a:lnTo>
                  <a:lnTo>
                    <a:pt x="367284" y="502920"/>
                  </a:lnTo>
                  <a:lnTo>
                    <a:pt x="367284" y="501396"/>
                  </a:lnTo>
                  <a:lnTo>
                    <a:pt x="364236" y="501396"/>
                  </a:lnTo>
                  <a:lnTo>
                    <a:pt x="364236" y="502920"/>
                  </a:lnTo>
                  <a:lnTo>
                    <a:pt x="362712" y="502920"/>
                  </a:lnTo>
                  <a:lnTo>
                    <a:pt x="362712" y="504456"/>
                  </a:lnTo>
                  <a:lnTo>
                    <a:pt x="361188" y="504456"/>
                  </a:lnTo>
                  <a:lnTo>
                    <a:pt x="361188" y="507504"/>
                  </a:lnTo>
                  <a:lnTo>
                    <a:pt x="362712" y="507504"/>
                  </a:lnTo>
                  <a:lnTo>
                    <a:pt x="362712" y="509028"/>
                  </a:lnTo>
                  <a:lnTo>
                    <a:pt x="364236" y="509028"/>
                  </a:lnTo>
                  <a:lnTo>
                    <a:pt x="364236" y="510540"/>
                  </a:lnTo>
                  <a:lnTo>
                    <a:pt x="367284" y="510540"/>
                  </a:lnTo>
                  <a:lnTo>
                    <a:pt x="367284" y="509028"/>
                  </a:lnTo>
                  <a:lnTo>
                    <a:pt x="368808" y="509028"/>
                  </a:lnTo>
                  <a:lnTo>
                    <a:pt x="368808" y="507504"/>
                  </a:lnTo>
                  <a:lnTo>
                    <a:pt x="370332" y="507504"/>
                  </a:lnTo>
                  <a:lnTo>
                    <a:pt x="370332" y="504456"/>
                  </a:lnTo>
                  <a:close/>
                </a:path>
                <a:path w="934720" h="510539">
                  <a:moveTo>
                    <a:pt x="370332" y="1524"/>
                  </a:moveTo>
                  <a:lnTo>
                    <a:pt x="368808" y="1524"/>
                  </a:lnTo>
                  <a:lnTo>
                    <a:pt x="368808" y="0"/>
                  </a:lnTo>
                  <a:lnTo>
                    <a:pt x="362712" y="0"/>
                  </a:lnTo>
                  <a:lnTo>
                    <a:pt x="362712" y="1524"/>
                  </a:lnTo>
                  <a:lnTo>
                    <a:pt x="361188" y="1524"/>
                  </a:lnTo>
                  <a:lnTo>
                    <a:pt x="361188" y="4572"/>
                  </a:lnTo>
                  <a:lnTo>
                    <a:pt x="364236" y="7620"/>
                  </a:lnTo>
                  <a:lnTo>
                    <a:pt x="367284" y="7620"/>
                  </a:lnTo>
                  <a:lnTo>
                    <a:pt x="370332" y="4572"/>
                  </a:lnTo>
                  <a:lnTo>
                    <a:pt x="370332" y="1524"/>
                  </a:lnTo>
                  <a:close/>
                </a:path>
                <a:path w="934720" h="510539">
                  <a:moveTo>
                    <a:pt x="409956" y="504456"/>
                  </a:moveTo>
                  <a:lnTo>
                    <a:pt x="406908" y="501396"/>
                  </a:lnTo>
                  <a:lnTo>
                    <a:pt x="405384" y="501396"/>
                  </a:lnTo>
                  <a:lnTo>
                    <a:pt x="402336" y="504456"/>
                  </a:lnTo>
                  <a:lnTo>
                    <a:pt x="402336" y="507504"/>
                  </a:lnTo>
                  <a:lnTo>
                    <a:pt x="405384" y="510540"/>
                  </a:lnTo>
                  <a:lnTo>
                    <a:pt x="406908" y="510540"/>
                  </a:lnTo>
                  <a:lnTo>
                    <a:pt x="409956" y="507504"/>
                  </a:lnTo>
                  <a:lnTo>
                    <a:pt x="409956" y="504456"/>
                  </a:lnTo>
                  <a:close/>
                </a:path>
                <a:path w="934720" h="510539">
                  <a:moveTo>
                    <a:pt x="451104" y="504456"/>
                  </a:moveTo>
                  <a:lnTo>
                    <a:pt x="449580" y="504456"/>
                  </a:lnTo>
                  <a:lnTo>
                    <a:pt x="449580" y="502920"/>
                  </a:lnTo>
                  <a:lnTo>
                    <a:pt x="448056" y="502920"/>
                  </a:lnTo>
                  <a:lnTo>
                    <a:pt x="448056" y="501396"/>
                  </a:lnTo>
                  <a:lnTo>
                    <a:pt x="445008" y="501396"/>
                  </a:lnTo>
                  <a:lnTo>
                    <a:pt x="445008" y="502920"/>
                  </a:lnTo>
                  <a:lnTo>
                    <a:pt x="443484" y="502920"/>
                  </a:lnTo>
                  <a:lnTo>
                    <a:pt x="443484" y="504456"/>
                  </a:lnTo>
                  <a:lnTo>
                    <a:pt x="441960" y="504456"/>
                  </a:lnTo>
                  <a:lnTo>
                    <a:pt x="441960" y="507504"/>
                  </a:lnTo>
                  <a:lnTo>
                    <a:pt x="443484" y="507504"/>
                  </a:lnTo>
                  <a:lnTo>
                    <a:pt x="443484" y="509028"/>
                  </a:lnTo>
                  <a:lnTo>
                    <a:pt x="445008" y="509028"/>
                  </a:lnTo>
                  <a:lnTo>
                    <a:pt x="445008" y="510540"/>
                  </a:lnTo>
                  <a:lnTo>
                    <a:pt x="448056" y="510540"/>
                  </a:lnTo>
                  <a:lnTo>
                    <a:pt x="448056" y="509028"/>
                  </a:lnTo>
                  <a:lnTo>
                    <a:pt x="449580" y="509028"/>
                  </a:lnTo>
                  <a:lnTo>
                    <a:pt x="449580" y="507504"/>
                  </a:lnTo>
                  <a:lnTo>
                    <a:pt x="451104" y="507504"/>
                  </a:lnTo>
                  <a:lnTo>
                    <a:pt x="451104" y="504456"/>
                  </a:lnTo>
                  <a:close/>
                </a:path>
                <a:path w="934720" h="510539">
                  <a:moveTo>
                    <a:pt x="490728" y="504456"/>
                  </a:moveTo>
                  <a:lnTo>
                    <a:pt x="487680" y="501396"/>
                  </a:lnTo>
                  <a:lnTo>
                    <a:pt x="486156" y="501396"/>
                  </a:lnTo>
                  <a:lnTo>
                    <a:pt x="484632" y="502920"/>
                  </a:lnTo>
                  <a:lnTo>
                    <a:pt x="483108" y="502920"/>
                  </a:lnTo>
                  <a:lnTo>
                    <a:pt x="483108" y="509028"/>
                  </a:lnTo>
                  <a:lnTo>
                    <a:pt x="484632" y="509028"/>
                  </a:lnTo>
                  <a:lnTo>
                    <a:pt x="486156" y="510540"/>
                  </a:lnTo>
                  <a:lnTo>
                    <a:pt x="487680" y="510540"/>
                  </a:lnTo>
                  <a:lnTo>
                    <a:pt x="490728" y="507504"/>
                  </a:lnTo>
                  <a:lnTo>
                    <a:pt x="490728" y="504456"/>
                  </a:lnTo>
                  <a:close/>
                </a:path>
                <a:path w="934720" h="510539">
                  <a:moveTo>
                    <a:pt x="530352" y="502920"/>
                  </a:moveTo>
                  <a:lnTo>
                    <a:pt x="528828" y="502920"/>
                  </a:lnTo>
                  <a:lnTo>
                    <a:pt x="527304" y="501396"/>
                  </a:lnTo>
                  <a:lnTo>
                    <a:pt x="525780" y="501396"/>
                  </a:lnTo>
                  <a:lnTo>
                    <a:pt x="522732" y="504456"/>
                  </a:lnTo>
                  <a:lnTo>
                    <a:pt x="522732" y="507504"/>
                  </a:lnTo>
                  <a:lnTo>
                    <a:pt x="525780" y="510540"/>
                  </a:lnTo>
                  <a:lnTo>
                    <a:pt x="527304" y="510540"/>
                  </a:lnTo>
                  <a:lnTo>
                    <a:pt x="528828" y="509028"/>
                  </a:lnTo>
                  <a:lnTo>
                    <a:pt x="530352" y="509028"/>
                  </a:lnTo>
                  <a:lnTo>
                    <a:pt x="530352" y="502920"/>
                  </a:lnTo>
                  <a:close/>
                </a:path>
                <a:path w="934720" h="510539">
                  <a:moveTo>
                    <a:pt x="571500" y="504456"/>
                  </a:moveTo>
                  <a:lnTo>
                    <a:pt x="568452" y="501396"/>
                  </a:lnTo>
                  <a:lnTo>
                    <a:pt x="565404" y="501396"/>
                  </a:lnTo>
                  <a:lnTo>
                    <a:pt x="565404" y="502920"/>
                  </a:lnTo>
                  <a:lnTo>
                    <a:pt x="563880" y="502920"/>
                  </a:lnTo>
                  <a:lnTo>
                    <a:pt x="563880" y="509028"/>
                  </a:lnTo>
                  <a:lnTo>
                    <a:pt x="565404" y="509028"/>
                  </a:lnTo>
                  <a:lnTo>
                    <a:pt x="565404" y="510540"/>
                  </a:lnTo>
                  <a:lnTo>
                    <a:pt x="568452" y="510540"/>
                  </a:lnTo>
                  <a:lnTo>
                    <a:pt x="571500" y="507504"/>
                  </a:lnTo>
                  <a:lnTo>
                    <a:pt x="571500" y="504456"/>
                  </a:lnTo>
                  <a:close/>
                </a:path>
                <a:path w="934720" h="510539">
                  <a:moveTo>
                    <a:pt x="611124" y="504456"/>
                  </a:moveTo>
                  <a:lnTo>
                    <a:pt x="608076" y="501396"/>
                  </a:lnTo>
                  <a:lnTo>
                    <a:pt x="606552" y="501396"/>
                  </a:lnTo>
                  <a:lnTo>
                    <a:pt x="603504" y="504456"/>
                  </a:lnTo>
                  <a:lnTo>
                    <a:pt x="603504" y="507504"/>
                  </a:lnTo>
                  <a:lnTo>
                    <a:pt x="606552" y="510540"/>
                  </a:lnTo>
                  <a:lnTo>
                    <a:pt x="608076" y="510540"/>
                  </a:lnTo>
                  <a:lnTo>
                    <a:pt x="611124" y="507504"/>
                  </a:lnTo>
                  <a:lnTo>
                    <a:pt x="611124" y="504456"/>
                  </a:lnTo>
                  <a:close/>
                </a:path>
                <a:path w="934720" h="510539">
                  <a:moveTo>
                    <a:pt x="652272" y="504456"/>
                  </a:moveTo>
                  <a:lnTo>
                    <a:pt x="650748" y="504456"/>
                  </a:lnTo>
                  <a:lnTo>
                    <a:pt x="650748" y="502920"/>
                  </a:lnTo>
                  <a:lnTo>
                    <a:pt x="649224" y="502920"/>
                  </a:lnTo>
                  <a:lnTo>
                    <a:pt x="649224" y="501396"/>
                  </a:lnTo>
                  <a:lnTo>
                    <a:pt x="646176" y="501396"/>
                  </a:lnTo>
                  <a:lnTo>
                    <a:pt x="646176" y="502920"/>
                  </a:lnTo>
                  <a:lnTo>
                    <a:pt x="644652" y="502920"/>
                  </a:lnTo>
                  <a:lnTo>
                    <a:pt x="644652" y="504456"/>
                  </a:lnTo>
                  <a:lnTo>
                    <a:pt x="643128" y="504456"/>
                  </a:lnTo>
                  <a:lnTo>
                    <a:pt x="643128" y="507504"/>
                  </a:lnTo>
                  <a:lnTo>
                    <a:pt x="644652" y="507504"/>
                  </a:lnTo>
                  <a:lnTo>
                    <a:pt x="644652" y="509028"/>
                  </a:lnTo>
                  <a:lnTo>
                    <a:pt x="646176" y="509028"/>
                  </a:lnTo>
                  <a:lnTo>
                    <a:pt x="646176" y="510540"/>
                  </a:lnTo>
                  <a:lnTo>
                    <a:pt x="649224" y="510540"/>
                  </a:lnTo>
                  <a:lnTo>
                    <a:pt x="649224" y="509028"/>
                  </a:lnTo>
                  <a:lnTo>
                    <a:pt x="650748" y="509028"/>
                  </a:lnTo>
                  <a:lnTo>
                    <a:pt x="650748" y="507504"/>
                  </a:lnTo>
                  <a:lnTo>
                    <a:pt x="652272" y="507504"/>
                  </a:lnTo>
                  <a:lnTo>
                    <a:pt x="652272" y="504456"/>
                  </a:lnTo>
                  <a:close/>
                </a:path>
                <a:path w="934720" h="510539">
                  <a:moveTo>
                    <a:pt x="691896" y="504456"/>
                  </a:moveTo>
                  <a:lnTo>
                    <a:pt x="688848" y="501396"/>
                  </a:lnTo>
                  <a:lnTo>
                    <a:pt x="687324" y="501396"/>
                  </a:lnTo>
                  <a:lnTo>
                    <a:pt x="684276" y="504456"/>
                  </a:lnTo>
                  <a:lnTo>
                    <a:pt x="684276" y="507504"/>
                  </a:lnTo>
                  <a:lnTo>
                    <a:pt x="687324" y="510540"/>
                  </a:lnTo>
                  <a:lnTo>
                    <a:pt x="688848" y="510540"/>
                  </a:lnTo>
                  <a:lnTo>
                    <a:pt x="691896" y="507504"/>
                  </a:lnTo>
                  <a:lnTo>
                    <a:pt x="691896" y="504456"/>
                  </a:lnTo>
                  <a:close/>
                </a:path>
                <a:path w="934720" h="510539">
                  <a:moveTo>
                    <a:pt x="731520" y="502920"/>
                  </a:moveTo>
                  <a:lnTo>
                    <a:pt x="729996" y="502920"/>
                  </a:lnTo>
                  <a:lnTo>
                    <a:pt x="729996" y="501396"/>
                  </a:lnTo>
                  <a:lnTo>
                    <a:pt x="726948" y="501396"/>
                  </a:lnTo>
                  <a:lnTo>
                    <a:pt x="723900" y="504456"/>
                  </a:lnTo>
                  <a:lnTo>
                    <a:pt x="723900" y="507504"/>
                  </a:lnTo>
                  <a:lnTo>
                    <a:pt x="726948" y="510540"/>
                  </a:lnTo>
                  <a:lnTo>
                    <a:pt x="729996" y="510540"/>
                  </a:lnTo>
                  <a:lnTo>
                    <a:pt x="729996" y="509028"/>
                  </a:lnTo>
                  <a:lnTo>
                    <a:pt x="731520" y="509028"/>
                  </a:lnTo>
                  <a:lnTo>
                    <a:pt x="731520" y="502920"/>
                  </a:lnTo>
                  <a:close/>
                </a:path>
                <a:path w="934720" h="510539">
                  <a:moveTo>
                    <a:pt x="772668" y="504456"/>
                  </a:moveTo>
                  <a:lnTo>
                    <a:pt x="769620" y="501396"/>
                  </a:lnTo>
                  <a:lnTo>
                    <a:pt x="768096" y="501396"/>
                  </a:lnTo>
                  <a:lnTo>
                    <a:pt x="766572" y="502920"/>
                  </a:lnTo>
                  <a:lnTo>
                    <a:pt x="765048" y="502920"/>
                  </a:lnTo>
                  <a:lnTo>
                    <a:pt x="765048" y="509028"/>
                  </a:lnTo>
                  <a:lnTo>
                    <a:pt x="766572" y="509028"/>
                  </a:lnTo>
                  <a:lnTo>
                    <a:pt x="768096" y="510540"/>
                  </a:lnTo>
                  <a:lnTo>
                    <a:pt x="769620" y="510540"/>
                  </a:lnTo>
                  <a:lnTo>
                    <a:pt x="772668" y="507504"/>
                  </a:lnTo>
                  <a:lnTo>
                    <a:pt x="772668" y="504456"/>
                  </a:lnTo>
                  <a:close/>
                </a:path>
                <a:path w="934720" h="510539">
                  <a:moveTo>
                    <a:pt x="812292" y="502920"/>
                  </a:moveTo>
                  <a:lnTo>
                    <a:pt x="810768" y="502920"/>
                  </a:lnTo>
                  <a:lnTo>
                    <a:pt x="809244" y="501396"/>
                  </a:lnTo>
                  <a:lnTo>
                    <a:pt x="807720" y="501396"/>
                  </a:lnTo>
                  <a:lnTo>
                    <a:pt x="804672" y="504456"/>
                  </a:lnTo>
                  <a:lnTo>
                    <a:pt x="804672" y="507504"/>
                  </a:lnTo>
                  <a:lnTo>
                    <a:pt x="807720" y="510540"/>
                  </a:lnTo>
                  <a:lnTo>
                    <a:pt x="809244" y="510540"/>
                  </a:lnTo>
                  <a:lnTo>
                    <a:pt x="810768" y="509028"/>
                  </a:lnTo>
                  <a:lnTo>
                    <a:pt x="812292" y="509028"/>
                  </a:lnTo>
                  <a:lnTo>
                    <a:pt x="812292" y="502920"/>
                  </a:lnTo>
                  <a:close/>
                </a:path>
                <a:path w="934720" h="510539">
                  <a:moveTo>
                    <a:pt x="853440" y="504456"/>
                  </a:moveTo>
                  <a:lnTo>
                    <a:pt x="851916" y="504456"/>
                  </a:lnTo>
                  <a:lnTo>
                    <a:pt x="851916" y="502920"/>
                  </a:lnTo>
                  <a:lnTo>
                    <a:pt x="850392" y="502920"/>
                  </a:lnTo>
                  <a:lnTo>
                    <a:pt x="850392" y="501396"/>
                  </a:lnTo>
                  <a:lnTo>
                    <a:pt x="847344" y="501396"/>
                  </a:lnTo>
                  <a:lnTo>
                    <a:pt x="847344" y="502920"/>
                  </a:lnTo>
                  <a:lnTo>
                    <a:pt x="845820" y="502920"/>
                  </a:lnTo>
                  <a:lnTo>
                    <a:pt x="845820" y="504456"/>
                  </a:lnTo>
                  <a:lnTo>
                    <a:pt x="844296" y="504456"/>
                  </a:lnTo>
                  <a:lnTo>
                    <a:pt x="844296" y="507504"/>
                  </a:lnTo>
                  <a:lnTo>
                    <a:pt x="845820" y="507504"/>
                  </a:lnTo>
                  <a:lnTo>
                    <a:pt x="845820" y="509028"/>
                  </a:lnTo>
                  <a:lnTo>
                    <a:pt x="847344" y="509028"/>
                  </a:lnTo>
                  <a:lnTo>
                    <a:pt x="847344" y="510540"/>
                  </a:lnTo>
                  <a:lnTo>
                    <a:pt x="850392" y="510540"/>
                  </a:lnTo>
                  <a:lnTo>
                    <a:pt x="850392" y="509028"/>
                  </a:lnTo>
                  <a:lnTo>
                    <a:pt x="851916" y="509028"/>
                  </a:lnTo>
                  <a:lnTo>
                    <a:pt x="851916" y="507504"/>
                  </a:lnTo>
                  <a:lnTo>
                    <a:pt x="853440" y="507504"/>
                  </a:lnTo>
                  <a:lnTo>
                    <a:pt x="853440" y="504456"/>
                  </a:lnTo>
                  <a:close/>
                </a:path>
                <a:path w="934720" h="510539">
                  <a:moveTo>
                    <a:pt x="893064" y="504456"/>
                  </a:moveTo>
                  <a:lnTo>
                    <a:pt x="890016" y="501396"/>
                  </a:lnTo>
                  <a:lnTo>
                    <a:pt x="888492" y="501396"/>
                  </a:lnTo>
                  <a:lnTo>
                    <a:pt x="885444" y="504456"/>
                  </a:lnTo>
                  <a:lnTo>
                    <a:pt x="885444" y="507504"/>
                  </a:lnTo>
                  <a:lnTo>
                    <a:pt x="888492" y="510540"/>
                  </a:lnTo>
                  <a:lnTo>
                    <a:pt x="890016" y="510540"/>
                  </a:lnTo>
                  <a:lnTo>
                    <a:pt x="893064" y="507504"/>
                  </a:lnTo>
                  <a:lnTo>
                    <a:pt x="893064" y="504456"/>
                  </a:lnTo>
                  <a:close/>
                </a:path>
                <a:path w="934720" h="510539">
                  <a:moveTo>
                    <a:pt x="934212" y="504456"/>
                  </a:moveTo>
                  <a:lnTo>
                    <a:pt x="932688" y="504456"/>
                  </a:lnTo>
                  <a:lnTo>
                    <a:pt x="932688" y="502920"/>
                  </a:lnTo>
                  <a:lnTo>
                    <a:pt x="931164" y="502920"/>
                  </a:lnTo>
                  <a:lnTo>
                    <a:pt x="931164" y="501396"/>
                  </a:lnTo>
                  <a:lnTo>
                    <a:pt x="928116" y="501396"/>
                  </a:lnTo>
                  <a:lnTo>
                    <a:pt x="928116" y="502920"/>
                  </a:lnTo>
                  <a:lnTo>
                    <a:pt x="926592" y="502920"/>
                  </a:lnTo>
                  <a:lnTo>
                    <a:pt x="926592" y="504456"/>
                  </a:lnTo>
                  <a:lnTo>
                    <a:pt x="925068" y="504456"/>
                  </a:lnTo>
                  <a:lnTo>
                    <a:pt x="925068" y="507504"/>
                  </a:lnTo>
                  <a:lnTo>
                    <a:pt x="926592" y="507504"/>
                  </a:lnTo>
                  <a:lnTo>
                    <a:pt x="926592" y="509028"/>
                  </a:lnTo>
                  <a:lnTo>
                    <a:pt x="928116" y="509028"/>
                  </a:lnTo>
                  <a:lnTo>
                    <a:pt x="928116" y="510540"/>
                  </a:lnTo>
                  <a:lnTo>
                    <a:pt x="931164" y="510540"/>
                  </a:lnTo>
                  <a:lnTo>
                    <a:pt x="931164" y="509028"/>
                  </a:lnTo>
                  <a:lnTo>
                    <a:pt x="932688" y="509028"/>
                  </a:lnTo>
                  <a:lnTo>
                    <a:pt x="932688" y="507504"/>
                  </a:lnTo>
                  <a:lnTo>
                    <a:pt x="934212" y="507504"/>
                  </a:lnTo>
                  <a:lnTo>
                    <a:pt x="934212" y="504456"/>
                  </a:lnTo>
                  <a:close/>
                </a:path>
              </a:pathLst>
            </a:custGeom>
            <a:solidFill>
              <a:srgbClr val="7EAF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1822704" y="3503675"/>
              <a:ext cx="3408045" cy="172720"/>
            </a:xfrm>
            <a:custGeom>
              <a:avLst/>
              <a:gdLst/>
              <a:ahLst/>
              <a:cxnLst/>
              <a:rect l="l" t="t" r="r" b="b"/>
              <a:pathLst>
                <a:path w="3408045" h="172720">
                  <a:moveTo>
                    <a:pt x="0" y="172212"/>
                  </a:moveTo>
                  <a:lnTo>
                    <a:pt x="0" y="131064"/>
                  </a:lnTo>
                  <a:lnTo>
                    <a:pt x="309372" y="114300"/>
                  </a:lnTo>
                  <a:lnTo>
                    <a:pt x="620267" y="138683"/>
                  </a:lnTo>
                  <a:lnTo>
                    <a:pt x="929640" y="124967"/>
                  </a:lnTo>
                  <a:lnTo>
                    <a:pt x="1239012" y="131064"/>
                  </a:lnTo>
                  <a:lnTo>
                    <a:pt x="1548383" y="99059"/>
                  </a:lnTo>
                  <a:lnTo>
                    <a:pt x="1859280" y="126491"/>
                  </a:lnTo>
                  <a:lnTo>
                    <a:pt x="2168651" y="132588"/>
                  </a:lnTo>
                  <a:lnTo>
                    <a:pt x="2478024" y="82296"/>
                  </a:lnTo>
                  <a:lnTo>
                    <a:pt x="2787396" y="0"/>
                  </a:lnTo>
                  <a:lnTo>
                    <a:pt x="3098292" y="103632"/>
                  </a:lnTo>
                  <a:lnTo>
                    <a:pt x="3407664" y="36575"/>
                  </a:lnTo>
                  <a:lnTo>
                    <a:pt x="3407664" y="172212"/>
                  </a:lnTo>
                  <a:lnTo>
                    <a:pt x="0" y="172212"/>
                  </a:lnTo>
                  <a:close/>
                </a:path>
              </a:pathLst>
            </a:custGeom>
            <a:solidFill>
              <a:srgbClr val="678A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1810512" y="2574036"/>
              <a:ext cx="3434079" cy="833755"/>
            </a:xfrm>
            <a:custGeom>
              <a:avLst/>
              <a:gdLst/>
              <a:ahLst/>
              <a:cxnLst/>
              <a:rect l="l" t="t" r="r" b="b"/>
              <a:pathLst>
                <a:path w="3434079" h="833754">
                  <a:moveTo>
                    <a:pt x="0" y="771144"/>
                  </a:moveTo>
                  <a:lnTo>
                    <a:pt x="0" y="765048"/>
                  </a:lnTo>
                  <a:lnTo>
                    <a:pt x="4572" y="758952"/>
                  </a:lnTo>
                  <a:lnTo>
                    <a:pt x="10668" y="757428"/>
                  </a:lnTo>
                  <a:lnTo>
                    <a:pt x="320040" y="723900"/>
                  </a:lnTo>
                  <a:lnTo>
                    <a:pt x="321564" y="722376"/>
                  </a:lnTo>
                  <a:lnTo>
                    <a:pt x="323088" y="723900"/>
                  </a:lnTo>
                  <a:lnTo>
                    <a:pt x="324611" y="723900"/>
                  </a:lnTo>
                  <a:lnTo>
                    <a:pt x="632459" y="809244"/>
                  </a:lnTo>
                  <a:lnTo>
                    <a:pt x="938784" y="740664"/>
                  </a:lnTo>
                  <a:lnTo>
                    <a:pt x="940307" y="740664"/>
                  </a:lnTo>
                  <a:lnTo>
                    <a:pt x="941832" y="739140"/>
                  </a:lnTo>
                  <a:lnTo>
                    <a:pt x="943355" y="740664"/>
                  </a:lnTo>
                  <a:lnTo>
                    <a:pt x="1249679" y="777240"/>
                  </a:lnTo>
                  <a:lnTo>
                    <a:pt x="1556003" y="612648"/>
                  </a:lnTo>
                  <a:lnTo>
                    <a:pt x="1557528" y="611124"/>
                  </a:lnTo>
                  <a:lnTo>
                    <a:pt x="1563624" y="611124"/>
                  </a:lnTo>
                  <a:lnTo>
                    <a:pt x="1872995" y="682752"/>
                  </a:lnTo>
                  <a:lnTo>
                    <a:pt x="1874520" y="682752"/>
                  </a:lnTo>
                  <a:lnTo>
                    <a:pt x="2177795" y="794004"/>
                  </a:lnTo>
                  <a:lnTo>
                    <a:pt x="2481072" y="547116"/>
                  </a:lnTo>
                  <a:lnTo>
                    <a:pt x="2790443" y="6095"/>
                  </a:lnTo>
                  <a:lnTo>
                    <a:pt x="2791967" y="3047"/>
                  </a:lnTo>
                  <a:lnTo>
                    <a:pt x="2795016" y="1524"/>
                  </a:lnTo>
                  <a:lnTo>
                    <a:pt x="2799588" y="1524"/>
                  </a:lnTo>
                  <a:lnTo>
                    <a:pt x="2804159" y="0"/>
                  </a:lnTo>
                  <a:lnTo>
                    <a:pt x="2810256" y="6095"/>
                  </a:lnTo>
                  <a:lnTo>
                    <a:pt x="3113532" y="449580"/>
                  </a:lnTo>
                  <a:lnTo>
                    <a:pt x="3412235" y="219456"/>
                  </a:lnTo>
                  <a:lnTo>
                    <a:pt x="3418332" y="214884"/>
                  </a:lnTo>
                  <a:lnTo>
                    <a:pt x="3425951" y="216408"/>
                  </a:lnTo>
                  <a:lnTo>
                    <a:pt x="3428999" y="222504"/>
                  </a:lnTo>
                  <a:lnTo>
                    <a:pt x="3433572" y="227075"/>
                  </a:lnTo>
                  <a:lnTo>
                    <a:pt x="3432048" y="234696"/>
                  </a:lnTo>
                  <a:lnTo>
                    <a:pt x="3427475" y="239268"/>
                  </a:lnTo>
                  <a:lnTo>
                    <a:pt x="3118104" y="475488"/>
                  </a:lnTo>
                  <a:lnTo>
                    <a:pt x="3115056" y="478536"/>
                  </a:lnTo>
                  <a:lnTo>
                    <a:pt x="3107435" y="478536"/>
                  </a:lnTo>
                  <a:lnTo>
                    <a:pt x="3101340" y="475488"/>
                  </a:lnTo>
                  <a:lnTo>
                    <a:pt x="3099816" y="472440"/>
                  </a:lnTo>
                  <a:lnTo>
                    <a:pt x="2801112" y="35051"/>
                  </a:lnTo>
                  <a:lnTo>
                    <a:pt x="2500883" y="560832"/>
                  </a:lnTo>
                  <a:lnTo>
                    <a:pt x="2500883" y="562356"/>
                  </a:lnTo>
                  <a:lnTo>
                    <a:pt x="2499359" y="563880"/>
                  </a:lnTo>
                  <a:lnTo>
                    <a:pt x="2497835" y="563880"/>
                  </a:lnTo>
                  <a:lnTo>
                    <a:pt x="2188464" y="816864"/>
                  </a:lnTo>
                  <a:lnTo>
                    <a:pt x="2185416" y="819912"/>
                  </a:lnTo>
                  <a:lnTo>
                    <a:pt x="2180844" y="819912"/>
                  </a:lnTo>
                  <a:lnTo>
                    <a:pt x="2176271" y="818388"/>
                  </a:lnTo>
                  <a:lnTo>
                    <a:pt x="1866899" y="707136"/>
                  </a:lnTo>
                  <a:lnTo>
                    <a:pt x="1563624" y="637032"/>
                  </a:lnTo>
                  <a:lnTo>
                    <a:pt x="1254252" y="801624"/>
                  </a:lnTo>
                  <a:lnTo>
                    <a:pt x="1249679" y="801624"/>
                  </a:lnTo>
                  <a:lnTo>
                    <a:pt x="941832" y="763524"/>
                  </a:lnTo>
                  <a:lnTo>
                    <a:pt x="633984" y="833628"/>
                  </a:lnTo>
                  <a:lnTo>
                    <a:pt x="627888" y="833628"/>
                  </a:lnTo>
                  <a:lnTo>
                    <a:pt x="321564" y="748284"/>
                  </a:lnTo>
                  <a:lnTo>
                    <a:pt x="13716" y="781812"/>
                  </a:lnTo>
                  <a:lnTo>
                    <a:pt x="7620" y="783336"/>
                  </a:lnTo>
                  <a:lnTo>
                    <a:pt x="1524" y="777240"/>
                  </a:lnTo>
                  <a:lnTo>
                    <a:pt x="0" y="771144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1810512" y="3491483"/>
              <a:ext cx="3434079" cy="163195"/>
            </a:xfrm>
            <a:custGeom>
              <a:avLst/>
              <a:gdLst/>
              <a:ahLst/>
              <a:cxnLst/>
              <a:rect l="l" t="t" r="r" b="b"/>
              <a:pathLst>
                <a:path w="3434079" h="163195">
                  <a:moveTo>
                    <a:pt x="0" y="150876"/>
                  </a:moveTo>
                  <a:lnTo>
                    <a:pt x="0" y="137160"/>
                  </a:lnTo>
                  <a:lnTo>
                    <a:pt x="4572" y="132588"/>
                  </a:lnTo>
                  <a:lnTo>
                    <a:pt x="12192" y="131064"/>
                  </a:lnTo>
                  <a:lnTo>
                    <a:pt x="321564" y="114300"/>
                  </a:lnTo>
                  <a:lnTo>
                    <a:pt x="323088" y="114300"/>
                  </a:lnTo>
                  <a:lnTo>
                    <a:pt x="630936" y="138563"/>
                  </a:lnTo>
                  <a:lnTo>
                    <a:pt x="632460" y="138684"/>
                  </a:lnTo>
                  <a:lnTo>
                    <a:pt x="941832" y="126492"/>
                  </a:lnTo>
                  <a:lnTo>
                    <a:pt x="1251204" y="131064"/>
                  </a:lnTo>
                  <a:lnTo>
                    <a:pt x="1560576" y="99060"/>
                  </a:lnTo>
                  <a:lnTo>
                    <a:pt x="1562100" y="99060"/>
                  </a:lnTo>
                  <a:lnTo>
                    <a:pt x="1871472" y="126492"/>
                  </a:lnTo>
                  <a:lnTo>
                    <a:pt x="2179320" y="132588"/>
                  </a:lnTo>
                  <a:lnTo>
                    <a:pt x="2488692" y="82296"/>
                  </a:lnTo>
                  <a:lnTo>
                    <a:pt x="2796540" y="0"/>
                  </a:lnTo>
                  <a:lnTo>
                    <a:pt x="2804160" y="0"/>
                  </a:lnTo>
                  <a:lnTo>
                    <a:pt x="3110484" y="103632"/>
                  </a:lnTo>
                  <a:lnTo>
                    <a:pt x="3416808" y="36576"/>
                  </a:lnTo>
                  <a:lnTo>
                    <a:pt x="3424428" y="35052"/>
                  </a:lnTo>
                  <a:lnTo>
                    <a:pt x="3430524" y="39624"/>
                  </a:lnTo>
                  <a:lnTo>
                    <a:pt x="3433572" y="51816"/>
                  </a:lnTo>
                  <a:lnTo>
                    <a:pt x="3429000" y="57912"/>
                  </a:lnTo>
                  <a:lnTo>
                    <a:pt x="3422903" y="59436"/>
                  </a:lnTo>
                  <a:lnTo>
                    <a:pt x="3112008" y="128016"/>
                  </a:lnTo>
                  <a:lnTo>
                    <a:pt x="3108960" y="128016"/>
                  </a:lnTo>
                  <a:lnTo>
                    <a:pt x="3105911" y="126492"/>
                  </a:lnTo>
                  <a:lnTo>
                    <a:pt x="2799588" y="24384"/>
                  </a:lnTo>
                  <a:lnTo>
                    <a:pt x="2493264" y="106680"/>
                  </a:lnTo>
                  <a:lnTo>
                    <a:pt x="2491740" y="106680"/>
                  </a:lnTo>
                  <a:lnTo>
                    <a:pt x="2182368" y="156972"/>
                  </a:lnTo>
                  <a:lnTo>
                    <a:pt x="2179320" y="156942"/>
                  </a:lnTo>
                  <a:lnTo>
                    <a:pt x="1871472" y="150905"/>
                  </a:lnTo>
                  <a:lnTo>
                    <a:pt x="1869947" y="150876"/>
                  </a:lnTo>
                  <a:lnTo>
                    <a:pt x="1560576" y="121920"/>
                  </a:lnTo>
                  <a:lnTo>
                    <a:pt x="1252728" y="155448"/>
                  </a:lnTo>
                  <a:lnTo>
                    <a:pt x="1251204" y="155448"/>
                  </a:lnTo>
                  <a:lnTo>
                    <a:pt x="941832" y="149352"/>
                  </a:lnTo>
                  <a:lnTo>
                    <a:pt x="632460" y="163068"/>
                  </a:lnTo>
                  <a:lnTo>
                    <a:pt x="630936" y="163068"/>
                  </a:lnTo>
                  <a:lnTo>
                    <a:pt x="323088" y="138804"/>
                  </a:lnTo>
                  <a:lnTo>
                    <a:pt x="321564" y="138684"/>
                  </a:lnTo>
                  <a:lnTo>
                    <a:pt x="12192" y="155448"/>
                  </a:lnTo>
                  <a:lnTo>
                    <a:pt x="6096" y="155448"/>
                  </a:lnTo>
                  <a:lnTo>
                    <a:pt x="0" y="150876"/>
                  </a:lnTo>
                  <a:close/>
                </a:path>
              </a:pathLst>
            </a:custGeom>
            <a:solidFill>
              <a:srgbClr val="11239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5" name="object 75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789176" y="3310127"/>
              <a:ext cx="67056" cy="67055"/>
            </a:xfrm>
            <a:prstGeom prst="rect">
              <a:avLst/>
            </a:prstGeom>
          </p:spPr>
        </p:pic>
        <p:pic>
          <p:nvPicPr>
            <p:cNvPr id="76" name="object 76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2098548" y="3275075"/>
              <a:ext cx="67056" cy="67055"/>
            </a:xfrm>
            <a:prstGeom prst="rect">
              <a:avLst/>
            </a:prstGeom>
          </p:spPr>
        </p:pic>
        <p:pic>
          <p:nvPicPr>
            <p:cNvPr id="77" name="object 77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2409444" y="3361944"/>
              <a:ext cx="67056" cy="67055"/>
            </a:xfrm>
            <a:prstGeom prst="rect">
              <a:avLst/>
            </a:prstGeom>
          </p:spPr>
        </p:pic>
        <p:pic>
          <p:nvPicPr>
            <p:cNvPr id="78" name="object 78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2718816" y="3291839"/>
              <a:ext cx="67056" cy="67055"/>
            </a:xfrm>
            <a:prstGeom prst="rect">
              <a:avLst/>
            </a:prstGeom>
          </p:spPr>
        </p:pic>
        <p:pic>
          <p:nvPicPr>
            <p:cNvPr id="79" name="object 79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3028188" y="3329939"/>
              <a:ext cx="67056" cy="67055"/>
            </a:xfrm>
            <a:prstGeom prst="rect">
              <a:avLst/>
            </a:prstGeom>
          </p:spPr>
        </p:pic>
        <p:pic>
          <p:nvPicPr>
            <p:cNvPr id="80" name="object 80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3337560" y="3163823"/>
              <a:ext cx="67055" cy="67055"/>
            </a:xfrm>
            <a:prstGeom prst="rect">
              <a:avLst/>
            </a:prstGeom>
          </p:spPr>
        </p:pic>
        <p:pic>
          <p:nvPicPr>
            <p:cNvPr id="81" name="object 81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3648456" y="3235452"/>
              <a:ext cx="67055" cy="67055"/>
            </a:xfrm>
            <a:prstGeom prst="rect">
              <a:avLst/>
            </a:prstGeom>
          </p:spPr>
        </p:pic>
        <p:pic>
          <p:nvPicPr>
            <p:cNvPr id="82" name="object 82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3957828" y="3348227"/>
              <a:ext cx="67055" cy="67055"/>
            </a:xfrm>
            <a:prstGeom prst="rect">
              <a:avLst/>
            </a:prstGeom>
          </p:spPr>
        </p:pic>
        <p:pic>
          <p:nvPicPr>
            <p:cNvPr id="83" name="object 83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4267200" y="3095244"/>
              <a:ext cx="67055" cy="67055"/>
            </a:xfrm>
            <a:prstGeom prst="rect">
              <a:avLst/>
            </a:prstGeom>
          </p:spPr>
        </p:pic>
        <p:pic>
          <p:nvPicPr>
            <p:cNvPr id="84" name="object 84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4576572" y="2552699"/>
              <a:ext cx="67055" cy="67055"/>
            </a:xfrm>
            <a:prstGeom prst="rect">
              <a:avLst/>
            </a:prstGeom>
          </p:spPr>
        </p:pic>
        <p:pic>
          <p:nvPicPr>
            <p:cNvPr id="85" name="object 85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4887468" y="3006852"/>
              <a:ext cx="67055" cy="67055"/>
            </a:xfrm>
            <a:prstGeom prst="rect">
              <a:avLst/>
            </a:prstGeom>
          </p:spPr>
        </p:pic>
        <p:pic>
          <p:nvPicPr>
            <p:cNvPr id="86" name="object 86" descr="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5196840" y="2769107"/>
              <a:ext cx="67055" cy="67055"/>
            </a:xfrm>
            <a:prstGeom prst="rect">
              <a:avLst/>
            </a:prstGeom>
          </p:spPr>
        </p:pic>
        <p:sp>
          <p:nvSpPr>
            <p:cNvPr id="87" name="object 87" descr=""/>
            <p:cNvSpPr/>
            <p:nvPr/>
          </p:nvSpPr>
          <p:spPr>
            <a:xfrm>
              <a:off x="1775460" y="3456431"/>
              <a:ext cx="3502660" cy="233679"/>
            </a:xfrm>
            <a:custGeom>
              <a:avLst/>
              <a:gdLst/>
              <a:ahLst/>
              <a:cxnLst/>
              <a:rect l="l" t="t" r="r" b="b"/>
              <a:pathLst>
                <a:path w="3502660" h="233679">
                  <a:moveTo>
                    <a:pt x="94488" y="178308"/>
                  </a:moveTo>
                  <a:lnTo>
                    <a:pt x="47244" y="131076"/>
                  </a:lnTo>
                  <a:lnTo>
                    <a:pt x="0" y="178308"/>
                  </a:lnTo>
                  <a:lnTo>
                    <a:pt x="47244" y="225552"/>
                  </a:lnTo>
                  <a:lnTo>
                    <a:pt x="94488" y="178308"/>
                  </a:lnTo>
                  <a:close/>
                </a:path>
                <a:path w="3502660" h="233679">
                  <a:moveTo>
                    <a:pt x="403860" y="161544"/>
                  </a:moveTo>
                  <a:lnTo>
                    <a:pt x="356616" y="114300"/>
                  </a:lnTo>
                  <a:lnTo>
                    <a:pt x="309372" y="161544"/>
                  </a:lnTo>
                  <a:lnTo>
                    <a:pt x="356616" y="208788"/>
                  </a:lnTo>
                  <a:lnTo>
                    <a:pt x="403860" y="161544"/>
                  </a:lnTo>
                  <a:close/>
                </a:path>
                <a:path w="3502660" h="233679">
                  <a:moveTo>
                    <a:pt x="713232" y="185928"/>
                  </a:moveTo>
                  <a:lnTo>
                    <a:pt x="667512" y="138684"/>
                  </a:lnTo>
                  <a:lnTo>
                    <a:pt x="620268" y="185928"/>
                  </a:lnTo>
                  <a:lnTo>
                    <a:pt x="667512" y="233172"/>
                  </a:lnTo>
                  <a:lnTo>
                    <a:pt x="713232" y="185928"/>
                  </a:lnTo>
                  <a:close/>
                </a:path>
                <a:path w="3502660" h="233679">
                  <a:moveTo>
                    <a:pt x="1024128" y="172212"/>
                  </a:moveTo>
                  <a:lnTo>
                    <a:pt x="976884" y="126492"/>
                  </a:lnTo>
                  <a:lnTo>
                    <a:pt x="929640" y="172212"/>
                  </a:lnTo>
                  <a:lnTo>
                    <a:pt x="976884" y="219468"/>
                  </a:lnTo>
                  <a:lnTo>
                    <a:pt x="1024128" y="172212"/>
                  </a:lnTo>
                  <a:close/>
                </a:path>
                <a:path w="3502660" h="233679">
                  <a:moveTo>
                    <a:pt x="1333500" y="178308"/>
                  </a:moveTo>
                  <a:lnTo>
                    <a:pt x="1286256" y="131076"/>
                  </a:lnTo>
                  <a:lnTo>
                    <a:pt x="1239012" y="178308"/>
                  </a:lnTo>
                  <a:lnTo>
                    <a:pt x="1286256" y="225552"/>
                  </a:lnTo>
                  <a:lnTo>
                    <a:pt x="1333500" y="178308"/>
                  </a:lnTo>
                  <a:close/>
                </a:path>
                <a:path w="3502660" h="233679">
                  <a:moveTo>
                    <a:pt x="1642872" y="146304"/>
                  </a:moveTo>
                  <a:lnTo>
                    <a:pt x="1595628" y="99060"/>
                  </a:lnTo>
                  <a:lnTo>
                    <a:pt x="1549908" y="146304"/>
                  </a:lnTo>
                  <a:lnTo>
                    <a:pt x="1595628" y="192024"/>
                  </a:lnTo>
                  <a:lnTo>
                    <a:pt x="1642872" y="146304"/>
                  </a:lnTo>
                  <a:close/>
                </a:path>
                <a:path w="3502660" h="233679">
                  <a:moveTo>
                    <a:pt x="1952244" y="173736"/>
                  </a:moveTo>
                  <a:lnTo>
                    <a:pt x="1906524" y="126492"/>
                  </a:lnTo>
                  <a:lnTo>
                    <a:pt x="1859280" y="173736"/>
                  </a:lnTo>
                  <a:lnTo>
                    <a:pt x="1906524" y="219468"/>
                  </a:lnTo>
                  <a:lnTo>
                    <a:pt x="1952244" y="173736"/>
                  </a:lnTo>
                  <a:close/>
                </a:path>
                <a:path w="3502660" h="233679">
                  <a:moveTo>
                    <a:pt x="2263140" y="179844"/>
                  </a:moveTo>
                  <a:lnTo>
                    <a:pt x="2215896" y="132588"/>
                  </a:lnTo>
                  <a:lnTo>
                    <a:pt x="2168652" y="179844"/>
                  </a:lnTo>
                  <a:lnTo>
                    <a:pt x="2215896" y="227076"/>
                  </a:lnTo>
                  <a:lnTo>
                    <a:pt x="2263140" y="179844"/>
                  </a:lnTo>
                  <a:close/>
                </a:path>
                <a:path w="3502660" h="233679">
                  <a:moveTo>
                    <a:pt x="2572512" y="129552"/>
                  </a:moveTo>
                  <a:lnTo>
                    <a:pt x="2525268" y="82296"/>
                  </a:lnTo>
                  <a:lnTo>
                    <a:pt x="2478024" y="129552"/>
                  </a:lnTo>
                  <a:lnTo>
                    <a:pt x="2525268" y="176784"/>
                  </a:lnTo>
                  <a:lnTo>
                    <a:pt x="2572512" y="129552"/>
                  </a:lnTo>
                  <a:close/>
                </a:path>
                <a:path w="3502660" h="233679">
                  <a:moveTo>
                    <a:pt x="2881884" y="47244"/>
                  </a:moveTo>
                  <a:lnTo>
                    <a:pt x="2834640" y="0"/>
                  </a:lnTo>
                  <a:lnTo>
                    <a:pt x="2788920" y="47244"/>
                  </a:lnTo>
                  <a:lnTo>
                    <a:pt x="2834640" y="94488"/>
                  </a:lnTo>
                  <a:lnTo>
                    <a:pt x="2881884" y="47244"/>
                  </a:lnTo>
                  <a:close/>
                </a:path>
                <a:path w="3502660" h="233679">
                  <a:moveTo>
                    <a:pt x="3192780" y="150876"/>
                  </a:moveTo>
                  <a:lnTo>
                    <a:pt x="3145536" y="103644"/>
                  </a:lnTo>
                  <a:lnTo>
                    <a:pt x="3098292" y="150876"/>
                  </a:lnTo>
                  <a:lnTo>
                    <a:pt x="3145536" y="198120"/>
                  </a:lnTo>
                  <a:lnTo>
                    <a:pt x="3192780" y="150876"/>
                  </a:lnTo>
                  <a:close/>
                </a:path>
                <a:path w="3502660" h="233679">
                  <a:moveTo>
                    <a:pt x="3502152" y="83820"/>
                  </a:moveTo>
                  <a:lnTo>
                    <a:pt x="3454908" y="36576"/>
                  </a:lnTo>
                  <a:lnTo>
                    <a:pt x="3407664" y="83820"/>
                  </a:lnTo>
                  <a:lnTo>
                    <a:pt x="3454908" y="129552"/>
                  </a:lnTo>
                  <a:lnTo>
                    <a:pt x="3502152" y="83820"/>
                  </a:lnTo>
                  <a:close/>
                </a:path>
              </a:pathLst>
            </a:custGeom>
            <a:solidFill>
              <a:srgbClr val="A566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8" name="object 88" descr="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216152" y="2194559"/>
              <a:ext cx="1626108" cy="82296"/>
            </a:xfrm>
            <a:prstGeom prst="rect">
              <a:avLst/>
            </a:prstGeom>
          </p:spPr>
        </p:pic>
        <p:pic>
          <p:nvPicPr>
            <p:cNvPr id="89" name="object 89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245108" y="4696967"/>
              <a:ext cx="3956304" cy="1395984"/>
            </a:xfrm>
            <a:prstGeom prst="rect">
              <a:avLst/>
            </a:prstGeom>
          </p:spPr>
        </p:pic>
        <p:sp>
          <p:nvSpPr>
            <p:cNvPr id="90" name="object 90" descr=""/>
            <p:cNvSpPr/>
            <p:nvPr/>
          </p:nvSpPr>
          <p:spPr>
            <a:xfrm>
              <a:off x="3710940" y="1432559"/>
              <a:ext cx="3810000" cy="18415"/>
            </a:xfrm>
            <a:custGeom>
              <a:avLst/>
              <a:gdLst/>
              <a:ahLst/>
              <a:cxnLst/>
              <a:rect l="l" t="t" r="r" b="b"/>
              <a:pathLst>
                <a:path w="3810000" h="18415">
                  <a:moveTo>
                    <a:pt x="0" y="18288"/>
                  </a:moveTo>
                  <a:lnTo>
                    <a:pt x="0" y="0"/>
                  </a:lnTo>
                  <a:lnTo>
                    <a:pt x="3810000" y="0"/>
                  </a:lnTo>
                  <a:lnTo>
                    <a:pt x="3810000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0C69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7406640" y="1089660"/>
              <a:ext cx="66040" cy="170815"/>
            </a:xfrm>
            <a:custGeom>
              <a:avLst/>
              <a:gdLst/>
              <a:ahLst/>
              <a:cxnLst/>
              <a:rect l="l" t="t" r="r" b="b"/>
              <a:pathLst>
                <a:path w="66040" h="170815">
                  <a:moveTo>
                    <a:pt x="0" y="170688"/>
                  </a:moveTo>
                  <a:lnTo>
                    <a:pt x="0" y="0"/>
                  </a:lnTo>
                  <a:lnTo>
                    <a:pt x="65532" y="0"/>
                  </a:lnTo>
                  <a:lnTo>
                    <a:pt x="65532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2" name="object 92" descr="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3781044" y="1193291"/>
              <a:ext cx="272796" cy="182880"/>
            </a:xfrm>
            <a:prstGeom prst="rect">
              <a:avLst/>
            </a:prstGeom>
          </p:spPr>
        </p:pic>
        <p:sp>
          <p:nvSpPr>
            <p:cNvPr id="93" name="object 93" descr=""/>
            <p:cNvSpPr/>
            <p:nvPr/>
          </p:nvSpPr>
          <p:spPr>
            <a:xfrm>
              <a:off x="4076700" y="1181099"/>
              <a:ext cx="41275" cy="192405"/>
            </a:xfrm>
            <a:custGeom>
              <a:avLst/>
              <a:gdLst/>
              <a:ahLst/>
              <a:cxnLst/>
              <a:rect l="l" t="t" r="r" b="b"/>
              <a:pathLst>
                <a:path w="41275" h="192405">
                  <a:moveTo>
                    <a:pt x="0" y="192024"/>
                  </a:moveTo>
                  <a:lnTo>
                    <a:pt x="0" y="0"/>
                  </a:lnTo>
                  <a:lnTo>
                    <a:pt x="41148" y="0"/>
                  </a:lnTo>
                  <a:lnTo>
                    <a:pt x="41148" y="192024"/>
                  </a:lnTo>
                  <a:lnTo>
                    <a:pt x="0" y="192024"/>
                  </a:lnTo>
                  <a:close/>
                </a:path>
              </a:pathLst>
            </a:custGeom>
            <a:solidFill>
              <a:srgbClr val="24232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4" name="object 94" descr="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4142232" y="1240617"/>
              <a:ext cx="115824" cy="135348"/>
            </a:xfrm>
            <a:prstGeom prst="rect">
              <a:avLst/>
            </a:prstGeom>
          </p:spPr>
        </p:pic>
        <p:pic>
          <p:nvPicPr>
            <p:cNvPr id="95" name="object 95" descr="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4277868" y="1182623"/>
              <a:ext cx="242316" cy="193548"/>
            </a:xfrm>
            <a:prstGeom prst="rect">
              <a:avLst/>
            </a:prstGeom>
          </p:spPr>
        </p:pic>
        <p:pic>
          <p:nvPicPr>
            <p:cNvPr id="96" name="object 96" descr="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4546092" y="1182623"/>
              <a:ext cx="146303" cy="190500"/>
            </a:xfrm>
            <a:prstGeom prst="rect">
              <a:avLst/>
            </a:prstGeom>
          </p:spPr>
        </p:pic>
        <p:pic>
          <p:nvPicPr>
            <p:cNvPr id="97" name="object 97" descr="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4715256" y="1240535"/>
              <a:ext cx="140208" cy="135636"/>
            </a:xfrm>
            <a:prstGeom prst="rect">
              <a:avLst/>
            </a:prstGeom>
          </p:spPr>
        </p:pic>
        <p:pic>
          <p:nvPicPr>
            <p:cNvPr id="98" name="object 98" descr="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4943856" y="1182624"/>
              <a:ext cx="134112" cy="193548"/>
            </a:xfrm>
            <a:prstGeom prst="rect">
              <a:avLst/>
            </a:prstGeom>
          </p:spPr>
        </p:pic>
        <p:pic>
          <p:nvPicPr>
            <p:cNvPr id="99" name="object 99" descr="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5103876" y="1240536"/>
              <a:ext cx="123444" cy="135636"/>
            </a:xfrm>
            <a:prstGeom prst="rect">
              <a:avLst/>
            </a:prstGeom>
          </p:spPr>
        </p:pic>
        <p:pic>
          <p:nvPicPr>
            <p:cNvPr id="100" name="object 100" descr="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5306568" y="1193291"/>
              <a:ext cx="286511" cy="182880"/>
            </a:xfrm>
            <a:prstGeom prst="rect">
              <a:avLst/>
            </a:prstGeom>
          </p:spPr>
        </p:pic>
        <p:pic>
          <p:nvPicPr>
            <p:cNvPr id="101" name="object 101" descr="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5763768" y="1182624"/>
              <a:ext cx="134112" cy="193548"/>
            </a:xfrm>
            <a:prstGeom prst="rect">
              <a:avLst/>
            </a:prstGeom>
          </p:spPr>
        </p:pic>
        <p:pic>
          <p:nvPicPr>
            <p:cNvPr id="102" name="object 102" descr="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5615940" y="1240535"/>
              <a:ext cx="124967" cy="132587"/>
            </a:xfrm>
            <a:prstGeom prst="rect">
              <a:avLst/>
            </a:prstGeom>
          </p:spPr>
        </p:pic>
        <p:pic>
          <p:nvPicPr>
            <p:cNvPr id="103" name="object 103" descr="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5922264" y="1240535"/>
              <a:ext cx="115824" cy="135424"/>
            </a:xfrm>
            <a:prstGeom prst="rect">
              <a:avLst/>
            </a:prstGeom>
          </p:spPr>
        </p:pic>
        <p:pic>
          <p:nvPicPr>
            <p:cNvPr id="104" name="object 104" descr="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6062472" y="1240535"/>
              <a:ext cx="97536" cy="135636"/>
            </a:xfrm>
            <a:prstGeom prst="rect">
              <a:avLst/>
            </a:prstGeom>
          </p:spPr>
        </p:pic>
        <p:sp>
          <p:nvSpPr>
            <p:cNvPr id="105" name="object 105" descr=""/>
            <p:cNvSpPr/>
            <p:nvPr/>
          </p:nvSpPr>
          <p:spPr>
            <a:xfrm>
              <a:off x="411734" y="6108191"/>
              <a:ext cx="344170" cy="344805"/>
            </a:xfrm>
            <a:custGeom>
              <a:avLst/>
              <a:gdLst/>
              <a:ahLst/>
              <a:cxnLst/>
              <a:rect l="l" t="t" r="r" b="b"/>
              <a:pathLst>
                <a:path w="344170" h="344804">
                  <a:moveTo>
                    <a:pt x="278638" y="158496"/>
                  </a:moveTo>
                  <a:lnTo>
                    <a:pt x="107950" y="158496"/>
                  </a:lnTo>
                  <a:lnTo>
                    <a:pt x="181102" y="85344"/>
                  </a:lnTo>
                  <a:lnTo>
                    <a:pt x="162814" y="68580"/>
                  </a:lnTo>
                  <a:lnTo>
                    <a:pt x="60706" y="172212"/>
                  </a:lnTo>
                  <a:lnTo>
                    <a:pt x="162814" y="275844"/>
                  </a:lnTo>
                  <a:lnTo>
                    <a:pt x="181102" y="257556"/>
                  </a:lnTo>
                  <a:lnTo>
                    <a:pt x="106654" y="184416"/>
                  </a:lnTo>
                  <a:lnTo>
                    <a:pt x="278638" y="184416"/>
                  </a:lnTo>
                  <a:lnTo>
                    <a:pt x="278638" y="158496"/>
                  </a:lnTo>
                  <a:close/>
                </a:path>
                <a:path w="344170" h="344804">
                  <a:moveTo>
                    <a:pt x="344170" y="155448"/>
                  </a:moveTo>
                  <a:lnTo>
                    <a:pt x="341630" y="138684"/>
                  </a:lnTo>
                  <a:lnTo>
                    <a:pt x="331470" y="106680"/>
                  </a:lnTo>
                  <a:lnTo>
                    <a:pt x="323850" y="90868"/>
                  </a:lnTo>
                  <a:lnTo>
                    <a:pt x="320040" y="83324"/>
                  </a:lnTo>
                  <a:lnTo>
                    <a:pt x="320040" y="157734"/>
                  </a:lnTo>
                  <a:lnTo>
                    <a:pt x="320040" y="172212"/>
                  </a:lnTo>
                  <a:lnTo>
                    <a:pt x="320040" y="186690"/>
                  </a:lnTo>
                  <a:lnTo>
                    <a:pt x="316230" y="208026"/>
                  </a:lnTo>
                  <a:lnTo>
                    <a:pt x="308610" y="228600"/>
                  </a:lnTo>
                  <a:lnTo>
                    <a:pt x="306070" y="235229"/>
                  </a:lnTo>
                  <a:lnTo>
                    <a:pt x="302260" y="241554"/>
                  </a:lnTo>
                  <a:lnTo>
                    <a:pt x="295910" y="254508"/>
                  </a:lnTo>
                  <a:lnTo>
                    <a:pt x="290830" y="260210"/>
                  </a:lnTo>
                  <a:lnTo>
                    <a:pt x="287020" y="265747"/>
                  </a:lnTo>
                  <a:lnTo>
                    <a:pt x="281940" y="271018"/>
                  </a:lnTo>
                  <a:lnTo>
                    <a:pt x="276860" y="275844"/>
                  </a:lnTo>
                  <a:lnTo>
                    <a:pt x="271780" y="281279"/>
                  </a:lnTo>
                  <a:lnTo>
                    <a:pt x="266700" y="286131"/>
                  </a:lnTo>
                  <a:lnTo>
                    <a:pt x="260350" y="290423"/>
                  </a:lnTo>
                  <a:lnTo>
                    <a:pt x="255270" y="294132"/>
                  </a:lnTo>
                  <a:lnTo>
                    <a:pt x="248920" y="298424"/>
                  </a:lnTo>
                  <a:lnTo>
                    <a:pt x="242570" y="302133"/>
                  </a:lnTo>
                  <a:lnTo>
                    <a:pt x="236220" y="305282"/>
                  </a:lnTo>
                  <a:lnTo>
                    <a:pt x="228600" y="307848"/>
                  </a:lnTo>
                  <a:lnTo>
                    <a:pt x="222250" y="310997"/>
                  </a:lnTo>
                  <a:lnTo>
                    <a:pt x="179070" y="319786"/>
                  </a:lnTo>
                  <a:lnTo>
                    <a:pt x="172720" y="320040"/>
                  </a:lnTo>
                  <a:lnTo>
                    <a:pt x="165100" y="319786"/>
                  </a:lnTo>
                  <a:lnTo>
                    <a:pt x="123190" y="310997"/>
                  </a:lnTo>
                  <a:lnTo>
                    <a:pt x="116840" y="307848"/>
                  </a:lnTo>
                  <a:lnTo>
                    <a:pt x="109220" y="305282"/>
                  </a:lnTo>
                  <a:lnTo>
                    <a:pt x="102870" y="302133"/>
                  </a:lnTo>
                  <a:lnTo>
                    <a:pt x="96520" y="298424"/>
                  </a:lnTo>
                  <a:lnTo>
                    <a:pt x="90170" y="294132"/>
                  </a:lnTo>
                  <a:lnTo>
                    <a:pt x="85090" y="290423"/>
                  </a:lnTo>
                  <a:lnTo>
                    <a:pt x="78740" y="286131"/>
                  </a:lnTo>
                  <a:lnTo>
                    <a:pt x="73660" y="281279"/>
                  </a:lnTo>
                  <a:lnTo>
                    <a:pt x="68580" y="275844"/>
                  </a:lnTo>
                  <a:lnTo>
                    <a:pt x="63500" y="271018"/>
                  </a:lnTo>
                  <a:lnTo>
                    <a:pt x="58420" y="265747"/>
                  </a:lnTo>
                  <a:lnTo>
                    <a:pt x="54610" y="260210"/>
                  </a:lnTo>
                  <a:lnTo>
                    <a:pt x="50800" y="254508"/>
                  </a:lnTo>
                  <a:lnTo>
                    <a:pt x="46990" y="247891"/>
                  </a:lnTo>
                  <a:lnTo>
                    <a:pt x="39370" y="235229"/>
                  </a:lnTo>
                  <a:lnTo>
                    <a:pt x="36830" y="228600"/>
                  </a:lnTo>
                  <a:lnTo>
                    <a:pt x="29210" y="208026"/>
                  </a:lnTo>
                  <a:lnTo>
                    <a:pt x="25400" y="186690"/>
                  </a:lnTo>
                  <a:lnTo>
                    <a:pt x="25400" y="179311"/>
                  </a:lnTo>
                  <a:lnTo>
                    <a:pt x="24130" y="172212"/>
                  </a:lnTo>
                  <a:lnTo>
                    <a:pt x="25400" y="165125"/>
                  </a:lnTo>
                  <a:lnTo>
                    <a:pt x="25400" y="157734"/>
                  </a:lnTo>
                  <a:lnTo>
                    <a:pt x="29210" y="136398"/>
                  </a:lnTo>
                  <a:lnTo>
                    <a:pt x="46990" y="95897"/>
                  </a:lnTo>
                  <a:lnTo>
                    <a:pt x="78740" y="57912"/>
                  </a:lnTo>
                  <a:lnTo>
                    <a:pt x="85090" y="53340"/>
                  </a:lnTo>
                  <a:lnTo>
                    <a:pt x="90170" y="48768"/>
                  </a:lnTo>
                  <a:lnTo>
                    <a:pt x="129540" y="30670"/>
                  </a:lnTo>
                  <a:lnTo>
                    <a:pt x="172720" y="24384"/>
                  </a:lnTo>
                  <a:lnTo>
                    <a:pt x="179070" y="24650"/>
                  </a:lnTo>
                  <a:lnTo>
                    <a:pt x="180340" y="24765"/>
                  </a:lnTo>
                  <a:lnTo>
                    <a:pt x="186690" y="25336"/>
                  </a:lnTo>
                  <a:lnTo>
                    <a:pt x="194310" y="26314"/>
                  </a:lnTo>
                  <a:lnTo>
                    <a:pt x="201930" y="27432"/>
                  </a:lnTo>
                  <a:lnTo>
                    <a:pt x="208280" y="28841"/>
                  </a:lnTo>
                  <a:lnTo>
                    <a:pt x="214630" y="30670"/>
                  </a:lnTo>
                  <a:lnTo>
                    <a:pt x="222250" y="32791"/>
                  </a:lnTo>
                  <a:lnTo>
                    <a:pt x="228600" y="35052"/>
                  </a:lnTo>
                  <a:lnTo>
                    <a:pt x="236220" y="38481"/>
                  </a:lnTo>
                  <a:lnTo>
                    <a:pt x="255270" y="48768"/>
                  </a:lnTo>
                  <a:lnTo>
                    <a:pt x="260350" y="53340"/>
                  </a:lnTo>
                  <a:lnTo>
                    <a:pt x="266700" y="57912"/>
                  </a:lnTo>
                  <a:lnTo>
                    <a:pt x="276860" y="67056"/>
                  </a:lnTo>
                  <a:lnTo>
                    <a:pt x="287020" y="78486"/>
                  </a:lnTo>
                  <a:lnTo>
                    <a:pt x="290830" y="84201"/>
                  </a:lnTo>
                  <a:lnTo>
                    <a:pt x="295910" y="89916"/>
                  </a:lnTo>
                  <a:lnTo>
                    <a:pt x="299720" y="95897"/>
                  </a:lnTo>
                  <a:lnTo>
                    <a:pt x="302260" y="102298"/>
                  </a:lnTo>
                  <a:lnTo>
                    <a:pt x="306070" y="108991"/>
                  </a:lnTo>
                  <a:lnTo>
                    <a:pt x="316230" y="136398"/>
                  </a:lnTo>
                  <a:lnTo>
                    <a:pt x="320040" y="157734"/>
                  </a:lnTo>
                  <a:lnTo>
                    <a:pt x="320040" y="83324"/>
                  </a:lnTo>
                  <a:lnTo>
                    <a:pt x="316230" y="76200"/>
                  </a:lnTo>
                  <a:lnTo>
                    <a:pt x="311150" y="69367"/>
                  </a:lnTo>
                  <a:lnTo>
                    <a:pt x="306070" y="62674"/>
                  </a:lnTo>
                  <a:lnTo>
                    <a:pt x="299720" y="56273"/>
                  </a:lnTo>
                  <a:lnTo>
                    <a:pt x="294640" y="50292"/>
                  </a:lnTo>
                  <a:lnTo>
                    <a:pt x="260350" y="24650"/>
                  </a:lnTo>
                  <a:lnTo>
                    <a:pt x="252730" y="20764"/>
                  </a:lnTo>
                  <a:lnTo>
                    <a:pt x="246380" y="17170"/>
                  </a:lnTo>
                  <a:lnTo>
                    <a:pt x="205740" y="3048"/>
                  </a:lnTo>
                  <a:lnTo>
                    <a:pt x="179070" y="228"/>
                  </a:lnTo>
                  <a:lnTo>
                    <a:pt x="172720" y="0"/>
                  </a:lnTo>
                  <a:lnTo>
                    <a:pt x="130810" y="5359"/>
                  </a:lnTo>
                  <a:lnTo>
                    <a:pt x="91440" y="20764"/>
                  </a:lnTo>
                  <a:lnTo>
                    <a:pt x="57150" y="44602"/>
                  </a:lnTo>
                  <a:lnTo>
                    <a:pt x="29210" y="76200"/>
                  </a:lnTo>
                  <a:lnTo>
                    <a:pt x="6350" y="130683"/>
                  </a:lnTo>
                  <a:lnTo>
                    <a:pt x="5080" y="138684"/>
                  </a:lnTo>
                  <a:lnTo>
                    <a:pt x="2540" y="146926"/>
                  </a:lnTo>
                  <a:lnTo>
                    <a:pt x="1270" y="155448"/>
                  </a:lnTo>
                  <a:lnTo>
                    <a:pt x="1270" y="163982"/>
                  </a:lnTo>
                  <a:lnTo>
                    <a:pt x="0" y="172212"/>
                  </a:lnTo>
                  <a:lnTo>
                    <a:pt x="1270" y="180454"/>
                  </a:lnTo>
                  <a:lnTo>
                    <a:pt x="1270" y="188976"/>
                  </a:lnTo>
                  <a:lnTo>
                    <a:pt x="2540" y="197510"/>
                  </a:lnTo>
                  <a:lnTo>
                    <a:pt x="5080" y="205740"/>
                  </a:lnTo>
                  <a:lnTo>
                    <a:pt x="6350" y="213741"/>
                  </a:lnTo>
                  <a:lnTo>
                    <a:pt x="13970" y="237744"/>
                  </a:lnTo>
                  <a:lnTo>
                    <a:pt x="17780" y="245516"/>
                  </a:lnTo>
                  <a:lnTo>
                    <a:pt x="24130" y="257975"/>
                  </a:lnTo>
                  <a:lnTo>
                    <a:pt x="25400" y="260464"/>
                  </a:lnTo>
                  <a:lnTo>
                    <a:pt x="29210" y="268224"/>
                  </a:lnTo>
                  <a:lnTo>
                    <a:pt x="57150" y="299618"/>
                  </a:lnTo>
                  <a:lnTo>
                    <a:pt x="69850" y="309994"/>
                  </a:lnTo>
                  <a:lnTo>
                    <a:pt x="76200" y="315468"/>
                  </a:lnTo>
                  <a:lnTo>
                    <a:pt x="115570" y="333857"/>
                  </a:lnTo>
                  <a:lnTo>
                    <a:pt x="138430" y="339852"/>
                  </a:lnTo>
                  <a:lnTo>
                    <a:pt x="147320" y="341858"/>
                  </a:lnTo>
                  <a:lnTo>
                    <a:pt x="156210" y="343281"/>
                  </a:lnTo>
                  <a:lnTo>
                    <a:pt x="163830" y="344144"/>
                  </a:lnTo>
                  <a:lnTo>
                    <a:pt x="165100" y="344182"/>
                  </a:lnTo>
                  <a:lnTo>
                    <a:pt x="172720" y="344424"/>
                  </a:lnTo>
                  <a:lnTo>
                    <a:pt x="180340" y="344144"/>
                  </a:lnTo>
                  <a:lnTo>
                    <a:pt x="189230" y="343281"/>
                  </a:lnTo>
                  <a:lnTo>
                    <a:pt x="198120" y="341858"/>
                  </a:lnTo>
                  <a:lnTo>
                    <a:pt x="205740" y="339852"/>
                  </a:lnTo>
                  <a:lnTo>
                    <a:pt x="214630" y="338429"/>
                  </a:lnTo>
                  <a:lnTo>
                    <a:pt x="252730" y="323659"/>
                  </a:lnTo>
                  <a:lnTo>
                    <a:pt x="260350" y="319786"/>
                  </a:lnTo>
                  <a:lnTo>
                    <a:pt x="294640" y="294132"/>
                  </a:lnTo>
                  <a:lnTo>
                    <a:pt x="299720" y="287515"/>
                  </a:lnTo>
                  <a:lnTo>
                    <a:pt x="306070" y="281178"/>
                  </a:lnTo>
                  <a:lnTo>
                    <a:pt x="311150" y="274853"/>
                  </a:lnTo>
                  <a:lnTo>
                    <a:pt x="316230" y="268224"/>
                  </a:lnTo>
                  <a:lnTo>
                    <a:pt x="320040" y="260464"/>
                  </a:lnTo>
                  <a:lnTo>
                    <a:pt x="327660" y="245516"/>
                  </a:lnTo>
                  <a:lnTo>
                    <a:pt x="331470" y="237744"/>
                  </a:lnTo>
                  <a:lnTo>
                    <a:pt x="341630" y="205740"/>
                  </a:lnTo>
                  <a:lnTo>
                    <a:pt x="344170" y="188976"/>
                  </a:lnTo>
                  <a:lnTo>
                    <a:pt x="344170" y="172212"/>
                  </a:lnTo>
                  <a:lnTo>
                    <a:pt x="344170" y="1554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6" name="object 106" descr="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8767572" y="1014983"/>
              <a:ext cx="1610868" cy="544067"/>
            </a:xfrm>
            <a:prstGeom prst="rect">
              <a:avLst/>
            </a:prstGeom>
          </p:spPr>
        </p:pic>
        <p:pic>
          <p:nvPicPr>
            <p:cNvPr id="107" name="object 107" descr="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9208008" y="1251203"/>
              <a:ext cx="409956" cy="106680"/>
            </a:xfrm>
            <a:prstGeom prst="rect">
              <a:avLst/>
            </a:prstGeom>
          </p:spPr>
        </p:pic>
        <p:pic>
          <p:nvPicPr>
            <p:cNvPr id="108" name="object 108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9675876" y="1251203"/>
              <a:ext cx="327660" cy="14173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18332" y="1397508"/>
            <a:ext cx="1629155" cy="123443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4704588" y="4527804"/>
            <a:ext cx="178435" cy="73660"/>
            <a:chOff x="4704588" y="4527804"/>
            <a:chExt cx="178435" cy="73660"/>
          </a:xfrm>
        </p:grpSpPr>
        <p:sp>
          <p:nvSpPr>
            <p:cNvPr id="4" name="object 4" descr=""/>
            <p:cNvSpPr/>
            <p:nvPr/>
          </p:nvSpPr>
          <p:spPr>
            <a:xfrm>
              <a:off x="4704588" y="4530852"/>
              <a:ext cx="43180" cy="70485"/>
            </a:xfrm>
            <a:custGeom>
              <a:avLst/>
              <a:gdLst/>
              <a:ahLst/>
              <a:cxnLst/>
              <a:rect l="l" t="t" r="r" b="b"/>
              <a:pathLst>
                <a:path w="43179" h="70485">
                  <a:moveTo>
                    <a:pt x="0" y="45720"/>
                  </a:moveTo>
                  <a:lnTo>
                    <a:pt x="0" y="30480"/>
                  </a:lnTo>
                  <a:lnTo>
                    <a:pt x="1524" y="24384"/>
                  </a:lnTo>
                  <a:lnTo>
                    <a:pt x="1524" y="19812"/>
                  </a:lnTo>
                  <a:lnTo>
                    <a:pt x="22860" y="0"/>
                  </a:lnTo>
                  <a:lnTo>
                    <a:pt x="31742" y="2024"/>
                  </a:lnTo>
                  <a:lnTo>
                    <a:pt x="37909" y="8191"/>
                  </a:lnTo>
                  <a:lnTo>
                    <a:pt x="41505" y="18645"/>
                  </a:lnTo>
                  <a:lnTo>
                    <a:pt x="42672" y="33528"/>
                  </a:lnTo>
                  <a:lnTo>
                    <a:pt x="42672" y="44196"/>
                  </a:lnTo>
                  <a:lnTo>
                    <a:pt x="41148" y="48768"/>
                  </a:lnTo>
                  <a:lnTo>
                    <a:pt x="41148" y="53340"/>
                  </a:lnTo>
                  <a:lnTo>
                    <a:pt x="39624" y="57912"/>
                  </a:lnTo>
                  <a:lnTo>
                    <a:pt x="36576" y="60960"/>
                  </a:lnTo>
                  <a:lnTo>
                    <a:pt x="35052" y="64008"/>
                  </a:lnTo>
                  <a:lnTo>
                    <a:pt x="35052" y="35052"/>
                  </a:lnTo>
                  <a:lnTo>
                    <a:pt x="34194" y="22169"/>
                  </a:lnTo>
                  <a:lnTo>
                    <a:pt x="31742" y="13562"/>
                  </a:lnTo>
                  <a:lnTo>
                    <a:pt x="31742" y="13292"/>
                  </a:lnTo>
                  <a:lnTo>
                    <a:pt x="27336" y="7834"/>
                  </a:lnTo>
                  <a:lnTo>
                    <a:pt x="21336" y="6096"/>
                  </a:lnTo>
                  <a:lnTo>
                    <a:pt x="15335" y="7834"/>
                  </a:lnTo>
                  <a:lnTo>
                    <a:pt x="11049" y="13144"/>
                  </a:lnTo>
                  <a:lnTo>
                    <a:pt x="8477" y="22169"/>
                  </a:lnTo>
                  <a:lnTo>
                    <a:pt x="7620" y="35052"/>
                  </a:lnTo>
                  <a:lnTo>
                    <a:pt x="7620" y="64008"/>
                  </a:lnTo>
                  <a:lnTo>
                    <a:pt x="3048" y="54864"/>
                  </a:lnTo>
                  <a:lnTo>
                    <a:pt x="0" y="45720"/>
                  </a:lnTo>
                  <a:close/>
                </a:path>
                <a:path w="43179" h="70485">
                  <a:moveTo>
                    <a:pt x="7620" y="64008"/>
                  </a:moveTo>
                  <a:lnTo>
                    <a:pt x="7620" y="35052"/>
                  </a:lnTo>
                  <a:lnTo>
                    <a:pt x="8477" y="47934"/>
                  </a:lnTo>
                  <a:lnTo>
                    <a:pt x="11049" y="56959"/>
                  </a:lnTo>
                  <a:lnTo>
                    <a:pt x="15335" y="62269"/>
                  </a:lnTo>
                  <a:lnTo>
                    <a:pt x="21336" y="64008"/>
                  </a:lnTo>
                  <a:lnTo>
                    <a:pt x="27336" y="62055"/>
                  </a:lnTo>
                  <a:lnTo>
                    <a:pt x="31742" y="56230"/>
                  </a:lnTo>
                  <a:lnTo>
                    <a:pt x="31742" y="55966"/>
                  </a:lnTo>
                  <a:lnTo>
                    <a:pt x="34194" y="47291"/>
                  </a:lnTo>
                  <a:lnTo>
                    <a:pt x="35052" y="35052"/>
                  </a:lnTo>
                  <a:lnTo>
                    <a:pt x="35052" y="64008"/>
                  </a:lnTo>
                  <a:lnTo>
                    <a:pt x="33528" y="65532"/>
                  </a:lnTo>
                  <a:lnTo>
                    <a:pt x="24384" y="70104"/>
                  </a:lnTo>
                  <a:lnTo>
                    <a:pt x="18288" y="70104"/>
                  </a:lnTo>
                  <a:lnTo>
                    <a:pt x="9144" y="65532"/>
                  </a:lnTo>
                  <a:lnTo>
                    <a:pt x="7620" y="64008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88408" y="4527804"/>
              <a:ext cx="94487" cy="71628"/>
            </a:xfrm>
            <a:prstGeom prst="rect">
              <a:avLst/>
            </a:prstGeom>
          </p:spPr>
        </p:pic>
      </p:grpSp>
      <p:sp>
        <p:nvSpPr>
          <p:cNvPr id="6" name="object 6" descr=""/>
          <p:cNvSpPr/>
          <p:nvPr/>
        </p:nvSpPr>
        <p:spPr>
          <a:xfrm>
            <a:off x="5862828" y="4530852"/>
            <a:ext cx="22860" cy="68580"/>
          </a:xfrm>
          <a:custGeom>
            <a:avLst/>
            <a:gdLst/>
            <a:ahLst/>
            <a:cxnLst/>
            <a:rect l="l" t="t" r="r" b="b"/>
            <a:pathLst>
              <a:path w="22860" h="68579">
                <a:moveTo>
                  <a:pt x="0" y="18288"/>
                </a:moveTo>
                <a:lnTo>
                  <a:pt x="0" y="10668"/>
                </a:lnTo>
                <a:lnTo>
                  <a:pt x="1524" y="9144"/>
                </a:lnTo>
                <a:lnTo>
                  <a:pt x="3048" y="9144"/>
                </a:lnTo>
                <a:lnTo>
                  <a:pt x="4572" y="7620"/>
                </a:lnTo>
                <a:lnTo>
                  <a:pt x="6096" y="7620"/>
                </a:lnTo>
                <a:lnTo>
                  <a:pt x="9144" y="6096"/>
                </a:lnTo>
                <a:lnTo>
                  <a:pt x="10668" y="6096"/>
                </a:lnTo>
                <a:lnTo>
                  <a:pt x="13716" y="3048"/>
                </a:lnTo>
                <a:lnTo>
                  <a:pt x="15240" y="3048"/>
                </a:lnTo>
                <a:lnTo>
                  <a:pt x="18288" y="0"/>
                </a:lnTo>
                <a:lnTo>
                  <a:pt x="22860" y="0"/>
                </a:lnTo>
                <a:lnTo>
                  <a:pt x="22860" y="68580"/>
                </a:lnTo>
                <a:lnTo>
                  <a:pt x="15240" y="68580"/>
                </a:lnTo>
                <a:lnTo>
                  <a:pt x="15240" y="9144"/>
                </a:lnTo>
                <a:lnTo>
                  <a:pt x="12192" y="12192"/>
                </a:lnTo>
                <a:lnTo>
                  <a:pt x="10668" y="12192"/>
                </a:lnTo>
                <a:lnTo>
                  <a:pt x="7620" y="15240"/>
                </a:lnTo>
                <a:lnTo>
                  <a:pt x="6096" y="15240"/>
                </a:lnTo>
                <a:lnTo>
                  <a:pt x="4572" y="16764"/>
                </a:lnTo>
                <a:lnTo>
                  <a:pt x="1524" y="16764"/>
                </a:lnTo>
                <a:lnTo>
                  <a:pt x="0" y="18288"/>
                </a:lnTo>
                <a:close/>
              </a:path>
            </a:pathLst>
          </a:custGeom>
          <a:solidFill>
            <a:srgbClr val="605D5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39028" y="4527804"/>
            <a:ext cx="94487" cy="71628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7007352" y="4527804"/>
            <a:ext cx="178435" cy="71755"/>
            <a:chOff x="7007352" y="4527804"/>
            <a:chExt cx="178435" cy="71755"/>
          </a:xfrm>
        </p:grpSpPr>
        <p:sp>
          <p:nvSpPr>
            <p:cNvPr id="9" name="object 9" descr=""/>
            <p:cNvSpPr/>
            <p:nvPr/>
          </p:nvSpPr>
          <p:spPr>
            <a:xfrm>
              <a:off x="7007352" y="4530852"/>
              <a:ext cx="43180" cy="68580"/>
            </a:xfrm>
            <a:custGeom>
              <a:avLst/>
              <a:gdLst/>
              <a:ahLst/>
              <a:cxnLst/>
              <a:rect l="l" t="t" r="r" b="b"/>
              <a:pathLst>
                <a:path w="43179" h="68579">
                  <a:moveTo>
                    <a:pt x="7620" y="68580"/>
                  </a:moveTo>
                  <a:lnTo>
                    <a:pt x="7620" y="60960"/>
                  </a:lnTo>
                  <a:lnTo>
                    <a:pt x="42672" y="60960"/>
                  </a:lnTo>
                  <a:lnTo>
                    <a:pt x="42672" y="68580"/>
                  </a:lnTo>
                  <a:lnTo>
                    <a:pt x="7620" y="68580"/>
                  </a:lnTo>
                  <a:close/>
                </a:path>
                <a:path w="43179" h="68579">
                  <a:moveTo>
                    <a:pt x="3048" y="13716"/>
                  </a:moveTo>
                  <a:lnTo>
                    <a:pt x="3048" y="6096"/>
                  </a:lnTo>
                  <a:lnTo>
                    <a:pt x="4572" y="3048"/>
                  </a:lnTo>
                  <a:lnTo>
                    <a:pt x="7620" y="1524"/>
                  </a:lnTo>
                  <a:lnTo>
                    <a:pt x="10668" y="1524"/>
                  </a:lnTo>
                  <a:lnTo>
                    <a:pt x="13716" y="0"/>
                  </a:lnTo>
                  <a:lnTo>
                    <a:pt x="27432" y="0"/>
                  </a:lnTo>
                  <a:lnTo>
                    <a:pt x="30480" y="1524"/>
                  </a:lnTo>
                  <a:lnTo>
                    <a:pt x="33528" y="4572"/>
                  </a:lnTo>
                  <a:lnTo>
                    <a:pt x="36576" y="6096"/>
                  </a:lnTo>
                  <a:lnTo>
                    <a:pt x="38100" y="7620"/>
                  </a:lnTo>
                  <a:lnTo>
                    <a:pt x="38100" y="9144"/>
                  </a:lnTo>
                  <a:lnTo>
                    <a:pt x="39624" y="12192"/>
                  </a:lnTo>
                  <a:lnTo>
                    <a:pt x="39624" y="24384"/>
                  </a:lnTo>
                  <a:lnTo>
                    <a:pt x="38100" y="27432"/>
                  </a:lnTo>
                  <a:lnTo>
                    <a:pt x="36576" y="28956"/>
                  </a:lnTo>
                  <a:lnTo>
                    <a:pt x="36576" y="30480"/>
                  </a:lnTo>
                  <a:lnTo>
                    <a:pt x="32004" y="35052"/>
                  </a:lnTo>
                  <a:lnTo>
                    <a:pt x="32004" y="12192"/>
                  </a:lnTo>
                  <a:lnTo>
                    <a:pt x="25908" y="6096"/>
                  </a:lnTo>
                  <a:lnTo>
                    <a:pt x="13716" y="6096"/>
                  </a:lnTo>
                  <a:lnTo>
                    <a:pt x="12192" y="7620"/>
                  </a:lnTo>
                  <a:lnTo>
                    <a:pt x="9144" y="7620"/>
                  </a:lnTo>
                  <a:lnTo>
                    <a:pt x="6096" y="10668"/>
                  </a:lnTo>
                  <a:lnTo>
                    <a:pt x="4572" y="10668"/>
                  </a:lnTo>
                  <a:lnTo>
                    <a:pt x="4572" y="12192"/>
                  </a:lnTo>
                  <a:lnTo>
                    <a:pt x="3048" y="13716"/>
                  </a:lnTo>
                  <a:close/>
                </a:path>
                <a:path w="43179" h="68579">
                  <a:moveTo>
                    <a:pt x="0" y="68580"/>
                  </a:moveTo>
                  <a:lnTo>
                    <a:pt x="0" y="59436"/>
                  </a:lnTo>
                  <a:lnTo>
                    <a:pt x="1524" y="56388"/>
                  </a:lnTo>
                  <a:lnTo>
                    <a:pt x="1524" y="54864"/>
                  </a:lnTo>
                  <a:lnTo>
                    <a:pt x="3048" y="53340"/>
                  </a:lnTo>
                  <a:lnTo>
                    <a:pt x="4572" y="50292"/>
                  </a:lnTo>
                  <a:lnTo>
                    <a:pt x="12192" y="42672"/>
                  </a:lnTo>
                  <a:lnTo>
                    <a:pt x="15240" y="41148"/>
                  </a:lnTo>
                  <a:lnTo>
                    <a:pt x="18288" y="38100"/>
                  </a:lnTo>
                  <a:lnTo>
                    <a:pt x="24384" y="35052"/>
                  </a:lnTo>
                  <a:lnTo>
                    <a:pt x="28956" y="30480"/>
                  </a:lnTo>
                  <a:lnTo>
                    <a:pt x="28956" y="27432"/>
                  </a:lnTo>
                  <a:lnTo>
                    <a:pt x="30480" y="25908"/>
                  </a:lnTo>
                  <a:lnTo>
                    <a:pt x="30480" y="24384"/>
                  </a:lnTo>
                  <a:lnTo>
                    <a:pt x="32004" y="22860"/>
                  </a:lnTo>
                  <a:lnTo>
                    <a:pt x="32004" y="35052"/>
                  </a:lnTo>
                  <a:lnTo>
                    <a:pt x="27432" y="39624"/>
                  </a:lnTo>
                  <a:lnTo>
                    <a:pt x="24384" y="41148"/>
                  </a:lnTo>
                  <a:lnTo>
                    <a:pt x="21336" y="44196"/>
                  </a:lnTo>
                  <a:lnTo>
                    <a:pt x="18288" y="45720"/>
                  </a:lnTo>
                  <a:lnTo>
                    <a:pt x="16764" y="47244"/>
                  </a:lnTo>
                  <a:lnTo>
                    <a:pt x="13716" y="48768"/>
                  </a:lnTo>
                  <a:lnTo>
                    <a:pt x="10668" y="51816"/>
                  </a:lnTo>
                  <a:lnTo>
                    <a:pt x="10668" y="53340"/>
                  </a:lnTo>
                  <a:lnTo>
                    <a:pt x="7620" y="56388"/>
                  </a:lnTo>
                  <a:lnTo>
                    <a:pt x="7620" y="68580"/>
                  </a:lnTo>
                  <a:lnTo>
                    <a:pt x="0" y="68580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91172" y="4527804"/>
              <a:ext cx="94487" cy="71628"/>
            </a:xfrm>
            <a:prstGeom prst="rect">
              <a:avLst/>
            </a:prstGeom>
          </p:spPr>
        </p:pic>
      </p:grpSp>
      <p:grpSp>
        <p:nvGrpSpPr>
          <p:cNvPr id="11" name="object 11" descr=""/>
          <p:cNvGrpSpPr/>
          <p:nvPr/>
        </p:nvGrpSpPr>
        <p:grpSpPr>
          <a:xfrm>
            <a:off x="8161020" y="4527804"/>
            <a:ext cx="175260" cy="73660"/>
            <a:chOff x="8161020" y="4527804"/>
            <a:chExt cx="175260" cy="73660"/>
          </a:xfrm>
        </p:grpSpPr>
        <p:sp>
          <p:nvSpPr>
            <p:cNvPr id="12" name="object 12" descr=""/>
            <p:cNvSpPr/>
            <p:nvPr/>
          </p:nvSpPr>
          <p:spPr>
            <a:xfrm>
              <a:off x="8161020" y="4530852"/>
              <a:ext cx="38100" cy="70485"/>
            </a:xfrm>
            <a:custGeom>
              <a:avLst/>
              <a:gdLst/>
              <a:ahLst/>
              <a:cxnLst/>
              <a:rect l="l" t="t" r="r" b="b"/>
              <a:pathLst>
                <a:path w="38100" h="70485">
                  <a:moveTo>
                    <a:pt x="36576" y="54864"/>
                  </a:moveTo>
                  <a:lnTo>
                    <a:pt x="36576" y="44196"/>
                  </a:lnTo>
                  <a:lnTo>
                    <a:pt x="38100" y="47244"/>
                  </a:lnTo>
                  <a:lnTo>
                    <a:pt x="38100" y="51816"/>
                  </a:lnTo>
                  <a:lnTo>
                    <a:pt x="36576" y="54864"/>
                  </a:lnTo>
                  <a:close/>
                </a:path>
                <a:path w="38100" h="70485">
                  <a:moveTo>
                    <a:pt x="21336" y="36576"/>
                  </a:moveTo>
                  <a:lnTo>
                    <a:pt x="21336" y="32004"/>
                  </a:lnTo>
                  <a:lnTo>
                    <a:pt x="24384" y="33528"/>
                  </a:lnTo>
                  <a:lnTo>
                    <a:pt x="25908" y="33528"/>
                  </a:lnTo>
                  <a:lnTo>
                    <a:pt x="27432" y="35052"/>
                  </a:lnTo>
                  <a:lnTo>
                    <a:pt x="30480" y="35052"/>
                  </a:lnTo>
                  <a:lnTo>
                    <a:pt x="35052" y="39624"/>
                  </a:lnTo>
                  <a:lnTo>
                    <a:pt x="35052" y="41148"/>
                  </a:lnTo>
                  <a:lnTo>
                    <a:pt x="36576" y="42672"/>
                  </a:lnTo>
                  <a:lnTo>
                    <a:pt x="36576" y="57912"/>
                  </a:lnTo>
                  <a:lnTo>
                    <a:pt x="35052" y="59436"/>
                  </a:lnTo>
                  <a:lnTo>
                    <a:pt x="33528" y="62484"/>
                  </a:lnTo>
                  <a:lnTo>
                    <a:pt x="30480" y="64008"/>
                  </a:lnTo>
                  <a:lnTo>
                    <a:pt x="30480" y="41148"/>
                  </a:lnTo>
                  <a:lnTo>
                    <a:pt x="24384" y="36576"/>
                  </a:lnTo>
                  <a:lnTo>
                    <a:pt x="21336" y="36576"/>
                  </a:lnTo>
                  <a:close/>
                </a:path>
                <a:path w="38100" h="70485">
                  <a:moveTo>
                    <a:pt x="1524" y="10668"/>
                  </a:moveTo>
                  <a:lnTo>
                    <a:pt x="1524" y="3048"/>
                  </a:lnTo>
                  <a:lnTo>
                    <a:pt x="6096" y="0"/>
                  </a:lnTo>
                  <a:lnTo>
                    <a:pt x="24384" y="0"/>
                  </a:lnTo>
                  <a:lnTo>
                    <a:pt x="28956" y="4572"/>
                  </a:lnTo>
                  <a:lnTo>
                    <a:pt x="30480" y="4572"/>
                  </a:lnTo>
                  <a:lnTo>
                    <a:pt x="32004" y="7620"/>
                  </a:lnTo>
                  <a:lnTo>
                    <a:pt x="33528" y="9144"/>
                  </a:lnTo>
                  <a:lnTo>
                    <a:pt x="33528" y="10668"/>
                  </a:lnTo>
                  <a:lnTo>
                    <a:pt x="35052" y="13716"/>
                  </a:lnTo>
                  <a:lnTo>
                    <a:pt x="35052" y="24384"/>
                  </a:lnTo>
                  <a:lnTo>
                    <a:pt x="30480" y="30480"/>
                  </a:lnTo>
                  <a:lnTo>
                    <a:pt x="27432" y="30988"/>
                  </a:lnTo>
                  <a:lnTo>
                    <a:pt x="27432" y="9144"/>
                  </a:lnTo>
                  <a:lnTo>
                    <a:pt x="22860" y="6096"/>
                  </a:lnTo>
                  <a:lnTo>
                    <a:pt x="10668" y="6096"/>
                  </a:lnTo>
                  <a:lnTo>
                    <a:pt x="6096" y="7620"/>
                  </a:lnTo>
                  <a:lnTo>
                    <a:pt x="1524" y="10668"/>
                  </a:lnTo>
                  <a:close/>
                </a:path>
                <a:path w="38100" h="70485">
                  <a:moveTo>
                    <a:pt x="0" y="65532"/>
                  </a:moveTo>
                  <a:lnTo>
                    <a:pt x="0" y="57912"/>
                  </a:lnTo>
                  <a:lnTo>
                    <a:pt x="9144" y="64008"/>
                  </a:lnTo>
                  <a:lnTo>
                    <a:pt x="16764" y="64008"/>
                  </a:lnTo>
                  <a:lnTo>
                    <a:pt x="19812" y="62484"/>
                  </a:lnTo>
                  <a:lnTo>
                    <a:pt x="22860" y="62484"/>
                  </a:lnTo>
                  <a:lnTo>
                    <a:pt x="27432" y="57912"/>
                  </a:lnTo>
                  <a:lnTo>
                    <a:pt x="28956" y="54864"/>
                  </a:lnTo>
                  <a:lnTo>
                    <a:pt x="28956" y="53340"/>
                  </a:lnTo>
                  <a:lnTo>
                    <a:pt x="30480" y="51816"/>
                  </a:lnTo>
                  <a:lnTo>
                    <a:pt x="30480" y="64008"/>
                  </a:lnTo>
                  <a:lnTo>
                    <a:pt x="27432" y="67056"/>
                  </a:lnTo>
                  <a:lnTo>
                    <a:pt x="24384" y="68580"/>
                  </a:lnTo>
                  <a:lnTo>
                    <a:pt x="21336" y="68580"/>
                  </a:lnTo>
                  <a:lnTo>
                    <a:pt x="18288" y="70104"/>
                  </a:lnTo>
                  <a:lnTo>
                    <a:pt x="7620" y="70104"/>
                  </a:lnTo>
                  <a:lnTo>
                    <a:pt x="3048" y="68580"/>
                  </a:lnTo>
                  <a:lnTo>
                    <a:pt x="0" y="65532"/>
                  </a:lnTo>
                  <a:close/>
                </a:path>
                <a:path w="38100" h="70485">
                  <a:moveTo>
                    <a:pt x="6096" y="36576"/>
                  </a:moveTo>
                  <a:lnTo>
                    <a:pt x="6096" y="30480"/>
                  </a:lnTo>
                  <a:lnTo>
                    <a:pt x="21336" y="30480"/>
                  </a:lnTo>
                  <a:lnTo>
                    <a:pt x="27432" y="25908"/>
                  </a:lnTo>
                  <a:lnTo>
                    <a:pt x="27432" y="30988"/>
                  </a:lnTo>
                  <a:lnTo>
                    <a:pt x="21336" y="32004"/>
                  </a:lnTo>
                  <a:lnTo>
                    <a:pt x="21336" y="36576"/>
                  </a:lnTo>
                  <a:lnTo>
                    <a:pt x="6096" y="36576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41792" y="4527804"/>
              <a:ext cx="94487" cy="71628"/>
            </a:xfrm>
            <a:prstGeom prst="rect">
              <a:avLst/>
            </a:prstGeom>
          </p:spPr>
        </p:pic>
      </p:grpSp>
      <p:grpSp>
        <p:nvGrpSpPr>
          <p:cNvPr id="14" name="object 14" descr=""/>
          <p:cNvGrpSpPr/>
          <p:nvPr/>
        </p:nvGrpSpPr>
        <p:grpSpPr>
          <a:xfrm>
            <a:off x="9305544" y="4527804"/>
            <a:ext cx="182880" cy="71755"/>
            <a:chOff x="9305544" y="4527804"/>
            <a:chExt cx="182880" cy="71755"/>
          </a:xfrm>
        </p:grpSpPr>
        <p:sp>
          <p:nvSpPr>
            <p:cNvPr id="15" name="object 15" descr=""/>
            <p:cNvSpPr/>
            <p:nvPr/>
          </p:nvSpPr>
          <p:spPr>
            <a:xfrm>
              <a:off x="9305544" y="4532376"/>
              <a:ext cx="48895" cy="67310"/>
            </a:xfrm>
            <a:custGeom>
              <a:avLst/>
              <a:gdLst/>
              <a:ahLst/>
              <a:cxnLst/>
              <a:rect l="l" t="t" r="r" b="b"/>
              <a:pathLst>
                <a:path w="48895" h="67310">
                  <a:moveTo>
                    <a:pt x="39624" y="50292"/>
                  </a:moveTo>
                  <a:lnTo>
                    <a:pt x="39624" y="44196"/>
                  </a:lnTo>
                  <a:lnTo>
                    <a:pt x="48768" y="44196"/>
                  </a:lnTo>
                  <a:lnTo>
                    <a:pt x="48768" y="50292"/>
                  </a:lnTo>
                  <a:lnTo>
                    <a:pt x="39624" y="50292"/>
                  </a:lnTo>
                  <a:close/>
                </a:path>
                <a:path w="48895" h="67310">
                  <a:moveTo>
                    <a:pt x="0" y="50292"/>
                  </a:moveTo>
                  <a:lnTo>
                    <a:pt x="0" y="44196"/>
                  </a:lnTo>
                  <a:lnTo>
                    <a:pt x="3048" y="41148"/>
                  </a:lnTo>
                  <a:lnTo>
                    <a:pt x="6096" y="36576"/>
                  </a:lnTo>
                  <a:lnTo>
                    <a:pt x="9144" y="33528"/>
                  </a:lnTo>
                  <a:lnTo>
                    <a:pt x="12192" y="28956"/>
                  </a:lnTo>
                  <a:lnTo>
                    <a:pt x="15240" y="25908"/>
                  </a:lnTo>
                  <a:lnTo>
                    <a:pt x="18288" y="21336"/>
                  </a:lnTo>
                  <a:lnTo>
                    <a:pt x="21336" y="18288"/>
                  </a:lnTo>
                  <a:lnTo>
                    <a:pt x="22860" y="13716"/>
                  </a:lnTo>
                  <a:lnTo>
                    <a:pt x="25908" y="10668"/>
                  </a:lnTo>
                  <a:lnTo>
                    <a:pt x="27432" y="6096"/>
                  </a:lnTo>
                  <a:lnTo>
                    <a:pt x="30480" y="3048"/>
                  </a:lnTo>
                  <a:lnTo>
                    <a:pt x="32004" y="0"/>
                  </a:lnTo>
                  <a:lnTo>
                    <a:pt x="39624" y="0"/>
                  </a:lnTo>
                  <a:lnTo>
                    <a:pt x="39624" y="67056"/>
                  </a:lnTo>
                  <a:lnTo>
                    <a:pt x="32004" y="67056"/>
                  </a:lnTo>
                  <a:lnTo>
                    <a:pt x="32004" y="10668"/>
                  </a:lnTo>
                  <a:lnTo>
                    <a:pt x="30480" y="15240"/>
                  </a:lnTo>
                  <a:lnTo>
                    <a:pt x="27432" y="18288"/>
                  </a:lnTo>
                  <a:lnTo>
                    <a:pt x="25908" y="21336"/>
                  </a:lnTo>
                  <a:lnTo>
                    <a:pt x="22860" y="24384"/>
                  </a:lnTo>
                  <a:lnTo>
                    <a:pt x="18288" y="33528"/>
                  </a:lnTo>
                  <a:lnTo>
                    <a:pt x="15240" y="35052"/>
                  </a:lnTo>
                  <a:lnTo>
                    <a:pt x="13716" y="38100"/>
                  </a:lnTo>
                  <a:lnTo>
                    <a:pt x="10668" y="41148"/>
                  </a:lnTo>
                  <a:lnTo>
                    <a:pt x="9144" y="44196"/>
                  </a:lnTo>
                  <a:lnTo>
                    <a:pt x="9144" y="50292"/>
                  </a:lnTo>
                  <a:lnTo>
                    <a:pt x="0" y="50292"/>
                  </a:lnTo>
                  <a:close/>
                </a:path>
                <a:path w="48895" h="67310">
                  <a:moveTo>
                    <a:pt x="9144" y="50292"/>
                  </a:moveTo>
                  <a:lnTo>
                    <a:pt x="9144" y="44196"/>
                  </a:lnTo>
                  <a:lnTo>
                    <a:pt x="32004" y="44196"/>
                  </a:lnTo>
                  <a:lnTo>
                    <a:pt x="32004" y="50292"/>
                  </a:lnTo>
                  <a:lnTo>
                    <a:pt x="9144" y="50292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393936" y="4527804"/>
              <a:ext cx="94487" cy="71628"/>
            </a:xfrm>
            <a:prstGeom prst="rect">
              <a:avLst/>
            </a:prstGeom>
          </p:spPr>
        </p:pic>
      </p:grpSp>
      <p:pic>
        <p:nvPicPr>
          <p:cNvPr id="17" name="object 17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716268" y="4668011"/>
            <a:ext cx="749808" cy="83820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435096" y="2965704"/>
            <a:ext cx="106680" cy="399287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447032" y="2194560"/>
            <a:ext cx="266699" cy="68580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338828" y="2660904"/>
            <a:ext cx="377952" cy="91439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404360" y="3125724"/>
            <a:ext cx="307847" cy="73152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674364" y="3593591"/>
            <a:ext cx="1037843" cy="74676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421124" y="4062983"/>
            <a:ext cx="292608" cy="73152"/>
          </a:xfrm>
          <a:prstGeom prst="rect">
            <a:avLst/>
          </a:prstGeom>
        </p:spPr>
      </p:pic>
      <p:sp>
        <p:nvSpPr>
          <p:cNvPr id="24" name="object 24" descr=""/>
          <p:cNvSpPr/>
          <p:nvPr/>
        </p:nvSpPr>
        <p:spPr>
          <a:xfrm>
            <a:off x="4789932" y="2042160"/>
            <a:ext cx="4354195" cy="364490"/>
          </a:xfrm>
          <a:custGeom>
            <a:avLst/>
            <a:gdLst/>
            <a:ahLst/>
            <a:cxnLst/>
            <a:rect l="l" t="t" r="r" b="b"/>
            <a:pathLst>
              <a:path w="4354195" h="364489">
                <a:moveTo>
                  <a:pt x="0" y="364236"/>
                </a:moveTo>
                <a:lnTo>
                  <a:pt x="0" y="0"/>
                </a:lnTo>
                <a:lnTo>
                  <a:pt x="4354067" y="0"/>
                </a:lnTo>
                <a:lnTo>
                  <a:pt x="4354067" y="364236"/>
                </a:lnTo>
                <a:lnTo>
                  <a:pt x="0" y="364236"/>
                </a:lnTo>
                <a:close/>
              </a:path>
            </a:pathLst>
          </a:custGeom>
          <a:solidFill>
            <a:srgbClr val="0846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4789932" y="2510027"/>
            <a:ext cx="4238625" cy="364490"/>
          </a:xfrm>
          <a:custGeom>
            <a:avLst/>
            <a:gdLst/>
            <a:ahLst/>
            <a:cxnLst/>
            <a:rect l="l" t="t" r="r" b="b"/>
            <a:pathLst>
              <a:path w="4238625" h="364489">
                <a:moveTo>
                  <a:pt x="0" y="364236"/>
                </a:moveTo>
                <a:lnTo>
                  <a:pt x="0" y="0"/>
                </a:lnTo>
                <a:lnTo>
                  <a:pt x="4238243" y="0"/>
                </a:lnTo>
                <a:lnTo>
                  <a:pt x="4238243" y="364236"/>
                </a:lnTo>
                <a:lnTo>
                  <a:pt x="0" y="364236"/>
                </a:lnTo>
                <a:close/>
              </a:path>
            </a:pathLst>
          </a:custGeom>
          <a:solidFill>
            <a:srgbClr val="1A568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4789932" y="2979419"/>
            <a:ext cx="4064635" cy="363220"/>
          </a:xfrm>
          <a:custGeom>
            <a:avLst/>
            <a:gdLst/>
            <a:ahLst/>
            <a:cxnLst/>
            <a:rect l="l" t="t" r="r" b="b"/>
            <a:pathLst>
              <a:path w="4064634" h="363220">
                <a:moveTo>
                  <a:pt x="0" y="362712"/>
                </a:moveTo>
                <a:lnTo>
                  <a:pt x="0" y="0"/>
                </a:lnTo>
                <a:lnTo>
                  <a:pt x="4064507" y="0"/>
                </a:lnTo>
                <a:lnTo>
                  <a:pt x="4064507" y="362712"/>
                </a:lnTo>
                <a:lnTo>
                  <a:pt x="0" y="362712"/>
                </a:lnTo>
                <a:close/>
              </a:path>
            </a:pathLst>
          </a:custGeom>
          <a:solidFill>
            <a:srgbClr val="346E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4789932" y="3447288"/>
            <a:ext cx="3450590" cy="363220"/>
          </a:xfrm>
          <a:custGeom>
            <a:avLst/>
            <a:gdLst/>
            <a:ahLst/>
            <a:cxnLst/>
            <a:rect l="l" t="t" r="r" b="b"/>
            <a:pathLst>
              <a:path w="3450590" h="363220">
                <a:moveTo>
                  <a:pt x="0" y="362711"/>
                </a:moveTo>
                <a:lnTo>
                  <a:pt x="0" y="0"/>
                </a:lnTo>
                <a:lnTo>
                  <a:pt x="3450335" y="0"/>
                </a:lnTo>
                <a:lnTo>
                  <a:pt x="3450335" y="362711"/>
                </a:lnTo>
                <a:lnTo>
                  <a:pt x="0" y="362711"/>
                </a:lnTo>
                <a:close/>
              </a:path>
            </a:pathLst>
          </a:custGeom>
          <a:solidFill>
            <a:srgbClr val="90C3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4789932" y="3915155"/>
            <a:ext cx="3350260" cy="363220"/>
          </a:xfrm>
          <a:custGeom>
            <a:avLst/>
            <a:gdLst/>
            <a:ahLst/>
            <a:cxnLst/>
            <a:rect l="l" t="t" r="r" b="b"/>
            <a:pathLst>
              <a:path w="3350259" h="363220">
                <a:moveTo>
                  <a:pt x="0" y="362711"/>
                </a:moveTo>
                <a:lnTo>
                  <a:pt x="0" y="0"/>
                </a:lnTo>
                <a:lnTo>
                  <a:pt x="3349751" y="0"/>
                </a:lnTo>
                <a:lnTo>
                  <a:pt x="3349751" y="362711"/>
                </a:lnTo>
                <a:lnTo>
                  <a:pt x="0" y="362711"/>
                </a:lnTo>
                <a:close/>
              </a:path>
            </a:pathLst>
          </a:custGeom>
          <a:solidFill>
            <a:srgbClr val="A0D1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9" name="object 29" descr=""/>
          <p:cNvGrpSpPr/>
          <p:nvPr/>
        </p:nvGrpSpPr>
        <p:grpSpPr>
          <a:xfrm>
            <a:off x="3418332" y="1620012"/>
            <a:ext cx="744220" cy="81280"/>
            <a:chOff x="3418332" y="1620012"/>
            <a:chExt cx="744220" cy="81280"/>
          </a:xfrm>
        </p:grpSpPr>
        <p:pic>
          <p:nvPicPr>
            <p:cNvPr id="30" name="object 30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418332" y="1624583"/>
              <a:ext cx="271271" cy="76200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729228" y="1621536"/>
              <a:ext cx="117348" cy="79248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887724" y="1620012"/>
              <a:ext cx="274320" cy="80772"/>
            </a:xfrm>
            <a:prstGeom prst="rect">
              <a:avLst/>
            </a:prstGeom>
          </p:spPr>
        </p:pic>
      </p:grpSp>
      <p:pic>
        <p:nvPicPr>
          <p:cNvPr id="33" name="object 33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599432" y="1581912"/>
            <a:ext cx="647700" cy="161543"/>
          </a:xfrm>
          <a:prstGeom prst="rect">
            <a:avLst/>
          </a:prstGeom>
        </p:spPr>
      </p:pic>
      <p:pic>
        <p:nvPicPr>
          <p:cNvPr id="34" name="object 34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232148" y="1624583"/>
            <a:ext cx="172212" cy="89916"/>
          </a:xfrm>
          <a:prstGeom prst="rect">
            <a:avLst/>
          </a:prstGeom>
        </p:spPr>
      </p:pic>
      <p:pic>
        <p:nvPicPr>
          <p:cNvPr id="35" name="object 35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463796" y="1621536"/>
            <a:ext cx="105156" cy="79248"/>
          </a:xfrm>
          <a:prstGeom prst="rect">
            <a:avLst/>
          </a:prstGeom>
        </p:spPr>
      </p:pic>
      <p:grpSp>
        <p:nvGrpSpPr>
          <p:cNvPr id="36" name="object 36" descr=""/>
          <p:cNvGrpSpPr/>
          <p:nvPr/>
        </p:nvGrpSpPr>
        <p:grpSpPr>
          <a:xfrm>
            <a:off x="5279136" y="1621536"/>
            <a:ext cx="335280" cy="93345"/>
            <a:chOff x="5279136" y="1621536"/>
            <a:chExt cx="335280" cy="93345"/>
          </a:xfrm>
        </p:grpSpPr>
        <p:pic>
          <p:nvPicPr>
            <p:cNvPr id="37" name="object 37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279136" y="1624583"/>
              <a:ext cx="185928" cy="89916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509260" y="1621536"/>
              <a:ext cx="105155" cy="79248"/>
            </a:xfrm>
            <a:prstGeom prst="rect">
              <a:avLst/>
            </a:prstGeom>
          </p:spPr>
        </p:pic>
      </p:grpSp>
      <p:pic>
        <p:nvPicPr>
          <p:cNvPr id="39" name="object 39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07848" y="1415795"/>
            <a:ext cx="531875" cy="94488"/>
          </a:xfrm>
          <a:prstGeom prst="rect">
            <a:avLst/>
          </a:prstGeom>
        </p:spPr>
      </p:pic>
      <p:sp>
        <p:nvSpPr>
          <p:cNvPr id="40" name="object 40" descr=""/>
          <p:cNvSpPr/>
          <p:nvPr/>
        </p:nvSpPr>
        <p:spPr>
          <a:xfrm>
            <a:off x="2407920" y="1431036"/>
            <a:ext cx="94615" cy="52069"/>
          </a:xfrm>
          <a:custGeom>
            <a:avLst/>
            <a:gdLst/>
            <a:ahLst/>
            <a:cxnLst/>
            <a:rect l="l" t="t" r="r" b="b"/>
            <a:pathLst>
              <a:path w="94614" h="52069">
                <a:moveTo>
                  <a:pt x="0" y="6096"/>
                </a:moveTo>
                <a:lnTo>
                  <a:pt x="6096" y="0"/>
                </a:lnTo>
                <a:lnTo>
                  <a:pt x="47244" y="41147"/>
                </a:lnTo>
                <a:lnTo>
                  <a:pt x="88392" y="0"/>
                </a:lnTo>
                <a:lnTo>
                  <a:pt x="94487" y="6096"/>
                </a:lnTo>
                <a:lnTo>
                  <a:pt x="47244" y="51815"/>
                </a:lnTo>
                <a:lnTo>
                  <a:pt x="0" y="6096"/>
                </a:lnTo>
                <a:close/>
              </a:path>
            </a:pathLst>
          </a:custGeom>
          <a:solidFill>
            <a:srgbClr val="605D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/>
          <p:nvPr/>
        </p:nvSpPr>
        <p:spPr>
          <a:xfrm>
            <a:off x="297180" y="1604772"/>
            <a:ext cx="131445" cy="131445"/>
          </a:xfrm>
          <a:custGeom>
            <a:avLst/>
            <a:gdLst/>
            <a:ahLst/>
            <a:cxnLst/>
            <a:rect l="l" t="t" r="r" b="b"/>
            <a:pathLst>
              <a:path w="131445" h="131444">
                <a:moveTo>
                  <a:pt x="0" y="131064"/>
                </a:moveTo>
                <a:lnTo>
                  <a:pt x="0" y="0"/>
                </a:lnTo>
                <a:lnTo>
                  <a:pt x="131064" y="0"/>
                </a:lnTo>
                <a:lnTo>
                  <a:pt x="131064" y="131064"/>
                </a:lnTo>
                <a:lnTo>
                  <a:pt x="0" y="13106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2" name="object 42" descr=""/>
          <p:cNvGrpSpPr/>
          <p:nvPr/>
        </p:nvGrpSpPr>
        <p:grpSpPr>
          <a:xfrm>
            <a:off x="496825" y="1626107"/>
            <a:ext cx="447040" cy="125095"/>
            <a:chOff x="496825" y="1626107"/>
            <a:chExt cx="447040" cy="125095"/>
          </a:xfrm>
        </p:grpSpPr>
        <p:pic>
          <p:nvPicPr>
            <p:cNvPr id="43" name="object 43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96825" y="1626107"/>
              <a:ext cx="211835" cy="94488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29997" y="1633728"/>
              <a:ext cx="213359" cy="117348"/>
            </a:xfrm>
            <a:prstGeom prst="rect">
              <a:avLst/>
            </a:prstGeom>
          </p:spPr>
        </p:pic>
      </p:grpSp>
      <p:sp>
        <p:nvSpPr>
          <p:cNvPr id="45" name="object 45" descr=""/>
          <p:cNvSpPr/>
          <p:nvPr/>
        </p:nvSpPr>
        <p:spPr>
          <a:xfrm>
            <a:off x="297180" y="1839467"/>
            <a:ext cx="129539" cy="129539"/>
          </a:xfrm>
          <a:custGeom>
            <a:avLst/>
            <a:gdLst/>
            <a:ahLst/>
            <a:cxnLst/>
            <a:rect l="l" t="t" r="r" b="b"/>
            <a:pathLst>
              <a:path w="129540" h="129539">
                <a:moveTo>
                  <a:pt x="129540" y="0"/>
                </a:moveTo>
                <a:lnTo>
                  <a:pt x="121920" y="0"/>
                </a:lnTo>
                <a:lnTo>
                  <a:pt x="8890" y="0"/>
                </a:lnTo>
                <a:lnTo>
                  <a:pt x="0" y="0"/>
                </a:lnTo>
                <a:lnTo>
                  <a:pt x="0" y="129540"/>
                </a:lnTo>
                <a:lnTo>
                  <a:pt x="8890" y="129540"/>
                </a:lnTo>
                <a:lnTo>
                  <a:pt x="8890" y="7620"/>
                </a:lnTo>
                <a:lnTo>
                  <a:pt x="121920" y="7620"/>
                </a:lnTo>
                <a:lnTo>
                  <a:pt x="121920" y="120396"/>
                </a:lnTo>
                <a:lnTo>
                  <a:pt x="9144" y="120396"/>
                </a:lnTo>
                <a:lnTo>
                  <a:pt x="9144" y="129540"/>
                </a:lnTo>
                <a:lnTo>
                  <a:pt x="121920" y="129540"/>
                </a:lnTo>
                <a:lnTo>
                  <a:pt x="129540" y="129540"/>
                </a:lnTo>
                <a:lnTo>
                  <a:pt x="129540" y="0"/>
                </a:lnTo>
                <a:close/>
              </a:path>
            </a:pathLst>
          </a:custGeom>
          <a:solidFill>
            <a:srgbClr val="79777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6" name="object 46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502920" y="1856232"/>
            <a:ext cx="359664" cy="97536"/>
          </a:xfrm>
          <a:prstGeom prst="rect">
            <a:avLst/>
          </a:prstGeom>
        </p:spPr>
      </p:pic>
      <p:grpSp>
        <p:nvGrpSpPr>
          <p:cNvPr id="47" name="object 47" descr=""/>
          <p:cNvGrpSpPr/>
          <p:nvPr/>
        </p:nvGrpSpPr>
        <p:grpSpPr>
          <a:xfrm>
            <a:off x="918972" y="1860804"/>
            <a:ext cx="323215" cy="93345"/>
            <a:chOff x="918972" y="1860804"/>
            <a:chExt cx="323215" cy="93345"/>
          </a:xfrm>
        </p:grpSpPr>
        <p:pic>
          <p:nvPicPr>
            <p:cNvPr id="48" name="object 48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18972" y="1860804"/>
              <a:ext cx="140208" cy="92963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078992" y="1885188"/>
              <a:ext cx="163068" cy="68580"/>
            </a:xfrm>
            <a:prstGeom prst="rect">
              <a:avLst/>
            </a:prstGeom>
          </p:spPr>
        </p:pic>
      </p:grpSp>
      <p:sp>
        <p:nvSpPr>
          <p:cNvPr id="50" name="object 50" descr=""/>
          <p:cNvSpPr/>
          <p:nvPr/>
        </p:nvSpPr>
        <p:spPr>
          <a:xfrm>
            <a:off x="297180" y="2072639"/>
            <a:ext cx="129539" cy="129539"/>
          </a:xfrm>
          <a:custGeom>
            <a:avLst/>
            <a:gdLst/>
            <a:ahLst/>
            <a:cxnLst/>
            <a:rect l="l" t="t" r="r" b="b"/>
            <a:pathLst>
              <a:path w="129540" h="129539">
                <a:moveTo>
                  <a:pt x="129540" y="0"/>
                </a:moveTo>
                <a:lnTo>
                  <a:pt x="121920" y="0"/>
                </a:lnTo>
                <a:lnTo>
                  <a:pt x="8890" y="0"/>
                </a:lnTo>
                <a:lnTo>
                  <a:pt x="0" y="0"/>
                </a:lnTo>
                <a:lnTo>
                  <a:pt x="0" y="129540"/>
                </a:lnTo>
                <a:lnTo>
                  <a:pt x="8890" y="129540"/>
                </a:lnTo>
                <a:lnTo>
                  <a:pt x="8890" y="7620"/>
                </a:lnTo>
                <a:lnTo>
                  <a:pt x="121920" y="7620"/>
                </a:lnTo>
                <a:lnTo>
                  <a:pt x="121920" y="121920"/>
                </a:lnTo>
                <a:lnTo>
                  <a:pt x="9144" y="121920"/>
                </a:lnTo>
                <a:lnTo>
                  <a:pt x="9144" y="129540"/>
                </a:lnTo>
                <a:lnTo>
                  <a:pt x="121920" y="129540"/>
                </a:lnTo>
                <a:lnTo>
                  <a:pt x="129540" y="129540"/>
                </a:lnTo>
                <a:lnTo>
                  <a:pt x="129540" y="0"/>
                </a:lnTo>
                <a:close/>
              </a:path>
            </a:pathLst>
          </a:custGeom>
          <a:solidFill>
            <a:srgbClr val="79777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1" name="object 51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502920" y="2089404"/>
            <a:ext cx="429767" cy="97536"/>
          </a:xfrm>
          <a:prstGeom prst="rect">
            <a:avLst/>
          </a:prstGeom>
        </p:spPr>
      </p:pic>
      <p:sp>
        <p:nvSpPr>
          <p:cNvPr id="52" name="object 52" descr=""/>
          <p:cNvSpPr/>
          <p:nvPr/>
        </p:nvSpPr>
        <p:spPr>
          <a:xfrm>
            <a:off x="297180" y="2305811"/>
            <a:ext cx="129539" cy="129539"/>
          </a:xfrm>
          <a:custGeom>
            <a:avLst/>
            <a:gdLst/>
            <a:ahLst/>
            <a:cxnLst/>
            <a:rect l="l" t="t" r="r" b="b"/>
            <a:pathLst>
              <a:path w="129540" h="129539">
                <a:moveTo>
                  <a:pt x="129540" y="0"/>
                </a:moveTo>
                <a:lnTo>
                  <a:pt x="121920" y="0"/>
                </a:lnTo>
                <a:lnTo>
                  <a:pt x="8890" y="0"/>
                </a:lnTo>
                <a:lnTo>
                  <a:pt x="0" y="0"/>
                </a:lnTo>
                <a:lnTo>
                  <a:pt x="0" y="129540"/>
                </a:lnTo>
                <a:lnTo>
                  <a:pt x="8890" y="129540"/>
                </a:lnTo>
                <a:lnTo>
                  <a:pt x="8890" y="9144"/>
                </a:lnTo>
                <a:lnTo>
                  <a:pt x="121920" y="9144"/>
                </a:lnTo>
                <a:lnTo>
                  <a:pt x="121920" y="121920"/>
                </a:lnTo>
                <a:lnTo>
                  <a:pt x="9144" y="121920"/>
                </a:lnTo>
                <a:lnTo>
                  <a:pt x="9144" y="129540"/>
                </a:lnTo>
                <a:lnTo>
                  <a:pt x="121920" y="129540"/>
                </a:lnTo>
                <a:lnTo>
                  <a:pt x="129540" y="129540"/>
                </a:lnTo>
                <a:lnTo>
                  <a:pt x="129540" y="0"/>
                </a:lnTo>
                <a:close/>
              </a:path>
            </a:pathLst>
          </a:custGeom>
          <a:solidFill>
            <a:srgbClr val="7977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"/>
          <p:cNvSpPr/>
          <p:nvPr/>
        </p:nvSpPr>
        <p:spPr>
          <a:xfrm>
            <a:off x="494030" y="2324099"/>
            <a:ext cx="513715" cy="97790"/>
          </a:xfrm>
          <a:custGeom>
            <a:avLst/>
            <a:gdLst/>
            <a:ahLst/>
            <a:cxnLst/>
            <a:rect l="l" t="t" r="r" b="b"/>
            <a:pathLst>
              <a:path w="513715" h="97789">
                <a:moveTo>
                  <a:pt x="62230" y="4572"/>
                </a:moveTo>
                <a:lnTo>
                  <a:pt x="36830" y="4572"/>
                </a:lnTo>
                <a:lnTo>
                  <a:pt x="25400" y="4572"/>
                </a:lnTo>
                <a:lnTo>
                  <a:pt x="0" y="4572"/>
                </a:lnTo>
                <a:lnTo>
                  <a:pt x="0" y="13716"/>
                </a:lnTo>
                <a:lnTo>
                  <a:pt x="25400" y="13716"/>
                </a:lnTo>
                <a:lnTo>
                  <a:pt x="25400" y="96012"/>
                </a:lnTo>
                <a:lnTo>
                  <a:pt x="36830" y="96012"/>
                </a:lnTo>
                <a:lnTo>
                  <a:pt x="36830" y="13716"/>
                </a:lnTo>
                <a:lnTo>
                  <a:pt x="62230" y="13716"/>
                </a:lnTo>
                <a:lnTo>
                  <a:pt x="62230" y="4572"/>
                </a:lnTo>
                <a:close/>
              </a:path>
              <a:path w="513715" h="97789">
                <a:moveTo>
                  <a:pt x="98806" y="28956"/>
                </a:moveTo>
                <a:lnTo>
                  <a:pt x="85090" y="28956"/>
                </a:lnTo>
                <a:lnTo>
                  <a:pt x="75946" y="38100"/>
                </a:lnTo>
                <a:lnTo>
                  <a:pt x="74422" y="42672"/>
                </a:lnTo>
                <a:lnTo>
                  <a:pt x="74422" y="30480"/>
                </a:lnTo>
                <a:lnTo>
                  <a:pt x="63754" y="30480"/>
                </a:lnTo>
                <a:lnTo>
                  <a:pt x="63754" y="96012"/>
                </a:lnTo>
                <a:lnTo>
                  <a:pt x="74422" y="96012"/>
                </a:lnTo>
                <a:lnTo>
                  <a:pt x="74422" y="54864"/>
                </a:lnTo>
                <a:lnTo>
                  <a:pt x="75946" y="48768"/>
                </a:lnTo>
                <a:lnTo>
                  <a:pt x="82042" y="39624"/>
                </a:lnTo>
                <a:lnTo>
                  <a:pt x="86614" y="38100"/>
                </a:lnTo>
                <a:lnTo>
                  <a:pt x="97282" y="38100"/>
                </a:lnTo>
                <a:lnTo>
                  <a:pt x="98806" y="39624"/>
                </a:lnTo>
                <a:lnTo>
                  <a:pt x="98806" y="28956"/>
                </a:lnTo>
                <a:close/>
              </a:path>
              <a:path w="513715" h="97789">
                <a:moveTo>
                  <a:pt x="120142" y="30480"/>
                </a:moveTo>
                <a:lnTo>
                  <a:pt x="109474" y="30480"/>
                </a:lnTo>
                <a:lnTo>
                  <a:pt x="109474" y="96012"/>
                </a:lnTo>
                <a:lnTo>
                  <a:pt x="120142" y="96012"/>
                </a:lnTo>
                <a:lnTo>
                  <a:pt x="120142" y="30480"/>
                </a:lnTo>
                <a:close/>
              </a:path>
              <a:path w="513715" h="97789">
                <a:moveTo>
                  <a:pt x="121666" y="4572"/>
                </a:moveTo>
                <a:lnTo>
                  <a:pt x="117094" y="0"/>
                </a:lnTo>
                <a:lnTo>
                  <a:pt x="110998" y="0"/>
                </a:lnTo>
                <a:lnTo>
                  <a:pt x="107950" y="3048"/>
                </a:lnTo>
                <a:lnTo>
                  <a:pt x="107950" y="10668"/>
                </a:lnTo>
                <a:lnTo>
                  <a:pt x="109474" y="10668"/>
                </a:lnTo>
                <a:lnTo>
                  <a:pt x="112522" y="13716"/>
                </a:lnTo>
                <a:lnTo>
                  <a:pt x="115570" y="13716"/>
                </a:lnTo>
                <a:lnTo>
                  <a:pt x="121666" y="7620"/>
                </a:lnTo>
                <a:lnTo>
                  <a:pt x="121666" y="4572"/>
                </a:lnTo>
                <a:close/>
              </a:path>
              <a:path w="513715" h="97789">
                <a:moveTo>
                  <a:pt x="232918" y="54864"/>
                </a:moveTo>
                <a:lnTo>
                  <a:pt x="231508" y="43103"/>
                </a:lnTo>
                <a:lnTo>
                  <a:pt x="227393" y="35052"/>
                </a:lnTo>
                <a:lnTo>
                  <a:pt x="220726" y="30454"/>
                </a:lnTo>
                <a:lnTo>
                  <a:pt x="211582" y="28956"/>
                </a:lnTo>
                <a:lnTo>
                  <a:pt x="202438" y="28956"/>
                </a:lnTo>
                <a:lnTo>
                  <a:pt x="194818" y="33528"/>
                </a:lnTo>
                <a:lnTo>
                  <a:pt x="190246" y="42672"/>
                </a:lnTo>
                <a:lnTo>
                  <a:pt x="188722" y="38100"/>
                </a:lnTo>
                <a:lnTo>
                  <a:pt x="179578" y="28956"/>
                </a:lnTo>
                <a:lnTo>
                  <a:pt x="162814" y="28956"/>
                </a:lnTo>
                <a:lnTo>
                  <a:pt x="155194" y="32004"/>
                </a:lnTo>
                <a:lnTo>
                  <a:pt x="150622" y="41148"/>
                </a:lnTo>
                <a:lnTo>
                  <a:pt x="150622" y="30480"/>
                </a:lnTo>
                <a:lnTo>
                  <a:pt x="139954" y="30480"/>
                </a:lnTo>
                <a:lnTo>
                  <a:pt x="139954" y="96012"/>
                </a:lnTo>
                <a:lnTo>
                  <a:pt x="150622" y="96012"/>
                </a:lnTo>
                <a:lnTo>
                  <a:pt x="150622" y="51816"/>
                </a:lnTo>
                <a:lnTo>
                  <a:pt x="152146" y="47244"/>
                </a:lnTo>
                <a:lnTo>
                  <a:pt x="155194" y="42672"/>
                </a:lnTo>
                <a:lnTo>
                  <a:pt x="158242" y="39624"/>
                </a:lnTo>
                <a:lnTo>
                  <a:pt x="161290" y="38100"/>
                </a:lnTo>
                <a:lnTo>
                  <a:pt x="176530" y="38100"/>
                </a:lnTo>
                <a:lnTo>
                  <a:pt x="181102" y="44196"/>
                </a:lnTo>
                <a:lnTo>
                  <a:pt x="181102" y="96012"/>
                </a:lnTo>
                <a:lnTo>
                  <a:pt x="191770" y="96012"/>
                </a:lnTo>
                <a:lnTo>
                  <a:pt x="191770" y="53340"/>
                </a:lnTo>
                <a:lnTo>
                  <a:pt x="193294" y="47244"/>
                </a:lnTo>
                <a:lnTo>
                  <a:pt x="196342" y="44196"/>
                </a:lnTo>
                <a:lnTo>
                  <a:pt x="199390" y="39624"/>
                </a:lnTo>
                <a:lnTo>
                  <a:pt x="203962" y="38100"/>
                </a:lnTo>
                <a:lnTo>
                  <a:pt x="213106" y="38100"/>
                </a:lnTo>
                <a:lnTo>
                  <a:pt x="216154" y="39624"/>
                </a:lnTo>
                <a:lnTo>
                  <a:pt x="219202" y="42672"/>
                </a:lnTo>
                <a:lnTo>
                  <a:pt x="220726" y="45720"/>
                </a:lnTo>
                <a:lnTo>
                  <a:pt x="222250" y="50292"/>
                </a:lnTo>
                <a:lnTo>
                  <a:pt x="222250" y="96012"/>
                </a:lnTo>
                <a:lnTo>
                  <a:pt x="232918" y="96012"/>
                </a:lnTo>
                <a:lnTo>
                  <a:pt x="232918" y="54864"/>
                </a:lnTo>
                <a:close/>
              </a:path>
              <a:path w="513715" h="97789">
                <a:moveTo>
                  <a:pt x="303022" y="50292"/>
                </a:moveTo>
                <a:lnTo>
                  <a:pt x="299974" y="42672"/>
                </a:lnTo>
                <a:lnTo>
                  <a:pt x="292354" y="32512"/>
                </a:lnTo>
                <a:lnTo>
                  <a:pt x="292354" y="50292"/>
                </a:lnTo>
                <a:lnTo>
                  <a:pt x="292354" y="56388"/>
                </a:lnTo>
                <a:lnTo>
                  <a:pt x="257302" y="56388"/>
                </a:lnTo>
                <a:lnTo>
                  <a:pt x="257302" y="50292"/>
                </a:lnTo>
                <a:lnTo>
                  <a:pt x="260350" y="45720"/>
                </a:lnTo>
                <a:lnTo>
                  <a:pt x="266446" y="39624"/>
                </a:lnTo>
                <a:lnTo>
                  <a:pt x="271018" y="38100"/>
                </a:lnTo>
                <a:lnTo>
                  <a:pt x="281686" y="38100"/>
                </a:lnTo>
                <a:lnTo>
                  <a:pt x="284734" y="39624"/>
                </a:lnTo>
                <a:lnTo>
                  <a:pt x="290830" y="45720"/>
                </a:lnTo>
                <a:lnTo>
                  <a:pt x="292354" y="50292"/>
                </a:lnTo>
                <a:lnTo>
                  <a:pt x="292354" y="32512"/>
                </a:lnTo>
                <a:lnTo>
                  <a:pt x="290830" y="30480"/>
                </a:lnTo>
                <a:lnTo>
                  <a:pt x="284734" y="28956"/>
                </a:lnTo>
                <a:lnTo>
                  <a:pt x="267970" y="28956"/>
                </a:lnTo>
                <a:lnTo>
                  <a:pt x="246634" y="62484"/>
                </a:lnTo>
                <a:lnTo>
                  <a:pt x="247180" y="70180"/>
                </a:lnTo>
                <a:lnTo>
                  <a:pt x="248729" y="77152"/>
                </a:lnTo>
                <a:lnTo>
                  <a:pt x="251129" y="83273"/>
                </a:lnTo>
                <a:lnTo>
                  <a:pt x="254254" y="88392"/>
                </a:lnTo>
                <a:lnTo>
                  <a:pt x="257302" y="92456"/>
                </a:lnTo>
                <a:lnTo>
                  <a:pt x="258826" y="94488"/>
                </a:lnTo>
                <a:lnTo>
                  <a:pt x="266446" y="97536"/>
                </a:lnTo>
                <a:lnTo>
                  <a:pt x="284734" y="97536"/>
                </a:lnTo>
                <a:lnTo>
                  <a:pt x="292354" y="94488"/>
                </a:lnTo>
                <a:lnTo>
                  <a:pt x="298450" y="89916"/>
                </a:lnTo>
                <a:lnTo>
                  <a:pt x="298450" y="80772"/>
                </a:lnTo>
                <a:lnTo>
                  <a:pt x="292354" y="85344"/>
                </a:lnTo>
                <a:lnTo>
                  <a:pt x="284734" y="88392"/>
                </a:lnTo>
                <a:lnTo>
                  <a:pt x="271018" y="88392"/>
                </a:lnTo>
                <a:lnTo>
                  <a:pt x="266446" y="85344"/>
                </a:lnTo>
                <a:lnTo>
                  <a:pt x="258826" y="77724"/>
                </a:lnTo>
                <a:lnTo>
                  <a:pt x="257302" y="71628"/>
                </a:lnTo>
                <a:lnTo>
                  <a:pt x="257302" y="65532"/>
                </a:lnTo>
                <a:lnTo>
                  <a:pt x="292354" y="65532"/>
                </a:lnTo>
                <a:lnTo>
                  <a:pt x="303022" y="65532"/>
                </a:lnTo>
                <a:lnTo>
                  <a:pt x="303022" y="50292"/>
                </a:lnTo>
                <a:close/>
              </a:path>
              <a:path w="513715" h="97789">
                <a:moveTo>
                  <a:pt x="356362" y="73152"/>
                </a:moveTo>
                <a:lnTo>
                  <a:pt x="354838" y="71628"/>
                </a:lnTo>
                <a:lnTo>
                  <a:pt x="354838" y="68580"/>
                </a:lnTo>
                <a:lnTo>
                  <a:pt x="348742" y="62484"/>
                </a:lnTo>
                <a:lnTo>
                  <a:pt x="345694" y="62484"/>
                </a:lnTo>
                <a:lnTo>
                  <a:pt x="344170" y="60960"/>
                </a:lnTo>
                <a:lnTo>
                  <a:pt x="338074" y="57912"/>
                </a:lnTo>
                <a:lnTo>
                  <a:pt x="336550" y="57912"/>
                </a:lnTo>
                <a:lnTo>
                  <a:pt x="333502" y="56388"/>
                </a:lnTo>
                <a:lnTo>
                  <a:pt x="331978" y="56388"/>
                </a:lnTo>
                <a:lnTo>
                  <a:pt x="330454" y="54864"/>
                </a:lnTo>
                <a:lnTo>
                  <a:pt x="328930" y="54864"/>
                </a:lnTo>
                <a:lnTo>
                  <a:pt x="325882" y="51816"/>
                </a:lnTo>
                <a:lnTo>
                  <a:pt x="325882" y="50292"/>
                </a:lnTo>
                <a:lnTo>
                  <a:pt x="324358" y="50292"/>
                </a:lnTo>
                <a:lnTo>
                  <a:pt x="324358" y="44196"/>
                </a:lnTo>
                <a:lnTo>
                  <a:pt x="325882" y="42672"/>
                </a:lnTo>
                <a:lnTo>
                  <a:pt x="325882" y="41148"/>
                </a:lnTo>
                <a:lnTo>
                  <a:pt x="327406" y="41148"/>
                </a:lnTo>
                <a:lnTo>
                  <a:pt x="327406" y="39624"/>
                </a:lnTo>
                <a:lnTo>
                  <a:pt x="328930" y="39624"/>
                </a:lnTo>
                <a:lnTo>
                  <a:pt x="330454" y="38100"/>
                </a:lnTo>
                <a:lnTo>
                  <a:pt x="342646" y="38100"/>
                </a:lnTo>
                <a:lnTo>
                  <a:pt x="348742" y="39624"/>
                </a:lnTo>
                <a:lnTo>
                  <a:pt x="353314" y="42672"/>
                </a:lnTo>
                <a:lnTo>
                  <a:pt x="353314" y="32004"/>
                </a:lnTo>
                <a:lnTo>
                  <a:pt x="348742" y="28956"/>
                </a:lnTo>
                <a:lnTo>
                  <a:pt x="328930" y="28956"/>
                </a:lnTo>
                <a:lnTo>
                  <a:pt x="325882" y="30480"/>
                </a:lnTo>
                <a:lnTo>
                  <a:pt x="324358" y="32004"/>
                </a:lnTo>
                <a:lnTo>
                  <a:pt x="321310" y="33528"/>
                </a:lnTo>
                <a:lnTo>
                  <a:pt x="319786" y="35052"/>
                </a:lnTo>
                <a:lnTo>
                  <a:pt x="316738" y="36576"/>
                </a:lnTo>
                <a:lnTo>
                  <a:pt x="315214" y="39624"/>
                </a:lnTo>
                <a:lnTo>
                  <a:pt x="315214" y="41148"/>
                </a:lnTo>
                <a:lnTo>
                  <a:pt x="313690" y="44196"/>
                </a:lnTo>
                <a:lnTo>
                  <a:pt x="313690" y="51816"/>
                </a:lnTo>
                <a:lnTo>
                  <a:pt x="315214" y="53340"/>
                </a:lnTo>
                <a:lnTo>
                  <a:pt x="315214" y="56388"/>
                </a:lnTo>
                <a:lnTo>
                  <a:pt x="321310" y="62484"/>
                </a:lnTo>
                <a:lnTo>
                  <a:pt x="324358" y="62484"/>
                </a:lnTo>
                <a:lnTo>
                  <a:pt x="325882" y="64008"/>
                </a:lnTo>
                <a:lnTo>
                  <a:pt x="328930" y="65532"/>
                </a:lnTo>
                <a:lnTo>
                  <a:pt x="330454" y="67056"/>
                </a:lnTo>
                <a:lnTo>
                  <a:pt x="333502" y="67056"/>
                </a:lnTo>
                <a:lnTo>
                  <a:pt x="335026" y="68580"/>
                </a:lnTo>
                <a:lnTo>
                  <a:pt x="336550" y="68580"/>
                </a:lnTo>
                <a:lnTo>
                  <a:pt x="338074" y="70104"/>
                </a:lnTo>
                <a:lnTo>
                  <a:pt x="339598" y="70104"/>
                </a:lnTo>
                <a:lnTo>
                  <a:pt x="341122" y="71628"/>
                </a:lnTo>
                <a:lnTo>
                  <a:pt x="342646" y="71628"/>
                </a:lnTo>
                <a:lnTo>
                  <a:pt x="344170" y="73152"/>
                </a:lnTo>
                <a:lnTo>
                  <a:pt x="344170" y="74676"/>
                </a:lnTo>
                <a:lnTo>
                  <a:pt x="345694" y="76200"/>
                </a:lnTo>
                <a:lnTo>
                  <a:pt x="345694" y="85344"/>
                </a:lnTo>
                <a:lnTo>
                  <a:pt x="341122" y="88392"/>
                </a:lnTo>
                <a:lnTo>
                  <a:pt x="325882" y="88392"/>
                </a:lnTo>
                <a:lnTo>
                  <a:pt x="313690" y="82296"/>
                </a:lnTo>
                <a:lnTo>
                  <a:pt x="313690" y="92964"/>
                </a:lnTo>
                <a:lnTo>
                  <a:pt x="318262" y="96012"/>
                </a:lnTo>
                <a:lnTo>
                  <a:pt x="324358" y="97536"/>
                </a:lnTo>
                <a:lnTo>
                  <a:pt x="335026" y="97536"/>
                </a:lnTo>
                <a:lnTo>
                  <a:pt x="338074" y="96012"/>
                </a:lnTo>
                <a:lnTo>
                  <a:pt x="341122" y="96012"/>
                </a:lnTo>
                <a:lnTo>
                  <a:pt x="344170" y="94488"/>
                </a:lnTo>
                <a:lnTo>
                  <a:pt x="345694" y="94488"/>
                </a:lnTo>
                <a:lnTo>
                  <a:pt x="351790" y="91440"/>
                </a:lnTo>
                <a:lnTo>
                  <a:pt x="353314" y="88392"/>
                </a:lnTo>
                <a:lnTo>
                  <a:pt x="354838" y="86868"/>
                </a:lnTo>
                <a:lnTo>
                  <a:pt x="356362" y="83820"/>
                </a:lnTo>
                <a:lnTo>
                  <a:pt x="356362" y="73152"/>
                </a:lnTo>
                <a:close/>
              </a:path>
              <a:path w="513715" h="97789">
                <a:moveTo>
                  <a:pt x="403606" y="30480"/>
                </a:moveTo>
                <a:lnTo>
                  <a:pt x="386842" y="30480"/>
                </a:lnTo>
                <a:lnTo>
                  <a:pt x="386842" y="10668"/>
                </a:lnTo>
                <a:lnTo>
                  <a:pt x="376174" y="13716"/>
                </a:lnTo>
                <a:lnTo>
                  <a:pt x="376174" y="30480"/>
                </a:lnTo>
                <a:lnTo>
                  <a:pt x="365506" y="30480"/>
                </a:lnTo>
                <a:lnTo>
                  <a:pt x="365506" y="39624"/>
                </a:lnTo>
                <a:lnTo>
                  <a:pt x="376174" y="39624"/>
                </a:lnTo>
                <a:lnTo>
                  <a:pt x="376174" y="77724"/>
                </a:lnTo>
                <a:lnTo>
                  <a:pt x="377291" y="85966"/>
                </a:lnTo>
                <a:lnTo>
                  <a:pt x="380555" y="92202"/>
                </a:lnTo>
                <a:lnTo>
                  <a:pt x="385813" y="96164"/>
                </a:lnTo>
                <a:lnTo>
                  <a:pt x="392938" y="97536"/>
                </a:lnTo>
                <a:lnTo>
                  <a:pt x="397510" y="97536"/>
                </a:lnTo>
                <a:lnTo>
                  <a:pt x="403606" y="94488"/>
                </a:lnTo>
                <a:lnTo>
                  <a:pt x="403606" y="86868"/>
                </a:lnTo>
                <a:lnTo>
                  <a:pt x="402082" y="86868"/>
                </a:lnTo>
                <a:lnTo>
                  <a:pt x="399034" y="88392"/>
                </a:lnTo>
                <a:lnTo>
                  <a:pt x="392938" y="88392"/>
                </a:lnTo>
                <a:lnTo>
                  <a:pt x="389890" y="86868"/>
                </a:lnTo>
                <a:lnTo>
                  <a:pt x="386842" y="83820"/>
                </a:lnTo>
                <a:lnTo>
                  <a:pt x="386842" y="39624"/>
                </a:lnTo>
                <a:lnTo>
                  <a:pt x="403606" y="39624"/>
                </a:lnTo>
                <a:lnTo>
                  <a:pt x="403606" y="30480"/>
                </a:lnTo>
                <a:close/>
              </a:path>
              <a:path w="513715" h="97789">
                <a:moveTo>
                  <a:pt x="452374" y="28956"/>
                </a:moveTo>
                <a:lnTo>
                  <a:pt x="437134" y="28956"/>
                </a:lnTo>
                <a:lnTo>
                  <a:pt x="431038" y="35052"/>
                </a:lnTo>
                <a:lnTo>
                  <a:pt x="429514" y="38100"/>
                </a:lnTo>
                <a:lnTo>
                  <a:pt x="427990" y="42672"/>
                </a:lnTo>
                <a:lnTo>
                  <a:pt x="427990" y="30480"/>
                </a:lnTo>
                <a:lnTo>
                  <a:pt x="417322" y="30480"/>
                </a:lnTo>
                <a:lnTo>
                  <a:pt x="417322" y="96012"/>
                </a:lnTo>
                <a:lnTo>
                  <a:pt x="427990" y="96012"/>
                </a:lnTo>
                <a:lnTo>
                  <a:pt x="427990" y="54864"/>
                </a:lnTo>
                <a:lnTo>
                  <a:pt x="429514" y="48768"/>
                </a:lnTo>
                <a:lnTo>
                  <a:pt x="435610" y="39624"/>
                </a:lnTo>
                <a:lnTo>
                  <a:pt x="438658" y="38100"/>
                </a:lnTo>
                <a:lnTo>
                  <a:pt x="449326" y="38100"/>
                </a:lnTo>
                <a:lnTo>
                  <a:pt x="452374" y="39624"/>
                </a:lnTo>
                <a:lnTo>
                  <a:pt x="452374" y="28956"/>
                </a:lnTo>
                <a:close/>
              </a:path>
              <a:path w="513715" h="97789">
                <a:moveTo>
                  <a:pt x="513334" y="50292"/>
                </a:moveTo>
                <a:lnTo>
                  <a:pt x="510286" y="42672"/>
                </a:lnTo>
                <a:lnTo>
                  <a:pt x="502666" y="32512"/>
                </a:lnTo>
                <a:lnTo>
                  <a:pt x="502666" y="50292"/>
                </a:lnTo>
                <a:lnTo>
                  <a:pt x="502666" y="56388"/>
                </a:lnTo>
                <a:lnTo>
                  <a:pt x="467614" y="56388"/>
                </a:lnTo>
                <a:lnTo>
                  <a:pt x="469138" y="50292"/>
                </a:lnTo>
                <a:lnTo>
                  <a:pt x="470662" y="45720"/>
                </a:lnTo>
                <a:lnTo>
                  <a:pt x="476758" y="39624"/>
                </a:lnTo>
                <a:lnTo>
                  <a:pt x="481330" y="38100"/>
                </a:lnTo>
                <a:lnTo>
                  <a:pt x="491998" y="38100"/>
                </a:lnTo>
                <a:lnTo>
                  <a:pt x="495046" y="39624"/>
                </a:lnTo>
                <a:lnTo>
                  <a:pt x="501142" y="45720"/>
                </a:lnTo>
                <a:lnTo>
                  <a:pt x="502666" y="50292"/>
                </a:lnTo>
                <a:lnTo>
                  <a:pt x="502666" y="32512"/>
                </a:lnTo>
                <a:lnTo>
                  <a:pt x="501142" y="30480"/>
                </a:lnTo>
                <a:lnTo>
                  <a:pt x="495046" y="28956"/>
                </a:lnTo>
                <a:lnTo>
                  <a:pt x="478282" y="28956"/>
                </a:lnTo>
                <a:lnTo>
                  <a:pt x="470662" y="32004"/>
                </a:lnTo>
                <a:lnTo>
                  <a:pt x="466090" y="38100"/>
                </a:lnTo>
                <a:lnTo>
                  <a:pt x="462089" y="43205"/>
                </a:lnTo>
                <a:lnTo>
                  <a:pt x="459232" y="49149"/>
                </a:lnTo>
                <a:lnTo>
                  <a:pt x="457517" y="55676"/>
                </a:lnTo>
                <a:lnTo>
                  <a:pt x="456946" y="62484"/>
                </a:lnTo>
                <a:lnTo>
                  <a:pt x="457517" y="70510"/>
                </a:lnTo>
                <a:lnTo>
                  <a:pt x="457517" y="70294"/>
                </a:lnTo>
                <a:lnTo>
                  <a:pt x="459041" y="77152"/>
                </a:lnTo>
                <a:lnTo>
                  <a:pt x="461441" y="83273"/>
                </a:lnTo>
                <a:lnTo>
                  <a:pt x="464566" y="88392"/>
                </a:lnTo>
                <a:lnTo>
                  <a:pt x="467614" y="91440"/>
                </a:lnTo>
                <a:lnTo>
                  <a:pt x="470662" y="94488"/>
                </a:lnTo>
                <a:lnTo>
                  <a:pt x="476758" y="97536"/>
                </a:lnTo>
                <a:lnTo>
                  <a:pt x="495046" y="97536"/>
                </a:lnTo>
                <a:lnTo>
                  <a:pt x="502666" y="94488"/>
                </a:lnTo>
                <a:lnTo>
                  <a:pt x="508762" y="89916"/>
                </a:lnTo>
                <a:lnTo>
                  <a:pt x="508762" y="80772"/>
                </a:lnTo>
                <a:lnTo>
                  <a:pt x="502666" y="85344"/>
                </a:lnTo>
                <a:lnTo>
                  <a:pt x="496570" y="88392"/>
                </a:lnTo>
                <a:lnTo>
                  <a:pt x="482854" y="88392"/>
                </a:lnTo>
                <a:lnTo>
                  <a:pt x="476758" y="85344"/>
                </a:lnTo>
                <a:lnTo>
                  <a:pt x="469138" y="77724"/>
                </a:lnTo>
                <a:lnTo>
                  <a:pt x="467614" y="71628"/>
                </a:lnTo>
                <a:lnTo>
                  <a:pt x="467614" y="65532"/>
                </a:lnTo>
                <a:lnTo>
                  <a:pt x="502666" y="65532"/>
                </a:lnTo>
                <a:lnTo>
                  <a:pt x="513334" y="65532"/>
                </a:lnTo>
                <a:lnTo>
                  <a:pt x="513334" y="50292"/>
                </a:lnTo>
                <a:close/>
              </a:path>
            </a:pathLst>
          </a:custGeom>
          <a:solidFill>
            <a:srgbClr val="24232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 descr=""/>
          <p:cNvSpPr/>
          <p:nvPr/>
        </p:nvSpPr>
        <p:spPr>
          <a:xfrm>
            <a:off x="2503932" y="1549908"/>
            <a:ext cx="66040" cy="838200"/>
          </a:xfrm>
          <a:custGeom>
            <a:avLst/>
            <a:gdLst/>
            <a:ahLst/>
            <a:cxnLst/>
            <a:rect l="l" t="t" r="r" b="b"/>
            <a:pathLst>
              <a:path w="66039" h="838200">
                <a:moveTo>
                  <a:pt x="0" y="838199"/>
                </a:moveTo>
                <a:lnTo>
                  <a:pt x="0" y="0"/>
                </a:lnTo>
                <a:lnTo>
                  <a:pt x="65532" y="0"/>
                </a:lnTo>
                <a:lnTo>
                  <a:pt x="65532" y="838199"/>
                </a:lnTo>
                <a:lnTo>
                  <a:pt x="0" y="838199"/>
                </a:lnTo>
                <a:close/>
              </a:path>
            </a:pathLst>
          </a:custGeom>
          <a:solidFill>
            <a:srgbClr val="898785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8620" y="1802891"/>
            <a:ext cx="530352" cy="94488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2328672" y="1816607"/>
            <a:ext cx="93345" cy="53340"/>
          </a:xfrm>
          <a:custGeom>
            <a:avLst/>
            <a:gdLst/>
            <a:ahLst/>
            <a:cxnLst/>
            <a:rect l="l" t="t" r="r" b="b"/>
            <a:pathLst>
              <a:path w="93344" h="53339">
                <a:moveTo>
                  <a:pt x="0" y="6096"/>
                </a:moveTo>
                <a:lnTo>
                  <a:pt x="4572" y="0"/>
                </a:lnTo>
                <a:lnTo>
                  <a:pt x="45719" y="41147"/>
                </a:lnTo>
                <a:lnTo>
                  <a:pt x="86867" y="0"/>
                </a:lnTo>
                <a:lnTo>
                  <a:pt x="92964" y="6096"/>
                </a:lnTo>
                <a:lnTo>
                  <a:pt x="45719" y="53340"/>
                </a:lnTo>
                <a:lnTo>
                  <a:pt x="0" y="6096"/>
                </a:lnTo>
                <a:close/>
              </a:path>
            </a:pathLst>
          </a:custGeom>
          <a:solidFill>
            <a:srgbClr val="605D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377952" y="1991867"/>
            <a:ext cx="129539" cy="129539"/>
          </a:xfrm>
          <a:custGeom>
            <a:avLst/>
            <a:gdLst/>
            <a:ahLst/>
            <a:cxnLst/>
            <a:rect l="l" t="t" r="r" b="b"/>
            <a:pathLst>
              <a:path w="129540" h="129539">
                <a:moveTo>
                  <a:pt x="129540" y="0"/>
                </a:moveTo>
                <a:lnTo>
                  <a:pt x="121920" y="0"/>
                </a:lnTo>
                <a:lnTo>
                  <a:pt x="8890" y="0"/>
                </a:lnTo>
                <a:lnTo>
                  <a:pt x="0" y="0"/>
                </a:lnTo>
                <a:lnTo>
                  <a:pt x="0" y="129540"/>
                </a:lnTo>
                <a:lnTo>
                  <a:pt x="8890" y="129540"/>
                </a:lnTo>
                <a:lnTo>
                  <a:pt x="8890" y="7620"/>
                </a:lnTo>
                <a:lnTo>
                  <a:pt x="121920" y="7620"/>
                </a:lnTo>
                <a:lnTo>
                  <a:pt x="121920" y="121920"/>
                </a:lnTo>
                <a:lnTo>
                  <a:pt x="9144" y="121920"/>
                </a:lnTo>
                <a:lnTo>
                  <a:pt x="9144" y="129540"/>
                </a:lnTo>
                <a:lnTo>
                  <a:pt x="121920" y="129540"/>
                </a:lnTo>
                <a:lnTo>
                  <a:pt x="129540" y="129540"/>
                </a:lnTo>
                <a:lnTo>
                  <a:pt x="129540" y="0"/>
                </a:lnTo>
                <a:close/>
              </a:path>
            </a:pathLst>
          </a:custGeom>
          <a:solidFill>
            <a:srgbClr val="79777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574802" y="2008632"/>
            <a:ext cx="259079" cy="99060"/>
            <a:chOff x="574802" y="2008632"/>
            <a:chExt cx="259079" cy="99060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4802" y="2014728"/>
              <a:ext cx="226822" cy="92964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821437" y="2008632"/>
              <a:ext cx="12700" cy="97790"/>
            </a:xfrm>
            <a:custGeom>
              <a:avLst/>
              <a:gdLst/>
              <a:ahLst/>
              <a:cxnLst/>
              <a:rect l="l" t="t" r="r" b="b"/>
              <a:pathLst>
                <a:path w="12700" h="97789">
                  <a:moveTo>
                    <a:pt x="0" y="97535"/>
                  </a:moveTo>
                  <a:lnTo>
                    <a:pt x="0" y="0"/>
                  </a:lnTo>
                  <a:lnTo>
                    <a:pt x="12191" y="0"/>
                  </a:lnTo>
                  <a:lnTo>
                    <a:pt x="12191" y="97535"/>
                  </a:lnTo>
                  <a:lnTo>
                    <a:pt x="0" y="97535"/>
                  </a:lnTo>
                  <a:close/>
                </a:path>
              </a:pathLst>
            </a:custGeom>
            <a:solidFill>
              <a:srgbClr val="242323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5444" y="2008632"/>
            <a:ext cx="274319" cy="99059"/>
          </a:xfrm>
          <a:prstGeom prst="rect">
            <a:avLst/>
          </a:prstGeom>
        </p:spPr>
      </p:pic>
      <p:sp>
        <p:nvSpPr>
          <p:cNvPr id="9" name="object 9" descr=""/>
          <p:cNvSpPr/>
          <p:nvPr/>
        </p:nvSpPr>
        <p:spPr>
          <a:xfrm>
            <a:off x="377952" y="2225039"/>
            <a:ext cx="131445" cy="131445"/>
          </a:xfrm>
          <a:custGeom>
            <a:avLst/>
            <a:gdLst/>
            <a:ahLst/>
            <a:cxnLst/>
            <a:rect l="l" t="t" r="r" b="b"/>
            <a:pathLst>
              <a:path w="131445" h="131444">
                <a:moveTo>
                  <a:pt x="0" y="131063"/>
                </a:moveTo>
                <a:lnTo>
                  <a:pt x="0" y="0"/>
                </a:lnTo>
                <a:lnTo>
                  <a:pt x="131064" y="0"/>
                </a:lnTo>
                <a:lnTo>
                  <a:pt x="131064" y="131063"/>
                </a:lnTo>
                <a:lnTo>
                  <a:pt x="0" y="131063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" name="object 10" descr=""/>
          <p:cNvGrpSpPr/>
          <p:nvPr/>
        </p:nvGrpSpPr>
        <p:grpSpPr>
          <a:xfrm>
            <a:off x="574802" y="2241804"/>
            <a:ext cx="259079" cy="99060"/>
            <a:chOff x="574802" y="2241804"/>
            <a:chExt cx="259079" cy="99060"/>
          </a:xfrm>
        </p:grpSpPr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4802" y="2247900"/>
              <a:ext cx="226822" cy="92964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821437" y="2241804"/>
              <a:ext cx="12700" cy="97790"/>
            </a:xfrm>
            <a:custGeom>
              <a:avLst/>
              <a:gdLst/>
              <a:ahLst/>
              <a:cxnLst/>
              <a:rect l="l" t="t" r="r" b="b"/>
              <a:pathLst>
                <a:path w="12700" h="97789">
                  <a:moveTo>
                    <a:pt x="0" y="97536"/>
                  </a:moveTo>
                  <a:lnTo>
                    <a:pt x="0" y="0"/>
                  </a:lnTo>
                  <a:lnTo>
                    <a:pt x="12191" y="0"/>
                  </a:lnTo>
                  <a:lnTo>
                    <a:pt x="12191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242323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3" name="object 13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90016" y="2241804"/>
            <a:ext cx="292607" cy="99059"/>
          </a:xfrm>
          <a:prstGeom prst="rect">
            <a:avLst/>
          </a:prstGeom>
        </p:spPr>
      </p:pic>
      <p:sp>
        <p:nvSpPr>
          <p:cNvPr id="14" name="object 14" descr=""/>
          <p:cNvSpPr/>
          <p:nvPr/>
        </p:nvSpPr>
        <p:spPr>
          <a:xfrm>
            <a:off x="377952" y="2459735"/>
            <a:ext cx="129539" cy="129539"/>
          </a:xfrm>
          <a:custGeom>
            <a:avLst/>
            <a:gdLst/>
            <a:ahLst/>
            <a:cxnLst/>
            <a:rect l="l" t="t" r="r" b="b"/>
            <a:pathLst>
              <a:path w="129540" h="129539">
                <a:moveTo>
                  <a:pt x="129540" y="0"/>
                </a:moveTo>
                <a:lnTo>
                  <a:pt x="121920" y="0"/>
                </a:lnTo>
                <a:lnTo>
                  <a:pt x="8890" y="0"/>
                </a:lnTo>
                <a:lnTo>
                  <a:pt x="0" y="0"/>
                </a:lnTo>
                <a:lnTo>
                  <a:pt x="0" y="129540"/>
                </a:lnTo>
                <a:lnTo>
                  <a:pt x="8890" y="129540"/>
                </a:lnTo>
                <a:lnTo>
                  <a:pt x="8890" y="7620"/>
                </a:lnTo>
                <a:lnTo>
                  <a:pt x="121920" y="7620"/>
                </a:lnTo>
                <a:lnTo>
                  <a:pt x="121920" y="120396"/>
                </a:lnTo>
                <a:lnTo>
                  <a:pt x="9144" y="120396"/>
                </a:lnTo>
                <a:lnTo>
                  <a:pt x="9144" y="129540"/>
                </a:lnTo>
                <a:lnTo>
                  <a:pt x="121920" y="129540"/>
                </a:lnTo>
                <a:lnTo>
                  <a:pt x="129540" y="129540"/>
                </a:lnTo>
                <a:lnTo>
                  <a:pt x="129540" y="0"/>
                </a:lnTo>
                <a:close/>
              </a:path>
            </a:pathLst>
          </a:custGeom>
          <a:solidFill>
            <a:srgbClr val="79777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" name="object 15" descr=""/>
          <p:cNvGrpSpPr/>
          <p:nvPr/>
        </p:nvGrpSpPr>
        <p:grpSpPr>
          <a:xfrm>
            <a:off x="574802" y="2476500"/>
            <a:ext cx="259079" cy="97790"/>
            <a:chOff x="574802" y="2476500"/>
            <a:chExt cx="259079" cy="97790"/>
          </a:xfrm>
        </p:grpSpPr>
        <p:pic>
          <p:nvPicPr>
            <p:cNvPr id="16" name="object 1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4802" y="2481072"/>
              <a:ext cx="226822" cy="92963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821437" y="2476500"/>
              <a:ext cx="12700" cy="97790"/>
            </a:xfrm>
            <a:custGeom>
              <a:avLst/>
              <a:gdLst/>
              <a:ahLst/>
              <a:cxnLst/>
              <a:rect l="l" t="t" r="r" b="b"/>
              <a:pathLst>
                <a:path w="12700" h="97789">
                  <a:moveTo>
                    <a:pt x="0" y="97535"/>
                  </a:moveTo>
                  <a:lnTo>
                    <a:pt x="0" y="0"/>
                  </a:lnTo>
                  <a:lnTo>
                    <a:pt x="12191" y="0"/>
                  </a:lnTo>
                  <a:lnTo>
                    <a:pt x="12191" y="97535"/>
                  </a:lnTo>
                  <a:lnTo>
                    <a:pt x="0" y="97535"/>
                  </a:lnTo>
                  <a:close/>
                </a:path>
              </a:pathLst>
            </a:custGeom>
            <a:solidFill>
              <a:srgbClr val="24232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 descr=""/>
          <p:cNvGrpSpPr/>
          <p:nvPr/>
        </p:nvGrpSpPr>
        <p:grpSpPr>
          <a:xfrm>
            <a:off x="888492" y="2476500"/>
            <a:ext cx="274320" cy="97790"/>
            <a:chOff x="888492" y="2476500"/>
            <a:chExt cx="274320" cy="97790"/>
          </a:xfrm>
        </p:grpSpPr>
        <p:pic>
          <p:nvPicPr>
            <p:cNvPr id="19" name="object 1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8492" y="2481072"/>
              <a:ext cx="67056" cy="92963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76884" y="2476500"/>
              <a:ext cx="185928" cy="97535"/>
            </a:xfrm>
            <a:prstGeom prst="rect">
              <a:avLst/>
            </a:prstGeom>
          </p:spPr>
        </p:pic>
      </p:grpSp>
      <p:pic>
        <p:nvPicPr>
          <p:cNvPr id="21" name="object 21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11580" y="2476500"/>
            <a:ext cx="233172" cy="97536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611626" y="1783079"/>
            <a:ext cx="1400809" cy="124968"/>
          </a:xfrm>
          <a:prstGeom prst="rect">
            <a:avLst/>
          </a:prstGeom>
        </p:spPr>
      </p:pic>
      <p:sp>
        <p:nvSpPr>
          <p:cNvPr id="23" name="object 23" descr=""/>
          <p:cNvSpPr/>
          <p:nvPr/>
        </p:nvSpPr>
        <p:spPr>
          <a:xfrm>
            <a:off x="4983480" y="2252472"/>
            <a:ext cx="9525" cy="2303145"/>
          </a:xfrm>
          <a:custGeom>
            <a:avLst/>
            <a:gdLst/>
            <a:ahLst/>
            <a:cxnLst/>
            <a:rect l="l" t="t" r="r" b="b"/>
            <a:pathLst>
              <a:path w="9525" h="2303145">
                <a:moveTo>
                  <a:pt x="7619" y="2299716"/>
                </a:moveTo>
                <a:lnTo>
                  <a:pt x="7619" y="2296668"/>
                </a:lnTo>
                <a:lnTo>
                  <a:pt x="9143" y="2296668"/>
                </a:lnTo>
                <a:lnTo>
                  <a:pt x="9143" y="2299716"/>
                </a:lnTo>
                <a:lnTo>
                  <a:pt x="7619" y="2299716"/>
                </a:lnTo>
                <a:close/>
              </a:path>
              <a:path w="9525" h="2303145">
                <a:moveTo>
                  <a:pt x="6096" y="2301239"/>
                </a:moveTo>
                <a:lnTo>
                  <a:pt x="6096" y="2295144"/>
                </a:lnTo>
                <a:lnTo>
                  <a:pt x="7619" y="2295144"/>
                </a:lnTo>
                <a:lnTo>
                  <a:pt x="7619" y="2301239"/>
                </a:lnTo>
                <a:lnTo>
                  <a:pt x="6096" y="2301239"/>
                </a:lnTo>
                <a:close/>
              </a:path>
              <a:path w="9525" h="2303145">
                <a:moveTo>
                  <a:pt x="3048" y="2302764"/>
                </a:moveTo>
                <a:lnTo>
                  <a:pt x="3048" y="2293620"/>
                </a:lnTo>
                <a:lnTo>
                  <a:pt x="6096" y="2293620"/>
                </a:lnTo>
                <a:lnTo>
                  <a:pt x="6096" y="2302764"/>
                </a:lnTo>
                <a:lnTo>
                  <a:pt x="3048" y="2302764"/>
                </a:lnTo>
                <a:close/>
              </a:path>
              <a:path w="9525" h="2303145">
                <a:moveTo>
                  <a:pt x="1523" y="2301239"/>
                </a:moveTo>
                <a:lnTo>
                  <a:pt x="1523" y="2295144"/>
                </a:lnTo>
                <a:lnTo>
                  <a:pt x="3048" y="2295144"/>
                </a:lnTo>
                <a:lnTo>
                  <a:pt x="3048" y="2301239"/>
                </a:lnTo>
                <a:lnTo>
                  <a:pt x="1523" y="2301239"/>
                </a:lnTo>
                <a:close/>
              </a:path>
              <a:path w="9525" h="2303145">
                <a:moveTo>
                  <a:pt x="0" y="2299716"/>
                </a:moveTo>
                <a:lnTo>
                  <a:pt x="0" y="2296668"/>
                </a:lnTo>
                <a:lnTo>
                  <a:pt x="1523" y="2296668"/>
                </a:lnTo>
                <a:lnTo>
                  <a:pt x="1523" y="2299716"/>
                </a:lnTo>
                <a:lnTo>
                  <a:pt x="0" y="2299716"/>
                </a:lnTo>
                <a:close/>
              </a:path>
              <a:path w="9525" h="2303145">
                <a:moveTo>
                  <a:pt x="0" y="2258568"/>
                </a:moveTo>
                <a:lnTo>
                  <a:pt x="0" y="2257044"/>
                </a:lnTo>
                <a:lnTo>
                  <a:pt x="3048" y="2253996"/>
                </a:lnTo>
                <a:lnTo>
                  <a:pt x="6096" y="2253996"/>
                </a:lnTo>
                <a:lnTo>
                  <a:pt x="9143" y="2257044"/>
                </a:lnTo>
                <a:lnTo>
                  <a:pt x="9143" y="2258568"/>
                </a:lnTo>
                <a:lnTo>
                  <a:pt x="6096" y="2261616"/>
                </a:lnTo>
                <a:lnTo>
                  <a:pt x="3048" y="2261616"/>
                </a:lnTo>
                <a:lnTo>
                  <a:pt x="0" y="2258568"/>
                </a:lnTo>
                <a:close/>
              </a:path>
              <a:path w="9525" h="2303145">
                <a:moveTo>
                  <a:pt x="7619" y="2218944"/>
                </a:moveTo>
                <a:lnTo>
                  <a:pt x="7619" y="2215896"/>
                </a:lnTo>
                <a:lnTo>
                  <a:pt x="9143" y="2215896"/>
                </a:lnTo>
                <a:lnTo>
                  <a:pt x="9143" y="2218944"/>
                </a:lnTo>
                <a:lnTo>
                  <a:pt x="7619" y="2218944"/>
                </a:lnTo>
                <a:close/>
              </a:path>
              <a:path w="9525" h="2303145">
                <a:moveTo>
                  <a:pt x="6096" y="2220468"/>
                </a:moveTo>
                <a:lnTo>
                  <a:pt x="6096" y="2214372"/>
                </a:lnTo>
                <a:lnTo>
                  <a:pt x="7619" y="2214372"/>
                </a:lnTo>
                <a:lnTo>
                  <a:pt x="7619" y="2220468"/>
                </a:lnTo>
                <a:lnTo>
                  <a:pt x="6096" y="2220468"/>
                </a:lnTo>
                <a:close/>
              </a:path>
              <a:path w="9525" h="2303145">
                <a:moveTo>
                  <a:pt x="3048" y="2221992"/>
                </a:moveTo>
                <a:lnTo>
                  <a:pt x="3048" y="2212847"/>
                </a:lnTo>
                <a:lnTo>
                  <a:pt x="6096" y="2212847"/>
                </a:lnTo>
                <a:lnTo>
                  <a:pt x="6096" y="2221992"/>
                </a:lnTo>
                <a:lnTo>
                  <a:pt x="3048" y="2221992"/>
                </a:lnTo>
                <a:close/>
              </a:path>
              <a:path w="9525" h="2303145">
                <a:moveTo>
                  <a:pt x="1523" y="2220468"/>
                </a:moveTo>
                <a:lnTo>
                  <a:pt x="1523" y="2214372"/>
                </a:lnTo>
                <a:lnTo>
                  <a:pt x="3048" y="2214372"/>
                </a:lnTo>
                <a:lnTo>
                  <a:pt x="3048" y="2220468"/>
                </a:lnTo>
                <a:lnTo>
                  <a:pt x="1523" y="2220468"/>
                </a:lnTo>
                <a:close/>
              </a:path>
              <a:path w="9525" h="2303145">
                <a:moveTo>
                  <a:pt x="0" y="2218944"/>
                </a:moveTo>
                <a:lnTo>
                  <a:pt x="0" y="2215896"/>
                </a:lnTo>
                <a:lnTo>
                  <a:pt x="1523" y="2215896"/>
                </a:lnTo>
                <a:lnTo>
                  <a:pt x="1523" y="2218944"/>
                </a:lnTo>
                <a:lnTo>
                  <a:pt x="0" y="2218944"/>
                </a:lnTo>
                <a:close/>
              </a:path>
              <a:path w="9525" h="2303145">
                <a:moveTo>
                  <a:pt x="0" y="2177796"/>
                </a:moveTo>
                <a:lnTo>
                  <a:pt x="0" y="2176272"/>
                </a:lnTo>
                <a:lnTo>
                  <a:pt x="3048" y="2173224"/>
                </a:lnTo>
                <a:lnTo>
                  <a:pt x="6096" y="2173224"/>
                </a:lnTo>
                <a:lnTo>
                  <a:pt x="9143" y="2176272"/>
                </a:lnTo>
                <a:lnTo>
                  <a:pt x="9143" y="2177796"/>
                </a:lnTo>
                <a:lnTo>
                  <a:pt x="7619" y="2179320"/>
                </a:lnTo>
                <a:lnTo>
                  <a:pt x="7619" y="2180844"/>
                </a:lnTo>
                <a:lnTo>
                  <a:pt x="1523" y="2180844"/>
                </a:lnTo>
                <a:lnTo>
                  <a:pt x="1523" y="2179320"/>
                </a:lnTo>
                <a:lnTo>
                  <a:pt x="0" y="2177796"/>
                </a:lnTo>
                <a:close/>
              </a:path>
              <a:path w="9525" h="2303145">
                <a:moveTo>
                  <a:pt x="0" y="2138172"/>
                </a:moveTo>
                <a:lnTo>
                  <a:pt x="0" y="2136647"/>
                </a:lnTo>
                <a:lnTo>
                  <a:pt x="1523" y="2135124"/>
                </a:lnTo>
                <a:lnTo>
                  <a:pt x="1523" y="2133600"/>
                </a:lnTo>
                <a:lnTo>
                  <a:pt x="7619" y="2133600"/>
                </a:lnTo>
                <a:lnTo>
                  <a:pt x="7619" y="2135124"/>
                </a:lnTo>
                <a:lnTo>
                  <a:pt x="9143" y="2136647"/>
                </a:lnTo>
                <a:lnTo>
                  <a:pt x="9143" y="2138172"/>
                </a:lnTo>
                <a:lnTo>
                  <a:pt x="6096" y="2141220"/>
                </a:lnTo>
                <a:lnTo>
                  <a:pt x="3048" y="2141220"/>
                </a:lnTo>
                <a:lnTo>
                  <a:pt x="0" y="2138172"/>
                </a:lnTo>
                <a:close/>
              </a:path>
              <a:path w="9525" h="2303145">
                <a:moveTo>
                  <a:pt x="0" y="2098547"/>
                </a:moveTo>
                <a:lnTo>
                  <a:pt x="0" y="2095500"/>
                </a:lnTo>
                <a:lnTo>
                  <a:pt x="3048" y="2092452"/>
                </a:lnTo>
                <a:lnTo>
                  <a:pt x="6096" y="2092452"/>
                </a:lnTo>
                <a:lnTo>
                  <a:pt x="9143" y="2095500"/>
                </a:lnTo>
                <a:lnTo>
                  <a:pt x="9143" y="2098547"/>
                </a:lnTo>
                <a:lnTo>
                  <a:pt x="7619" y="2098547"/>
                </a:lnTo>
                <a:lnTo>
                  <a:pt x="7619" y="2100072"/>
                </a:lnTo>
                <a:lnTo>
                  <a:pt x="1523" y="2100072"/>
                </a:lnTo>
                <a:lnTo>
                  <a:pt x="1523" y="2098547"/>
                </a:lnTo>
                <a:lnTo>
                  <a:pt x="0" y="2098547"/>
                </a:lnTo>
                <a:close/>
              </a:path>
              <a:path w="9525" h="2303145">
                <a:moveTo>
                  <a:pt x="0" y="2057400"/>
                </a:moveTo>
                <a:lnTo>
                  <a:pt x="0" y="2055876"/>
                </a:lnTo>
                <a:lnTo>
                  <a:pt x="3048" y="2052828"/>
                </a:lnTo>
                <a:lnTo>
                  <a:pt x="6096" y="2052828"/>
                </a:lnTo>
                <a:lnTo>
                  <a:pt x="9143" y="2055876"/>
                </a:lnTo>
                <a:lnTo>
                  <a:pt x="9143" y="2057400"/>
                </a:lnTo>
                <a:lnTo>
                  <a:pt x="6096" y="2060447"/>
                </a:lnTo>
                <a:lnTo>
                  <a:pt x="3048" y="2060447"/>
                </a:lnTo>
                <a:lnTo>
                  <a:pt x="0" y="2057400"/>
                </a:lnTo>
                <a:close/>
              </a:path>
              <a:path w="9525" h="2303145">
                <a:moveTo>
                  <a:pt x="7619" y="2017776"/>
                </a:moveTo>
                <a:lnTo>
                  <a:pt x="7619" y="2014728"/>
                </a:lnTo>
                <a:lnTo>
                  <a:pt x="9143" y="2014728"/>
                </a:lnTo>
                <a:lnTo>
                  <a:pt x="9143" y="2017776"/>
                </a:lnTo>
                <a:lnTo>
                  <a:pt x="7619" y="2017776"/>
                </a:lnTo>
                <a:close/>
              </a:path>
              <a:path w="9525" h="2303145">
                <a:moveTo>
                  <a:pt x="6096" y="2019300"/>
                </a:moveTo>
                <a:lnTo>
                  <a:pt x="6096" y="2013204"/>
                </a:lnTo>
                <a:lnTo>
                  <a:pt x="7619" y="2013204"/>
                </a:lnTo>
                <a:lnTo>
                  <a:pt x="7619" y="2019300"/>
                </a:lnTo>
                <a:lnTo>
                  <a:pt x="6096" y="2019300"/>
                </a:lnTo>
                <a:close/>
              </a:path>
              <a:path w="9525" h="2303145">
                <a:moveTo>
                  <a:pt x="3048" y="2020824"/>
                </a:moveTo>
                <a:lnTo>
                  <a:pt x="3048" y="2011680"/>
                </a:lnTo>
                <a:lnTo>
                  <a:pt x="6096" y="2011680"/>
                </a:lnTo>
                <a:lnTo>
                  <a:pt x="6096" y="2020824"/>
                </a:lnTo>
                <a:lnTo>
                  <a:pt x="3048" y="2020824"/>
                </a:lnTo>
                <a:close/>
              </a:path>
              <a:path w="9525" h="2303145">
                <a:moveTo>
                  <a:pt x="1523" y="2019300"/>
                </a:moveTo>
                <a:lnTo>
                  <a:pt x="1523" y="2013204"/>
                </a:lnTo>
                <a:lnTo>
                  <a:pt x="3048" y="2013204"/>
                </a:lnTo>
                <a:lnTo>
                  <a:pt x="3048" y="2019300"/>
                </a:lnTo>
                <a:lnTo>
                  <a:pt x="1523" y="2019300"/>
                </a:lnTo>
                <a:close/>
              </a:path>
              <a:path w="9525" h="2303145">
                <a:moveTo>
                  <a:pt x="0" y="2017776"/>
                </a:moveTo>
                <a:lnTo>
                  <a:pt x="0" y="2014728"/>
                </a:lnTo>
                <a:lnTo>
                  <a:pt x="1523" y="2014728"/>
                </a:lnTo>
                <a:lnTo>
                  <a:pt x="1523" y="2017776"/>
                </a:lnTo>
                <a:lnTo>
                  <a:pt x="0" y="2017776"/>
                </a:lnTo>
                <a:close/>
              </a:path>
              <a:path w="9525" h="2303145">
                <a:moveTo>
                  <a:pt x="0" y="1976628"/>
                </a:moveTo>
                <a:lnTo>
                  <a:pt x="0" y="1975104"/>
                </a:lnTo>
                <a:lnTo>
                  <a:pt x="3048" y="1972055"/>
                </a:lnTo>
                <a:lnTo>
                  <a:pt x="6096" y="1972055"/>
                </a:lnTo>
                <a:lnTo>
                  <a:pt x="9143" y="1975104"/>
                </a:lnTo>
                <a:lnTo>
                  <a:pt x="9143" y="1976628"/>
                </a:lnTo>
                <a:lnTo>
                  <a:pt x="6096" y="1979676"/>
                </a:lnTo>
                <a:lnTo>
                  <a:pt x="3048" y="1979676"/>
                </a:lnTo>
                <a:lnTo>
                  <a:pt x="0" y="1976628"/>
                </a:lnTo>
                <a:close/>
              </a:path>
              <a:path w="9525" h="2303145">
                <a:moveTo>
                  <a:pt x="0" y="1937004"/>
                </a:moveTo>
                <a:lnTo>
                  <a:pt x="0" y="1933955"/>
                </a:lnTo>
                <a:lnTo>
                  <a:pt x="1523" y="1933955"/>
                </a:lnTo>
                <a:lnTo>
                  <a:pt x="1523" y="1932431"/>
                </a:lnTo>
                <a:lnTo>
                  <a:pt x="7619" y="1932431"/>
                </a:lnTo>
                <a:lnTo>
                  <a:pt x="7619" y="1933955"/>
                </a:lnTo>
                <a:lnTo>
                  <a:pt x="9143" y="1933955"/>
                </a:lnTo>
                <a:lnTo>
                  <a:pt x="9143" y="1937004"/>
                </a:lnTo>
                <a:lnTo>
                  <a:pt x="6096" y="1940052"/>
                </a:lnTo>
                <a:lnTo>
                  <a:pt x="3048" y="1940052"/>
                </a:lnTo>
                <a:lnTo>
                  <a:pt x="0" y="1937004"/>
                </a:lnTo>
                <a:close/>
              </a:path>
              <a:path w="9525" h="2303145">
                <a:moveTo>
                  <a:pt x="0" y="1895855"/>
                </a:moveTo>
                <a:lnTo>
                  <a:pt x="0" y="1894331"/>
                </a:lnTo>
                <a:lnTo>
                  <a:pt x="3048" y="1891284"/>
                </a:lnTo>
                <a:lnTo>
                  <a:pt x="6096" y="1891284"/>
                </a:lnTo>
                <a:lnTo>
                  <a:pt x="9143" y="1894331"/>
                </a:lnTo>
                <a:lnTo>
                  <a:pt x="9143" y="1895855"/>
                </a:lnTo>
                <a:lnTo>
                  <a:pt x="7619" y="1897380"/>
                </a:lnTo>
                <a:lnTo>
                  <a:pt x="7619" y="1898904"/>
                </a:lnTo>
                <a:lnTo>
                  <a:pt x="1523" y="1898904"/>
                </a:lnTo>
                <a:lnTo>
                  <a:pt x="1523" y="1897380"/>
                </a:lnTo>
                <a:lnTo>
                  <a:pt x="0" y="1895855"/>
                </a:lnTo>
                <a:close/>
              </a:path>
              <a:path w="9525" h="2303145">
                <a:moveTo>
                  <a:pt x="0" y="1856231"/>
                </a:moveTo>
                <a:lnTo>
                  <a:pt x="0" y="1854708"/>
                </a:lnTo>
                <a:lnTo>
                  <a:pt x="1523" y="1853184"/>
                </a:lnTo>
                <a:lnTo>
                  <a:pt x="1523" y="1851660"/>
                </a:lnTo>
                <a:lnTo>
                  <a:pt x="7619" y="1851660"/>
                </a:lnTo>
                <a:lnTo>
                  <a:pt x="7619" y="1853184"/>
                </a:lnTo>
                <a:lnTo>
                  <a:pt x="9143" y="1854708"/>
                </a:lnTo>
                <a:lnTo>
                  <a:pt x="9143" y="1856231"/>
                </a:lnTo>
                <a:lnTo>
                  <a:pt x="6096" y="1859280"/>
                </a:lnTo>
                <a:lnTo>
                  <a:pt x="3048" y="1859280"/>
                </a:lnTo>
                <a:lnTo>
                  <a:pt x="0" y="1856231"/>
                </a:lnTo>
                <a:close/>
              </a:path>
              <a:path w="9525" h="2303145">
                <a:moveTo>
                  <a:pt x="7619" y="1816608"/>
                </a:moveTo>
                <a:lnTo>
                  <a:pt x="7619" y="1813560"/>
                </a:lnTo>
                <a:lnTo>
                  <a:pt x="9143" y="1813560"/>
                </a:lnTo>
                <a:lnTo>
                  <a:pt x="9143" y="1816608"/>
                </a:lnTo>
                <a:lnTo>
                  <a:pt x="7619" y="1816608"/>
                </a:lnTo>
                <a:close/>
              </a:path>
              <a:path w="9525" h="2303145">
                <a:moveTo>
                  <a:pt x="6096" y="1818131"/>
                </a:moveTo>
                <a:lnTo>
                  <a:pt x="6096" y="1812036"/>
                </a:lnTo>
                <a:lnTo>
                  <a:pt x="7619" y="1812036"/>
                </a:lnTo>
                <a:lnTo>
                  <a:pt x="7619" y="1818131"/>
                </a:lnTo>
                <a:lnTo>
                  <a:pt x="6096" y="1818131"/>
                </a:lnTo>
                <a:close/>
              </a:path>
              <a:path w="9525" h="2303145">
                <a:moveTo>
                  <a:pt x="3048" y="1819655"/>
                </a:moveTo>
                <a:lnTo>
                  <a:pt x="3048" y="1810512"/>
                </a:lnTo>
                <a:lnTo>
                  <a:pt x="6096" y="1810512"/>
                </a:lnTo>
                <a:lnTo>
                  <a:pt x="6096" y="1819655"/>
                </a:lnTo>
                <a:lnTo>
                  <a:pt x="3048" y="1819655"/>
                </a:lnTo>
                <a:close/>
              </a:path>
              <a:path w="9525" h="2303145">
                <a:moveTo>
                  <a:pt x="1523" y="1818131"/>
                </a:moveTo>
                <a:lnTo>
                  <a:pt x="1523" y="1812036"/>
                </a:lnTo>
                <a:lnTo>
                  <a:pt x="3048" y="1812036"/>
                </a:lnTo>
                <a:lnTo>
                  <a:pt x="3048" y="1818131"/>
                </a:lnTo>
                <a:lnTo>
                  <a:pt x="1523" y="1818131"/>
                </a:lnTo>
                <a:close/>
              </a:path>
              <a:path w="9525" h="2303145">
                <a:moveTo>
                  <a:pt x="0" y="1816608"/>
                </a:moveTo>
                <a:lnTo>
                  <a:pt x="0" y="1813560"/>
                </a:lnTo>
                <a:lnTo>
                  <a:pt x="1523" y="1813560"/>
                </a:lnTo>
                <a:lnTo>
                  <a:pt x="1523" y="1816608"/>
                </a:lnTo>
                <a:lnTo>
                  <a:pt x="0" y="1816608"/>
                </a:lnTo>
                <a:close/>
              </a:path>
              <a:path w="9525" h="2303145">
                <a:moveTo>
                  <a:pt x="0" y="1775460"/>
                </a:moveTo>
                <a:lnTo>
                  <a:pt x="0" y="1773936"/>
                </a:lnTo>
                <a:lnTo>
                  <a:pt x="3048" y="1770888"/>
                </a:lnTo>
                <a:lnTo>
                  <a:pt x="6096" y="1770888"/>
                </a:lnTo>
                <a:lnTo>
                  <a:pt x="9143" y="1773936"/>
                </a:lnTo>
                <a:lnTo>
                  <a:pt x="9143" y="1775460"/>
                </a:lnTo>
                <a:lnTo>
                  <a:pt x="6096" y="1778508"/>
                </a:lnTo>
                <a:lnTo>
                  <a:pt x="3048" y="1778508"/>
                </a:lnTo>
                <a:lnTo>
                  <a:pt x="0" y="1775460"/>
                </a:lnTo>
                <a:close/>
              </a:path>
              <a:path w="9525" h="2303145">
                <a:moveTo>
                  <a:pt x="7619" y="1735836"/>
                </a:moveTo>
                <a:lnTo>
                  <a:pt x="7619" y="1732788"/>
                </a:lnTo>
                <a:lnTo>
                  <a:pt x="9143" y="1732788"/>
                </a:lnTo>
                <a:lnTo>
                  <a:pt x="9143" y="1735836"/>
                </a:lnTo>
                <a:lnTo>
                  <a:pt x="7619" y="1735836"/>
                </a:lnTo>
                <a:close/>
              </a:path>
              <a:path w="9525" h="2303145">
                <a:moveTo>
                  <a:pt x="6096" y="1737360"/>
                </a:moveTo>
                <a:lnTo>
                  <a:pt x="6096" y="1731263"/>
                </a:lnTo>
                <a:lnTo>
                  <a:pt x="7619" y="1731263"/>
                </a:lnTo>
                <a:lnTo>
                  <a:pt x="7619" y="1737360"/>
                </a:lnTo>
                <a:lnTo>
                  <a:pt x="6096" y="1737360"/>
                </a:lnTo>
                <a:close/>
              </a:path>
              <a:path w="9525" h="2303145">
                <a:moveTo>
                  <a:pt x="3048" y="1738884"/>
                </a:moveTo>
                <a:lnTo>
                  <a:pt x="3048" y="1729739"/>
                </a:lnTo>
                <a:lnTo>
                  <a:pt x="6096" y="1729739"/>
                </a:lnTo>
                <a:lnTo>
                  <a:pt x="6096" y="1738884"/>
                </a:lnTo>
                <a:lnTo>
                  <a:pt x="3048" y="1738884"/>
                </a:lnTo>
                <a:close/>
              </a:path>
              <a:path w="9525" h="2303145">
                <a:moveTo>
                  <a:pt x="1523" y="1737360"/>
                </a:moveTo>
                <a:lnTo>
                  <a:pt x="1523" y="1731263"/>
                </a:lnTo>
                <a:lnTo>
                  <a:pt x="3048" y="1731263"/>
                </a:lnTo>
                <a:lnTo>
                  <a:pt x="3048" y="1737360"/>
                </a:lnTo>
                <a:lnTo>
                  <a:pt x="1523" y="1737360"/>
                </a:lnTo>
                <a:close/>
              </a:path>
              <a:path w="9525" h="2303145">
                <a:moveTo>
                  <a:pt x="0" y="1735836"/>
                </a:moveTo>
                <a:lnTo>
                  <a:pt x="0" y="1732788"/>
                </a:lnTo>
                <a:lnTo>
                  <a:pt x="1523" y="1732788"/>
                </a:lnTo>
                <a:lnTo>
                  <a:pt x="1523" y="1735836"/>
                </a:lnTo>
                <a:lnTo>
                  <a:pt x="0" y="1735836"/>
                </a:lnTo>
                <a:close/>
              </a:path>
              <a:path w="9525" h="2303145">
                <a:moveTo>
                  <a:pt x="0" y="1694688"/>
                </a:moveTo>
                <a:lnTo>
                  <a:pt x="0" y="1693163"/>
                </a:lnTo>
                <a:lnTo>
                  <a:pt x="3048" y="1690116"/>
                </a:lnTo>
                <a:lnTo>
                  <a:pt x="6096" y="1690116"/>
                </a:lnTo>
                <a:lnTo>
                  <a:pt x="9143" y="1693163"/>
                </a:lnTo>
                <a:lnTo>
                  <a:pt x="9143" y="1694688"/>
                </a:lnTo>
                <a:lnTo>
                  <a:pt x="7619" y="1696212"/>
                </a:lnTo>
                <a:lnTo>
                  <a:pt x="7619" y="1697736"/>
                </a:lnTo>
                <a:lnTo>
                  <a:pt x="1523" y="1697736"/>
                </a:lnTo>
                <a:lnTo>
                  <a:pt x="1523" y="1696212"/>
                </a:lnTo>
                <a:lnTo>
                  <a:pt x="0" y="1694688"/>
                </a:lnTo>
                <a:close/>
              </a:path>
              <a:path w="9525" h="2303145">
                <a:moveTo>
                  <a:pt x="0" y="1655063"/>
                </a:moveTo>
                <a:lnTo>
                  <a:pt x="0" y="1653539"/>
                </a:lnTo>
                <a:lnTo>
                  <a:pt x="1523" y="1652016"/>
                </a:lnTo>
                <a:lnTo>
                  <a:pt x="1523" y="1650492"/>
                </a:lnTo>
                <a:lnTo>
                  <a:pt x="7619" y="1650492"/>
                </a:lnTo>
                <a:lnTo>
                  <a:pt x="7619" y="1652016"/>
                </a:lnTo>
                <a:lnTo>
                  <a:pt x="9143" y="1653539"/>
                </a:lnTo>
                <a:lnTo>
                  <a:pt x="9143" y="1655063"/>
                </a:lnTo>
                <a:lnTo>
                  <a:pt x="6096" y="1658112"/>
                </a:lnTo>
                <a:lnTo>
                  <a:pt x="3048" y="1658112"/>
                </a:lnTo>
                <a:lnTo>
                  <a:pt x="0" y="1655063"/>
                </a:lnTo>
                <a:close/>
              </a:path>
              <a:path w="9525" h="2303145">
                <a:moveTo>
                  <a:pt x="7619" y="1615439"/>
                </a:moveTo>
                <a:lnTo>
                  <a:pt x="7619" y="1612392"/>
                </a:lnTo>
                <a:lnTo>
                  <a:pt x="9143" y="1612392"/>
                </a:lnTo>
                <a:lnTo>
                  <a:pt x="9143" y="1615439"/>
                </a:lnTo>
                <a:lnTo>
                  <a:pt x="7619" y="1615439"/>
                </a:lnTo>
                <a:close/>
              </a:path>
              <a:path w="9525" h="2303145">
                <a:moveTo>
                  <a:pt x="1523" y="1616963"/>
                </a:moveTo>
                <a:lnTo>
                  <a:pt x="1523" y="1610868"/>
                </a:lnTo>
                <a:lnTo>
                  <a:pt x="3048" y="1609344"/>
                </a:lnTo>
                <a:lnTo>
                  <a:pt x="6096" y="1609344"/>
                </a:lnTo>
                <a:lnTo>
                  <a:pt x="7619" y="1610868"/>
                </a:lnTo>
                <a:lnTo>
                  <a:pt x="7619" y="1616963"/>
                </a:lnTo>
                <a:lnTo>
                  <a:pt x="1523" y="1616963"/>
                </a:lnTo>
                <a:close/>
              </a:path>
              <a:path w="9525" h="2303145">
                <a:moveTo>
                  <a:pt x="0" y="1615439"/>
                </a:moveTo>
                <a:lnTo>
                  <a:pt x="0" y="1612392"/>
                </a:lnTo>
                <a:lnTo>
                  <a:pt x="1523" y="1612392"/>
                </a:lnTo>
                <a:lnTo>
                  <a:pt x="1523" y="1615439"/>
                </a:lnTo>
                <a:lnTo>
                  <a:pt x="0" y="1615439"/>
                </a:lnTo>
                <a:close/>
              </a:path>
              <a:path w="9525" h="2303145">
                <a:moveTo>
                  <a:pt x="0" y="1574292"/>
                </a:moveTo>
                <a:lnTo>
                  <a:pt x="0" y="1572768"/>
                </a:lnTo>
                <a:lnTo>
                  <a:pt x="3048" y="1569720"/>
                </a:lnTo>
                <a:lnTo>
                  <a:pt x="6096" y="1569720"/>
                </a:lnTo>
                <a:lnTo>
                  <a:pt x="9143" y="1572768"/>
                </a:lnTo>
                <a:lnTo>
                  <a:pt x="9143" y="1574292"/>
                </a:lnTo>
                <a:lnTo>
                  <a:pt x="6096" y="1577339"/>
                </a:lnTo>
                <a:lnTo>
                  <a:pt x="3048" y="1577339"/>
                </a:lnTo>
                <a:lnTo>
                  <a:pt x="0" y="1574292"/>
                </a:lnTo>
                <a:close/>
              </a:path>
              <a:path w="9525" h="2303145">
                <a:moveTo>
                  <a:pt x="7619" y="1534668"/>
                </a:moveTo>
                <a:lnTo>
                  <a:pt x="7619" y="1531620"/>
                </a:lnTo>
                <a:lnTo>
                  <a:pt x="9143" y="1531620"/>
                </a:lnTo>
                <a:lnTo>
                  <a:pt x="9143" y="1534668"/>
                </a:lnTo>
                <a:lnTo>
                  <a:pt x="7619" y="1534668"/>
                </a:lnTo>
                <a:close/>
              </a:path>
              <a:path w="9525" h="2303145">
                <a:moveTo>
                  <a:pt x="6096" y="1536192"/>
                </a:moveTo>
                <a:lnTo>
                  <a:pt x="6096" y="1530096"/>
                </a:lnTo>
                <a:lnTo>
                  <a:pt x="7619" y="1530096"/>
                </a:lnTo>
                <a:lnTo>
                  <a:pt x="7619" y="1536192"/>
                </a:lnTo>
                <a:lnTo>
                  <a:pt x="6096" y="1536192"/>
                </a:lnTo>
                <a:close/>
              </a:path>
              <a:path w="9525" h="2303145">
                <a:moveTo>
                  <a:pt x="3048" y="1537716"/>
                </a:moveTo>
                <a:lnTo>
                  <a:pt x="3048" y="1528571"/>
                </a:lnTo>
                <a:lnTo>
                  <a:pt x="6096" y="1528571"/>
                </a:lnTo>
                <a:lnTo>
                  <a:pt x="6096" y="1537716"/>
                </a:lnTo>
                <a:lnTo>
                  <a:pt x="3048" y="1537716"/>
                </a:lnTo>
                <a:close/>
              </a:path>
              <a:path w="9525" h="2303145">
                <a:moveTo>
                  <a:pt x="1523" y="1536192"/>
                </a:moveTo>
                <a:lnTo>
                  <a:pt x="1523" y="1530096"/>
                </a:lnTo>
                <a:lnTo>
                  <a:pt x="3048" y="1530096"/>
                </a:lnTo>
                <a:lnTo>
                  <a:pt x="3048" y="1536192"/>
                </a:lnTo>
                <a:lnTo>
                  <a:pt x="1523" y="1536192"/>
                </a:lnTo>
                <a:close/>
              </a:path>
              <a:path w="9525" h="2303145">
                <a:moveTo>
                  <a:pt x="0" y="1534668"/>
                </a:moveTo>
                <a:lnTo>
                  <a:pt x="0" y="1531620"/>
                </a:lnTo>
                <a:lnTo>
                  <a:pt x="1523" y="1531620"/>
                </a:lnTo>
                <a:lnTo>
                  <a:pt x="1523" y="1534668"/>
                </a:lnTo>
                <a:lnTo>
                  <a:pt x="0" y="1534668"/>
                </a:lnTo>
                <a:close/>
              </a:path>
              <a:path w="9525" h="2303145">
                <a:moveTo>
                  <a:pt x="0" y="1493520"/>
                </a:moveTo>
                <a:lnTo>
                  <a:pt x="0" y="1491996"/>
                </a:lnTo>
                <a:lnTo>
                  <a:pt x="3048" y="1488947"/>
                </a:lnTo>
                <a:lnTo>
                  <a:pt x="6096" y="1488947"/>
                </a:lnTo>
                <a:lnTo>
                  <a:pt x="9143" y="1491996"/>
                </a:lnTo>
                <a:lnTo>
                  <a:pt x="9143" y="1493520"/>
                </a:lnTo>
                <a:lnTo>
                  <a:pt x="6096" y="1496568"/>
                </a:lnTo>
                <a:lnTo>
                  <a:pt x="3048" y="1496568"/>
                </a:lnTo>
                <a:lnTo>
                  <a:pt x="0" y="1493520"/>
                </a:lnTo>
                <a:close/>
              </a:path>
              <a:path w="9525" h="2303145">
                <a:moveTo>
                  <a:pt x="0" y="1453896"/>
                </a:moveTo>
                <a:lnTo>
                  <a:pt x="0" y="1450847"/>
                </a:lnTo>
                <a:lnTo>
                  <a:pt x="1523" y="1450847"/>
                </a:lnTo>
                <a:lnTo>
                  <a:pt x="1523" y="1449324"/>
                </a:lnTo>
                <a:lnTo>
                  <a:pt x="7619" y="1449324"/>
                </a:lnTo>
                <a:lnTo>
                  <a:pt x="7619" y="1450847"/>
                </a:lnTo>
                <a:lnTo>
                  <a:pt x="9143" y="1450847"/>
                </a:lnTo>
                <a:lnTo>
                  <a:pt x="9143" y="1453896"/>
                </a:lnTo>
                <a:lnTo>
                  <a:pt x="6096" y="1456944"/>
                </a:lnTo>
                <a:lnTo>
                  <a:pt x="3048" y="1456944"/>
                </a:lnTo>
                <a:lnTo>
                  <a:pt x="0" y="1453896"/>
                </a:lnTo>
                <a:close/>
              </a:path>
              <a:path w="9525" h="2303145">
                <a:moveTo>
                  <a:pt x="0" y="1414271"/>
                </a:moveTo>
                <a:lnTo>
                  <a:pt x="0" y="1411224"/>
                </a:lnTo>
                <a:lnTo>
                  <a:pt x="3048" y="1408176"/>
                </a:lnTo>
                <a:lnTo>
                  <a:pt x="6096" y="1408176"/>
                </a:lnTo>
                <a:lnTo>
                  <a:pt x="9143" y="1411224"/>
                </a:lnTo>
                <a:lnTo>
                  <a:pt x="9143" y="1414271"/>
                </a:lnTo>
                <a:lnTo>
                  <a:pt x="7619" y="1414271"/>
                </a:lnTo>
                <a:lnTo>
                  <a:pt x="7619" y="1415796"/>
                </a:lnTo>
                <a:lnTo>
                  <a:pt x="1523" y="1415796"/>
                </a:lnTo>
                <a:lnTo>
                  <a:pt x="1523" y="1414271"/>
                </a:lnTo>
                <a:lnTo>
                  <a:pt x="0" y="1414271"/>
                </a:lnTo>
                <a:close/>
              </a:path>
              <a:path w="9525" h="2303145">
                <a:moveTo>
                  <a:pt x="0" y="1373124"/>
                </a:moveTo>
                <a:lnTo>
                  <a:pt x="0" y="1371600"/>
                </a:lnTo>
                <a:lnTo>
                  <a:pt x="1523" y="1370076"/>
                </a:lnTo>
                <a:lnTo>
                  <a:pt x="1523" y="1368552"/>
                </a:lnTo>
                <a:lnTo>
                  <a:pt x="7619" y="1368552"/>
                </a:lnTo>
                <a:lnTo>
                  <a:pt x="7619" y="1370076"/>
                </a:lnTo>
                <a:lnTo>
                  <a:pt x="9143" y="1371600"/>
                </a:lnTo>
                <a:lnTo>
                  <a:pt x="9143" y="1373124"/>
                </a:lnTo>
                <a:lnTo>
                  <a:pt x="6096" y="1376171"/>
                </a:lnTo>
                <a:lnTo>
                  <a:pt x="3048" y="1376171"/>
                </a:lnTo>
                <a:lnTo>
                  <a:pt x="0" y="1373124"/>
                </a:lnTo>
                <a:close/>
              </a:path>
              <a:path w="9525" h="2303145">
                <a:moveTo>
                  <a:pt x="7619" y="1333500"/>
                </a:moveTo>
                <a:lnTo>
                  <a:pt x="7619" y="1330452"/>
                </a:lnTo>
                <a:lnTo>
                  <a:pt x="9143" y="1330452"/>
                </a:lnTo>
                <a:lnTo>
                  <a:pt x="9143" y="1333500"/>
                </a:lnTo>
                <a:lnTo>
                  <a:pt x="7619" y="1333500"/>
                </a:lnTo>
                <a:close/>
              </a:path>
              <a:path w="9525" h="2303145">
                <a:moveTo>
                  <a:pt x="6096" y="1335024"/>
                </a:moveTo>
                <a:lnTo>
                  <a:pt x="6096" y="1328928"/>
                </a:lnTo>
                <a:lnTo>
                  <a:pt x="7619" y="1328928"/>
                </a:lnTo>
                <a:lnTo>
                  <a:pt x="7619" y="1335024"/>
                </a:lnTo>
                <a:lnTo>
                  <a:pt x="6096" y="1335024"/>
                </a:lnTo>
                <a:close/>
              </a:path>
              <a:path w="9525" h="2303145">
                <a:moveTo>
                  <a:pt x="3048" y="1336547"/>
                </a:moveTo>
                <a:lnTo>
                  <a:pt x="3048" y="1327404"/>
                </a:lnTo>
                <a:lnTo>
                  <a:pt x="6096" y="1327404"/>
                </a:lnTo>
                <a:lnTo>
                  <a:pt x="6096" y="1336547"/>
                </a:lnTo>
                <a:lnTo>
                  <a:pt x="3048" y="1336547"/>
                </a:lnTo>
                <a:close/>
              </a:path>
              <a:path w="9525" h="2303145">
                <a:moveTo>
                  <a:pt x="1523" y="1335024"/>
                </a:moveTo>
                <a:lnTo>
                  <a:pt x="1523" y="1328928"/>
                </a:lnTo>
                <a:lnTo>
                  <a:pt x="3048" y="1328928"/>
                </a:lnTo>
                <a:lnTo>
                  <a:pt x="3048" y="1335024"/>
                </a:lnTo>
                <a:lnTo>
                  <a:pt x="1523" y="1335024"/>
                </a:lnTo>
                <a:close/>
              </a:path>
              <a:path w="9525" h="2303145">
                <a:moveTo>
                  <a:pt x="0" y="1333500"/>
                </a:moveTo>
                <a:lnTo>
                  <a:pt x="0" y="1330452"/>
                </a:lnTo>
                <a:lnTo>
                  <a:pt x="1523" y="1330452"/>
                </a:lnTo>
                <a:lnTo>
                  <a:pt x="1523" y="1333500"/>
                </a:lnTo>
                <a:lnTo>
                  <a:pt x="0" y="1333500"/>
                </a:lnTo>
                <a:close/>
              </a:path>
              <a:path w="9525" h="2303145">
                <a:moveTo>
                  <a:pt x="0" y="1292352"/>
                </a:moveTo>
                <a:lnTo>
                  <a:pt x="0" y="1290828"/>
                </a:lnTo>
                <a:lnTo>
                  <a:pt x="3048" y="1287780"/>
                </a:lnTo>
                <a:lnTo>
                  <a:pt x="6096" y="1287780"/>
                </a:lnTo>
                <a:lnTo>
                  <a:pt x="9143" y="1290828"/>
                </a:lnTo>
                <a:lnTo>
                  <a:pt x="9143" y="1292352"/>
                </a:lnTo>
                <a:lnTo>
                  <a:pt x="6096" y="1295400"/>
                </a:lnTo>
                <a:lnTo>
                  <a:pt x="3048" y="1295400"/>
                </a:lnTo>
                <a:lnTo>
                  <a:pt x="0" y="1292352"/>
                </a:lnTo>
                <a:close/>
              </a:path>
              <a:path w="9525" h="2303145">
                <a:moveTo>
                  <a:pt x="7619" y="1252728"/>
                </a:moveTo>
                <a:lnTo>
                  <a:pt x="7619" y="1249680"/>
                </a:lnTo>
                <a:lnTo>
                  <a:pt x="9143" y="1249680"/>
                </a:lnTo>
                <a:lnTo>
                  <a:pt x="9143" y="1252728"/>
                </a:lnTo>
                <a:lnTo>
                  <a:pt x="7619" y="1252728"/>
                </a:lnTo>
                <a:close/>
              </a:path>
              <a:path w="9525" h="2303145">
                <a:moveTo>
                  <a:pt x="6096" y="1254252"/>
                </a:moveTo>
                <a:lnTo>
                  <a:pt x="6096" y="1248155"/>
                </a:lnTo>
                <a:lnTo>
                  <a:pt x="7619" y="1248155"/>
                </a:lnTo>
                <a:lnTo>
                  <a:pt x="7619" y="1254252"/>
                </a:lnTo>
                <a:lnTo>
                  <a:pt x="6096" y="1254252"/>
                </a:lnTo>
                <a:close/>
              </a:path>
              <a:path w="9525" h="2303145">
                <a:moveTo>
                  <a:pt x="3048" y="1255776"/>
                </a:moveTo>
                <a:lnTo>
                  <a:pt x="3048" y="1246631"/>
                </a:lnTo>
                <a:lnTo>
                  <a:pt x="6096" y="1246631"/>
                </a:lnTo>
                <a:lnTo>
                  <a:pt x="6096" y="1255776"/>
                </a:lnTo>
                <a:lnTo>
                  <a:pt x="3048" y="1255776"/>
                </a:lnTo>
                <a:close/>
              </a:path>
              <a:path w="9525" h="2303145">
                <a:moveTo>
                  <a:pt x="1523" y="1254252"/>
                </a:moveTo>
                <a:lnTo>
                  <a:pt x="1523" y="1248155"/>
                </a:lnTo>
                <a:lnTo>
                  <a:pt x="3048" y="1248155"/>
                </a:lnTo>
                <a:lnTo>
                  <a:pt x="3048" y="1254252"/>
                </a:lnTo>
                <a:lnTo>
                  <a:pt x="1523" y="1254252"/>
                </a:lnTo>
                <a:close/>
              </a:path>
              <a:path w="9525" h="2303145">
                <a:moveTo>
                  <a:pt x="0" y="1252728"/>
                </a:moveTo>
                <a:lnTo>
                  <a:pt x="0" y="1249680"/>
                </a:lnTo>
                <a:lnTo>
                  <a:pt x="1523" y="1249680"/>
                </a:lnTo>
                <a:lnTo>
                  <a:pt x="1523" y="1252728"/>
                </a:lnTo>
                <a:lnTo>
                  <a:pt x="0" y="1252728"/>
                </a:lnTo>
                <a:close/>
              </a:path>
              <a:path w="9525" h="2303145">
                <a:moveTo>
                  <a:pt x="0" y="1211580"/>
                </a:moveTo>
                <a:lnTo>
                  <a:pt x="0" y="1210055"/>
                </a:lnTo>
                <a:lnTo>
                  <a:pt x="3048" y="1207008"/>
                </a:lnTo>
                <a:lnTo>
                  <a:pt x="6096" y="1207008"/>
                </a:lnTo>
                <a:lnTo>
                  <a:pt x="9143" y="1210055"/>
                </a:lnTo>
                <a:lnTo>
                  <a:pt x="9143" y="1211580"/>
                </a:lnTo>
                <a:lnTo>
                  <a:pt x="7619" y="1213104"/>
                </a:lnTo>
                <a:lnTo>
                  <a:pt x="7619" y="1214628"/>
                </a:lnTo>
                <a:lnTo>
                  <a:pt x="1523" y="1214628"/>
                </a:lnTo>
                <a:lnTo>
                  <a:pt x="1523" y="1213104"/>
                </a:lnTo>
                <a:lnTo>
                  <a:pt x="0" y="1211580"/>
                </a:lnTo>
                <a:close/>
              </a:path>
              <a:path w="9525" h="2303145">
                <a:moveTo>
                  <a:pt x="0" y="1171955"/>
                </a:moveTo>
                <a:lnTo>
                  <a:pt x="0" y="1170431"/>
                </a:lnTo>
                <a:lnTo>
                  <a:pt x="1523" y="1168908"/>
                </a:lnTo>
                <a:lnTo>
                  <a:pt x="1523" y="1167384"/>
                </a:lnTo>
                <a:lnTo>
                  <a:pt x="7619" y="1167384"/>
                </a:lnTo>
                <a:lnTo>
                  <a:pt x="7619" y="1168908"/>
                </a:lnTo>
                <a:lnTo>
                  <a:pt x="9143" y="1170431"/>
                </a:lnTo>
                <a:lnTo>
                  <a:pt x="9143" y="1171955"/>
                </a:lnTo>
                <a:lnTo>
                  <a:pt x="6096" y="1175004"/>
                </a:lnTo>
                <a:lnTo>
                  <a:pt x="3048" y="1175004"/>
                </a:lnTo>
                <a:lnTo>
                  <a:pt x="0" y="1171955"/>
                </a:lnTo>
                <a:close/>
              </a:path>
              <a:path w="9525" h="2303145">
                <a:moveTo>
                  <a:pt x="7619" y="1132331"/>
                </a:moveTo>
                <a:lnTo>
                  <a:pt x="7619" y="1129284"/>
                </a:lnTo>
                <a:lnTo>
                  <a:pt x="9143" y="1129284"/>
                </a:lnTo>
                <a:lnTo>
                  <a:pt x="9143" y="1132331"/>
                </a:lnTo>
                <a:lnTo>
                  <a:pt x="7619" y="1132331"/>
                </a:lnTo>
                <a:close/>
              </a:path>
              <a:path w="9525" h="2303145">
                <a:moveTo>
                  <a:pt x="1523" y="1133855"/>
                </a:moveTo>
                <a:lnTo>
                  <a:pt x="1523" y="1127760"/>
                </a:lnTo>
                <a:lnTo>
                  <a:pt x="3048" y="1126236"/>
                </a:lnTo>
                <a:lnTo>
                  <a:pt x="6096" y="1126236"/>
                </a:lnTo>
                <a:lnTo>
                  <a:pt x="7619" y="1127760"/>
                </a:lnTo>
                <a:lnTo>
                  <a:pt x="7619" y="1133855"/>
                </a:lnTo>
                <a:lnTo>
                  <a:pt x="6096" y="1133855"/>
                </a:lnTo>
                <a:lnTo>
                  <a:pt x="6096" y="1135380"/>
                </a:lnTo>
                <a:lnTo>
                  <a:pt x="3048" y="1135380"/>
                </a:lnTo>
                <a:lnTo>
                  <a:pt x="3048" y="1133855"/>
                </a:lnTo>
                <a:lnTo>
                  <a:pt x="1523" y="1133855"/>
                </a:lnTo>
                <a:close/>
              </a:path>
              <a:path w="9525" h="2303145">
                <a:moveTo>
                  <a:pt x="0" y="1132331"/>
                </a:moveTo>
                <a:lnTo>
                  <a:pt x="0" y="1129284"/>
                </a:lnTo>
                <a:lnTo>
                  <a:pt x="1523" y="1129284"/>
                </a:lnTo>
                <a:lnTo>
                  <a:pt x="1523" y="1132331"/>
                </a:lnTo>
                <a:lnTo>
                  <a:pt x="0" y="1132331"/>
                </a:lnTo>
                <a:close/>
              </a:path>
              <a:path w="9525" h="2303145">
                <a:moveTo>
                  <a:pt x="0" y="1091184"/>
                </a:moveTo>
                <a:lnTo>
                  <a:pt x="0" y="1089660"/>
                </a:lnTo>
                <a:lnTo>
                  <a:pt x="3048" y="1086612"/>
                </a:lnTo>
                <a:lnTo>
                  <a:pt x="6096" y="1086612"/>
                </a:lnTo>
                <a:lnTo>
                  <a:pt x="9143" y="1089660"/>
                </a:lnTo>
                <a:lnTo>
                  <a:pt x="9143" y="1091184"/>
                </a:lnTo>
                <a:lnTo>
                  <a:pt x="6096" y="1094231"/>
                </a:lnTo>
                <a:lnTo>
                  <a:pt x="3048" y="1094231"/>
                </a:lnTo>
                <a:lnTo>
                  <a:pt x="0" y="1091184"/>
                </a:lnTo>
                <a:close/>
              </a:path>
              <a:path w="9525" h="2303145">
                <a:moveTo>
                  <a:pt x="7619" y="1051560"/>
                </a:moveTo>
                <a:lnTo>
                  <a:pt x="7619" y="1048512"/>
                </a:lnTo>
                <a:lnTo>
                  <a:pt x="9143" y="1048512"/>
                </a:lnTo>
                <a:lnTo>
                  <a:pt x="9143" y="1051560"/>
                </a:lnTo>
                <a:lnTo>
                  <a:pt x="7619" y="1051560"/>
                </a:lnTo>
                <a:close/>
              </a:path>
              <a:path w="9525" h="2303145">
                <a:moveTo>
                  <a:pt x="6096" y="1053084"/>
                </a:moveTo>
                <a:lnTo>
                  <a:pt x="6096" y="1046988"/>
                </a:lnTo>
                <a:lnTo>
                  <a:pt x="7619" y="1046988"/>
                </a:lnTo>
                <a:lnTo>
                  <a:pt x="7619" y="1053084"/>
                </a:lnTo>
                <a:lnTo>
                  <a:pt x="6096" y="1053084"/>
                </a:lnTo>
                <a:close/>
              </a:path>
              <a:path w="9525" h="2303145">
                <a:moveTo>
                  <a:pt x="3048" y="1054608"/>
                </a:moveTo>
                <a:lnTo>
                  <a:pt x="3048" y="1045463"/>
                </a:lnTo>
                <a:lnTo>
                  <a:pt x="6096" y="1045463"/>
                </a:lnTo>
                <a:lnTo>
                  <a:pt x="6096" y="1054608"/>
                </a:lnTo>
                <a:lnTo>
                  <a:pt x="3048" y="1054608"/>
                </a:lnTo>
                <a:close/>
              </a:path>
              <a:path w="9525" h="2303145">
                <a:moveTo>
                  <a:pt x="1523" y="1053084"/>
                </a:moveTo>
                <a:lnTo>
                  <a:pt x="1523" y="1046988"/>
                </a:lnTo>
                <a:lnTo>
                  <a:pt x="3048" y="1046988"/>
                </a:lnTo>
                <a:lnTo>
                  <a:pt x="3048" y="1053084"/>
                </a:lnTo>
                <a:lnTo>
                  <a:pt x="1523" y="1053084"/>
                </a:lnTo>
                <a:close/>
              </a:path>
              <a:path w="9525" h="2303145">
                <a:moveTo>
                  <a:pt x="0" y="1051560"/>
                </a:moveTo>
                <a:lnTo>
                  <a:pt x="0" y="1048512"/>
                </a:lnTo>
                <a:lnTo>
                  <a:pt x="1523" y="1048512"/>
                </a:lnTo>
                <a:lnTo>
                  <a:pt x="1523" y="1051560"/>
                </a:lnTo>
                <a:lnTo>
                  <a:pt x="0" y="1051560"/>
                </a:lnTo>
                <a:close/>
              </a:path>
              <a:path w="9525" h="2303145">
                <a:moveTo>
                  <a:pt x="0" y="1010412"/>
                </a:moveTo>
                <a:lnTo>
                  <a:pt x="0" y="1008888"/>
                </a:lnTo>
                <a:lnTo>
                  <a:pt x="3048" y="1005839"/>
                </a:lnTo>
                <a:lnTo>
                  <a:pt x="6096" y="1005839"/>
                </a:lnTo>
                <a:lnTo>
                  <a:pt x="9143" y="1008888"/>
                </a:lnTo>
                <a:lnTo>
                  <a:pt x="9143" y="1010412"/>
                </a:lnTo>
                <a:lnTo>
                  <a:pt x="6096" y="1013460"/>
                </a:lnTo>
                <a:lnTo>
                  <a:pt x="3048" y="1013460"/>
                </a:lnTo>
                <a:lnTo>
                  <a:pt x="0" y="1010412"/>
                </a:lnTo>
                <a:close/>
              </a:path>
              <a:path w="9525" h="2303145">
                <a:moveTo>
                  <a:pt x="0" y="970788"/>
                </a:moveTo>
                <a:lnTo>
                  <a:pt x="0" y="967739"/>
                </a:lnTo>
                <a:lnTo>
                  <a:pt x="1523" y="967739"/>
                </a:lnTo>
                <a:lnTo>
                  <a:pt x="1523" y="966216"/>
                </a:lnTo>
                <a:lnTo>
                  <a:pt x="7619" y="966216"/>
                </a:lnTo>
                <a:lnTo>
                  <a:pt x="7619" y="967739"/>
                </a:lnTo>
                <a:lnTo>
                  <a:pt x="9143" y="967739"/>
                </a:lnTo>
                <a:lnTo>
                  <a:pt x="9143" y="970788"/>
                </a:lnTo>
                <a:lnTo>
                  <a:pt x="6096" y="973836"/>
                </a:lnTo>
                <a:lnTo>
                  <a:pt x="3048" y="973836"/>
                </a:lnTo>
                <a:lnTo>
                  <a:pt x="0" y="970788"/>
                </a:lnTo>
                <a:close/>
              </a:path>
              <a:path w="9525" h="2303145">
                <a:moveTo>
                  <a:pt x="0" y="931163"/>
                </a:moveTo>
                <a:lnTo>
                  <a:pt x="0" y="928116"/>
                </a:lnTo>
                <a:lnTo>
                  <a:pt x="3048" y="925068"/>
                </a:lnTo>
                <a:lnTo>
                  <a:pt x="6096" y="925068"/>
                </a:lnTo>
                <a:lnTo>
                  <a:pt x="9143" y="928116"/>
                </a:lnTo>
                <a:lnTo>
                  <a:pt x="9143" y="931163"/>
                </a:lnTo>
                <a:lnTo>
                  <a:pt x="7619" y="931163"/>
                </a:lnTo>
                <a:lnTo>
                  <a:pt x="7619" y="932688"/>
                </a:lnTo>
                <a:lnTo>
                  <a:pt x="1523" y="932688"/>
                </a:lnTo>
                <a:lnTo>
                  <a:pt x="1523" y="931163"/>
                </a:lnTo>
                <a:lnTo>
                  <a:pt x="0" y="931163"/>
                </a:lnTo>
                <a:close/>
              </a:path>
              <a:path w="9525" h="2303145">
                <a:moveTo>
                  <a:pt x="0" y="890016"/>
                </a:moveTo>
                <a:lnTo>
                  <a:pt x="0" y="888492"/>
                </a:lnTo>
                <a:lnTo>
                  <a:pt x="3048" y="885444"/>
                </a:lnTo>
                <a:lnTo>
                  <a:pt x="6096" y="885444"/>
                </a:lnTo>
                <a:lnTo>
                  <a:pt x="9143" y="888492"/>
                </a:lnTo>
                <a:lnTo>
                  <a:pt x="9143" y="890016"/>
                </a:lnTo>
                <a:lnTo>
                  <a:pt x="6096" y="893063"/>
                </a:lnTo>
                <a:lnTo>
                  <a:pt x="3048" y="893063"/>
                </a:lnTo>
                <a:lnTo>
                  <a:pt x="0" y="890016"/>
                </a:lnTo>
                <a:close/>
              </a:path>
              <a:path w="9525" h="2303145">
                <a:moveTo>
                  <a:pt x="7619" y="850392"/>
                </a:moveTo>
                <a:lnTo>
                  <a:pt x="7619" y="847344"/>
                </a:lnTo>
                <a:lnTo>
                  <a:pt x="9143" y="847344"/>
                </a:lnTo>
                <a:lnTo>
                  <a:pt x="9143" y="850392"/>
                </a:lnTo>
                <a:lnTo>
                  <a:pt x="7619" y="850392"/>
                </a:lnTo>
                <a:close/>
              </a:path>
              <a:path w="9525" h="2303145">
                <a:moveTo>
                  <a:pt x="6096" y="851916"/>
                </a:moveTo>
                <a:lnTo>
                  <a:pt x="6096" y="845820"/>
                </a:lnTo>
                <a:lnTo>
                  <a:pt x="7619" y="845820"/>
                </a:lnTo>
                <a:lnTo>
                  <a:pt x="7619" y="851916"/>
                </a:lnTo>
                <a:lnTo>
                  <a:pt x="6096" y="851916"/>
                </a:lnTo>
                <a:close/>
              </a:path>
              <a:path w="9525" h="2303145">
                <a:moveTo>
                  <a:pt x="3048" y="853439"/>
                </a:moveTo>
                <a:lnTo>
                  <a:pt x="3048" y="844296"/>
                </a:lnTo>
                <a:lnTo>
                  <a:pt x="6096" y="844296"/>
                </a:lnTo>
                <a:lnTo>
                  <a:pt x="6096" y="853439"/>
                </a:lnTo>
                <a:lnTo>
                  <a:pt x="3048" y="853439"/>
                </a:lnTo>
                <a:close/>
              </a:path>
              <a:path w="9525" h="2303145">
                <a:moveTo>
                  <a:pt x="1523" y="851916"/>
                </a:moveTo>
                <a:lnTo>
                  <a:pt x="1523" y="845820"/>
                </a:lnTo>
                <a:lnTo>
                  <a:pt x="3048" y="845820"/>
                </a:lnTo>
                <a:lnTo>
                  <a:pt x="3048" y="851916"/>
                </a:lnTo>
                <a:lnTo>
                  <a:pt x="1523" y="851916"/>
                </a:lnTo>
                <a:close/>
              </a:path>
              <a:path w="9525" h="2303145">
                <a:moveTo>
                  <a:pt x="0" y="850392"/>
                </a:moveTo>
                <a:lnTo>
                  <a:pt x="0" y="847344"/>
                </a:lnTo>
                <a:lnTo>
                  <a:pt x="1523" y="847344"/>
                </a:lnTo>
                <a:lnTo>
                  <a:pt x="1523" y="850392"/>
                </a:lnTo>
                <a:lnTo>
                  <a:pt x="0" y="850392"/>
                </a:lnTo>
                <a:close/>
              </a:path>
              <a:path w="9525" h="2303145">
                <a:moveTo>
                  <a:pt x="0" y="809244"/>
                </a:moveTo>
                <a:lnTo>
                  <a:pt x="0" y="807720"/>
                </a:lnTo>
                <a:lnTo>
                  <a:pt x="3048" y="804671"/>
                </a:lnTo>
                <a:lnTo>
                  <a:pt x="6096" y="804671"/>
                </a:lnTo>
                <a:lnTo>
                  <a:pt x="9143" y="807720"/>
                </a:lnTo>
                <a:lnTo>
                  <a:pt x="9143" y="809244"/>
                </a:lnTo>
                <a:lnTo>
                  <a:pt x="6096" y="812292"/>
                </a:lnTo>
                <a:lnTo>
                  <a:pt x="3048" y="812292"/>
                </a:lnTo>
                <a:lnTo>
                  <a:pt x="0" y="809244"/>
                </a:lnTo>
                <a:close/>
              </a:path>
              <a:path w="9525" h="2303145">
                <a:moveTo>
                  <a:pt x="7619" y="769620"/>
                </a:moveTo>
                <a:lnTo>
                  <a:pt x="7619" y="766571"/>
                </a:lnTo>
                <a:lnTo>
                  <a:pt x="9143" y="766571"/>
                </a:lnTo>
                <a:lnTo>
                  <a:pt x="9143" y="769620"/>
                </a:lnTo>
                <a:lnTo>
                  <a:pt x="7619" y="769620"/>
                </a:lnTo>
                <a:close/>
              </a:path>
              <a:path w="9525" h="2303145">
                <a:moveTo>
                  <a:pt x="1523" y="771144"/>
                </a:moveTo>
                <a:lnTo>
                  <a:pt x="1523" y="765047"/>
                </a:lnTo>
                <a:lnTo>
                  <a:pt x="3048" y="765047"/>
                </a:lnTo>
                <a:lnTo>
                  <a:pt x="3048" y="763524"/>
                </a:lnTo>
                <a:lnTo>
                  <a:pt x="6096" y="763524"/>
                </a:lnTo>
                <a:lnTo>
                  <a:pt x="6096" y="765047"/>
                </a:lnTo>
                <a:lnTo>
                  <a:pt x="7619" y="765047"/>
                </a:lnTo>
                <a:lnTo>
                  <a:pt x="7619" y="771144"/>
                </a:lnTo>
                <a:lnTo>
                  <a:pt x="6096" y="772668"/>
                </a:lnTo>
                <a:lnTo>
                  <a:pt x="3048" y="772668"/>
                </a:lnTo>
                <a:lnTo>
                  <a:pt x="1523" y="771144"/>
                </a:lnTo>
                <a:close/>
              </a:path>
              <a:path w="9525" h="2303145">
                <a:moveTo>
                  <a:pt x="0" y="769620"/>
                </a:moveTo>
                <a:lnTo>
                  <a:pt x="0" y="766571"/>
                </a:lnTo>
                <a:lnTo>
                  <a:pt x="1523" y="766571"/>
                </a:lnTo>
                <a:lnTo>
                  <a:pt x="1523" y="769620"/>
                </a:lnTo>
                <a:lnTo>
                  <a:pt x="0" y="769620"/>
                </a:lnTo>
                <a:close/>
              </a:path>
              <a:path w="9525" h="2303145">
                <a:moveTo>
                  <a:pt x="0" y="728471"/>
                </a:moveTo>
                <a:lnTo>
                  <a:pt x="0" y="726947"/>
                </a:lnTo>
                <a:lnTo>
                  <a:pt x="3048" y="723900"/>
                </a:lnTo>
                <a:lnTo>
                  <a:pt x="6096" y="723900"/>
                </a:lnTo>
                <a:lnTo>
                  <a:pt x="9143" y="726947"/>
                </a:lnTo>
                <a:lnTo>
                  <a:pt x="9143" y="728471"/>
                </a:lnTo>
                <a:lnTo>
                  <a:pt x="7619" y="729996"/>
                </a:lnTo>
                <a:lnTo>
                  <a:pt x="7619" y="731520"/>
                </a:lnTo>
                <a:lnTo>
                  <a:pt x="1523" y="731520"/>
                </a:lnTo>
                <a:lnTo>
                  <a:pt x="1523" y="729996"/>
                </a:lnTo>
                <a:lnTo>
                  <a:pt x="0" y="728471"/>
                </a:lnTo>
                <a:close/>
              </a:path>
              <a:path w="9525" h="2303145">
                <a:moveTo>
                  <a:pt x="0" y="688847"/>
                </a:moveTo>
                <a:lnTo>
                  <a:pt x="0" y="687324"/>
                </a:lnTo>
                <a:lnTo>
                  <a:pt x="1523" y="685800"/>
                </a:lnTo>
                <a:lnTo>
                  <a:pt x="1523" y="684276"/>
                </a:lnTo>
                <a:lnTo>
                  <a:pt x="7619" y="684276"/>
                </a:lnTo>
                <a:lnTo>
                  <a:pt x="7619" y="685800"/>
                </a:lnTo>
                <a:lnTo>
                  <a:pt x="9143" y="687324"/>
                </a:lnTo>
                <a:lnTo>
                  <a:pt x="9143" y="688847"/>
                </a:lnTo>
                <a:lnTo>
                  <a:pt x="6096" y="691896"/>
                </a:lnTo>
                <a:lnTo>
                  <a:pt x="3048" y="691896"/>
                </a:lnTo>
                <a:lnTo>
                  <a:pt x="0" y="688847"/>
                </a:lnTo>
                <a:close/>
              </a:path>
              <a:path w="9525" h="2303145">
                <a:moveTo>
                  <a:pt x="7619" y="649224"/>
                </a:moveTo>
                <a:lnTo>
                  <a:pt x="7619" y="646176"/>
                </a:lnTo>
                <a:lnTo>
                  <a:pt x="9143" y="646176"/>
                </a:lnTo>
                <a:lnTo>
                  <a:pt x="9143" y="649224"/>
                </a:lnTo>
                <a:lnTo>
                  <a:pt x="7619" y="649224"/>
                </a:lnTo>
                <a:close/>
              </a:path>
              <a:path w="9525" h="2303145">
                <a:moveTo>
                  <a:pt x="1523" y="650747"/>
                </a:moveTo>
                <a:lnTo>
                  <a:pt x="1523" y="644652"/>
                </a:lnTo>
                <a:lnTo>
                  <a:pt x="3048" y="643128"/>
                </a:lnTo>
                <a:lnTo>
                  <a:pt x="6096" y="643128"/>
                </a:lnTo>
                <a:lnTo>
                  <a:pt x="7619" y="644652"/>
                </a:lnTo>
                <a:lnTo>
                  <a:pt x="7619" y="650747"/>
                </a:lnTo>
                <a:lnTo>
                  <a:pt x="6096" y="650747"/>
                </a:lnTo>
                <a:lnTo>
                  <a:pt x="6096" y="652271"/>
                </a:lnTo>
                <a:lnTo>
                  <a:pt x="3048" y="652271"/>
                </a:lnTo>
                <a:lnTo>
                  <a:pt x="3048" y="650747"/>
                </a:lnTo>
                <a:lnTo>
                  <a:pt x="1523" y="650747"/>
                </a:lnTo>
                <a:close/>
              </a:path>
              <a:path w="9525" h="2303145">
                <a:moveTo>
                  <a:pt x="0" y="649224"/>
                </a:moveTo>
                <a:lnTo>
                  <a:pt x="0" y="646176"/>
                </a:lnTo>
                <a:lnTo>
                  <a:pt x="1523" y="646176"/>
                </a:lnTo>
                <a:lnTo>
                  <a:pt x="1523" y="649224"/>
                </a:lnTo>
                <a:lnTo>
                  <a:pt x="0" y="649224"/>
                </a:lnTo>
                <a:close/>
              </a:path>
              <a:path w="9525" h="2303145">
                <a:moveTo>
                  <a:pt x="0" y="608076"/>
                </a:moveTo>
                <a:lnTo>
                  <a:pt x="0" y="606552"/>
                </a:lnTo>
                <a:lnTo>
                  <a:pt x="3048" y="603504"/>
                </a:lnTo>
                <a:lnTo>
                  <a:pt x="6096" y="603504"/>
                </a:lnTo>
                <a:lnTo>
                  <a:pt x="9143" y="606552"/>
                </a:lnTo>
                <a:lnTo>
                  <a:pt x="9143" y="608076"/>
                </a:lnTo>
                <a:lnTo>
                  <a:pt x="6096" y="611124"/>
                </a:lnTo>
                <a:lnTo>
                  <a:pt x="3048" y="611124"/>
                </a:lnTo>
                <a:lnTo>
                  <a:pt x="0" y="608076"/>
                </a:lnTo>
                <a:close/>
              </a:path>
              <a:path w="9525" h="2303145">
                <a:moveTo>
                  <a:pt x="7619" y="568452"/>
                </a:moveTo>
                <a:lnTo>
                  <a:pt x="7619" y="565404"/>
                </a:lnTo>
                <a:lnTo>
                  <a:pt x="9143" y="565404"/>
                </a:lnTo>
                <a:lnTo>
                  <a:pt x="9143" y="568452"/>
                </a:lnTo>
                <a:lnTo>
                  <a:pt x="7619" y="568452"/>
                </a:lnTo>
                <a:close/>
              </a:path>
              <a:path w="9525" h="2303145">
                <a:moveTo>
                  <a:pt x="6096" y="569976"/>
                </a:moveTo>
                <a:lnTo>
                  <a:pt x="6096" y="563879"/>
                </a:lnTo>
                <a:lnTo>
                  <a:pt x="7619" y="563879"/>
                </a:lnTo>
                <a:lnTo>
                  <a:pt x="7619" y="569976"/>
                </a:lnTo>
                <a:lnTo>
                  <a:pt x="6096" y="569976"/>
                </a:lnTo>
                <a:close/>
              </a:path>
              <a:path w="9525" h="2303145">
                <a:moveTo>
                  <a:pt x="3048" y="571500"/>
                </a:moveTo>
                <a:lnTo>
                  <a:pt x="3048" y="562355"/>
                </a:lnTo>
                <a:lnTo>
                  <a:pt x="6096" y="562355"/>
                </a:lnTo>
                <a:lnTo>
                  <a:pt x="6096" y="571500"/>
                </a:lnTo>
                <a:lnTo>
                  <a:pt x="3048" y="571500"/>
                </a:lnTo>
                <a:close/>
              </a:path>
              <a:path w="9525" h="2303145">
                <a:moveTo>
                  <a:pt x="1523" y="569976"/>
                </a:moveTo>
                <a:lnTo>
                  <a:pt x="1523" y="563879"/>
                </a:lnTo>
                <a:lnTo>
                  <a:pt x="3048" y="563879"/>
                </a:lnTo>
                <a:lnTo>
                  <a:pt x="3048" y="569976"/>
                </a:lnTo>
                <a:lnTo>
                  <a:pt x="1523" y="569976"/>
                </a:lnTo>
                <a:close/>
              </a:path>
              <a:path w="9525" h="2303145">
                <a:moveTo>
                  <a:pt x="0" y="568452"/>
                </a:moveTo>
                <a:lnTo>
                  <a:pt x="0" y="565404"/>
                </a:lnTo>
                <a:lnTo>
                  <a:pt x="1523" y="565404"/>
                </a:lnTo>
                <a:lnTo>
                  <a:pt x="1523" y="568452"/>
                </a:lnTo>
                <a:lnTo>
                  <a:pt x="0" y="568452"/>
                </a:lnTo>
                <a:close/>
              </a:path>
              <a:path w="9525" h="2303145">
                <a:moveTo>
                  <a:pt x="0" y="527304"/>
                </a:moveTo>
                <a:lnTo>
                  <a:pt x="0" y="525779"/>
                </a:lnTo>
                <a:lnTo>
                  <a:pt x="3048" y="522731"/>
                </a:lnTo>
                <a:lnTo>
                  <a:pt x="6096" y="522731"/>
                </a:lnTo>
                <a:lnTo>
                  <a:pt x="9143" y="525779"/>
                </a:lnTo>
                <a:lnTo>
                  <a:pt x="9143" y="527304"/>
                </a:lnTo>
                <a:lnTo>
                  <a:pt x="6096" y="530352"/>
                </a:lnTo>
                <a:lnTo>
                  <a:pt x="3048" y="530352"/>
                </a:lnTo>
                <a:lnTo>
                  <a:pt x="0" y="527304"/>
                </a:lnTo>
                <a:close/>
              </a:path>
              <a:path w="9525" h="2303145">
                <a:moveTo>
                  <a:pt x="0" y="487679"/>
                </a:moveTo>
                <a:lnTo>
                  <a:pt x="0" y="484631"/>
                </a:lnTo>
                <a:lnTo>
                  <a:pt x="1523" y="484631"/>
                </a:lnTo>
                <a:lnTo>
                  <a:pt x="1523" y="483108"/>
                </a:lnTo>
                <a:lnTo>
                  <a:pt x="7619" y="483108"/>
                </a:lnTo>
                <a:lnTo>
                  <a:pt x="7619" y="484631"/>
                </a:lnTo>
                <a:lnTo>
                  <a:pt x="9143" y="484631"/>
                </a:lnTo>
                <a:lnTo>
                  <a:pt x="9143" y="487679"/>
                </a:lnTo>
                <a:lnTo>
                  <a:pt x="6096" y="490728"/>
                </a:lnTo>
                <a:lnTo>
                  <a:pt x="3048" y="490728"/>
                </a:lnTo>
                <a:lnTo>
                  <a:pt x="0" y="487679"/>
                </a:lnTo>
                <a:close/>
              </a:path>
              <a:path w="9525" h="2303145">
                <a:moveTo>
                  <a:pt x="0" y="448055"/>
                </a:moveTo>
                <a:lnTo>
                  <a:pt x="0" y="445008"/>
                </a:lnTo>
                <a:lnTo>
                  <a:pt x="3048" y="441960"/>
                </a:lnTo>
                <a:lnTo>
                  <a:pt x="6096" y="441960"/>
                </a:lnTo>
                <a:lnTo>
                  <a:pt x="9143" y="445008"/>
                </a:lnTo>
                <a:lnTo>
                  <a:pt x="9143" y="448055"/>
                </a:lnTo>
                <a:lnTo>
                  <a:pt x="7619" y="448055"/>
                </a:lnTo>
                <a:lnTo>
                  <a:pt x="7619" y="449579"/>
                </a:lnTo>
                <a:lnTo>
                  <a:pt x="1523" y="449579"/>
                </a:lnTo>
                <a:lnTo>
                  <a:pt x="1523" y="448055"/>
                </a:lnTo>
                <a:lnTo>
                  <a:pt x="0" y="448055"/>
                </a:lnTo>
                <a:close/>
              </a:path>
              <a:path w="9525" h="2303145">
                <a:moveTo>
                  <a:pt x="0" y="406908"/>
                </a:moveTo>
                <a:lnTo>
                  <a:pt x="0" y="405384"/>
                </a:lnTo>
                <a:lnTo>
                  <a:pt x="3048" y="402336"/>
                </a:lnTo>
                <a:lnTo>
                  <a:pt x="6096" y="402336"/>
                </a:lnTo>
                <a:lnTo>
                  <a:pt x="9143" y="405384"/>
                </a:lnTo>
                <a:lnTo>
                  <a:pt x="9143" y="406908"/>
                </a:lnTo>
                <a:lnTo>
                  <a:pt x="6096" y="409955"/>
                </a:lnTo>
                <a:lnTo>
                  <a:pt x="3048" y="409955"/>
                </a:lnTo>
                <a:lnTo>
                  <a:pt x="0" y="406908"/>
                </a:lnTo>
                <a:close/>
              </a:path>
              <a:path w="9525" h="2303145">
                <a:moveTo>
                  <a:pt x="7619" y="367284"/>
                </a:moveTo>
                <a:lnTo>
                  <a:pt x="7619" y="364236"/>
                </a:lnTo>
                <a:lnTo>
                  <a:pt x="9143" y="364236"/>
                </a:lnTo>
                <a:lnTo>
                  <a:pt x="9143" y="367284"/>
                </a:lnTo>
                <a:lnTo>
                  <a:pt x="7619" y="367284"/>
                </a:lnTo>
                <a:close/>
              </a:path>
              <a:path w="9525" h="2303145">
                <a:moveTo>
                  <a:pt x="6096" y="368808"/>
                </a:moveTo>
                <a:lnTo>
                  <a:pt x="6096" y="362712"/>
                </a:lnTo>
                <a:lnTo>
                  <a:pt x="7619" y="362712"/>
                </a:lnTo>
                <a:lnTo>
                  <a:pt x="7619" y="368808"/>
                </a:lnTo>
                <a:lnTo>
                  <a:pt x="6096" y="368808"/>
                </a:lnTo>
                <a:close/>
              </a:path>
              <a:path w="9525" h="2303145">
                <a:moveTo>
                  <a:pt x="3048" y="370331"/>
                </a:moveTo>
                <a:lnTo>
                  <a:pt x="3048" y="361187"/>
                </a:lnTo>
                <a:lnTo>
                  <a:pt x="6096" y="361187"/>
                </a:lnTo>
                <a:lnTo>
                  <a:pt x="6096" y="370331"/>
                </a:lnTo>
                <a:lnTo>
                  <a:pt x="3048" y="370331"/>
                </a:lnTo>
                <a:close/>
              </a:path>
              <a:path w="9525" h="2303145">
                <a:moveTo>
                  <a:pt x="1523" y="368808"/>
                </a:moveTo>
                <a:lnTo>
                  <a:pt x="1523" y="362712"/>
                </a:lnTo>
                <a:lnTo>
                  <a:pt x="3048" y="362712"/>
                </a:lnTo>
                <a:lnTo>
                  <a:pt x="3048" y="368808"/>
                </a:lnTo>
                <a:lnTo>
                  <a:pt x="1523" y="368808"/>
                </a:lnTo>
                <a:close/>
              </a:path>
              <a:path w="9525" h="2303145">
                <a:moveTo>
                  <a:pt x="0" y="367284"/>
                </a:moveTo>
                <a:lnTo>
                  <a:pt x="0" y="364236"/>
                </a:lnTo>
                <a:lnTo>
                  <a:pt x="1523" y="364236"/>
                </a:lnTo>
                <a:lnTo>
                  <a:pt x="1523" y="367284"/>
                </a:lnTo>
                <a:lnTo>
                  <a:pt x="0" y="367284"/>
                </a:lnTo>
                <a:close/>
              </a:path>
              <a:path w="9525" h="2303145">
                <a:moveTo>
                  <a:pt x="0" y="326136"/>
                </a:moveTo>
                <a:lnTo>
                  <a:pt x="0" y="324612"/>
                </a:lnTo>
                <a:lnTo>
                  <a:pt x="3048" y="321563"/>
                </a:lnTo>
                <a:lnTo>
                  <a:pt x="6096" y="321563"/>
                </a:lnTo>
                <a:lnTo>
                  <a:pt x="9143" y="324612"/>
                </a:lnTo>
                <a:lnTo>
                  <a:pt x="9143" y="326136"/>
                </a:lnTo>
                <a:lnTo>
                  <a:pt x="6096" y="329184"/>
                </a:lnTo>
                <a:lnTo>
                  <a:pt x="3048" y="329184"/>
                </a:lnTo>
                <a:lnTo>
                  <a:pt x="0" y="326136"/>
                </a:lnTo>
                <a:close/>
              </a:path>
              <a:path w="9525" h="2303145">
                <a:moveTo>
                  <a:pt x="7619" y="286512"/>
                </a:moveTo>
                <a:lnTo>
                  <a:pt x="7619" y="283463"/>
                </a:lnTo>
                <a:lnTo>
                  <a:pt x="9143" y="283463"/>
                </a:lnTo>
                <a:lnTo>
                  <a:pt x="9143" y="286512"/>
                </a:lnTo>
                <a:lnTo>
                  <a:pt x="7619" y="286512"/>
                </a:lnTo>
                <a:close/>
              </a:path>
              <a:path w="9525" h="2303145">
                <a:moveTo>
                  <a:pt x="1523" y="288036"/>
                </a:moveTo>
                <a:lnTo>
                  <a:pt x="1523" y="281939"/>
                </a:lnTo>
                <a:lnTo>
                  <a:pt x="3048" y="281939"/>
                </a:lnTo>
                <a:lnTo>
                  <a:pt x="3048" y="280416"/>
                </a:lnTo>
                <a:lnTo>
                  <a:pt x="6096" y="280416"/>
                </a:lnTo>
                <a:lnTo>
                  <a:pt x="6096" y="281939"/>
                </a:lnTo>
                <a:lnTo>
                  <a:pt x="7619" y="281939"/>
                </a:lnTo>
                <a:lnTo>
                  <a:pt x="7619" y="288036"/>
                </a:lnTo>
                <a:lnTo>
                  <a:pt x="6096" y="289560"/>
                </a:lnTo>
                <a:lnTo>
                  <a:pt x="3048" y="289560"/>
                </a:lnTo>
                <a:lnTo>
                  <a:pt x="1523" y="288036"/>
                </a:lnTo>
                <a:close/>
              </a:path>
              <a:path w="9525" h="2303145">
                <a:moveTo>
                  <a:pt x="0" y="286512"/>
                </a:moveTo>
                <a:lnTo>
                  <a:pt x="0" y="283463"/>
                </a:lnTo>
                <a:lnTo>
                  <a:pt x="1523" y="283463"/>
                </a:lnTo>
                <a:lnTo>
                  <a:pt x="1523" y="286512"/>
                </a:lnTo>
                <a:lnTo>
                  <a:pt x="0" y="286512"/>
                </a:lnTo>
                <a:close/>
              </a:path>
              <a:path w="9525" h="2303145">
                <a:moveTo>
                  <a:pt x="0" y="245363"/>
                </a:moveTo>
                <a:lnTo>
                  <a:pt x="0" y="243839"/>
                </a:lnTo>
                <a:lnTo>
                  <a:pt x="3048" y="240792"/>
                </a:lnTo>
                <a:lnTo>
                  <a:pt x="6096" y="240792"/>
                </a:lnTo>
                <a:lnTo>
                  <a:pt x="9143" y="243839"/>
                </a:lnTo>
                <a:lnTo>
                  <a:pt x="9143" y="245363"/>
                </a:lnTo>
                <a:lnTo>
                  <a:pt x="7619" y="246887"/>
                </a:lnTo>
                <a:lnTo>
                  <a:pt x="7619" y="248412"/>
                </a:lnTo>
                <a:lnTo>
                  <a:pt x="1523" y="248412"/>
                </a:lnTo>
                <a:lnTo>
                  <a:pt x="1523" y="246887"/>
                </a:lnTo>
                <a:lnTo>
                  <a:pt x="0" y="245363"/>
                </a:lnTo>
                <a:close/>
              </a:path>
              <a:path w="9525" h="2303145">
                <a:moveTo>
                  <a:pt x="0" y="205739"/>
                </a:moveTo>
                <a:lnTo>
                  <a:pt x="0" y="204216"/>
                </a:lnTo>
                <a:lnTo>
                  <a:pt x="1523" y="202692"/>
                </a:lnTo>
                <a:lnTo>
                  <a:pt x="1523" y="201168"/>
                </a:lnTo>
                <a:lnTo>
                  <a:pt x="7619" y="201168"/>
                </a:lnTo>
                <a:lnTo>
                  <a:pt x="7619" y="202692"/>
                </a:lnTo>
                <a:lnTo>
                  <a:pt x="9143" y="204216"/>
                </a:lnTo>
                <a:lnTo>
                  <a:pt x="9143" y="205739"/>
                </a:lnTo>
                <a:lnTo>
                  <a:pt x="6096" y="208787"/>
                </a:lnTo>
                <a:lnTo>
                  <a:pt x="3048" y="208787"/>
                </a:lnTo>
                <a:lnTo>
                  <a:pt x="0" y="205739"/>
                </a:lnTo>
                <a:close/>
              </a:path>
              <a:path w="9525" h="2303145">
                <a:moveTo>
                  <a:pt x="7619" y="166116"/>
                </a:moveTo>
                <a:lnTo>
                  <a:pt x="7619" y="163068"/>
                </a:lnTo>
                <a:lnTo>
                  <a:pt x="9143" y="163068"/>
                </a:lnTo>
                <a:lnTo>
                  <a:pt x="9143" y="166116"/>
                </a:lnTo>
                <a:lnTo>
                  <a:pt x="7619" y="166116"/>
                </a:lnTo>
                <a:close/>
              </a:path>
              <a:path w="9525" h="2303145">
                <a:moveTo>
                  <a:pt x="6096" y="167640"/>
                </a:moveTo>
                <a:lnTo>
                  <a:pt x="6096" y="161544"/>
                </a:lnTo>
                <a:lnTo>
                  <a:pt x="7619" y="161544"/>
                </a:lnTo>
                <a:lnTo>
                  <a:pt x="7619" y="167640"/>
                </a:lnTo>
                <a:lnTo>
                  <a:pt x="6096" y="167640"/>
                </a:lnTo>
                <a:close/>
              </a:path>
              <a:path w="9525" h="2303145">
                <a:moveTo>
                  <a:pt x="3048" y="169164"/>
                </a:moveTo>
                <a:lnTo>
                  <a:pt x="3048" y="160020"/>
                </a:lnTo>
                <a:lnTo>
                  <a:pt x="6096" y="160020"/>
                </a:lnTo>
                <a:lnTo>
                  <a:pt x="6096" y="169164"/>
                </a:lnTo>
                <a:lnTo>
                  <a:pt x="3048" y="169164"/>
                </a:lnTo>
                <a:close/>
              </a:path>
              <a:path w="9525" h="2303145">
                <a:moveTo>
                  <a:pt x="1523" y="167640"/>
                </a:moveTo>
                <a:lnTo>
                  <a:pt x="1523" y="161544"/>
                </a:lnTo>
                <a:lnTo>
                  <a:pt x="3048" y="161544"/>
                </a:lnTo>
                <a:lnTo>
                  <a:pt x="3048" y="167640"/>
                </a:lnTo>
                <a:lnTo>
                  <a:pt x="1523" y="167640"/>
                </a:lnTo>
                <a:close/>
              </a:path>
              <a:path w="9525" h="2303145">
                <a:moveTo>
                  <a:pt x="0" y="166116"/>
                </a:moveTo>
                <a:lnTo>
                  <a:pt x="0" y="163068"/>
                </a:lnTo>
                <a:lnTo>
                  <a:pt x="1523" y="163068"/>
                </a:lnTo>
                <a:lnTo>
                  <a:pt x="1523" y="166116"/>
                </a:lnTo>
                <a:lnTo>
                  <a:pt x="0" y="166116"/>
                </a:lnTo>
                <a:close/>
              </a:path>
              <a:path w="9525" h="2303145">
                <a:moveTo>
                  <a:pt x="0" y="124968"/>
                </a:moveTo>
                <a:lnTo>
                  <a:pt x="0" y="123444"/>
                </a:lnTo>
                <a:lnTo>
                  <a:pt x="3048" y="120395"/>
                </a:lnTo>
                <a:lnTo>
                  <a:pt x="6096" y="120395"/>
                </a:lnTo>
                <a:lnTo>
                  <a:pt x="9143" y="123444"/>
                </a:lnTo>
                <a:lnTo>
                  <a:pt x="9143" y="124968"/>
                </a:lnTo>
                <a:lnTo>
                  <a:pt x="6096" y="128016"/>
                </a:lnTo>
                <a:lnTo>
                  <a:pt x="3048" y="128016"/>
                </a:lnTo>
                <a:lnTo>
                  <a:pt x="0" y="124968"/>
                </a:lnTo>
                <a:close/>
              </a:path>
              <a:path w="9525" h="2303145">
                <a:moveTo>
                  <a:pt x="7619" y="85344"/>
                </a:moveTo>
                <a:lnTo>
                  <a:pt x="7619" y="82295"/>
                </a:lnTo>
                <a:lnTo>
                  <a:pt x="9143" y="82295"/>
                </a:lnTo>
                <a:lnTo>
                  <a:pt x="9143" y="85344"/>
                </a:lnTo>
                <a:lnTo>
                  <a:pt x="7619" y="85344"/>
                </a:lnTo>
                <a:close/>
              </a:path>
              <a:path w="9525" h="2303145">
                <a:moveTo>
                  <a:pt x="6096" y="86868"/>
                </a:moveTo>
                <a:lnTo>
                  <a:pt x="6096" y="80772"/>
                </a:lnTo>
                <a:lnTo>
                  <a:pt x="7619" y="80772"/>
                </a:lnTo>
                <a:lnTo>
                  <a:pt x="7619" y="86868"/>
                </a:lnTo>
                <a:lnTo>
                  <a:pt x="6096" y="86868"/>
                </a:lnTo>
                <a:close/>
              </a:path>
              <a:path w="9525" h="2303145">
                <a:moveTo>
                  <a:pt x="3048" y="88391"/>
                </a:moveTo>
                <a:lnTo>
                  <a:pt x="3048" y="79248"/>
                </a:lnTo>
                <a:lnTo>
                  <a:pt x="6096" y="79248"/>
                </a:lnTo>
                <a:lnTo>
                  <a:pt x="6096" y="88391"/>
                </a:lnTo>
                <a:lnTo>
                  <a:pt x="3048" y="88391"/>
                </a:lnTo>
                <a:close/>
              </a:path>
              <a:path w="9525" h="2303145">
                <a:moveTo>
                  <a:pt x="1523" y="86868"/>
                </a:moveTo>
                <a:lnTo>
                  <a:pt x="1523" y="80772"/>
                </a:lnTo>
                <a:lnTo>
                  <a:pt x="3048" y="80772"/>
                </a:lnTo>
                <a:lnTo>
                  <a:pt x="3048" y="86868"/>
                </a:lnTo>
                <a:lnTo>
                  <a:pt x="1523" y="86868"/>
                </a:lnTo>
                <a:close/>
              </a:path>
              <a:path w="9525" h="2303145">
                <a:moveTo>
                  <a:pt x="0" y="85344"/>
                </a:moveTo>
                <a:lnTo>
                  <a:pt x="0" y="82295"/>
                </a:lnTo>
                <a:lnTo>
                  <a:pt x="1523" y="82295"/>
                </a:lnTo>
                <a:lnTo>
                  <a:pt x="1523" y="85344"/>
                </a:lnTo>
                <a:lnTo>
                  <a:pt x="0" y="85344"/>
                </a:lnTo>
                <a:close/>
              </a:path>
              <a:path w="9525" h="2303145">
                <a:moveTo>
                  <a:pt x="0" y="44195"/>
                </a:moveTo>
                <a:lnTo>
                  <a:pt x="0" y="42672"/>
                </a:lnTo>
                <a:lnTo>
                  <a:pt x="3048" y="39624"/>
                </a:lnTo>
                <a:lnTo>
                  <a:pt x="6096" y="39624"/>
                </a:lnTo>
                <a:lnTo>
                  <a:pt x="9143" y="42672"/>
                </a:lnTo>
                <a:lnTo>
                  <a:pt x="9143" y="44195"/>
                </a:lnTo>
                <a:lnTo>
                  <a:pt x="7619" y="45720"/>
                </a:lnTo>
                <a:lnTo>
                  <a:pt x="7619" y="47244"/>
                </a:lnTo>
                <a:lnTo>
                  <a:pt x="1523" y="47244"/>
                </a:lnTo>
                <a:lnTo>
                  <a:pt x="1523" y="45720"/>
                </a:lnTo>
                <a:lnTo>
                  <a:pt x="0" y="44195"/>
                </a:lnTo>
                <a:close/>
              </a:path>
              <a:path w="9525" h="2303145">
                <a:moveTo>
                  <a:pt x="0" y="4572"/>
                </a:moveTo>
                <a:lnTo>
                  <a:pt x="0" y="1524"/>
                </a:lnTo>
                <a:lnTo>
                  <a:pt x="1523" y="1524"/>
                </a:lnTo>
                <a:lnTo>
                  <a:pt x="1523" y="0"/>
                </a:lnTo>
                <a:lnTo>
                  <a:pt x="7619" y="0"/>
                </a:lnTo>
                <a:lnTo>
                  <a:pt x="7619" y="1524"/>
                </a:lnTo>
                <a:lnTo>
                  <a:pt x="9143" y="1524"/>
                </a:lnTo>
                <a:lnTo>
                  <a:pt x="9143" y="4572"/>
                </a:lnTo>
                <a:lnTo>
                  <a:pt x="6096" y="7620"/>
                </a:lnTo>
                <a:lnTo>
                  <a:pt x="3048" y="7620"/>
                </a:lnTo>
                <a:lnTo>
                  <a:pt x="0" y="4572"/>
                </a:lnTo>
                <a:close/>
              </a:path>
            </a:pathLst>
          </a:custGeom>
          <a:solidFill>
            <a:srgbClr val="C8C6C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4" name="object 24" descr=""/>
          <p:cNvGrpSpPr/>
          <p:nvPr/>
        </p:nvGrpSpPr>
        <p:grpSpPr>
          <a:xfrm>
            <a:off x="4898136" y="4599432"/>
            <a:ext cx="177165" cy="73660"/>
            <a:chOff x="4898136" y="4599432"/>
            <a:chExt cx="177165" cy="73660"/>
          </a:xfrm>
        </p:grpSpPr>
        <p:sp>
          <p:nvSpPr>
            <p:cNvPr id="25" name="object 25" descr=""/>
            <p:cNvSpPr/>
            <p:nvPr/>
          </p:nvSpPr>
          <p:spPr>
            <a:xfrm>
              <a:off x="4898136" y="4602480"/>
              <a:ext cx="43180" cy="70485"/>
            </a:xfrm>
            <a:custGeom>
              <a:avLst/>
              <a:gdLst/>
              <a:ahLst/>
              <a:cxnLst/>
              <a:rect l="l" t="t" r="r" b="b"/>
              <a:pathLst>
                <a:path w="43179" h="70485">
                  <a:moveTo>
                    <a:pt x="0" y="47244"/>
                  </a:moveTo>
                  <a:lnTo>
                    <a:pt x="0" y="25908"/>
                  </a:lnTo>
                  <a:lnTo>
                    <a:pt x="3048" y="16764"/>
                  </a:lnTo>
                  <a:lnTo>
                    <a:pt x="3048" y="12192"/>
                  </a:lnTo>
                  <a:lnTo>
                    <a:pt x="6096" y="9144"/>
                  </a:lnTo>
                  <a:lnTo>
                    <a:pt x="7620" y="6096"/>
                  </a:lnTo>
                  <a:lnTo>
                    <a:pt x="9144" y="4572"/>
                  </a:lnTo>
                  <a:lnTo>
                    <a:pt x="18288" y="0"/>
                  </a:lnTo>
                  <a:lnTo>
                    <a:pt x="21336" y="0"/>
                  </a:lnTo>
                  <a:lnTo>
                    <a:pt x="30480" y="2286"/>
                  </a:lnTo>
                  <a:lnTo>
                    <a:pt x="37147" y="8953"/>
                  </a:lnTo>
                  <a:lnTo>
                    <a:pt x="41267" y="19931"/>
                  </a:lnTo>
                  <a:lnTo>
                    <a:pt x="42672" y="35052"/>
                  </a:lnTo>
                  <a:lnTo>
                    <a:pt x="42672" y="45720"/>
                  </a:lnTo>
                  <a:lnTo>
                    <a:pt x="39624" y="54864"/>
                  </a:lnTo>
                  <a:lnTo>
                    <a:pt x="35052" y="64008"/>
                  </a:lnTo>
                  <a:lnTo>
                    <a:pt x="35052" y="35052"/>
                  </a:lnTo>
                  <a:lnTo>
                    <a:pt x="34194" y="22812"/>
                  </a:lnTo>
                  <a:lnTo>
                    <a:pt x="31623" y="13716"/>
                  </a:lnTo>
                  <a:lnTo>
                    <a:pt x="27432" y="8174"/>
                  </a:lnTo>
                  <a:lnTo>
                    <a:pt x="21336" y="6096"/>
                  </a:lnTo>
                  <a:lnTo>
                    <a:pt x="15335" y="8072"/>
                  </a:lnTo>
                  <a:lnTo>
                    <a:pt x="11049" y="13906"/>
                  </a:lnTo>
                  <a:lnTo>
                    <a:pt x="8477" y="23455"/>
                  </a:lnTo>
                  <a:lnTo>
                    <a:pt x="7620" y="36576"/>
                  </a:lnTo>
                  <a:lnTo>
                    <a:pt x="7620" y="64008"/>
                  </a:lnTo>
                  <a:lnTo>
                    <a:pt x="6096" y="60960"/>
                  </a:lnTo>
                  <a:lnTo>
                    <a:pt x="3048" y="59436"/>
                  </a:lnTo>
                  <a:lnTo>
                    <a:pt x="1524" y="54864"/>
                  </a:lnTo>
                  <a:lnTo>
                    <a:pt x="1524" y="50292"/>
                  </a:lnTo>
                  <a:lnTo>
                    <a:pt x="0" y="47244"/>
                  </a:lnTo>
                  <a:close/>
                </a:path>
                <a:path w="43179" h="70485">
                  <a:moveTo>
                    <a:pt x="7620" y="64008"/>
                  </a:moveTo>
                  <a:lnTo>
                    <a:pt x="7620" y="36576"/>
                  </a:lnTo>
                  <a:lnTo>
                    <a:pt x="8477" y="48577"/>
                  </a:lnTo>
                  <a:lnTo>
                    <a:pt x="11049" y="57150"/>
                  </a:lnTo>
                  <a:lnTo>
                    <a:pt x="15335" y="62293"/>
                  </a:lnTo>
                  <a:lnTo>
                    <a:pt x="21336" y="64008"/>
                  </a:lnTo>
                  <a:lnTo>
                    <a:pt x="27432" y="62151"/>
                  </a:lnTo>
                  <a:lnTo>
                    <a:pt x="31623" y="56959"/>
                  </a:lnTo>
                  <a:lnTo>
                    <a:pt x="34194" y="47934"/>
                  </a:lnTo>
                  <a:lnTo>
                    <a:pt x="35052" y="35052"/>
                  </a:lnTo>
                  <a:lnTo>
                    <a:pt x="35052" y="64008"/>
                  </a:lnTo>
                  <a:lnTo>
                    <a:pt x="30480" y="68580"/>
                  </a:lnTo>
                  <a:lnTo>
                    <a:pt x="27432" y="70104"/>
                  </a:lnTo>
                  <a:lnTo>
                    <a:pt x="13716" y="70104"/>
                  </a:lnTo>
                  <a:lnTo>
                    <a:pt x="12192" y="68580"/>
                  </a:lnTo>
                  <a:lnTo>
                    <a:pt x="9144" y="67056"/>
                  </a:lnTo>
                  <a:lnTo>
                    <a:pt x="7620" y="64008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981956" y="4599432"/>
              <a:ext cx="92964" cy="71628"/>
            </a:xfrm>
            <a:prstGeom prst="rect">
              <a:avLst/>
            </a:prstGeom>
          </p:spPr>
        </p:pic>
      </p:grpSp>
      <p:sp>
        <p:nvSpPr>
          <p:cNvPr id="27" name="object 27" descr=""/>
          <p:cNvSpPr/>
          <p:nvPr/>
        </p:nvSpPr>
        <p:spPr>
          <a:xfrm>
            <a:off x="5849112" y="2252472"/>
            <a:ext cx="7620" cy="2303145"/>
          </a:xfrm>
          <a:custGeom>
            <a:avLst/>
            <a:gdLst/>
            <a:ahLst/>
            <a:cxnLst/>
            <a:rect l="l" t="t" r="r" b="b"/>
            <a:pathLst>
              <a:path w="7620" h="2303145">
                <a:moveTo>
                  <a:pt x="6096" y="2301239"/>
                </a:moveTo>
                <a:lnTo>
                  <a:pt x="6096" y="2295144"/>
                </a:lnTo>
                <a:lnTo>
                  <a:pt x="7620" y="2295144"/>
                </a:lnTo>
                <a:lnTo>
                  <a:pt x="7620" y="2301239"/>
                </a:lnTo>
                <a:lnTo>
                  <a:pt x="6096" y="2301239"/>
                </a:lnTo>
                <a:close/>
              </a:path>
              <a:path w="7620" h="2303145">
                <a:moveTo>
                  <a:pt x="0" y="2299716"/>
                </a:moveTo>
                <a:lnTo>
                  <a:pt x="0" y="2296668"/>
                </a:lnTo>
                <a:lnTo>
                  <a:pt x="3048" y="2293620"/>
                </a:lnTo>
                <a:lnTo>
                  <a:pt x="6096" y="2293620"/>
                </a:lnTo>
                <a:lnTo>
                  <a:pt x="6096" y="2302764"/>
                </a:lnTo>
                <a:lnTo>
                  <a:pt x="3048" y="2302764"/>
                </a:lnTo>
                <a:lnTo>
                  <a:pt x="0" y="2299716"/>
                </a:lnTo>
                <a:close/>
              </a:path>
              <a:path w="7620" h="2303145">
                <a:moveTo>
                  <a:pt x="1524" y="2261616"/>
                </a:moveTo>
                <a:lnTo>
                  <a:pt x="1524" y="2253996"/>
                </a:lnTo>
                <a:lnTo>
                  <a:pt x="6096" y="2253996"/>
                </a:lnTo>
                <a:lnTo>
                  <a:pt x="7620" y="2255520"/>
                </a:lnTo>
                <a:lnTo>
                  <a:pt x="7620" y="2260092"/>
                </a:lnTo>
                <a:lnTo>
                  <a:pt x="6096" y="2261616"/>
                </a:lnTo>
                <a:lnTo>
                  <a:pt x="1524" y="2261616"/>
                </a:lnTo>
                <a:close/>
              </a:path>
              <a:path w="7620" h="2303145">
                <a:moveTo>
                  <a:pt x="0" y="2260092"/>
                </a:moveTo>
                <a:lnTo>
                  <a:pt x="0" y="2255520"/>
                </a:lnTo>
                <a:lnTo>
                  <a:pt x="1524" y="2255520"/>
                </a:lnTo>
                <a:lnTo>
                  <a:pt x="1524" y="2260092"/>
                </a:lnTo>
                <a:lnTo>
                  <a:pt x="0" y="2260092"/>
                </a:lnTo>
                <a:close/>
              </a:path>
              <a:path w="7620" h="2303145">
                <a:moveTo>
                  <a:pt x="6096" y="2220468"/>
                </a:moveTo>
                <a:lnTo>
                  <a:pt x="6096" y="2214372"/>
                </a:lnTo>
                <a:lnTo>
                  <a:pt x="7620" y="2214372"/>
                </a:lnTo>
                <a:lnTo>
                  <a:pt x="7620" y="2220468"/>
                </a:lnTo>
                <a:lnTo>
                  <a:pt x="6096" y="2220468"/>
                </a:lnTo>
                <a:close/>
              </a:path>
              <a:path w="7620" h="2303145">
                <a:moveTo>
                  <a:pt x="0" y="2218944"/>
                </a:moveTo>
                <a:lnTo>
                  <a:pt x="0" y="2215896"/>
                </a:lnTo>
                <a:lnTo>
                  <a:pt x="3048" y="2212847"/>
                </a:lnTo>
                <a:lnTo>
                  <a:pt x="6096" y="2212847"/>
                </a:lnTo>
                <a:lnTo>
                  <a:pt x="6096" y="2221992"/>
                </a:lnTo>
                <a:lnTo>
                  <a:pt x="3048" y="2221992"/>
                </a:lnTo>
                <a:lnTo>
                  <a:pt x="0" y="2218944"/>
                </a:lnTo>
                <a:close/>
              </a:path>
              <a:path w="7620" h="2303145">
                <a:moveTo>
                  <a:pt x="0" y="2179320"/>
                </a:moveTo>
                <a:lnTo>
                  <a:pt x="0" y="2174747"/>
                </a:lnTo>
                <a:lnTo>
                  <a:pt x="1524" y="2174747"/>
                </a:lnTo>
                <a:lnTo>
                  <a:pt x="1524" y="2173224"/>
                </a:lnTo>
                <a:lnTo>
                  <a:pt x="6096" y="2173224"/>
                </a:lnTo>
                <a:lnTo>
                  <a:pt x="7620" y="2174747"/>
                </a:lnTo>
                <a:lnTo>
                  <a:pt x="7620" y="2180844"/>
                </a:lnTo>
                <a:lnTo>
                  <a:pt x="1524" y="2180844"/>
                </a:lnTo>
                <a:lnTo>
                  <a:pt x="0" y="2179320"/>
                </a:lnTo>
                <a:close/>
              </a:path>
              <a:path w="7620" h="2303145">
                <a:moveTo>
                  <a:pt x="0" y="2139696"/>
                </a:moveTo>
                <a:lnTo>
                  <a:pt x="0" y="2135124"/>
                </a:lnTo>
                <a:lnTo>
                  <a:pt x="1524" y="2133600"/>
                </a:lnTo>
                <a:lnTo>
                  <a:pt x="7620" y="2133600"/>
                </a:lnTo>
                <a:lnTo>
                  <a:pt x="7620" y="2139696"/>
                </a:lnTo>
                <a:lnTo>
                  <a:pt x="6096" y="2141220"/>
                </a:lnTo>
                <a:lnTo>
                  <a:pt x="1524" y="2141220"/>
                </a:lnTo>
                <a:lnTo>
                  <a:pt x="1524" y="2139696"/>
                </a:lnTo>
                <a:lnTo>
                  <a:pt x="0" y="2139696"/>
                </a:lnTo>
                <a:close/>
              </a:path>
              <a:path w="7620" h="2303145">
                <a:moveTo>
                  <a:pt x="0" y="2098547"/>
                </a:moveTo>
                <a:lnTo>
                  <a:pt x="0" y="2093976"/>
                </a:lnTo>
                <a:lnTo>
                  <a:pt x="1524" y="2093976"/>
                </a:lnTo>
                <a:lnTo>
                  <a:pt x="1524" y="2092452"/>
                </a:lnTo>
                <a:lnTo>
                  <a:pt x="6096" y="2092452"/>
                </a:lnTo>
                <a:lnTo>
                  <a:pt x="7620" y="2093976"/>
                </a:lnTo>
                <a:lnTo>
                  <a:pt x="7620" y="2100072"/>
                </a:lnTo>
                <a:lnTo>
                  <a:pt x="1524" y="2100072"/>
                </a:lnTo>
                <a:lnTo>
                  <a:pt x="0" y="2098547"/>
                </a:lnTo>
                <a:close/>
              </a:path>
              <a:path w="7620" h="2303145">
                <a:moveTo>
                  <a:pt x="1524" y="2060447"/>
                </a:moveTo>
                <a:lnTo>
                  <a:pt x="1524" y="2052828"/>
                </a:lnTo>
                <a:lnTo>
                  <a:pt x="6096" y="2052828"/>
                </a:lnTo>
                <a:lnTo>
                  <a:pt x="7620" y="2054352"/>
                </a:lnTo>
                <a:lnTo>
                  <a:pt x="7620" y="2058924"/>
                </a:lnTo>
                <a:lnTo>
                  <a:pt x="6096" y="2060447"/>
                </a:lnTo>
                <a:lnTo>
                  <a:pt x="1524" y="2060447"/>
                </a:lnTo>
                <a:close/>
              </a:path>
              <a:path w="7620" h="2303145">
                <a:moveTo>
                  <a:pt x="0" y="2058924"/>
                </a:moveTo>
                <a:lnTo>
                  <a:pt x="0" y="2054352"/>
                </a:lnTo>
                <a:lnTo>
                  <a:pt x="1524" y="2054352"/>
                </a:lnTo>
                <a:lnTo>
                  <a:pt x="1524" y="2058924"/>
                </a:lnTo>
                <a:lnTo>
                  <a:pt x="0" y="2058924"/>
                </a:lnTo>
                <a:close/>
              </a:path>
              <a:path w="7620" h="2303145">
                <a:moveTo>
                  <a:pt x="6096" y="2019300"/>
                </a:moveTo>
                <a:lnTo>
                  <a:pt x="6096" y="2013204"/>
                </a:lnTo>
                <a:lnTo>
                  <a:pt x="7620" y="2013204"/>
                </a:lnTo>
                <a:lnTo>
                  <a:pt x="7620" y="2019300"/>
                </a:lnTo>
                <a:lnTo>
                  <a:pt x="6096" y="2019300"/>
                </a:lnTo>
                <a:close/>
              </a:path>
              <a:path w="7620" h="2303145">
                <a:moveTo>
                  <a:pt x="0" y="2017776"/>
                </a:moveTo>
                <a:lnTo>
                  <a:pt x="0" y="2014728"/>
                </a:lnTo>
                <a:lnTo>
                  <a:pt x="3048" y="2011680"/>
                </a:lnTo>
                <a:lnTo>
                  <a:pt x="6096" y="2011680"/>
                </a:lnTo>
                <a:lnTo>
                  <a:pt x="6096" y="2020824"/>
                </a:lnTo>
                <a:lnTo>
                  <a:pt x="3048" y="2020824"/>
                </a:lnTo>
                <a:lnTo>
                  <a:pt x="0" y="2017776"/>
                </a:lnTo>
                <a:close/>
              </a:path>
              <a:path w="7620" h="2303145">
                <a:moveTo>
                  <a:pt x="1524" y="1979676"/>
                </a:moveTo>
                <a:lnTo>
                  <a:pt x="1524" y="1972055"/>
                </a:lnTo>
                <a:lnTo>
                  <a:pt x="6096" y="1972055"/>
                </a:lnTo>
                <a:lnTo>
                  <a:pt x="7620" y="1973580"/>
                </a:lnTo>
                <a:lnTo>
                  <a:pt x="7620" y="1978152"/>
                </a:lnTo>
                <a:lnTo>
                  <a:pt x="6096" y="1979676"/>
                </a:lnTo>
                <a:lnTo>
                  <a:pt x="1524" y="1979676"/>
                </a:lnTo>
                <a:close/>
              </a:path>
              <a:path w="7620" h="2303145">
                <a:moveTo>
                  <a:pt x="0" y="1978152"/>
                </a:moveTo>
                <a:lnTo>
                  <a:pt x="0" y="1973580"/>
                </a:lnTo>
                <a:lnTo>
                  <a:pt x="1524" y="1973580"/>
                </a:lnTo>
                <a:lnTo>
                  <a:pt x="1524" y="1978152"/>
                </a:lnTo>
                <a:lnTo>
                  <a:pt x="0" y="1978152"/>
                </a:lnTo>
                <a:close/>
              </a:path>
              <a:path w="7620" h="2303145">
                <a:moveTo>
                  <a:pt x="0" y="1938528"/>
                </a:moveTo>
                <a:lnTo>
                  <a:pt x="0" y="1933955"/>
                </a:lnTo>
                <a:lnTo>
                  <a:pt x="1524" y="1932431"/>
                </a:lnTo>
                <a:lnTo>
                  <a:pt x="7620" y="1932431"/>
                </a:lnTo>
                <a:lnTo>
                  <a:pt x="7620" y="1938528"/>
                </a:lnTo>
                <a:lnTo>
                  <a:pt x="6096" y="1940052"/>
                </a:lnTo>
                <a:lnTo>
                  <a:pt x="1524" y="1940052"/>
                </a:lnTo>
                <a:lnTo>
                  <a:pt x="1524" y="1938528"/>
                </a:lnTo>
                <a:lnTo>
                  <a:pt x="0" y="1938528"/>
                </a:lnTo>
                <a:close/>
              </a:path>
              <a:path w="7620" h="2303145">
                <a:moveTo>
                  <a:pt x="0" y="1897380"/>
                </a:moveTo>
                <a:lnTo>
                  <a:pt x="0" y="1892808"/>
                </a:lnTo>
                <a:lnTo>
                  <a:pt x="1524" y="1892808"/>
                </a:lnTo>
                <a:lnTo>
                  <a:pt x="1524" y="1891284"/>
                </a:lnTo>
                <a:lnTo>
                  <a:pt x="6096" y="1891284"/>
                </a:lnTo>
                <a:lnTo>
                  <a:pt x="7620" y="1892808"/>
                </a:lnTo>
                <a:lnTo>
                  <a:pt x="7620" y="1898904"/>
                </a:lnTo>
                <a:lnTo>
                  <a:pt x="1524" y="1898904"/>
                </a:lnTo>
                <a:lnTo>
                  <a:pt x="0" y="1897380"/>
                </a:lnTo>
                <a:close/>
              </a:path>
              <a:path w="7620" h="2303145">
                <a:moveTo>
                  <a:pt x="0" y="1857755"/>
                </a:moveTo>
                <a:lnTo>
                  <a:pt x="0" y="1853184"/>
                </a:lnTo>
                <a:lnTo>
                  <a:pt x="1524" y="1851660"/>
                </a:lnTo>
                <a:lnTo>
                  <a:pt x="7620" y="1851660"/>
                </a:lnTo>
                <a:lnTo>
                  <a:pt x="7620" y="1857755"/>
                </a:lnTo>
                <a:lnTo>
                  <a:pt x="6096" y="1859280"/>
                </a:lnTo>
                <a:lnTo>
                  <a:pt x="1524" y="1859280"/>
                </a:lnTo>
                <a:lnTo>
                  <a:pt x="1524" y="1857755"/>
                </a:lnTo>
                <a:lnTo>
                  <a:pt x="0" y="1857755"/>
                </a:lnTo>
                <a:close/>
              </a:path>
              <a:path w="7620" h="2303145">
                <a:moveTo>
                  <a:pt x="6096" y="1818131"/>
                </a:moveTo>
                <a:lnTo>
                  <a:pt x="6096" y="1812036"/>
                </a:lnTo>
                <a:lnTo>
                  <a:pt x="7620" y="1812036"/>
                </a:lnTo>
                <a:lnTo>
                  <a:pt x="7620" y="1818131"/>
                </a:lnTo>
                <a:lnTo>
                  <a:pt x="6096" y="1818131"/>
                </a:lnTo>
                <a:close/>
              </a:path>
              <a:path w="7620" h="2303145">
                <a:moveTo>
                  <a:pt x="0" y="1816608"/>
                </a:moveTo>
                <a:lnTo>
                  <a:pt x="0" y="1813560"/>
                </a:lnTo>
                <a:lnTo>
                  <a:pt x="3048" y="1810512"/>
                </a:lnTo>
                <a:lnTo>
                  <a:pt x="6096" y="1810512"/>
                </a:lnTo>
                <a:lnTo>
                  <a:pt x="6096" y="1819655"/>
                </a:lnTo>
                <a:lnTo>
                  <a:pt x="3048" y="1819655"/>
                </a:lnTo>
                <a:lnTo>
                  <a:pt x="0" y="1816608"/>
                </a:lnTo>
                <a:close/>
              </a:path>
              <a:path w="7620" h="2303145">
                <a:moveTo>
                  <a:pt x="1524" y="1778508"/>
                </a:moveTo>
                <a:lnTo>
                  <a:pt x="1524" y="1770888"/>
                </a:lnTo>
                <a:lnTo>
                  <a:pt x="6096" y="1770888"/>
                </a:lnTo>
                <a:lnTo>
                  <a:pt x="7620" y="1772412"/>
                </a:lnTo>
                <a:lnTo>
                  <a:pt x="7620" y="1776984"/>
                </a:lnTo>
                <a:lnTo>
                  <a:pt x="6096" y="1778508"/>
                </a:lnTo>
                <a:lnTo>
                  <a:pt x="1524" y="1778508"/>
                </a:lnTo>
                <a:close/>
              </a:path>
              <a:path w="7620" h="2303145">
                <a:moveTo>
                  <a:pt x="0" y="1776984"/>
                </a:moveTo>
                <a:lnTo>
                  <a:pt x="0" y="1772412"/>
                </a:lnTo>
                <a:lnTo>
                  <a:pt x="1524" y="1772412"/>
                </a:lnTo>
                <a:lnTo>
                  <a:pt x="1524" y="1776984"/>
                </a:lnTo>
                <a:lnTo>
                  <a:pt x="0" y="1776984"/>
                </a:lnTo>
                <a:close/>
              </a:path>
              <a:path w="7620" h="2303145">
                <a:moveTo>
                  <a:pt x="6096" y="1737360"/>
                </a:moveTo>
                <a:lnTo>
                  <a:pt x="6096" y="1731263"/>
                </a:lnTo>
                <a:lnTo>
                  <a:pt x="7620" y="1731263"/>
                </a:lnTo>
                <a:lnTo>
                  <a:pt x="7620" y="1737360"/>
                </a:lnTo>
                <a:lnTo>
                  <a:pt x="6096" y="1737360"/>
                </a:lnTo>
                <a:close/>
              </a:path>
              <a:path w="7620" h="2303145">
                <a:moveTo>
                  <a:pt x="0" y="1735836"/>
                </a:moveTo>
                <a:lnTo>
                  <a:pt x="0" y="1732788"/>
                </a:lnTo>
                <a:lnTo>
                  <a:pt x="3048" y="1729739"/>
                </a:lnTo>
                <a:lnTo>
                  <a:pt x="6096" y="1729739"/>
                </a:lnTo>
                <a:lnTo>
                  <a:pt x="6096" y="1738884"/>
                </a:lnTo>
                <a:lnTo>
                  <a:pt x="3048" y="1738884"/>
                </a:lnTo>
                <a:lnTo>
                  <a:pt x="0" y="1735836"/>
                </a:lnTo>
                <a:close/>
              </a:path>
              <a:path w="7620" h="2303145">
                <a:moveTo>
                  <a:pt x="0" y="1696212"/>
                </a:moveTo>
                <a:lnTo>
                  <a:pt x="0" y="1691639"/>
                </a:lnTo>
                <a:lnTo>
                  <a:pt x="1524" y="1691639"/>
                </a:lnTo>
                <a:lnTo>
                  <a:pt x="1524" y="1690116"/>
                </a:lnTo>
                <a:lnTo>
                  <a:pt x="6096" y="1690116"/>
                </a:lnTo>
                <a:lnTo>
                  <a:pt x="7620" y="1691639"/>
                </a:lnTo>
                <a:lnTo>
                  <a:pt x="7620" y="1697736"/>
                </a:lnTo>
                <a:lnTo>
                  <a:pt x="1524" y="1697736"/>
                </a:lnTo>
                <a:lnTo>
                  <a:pt x="0" y="1696212"/>
                </a:lnTo>
                <a:close/>
              </a:path>
              <a:path w="7620" h="2303145">
                <a:moveTo>
                  <a:pt x="0" y="1656588"/>
                </a:moveTo>
                <a:lnTo>
                  <a:pt x="0" y="1652016"/>
                </a:lnTo>
                <a:lnTo>
                  <a:pt x="1524" y="1650492"/>
                </a:lnTo>
                <a:lnTo>
                  <a:pt x="7620" y="1650492"/>
                </a:lnTo>
                <a:lnTo>
                  <a:pt x="7620" y="1656588"/>
                </a:lnTo>
                <a:lnTo>
                  <a:pt x="6096" y="1658112"/>
                </a:lnTo>
                <a:lnTo>
                  <a:pt x="1524" y="1658112"/>
                </a:lnTo>
                <a:lnTo>
                  <a:pt x="1524" y="1656588"/>
                </a:lnTo>
                <a:lnTo>
                  <a:pt x="0" y="1656588"/>
                </a:lnTo>
                <a:close/>
              </a:path>
              <a:path w="7620" h="2303145">
                <a:moveTo>
                  <a:pt x="0" y="1615439"/>
                </a:moveTo>
                <a:lnTo>
                  <a:pt x="0" y="1612392"/>
                </a:lnTo>
                <a:lnTo>
                  <a:pt x="1524" y="1610868"/>
                </a:lnTo>
                <a:lnTo>
                  <a:pt x="1524" y="1609344"/>
                </a:lnTo>
                <a:lnTo>
                  <a:pt x="6096" y="1609344"/>
                </a:lnTo>
                <a:lnTo>
                  <a:pt x="7620" y="1610868"/>
                </a:lnTo>
                <a:lnTo>
                  <a:pt x="7620" y="1616963"/>
                </a:lnTo>
                <a:lnTo>
                  <a:pt x="1524" y="1616963"/>
                </a:lnTo>
                <a:lnTo>
                  <a:pt x="0" y="1615439"/>
                </a:lnTo>
                <a:close/>
              </a:path>
              <a:path w="7620" h="2303145">
                <a:moveTo>
                  <a:pt x="1524" y="1577339"/>
                </a:moveTo>
                <a:lnTo>
                  <a:pt x="1524" y="1569720"/>
                </a:lnTo>
                <a:lnTo>
                  <a:pt x="6096" y="1569720"/>
                </a:lnTo>
                <a:lnTo>
                  <a:pt x="7620" y="1571244"/>
                </a:lnTo>
                <a:lnTo>
                  <a:pt x="7620" y="1575816"/>
                </a:lnTo>
                <a:lnTo>
                  <a:pt x="6096" y="1577339"/>
                </a:lnTo>
                <a:lnTo>
                  <a:pt x="1524" y="1577339"/>
                </a:lnTo>
                <a:close/>
              </a:path>
              <a:path w="7620" h="2303145">
                <a:moveTo>
                  <a:pt x="0" y="1575816"/>
                </a:moveTo>
                <a:lnTo>
                  <a:pt x="0" y="1571244"/>
                </a:lnTo>
                <a:lnTo>
                  <a:pt x="1524" y="1571244"/>
                </a:lnTo>
                <a:lnTo>
                  <a:pt x="1524" y="1575816"/>
                </a:lnTo>
                <a:lnTo>
                  <a:pt x="0" y="1575816"/>
                </a:lnTo>
                <a:close/>
              </a:path>
              <a:path w="7620" h="2303145">
                <a:moveTo>
                  <a:pt x="6096" y="1536192"/>
                </a:moveTo>
                <a:lnTo>
                  <a:pt x="6096" y="1530096"/>
                </a:lnTo>
                <a:lnTo>
                  <a:pt x="7620" y="1530096"/>
                </a:lnTo>
                <a:lnTo>
                  <a:pt x="7620" y="1536192"/>
                </a:lnTo>
                <a:lnTo>
                  <a:pt x="6096" y="1536192"/>
                </a:lnTo>
                <a:close/>
              </a:path>
              <a:path w="7620" h="2303145">
                <a:moveTo>
                  <a:pt x="0" y="1534668"/>
                </a:moveTo>
                <a:lnTo>
                  <a:pt x="0" y="1531620"/>
                </a:lnTo>
                <a:lnTo>
                  <a:pt x="3048" y="1528571"/>
                </a:lnTo>
                <a:lnTo>
                  <a:pt x="6096" y="1528571"/>
                </a:lnTo>
                <a:lnTo>
                  <a:pt x="6096" y="1537716"/>
                </a:lnTo>
                <a:lnTo>
                  <a:pt x="3048" y="1537716"/>
                </a:lnTo>
                <a:lnTo>
                  <a:pt x="0" y="1534668"/>
                </a:lnTo>
                <a:close/>
              </a:path>
              <a:path w="7620" h="2303145">
                <a:moveTo>
                  <a:pt x="1524" y="1496568"/>
                </a:moveTo>
                <a:lnTo>
                  <a:pt x="1524" y="1488947"/>
                </a:lnTo>
                <a:lnTo>
                  <a:pt x="6096" y="1488947"/>
                </a:lnTo>
                <a:lnTo>
                  <a:pt x="7620" y="1490471"/>
                </a:lnTo>
                <a:lnTo>
                  <a:pt x="7620" y="1495044"/>
                </a:lnTo>
                <a:lnTo>
                  <a:pt x="6096" y="1496568"/>
                </a:lnTo>
                <a:lnTo>
                  <a:pt x="1524" y="1496568"/>
                </a:lnTo>
                <a:close/>
              </a:path>
              <a:path w="7620" h="2303145">
                <a:moveTo>
                  <a:pt x="0" y="1495044"/>
                </a:moveTo>
                <a:lnTo>
                  <a:pt x="0" y="1490471"/>
                </a:lnTo>
                <a:lnTo>
                  <a:pt x="1524" y="1490471"/>
                </a:lnTo>
                <a:lnTo>
                  <a:pt x="1524" y="1495044"/>
                </a:lnTo>
                <a:lnTo>
                  <a:pt x="0" y="1495044"/>
                </a:lnTo>
                <a:close/>
              </a:path>
              <a:path w="7620" h="2303145">
                <a:moveTo>
                  <a:pt x="0" y="1455420"/>
                </a:moveTo>
                <a:lnTo>
                  <a:pt x="0" y="1450847"/>
                </a:lnTo>
                <a:lnTo>
                  <a:pt x="1524" y="1449324"/>
                </a:lnTo>
                <a:lnTo>
                  <a:pt x="7620" y="1449324"/>
                </a:lnTo>
                <a:lnTo>
                  <a:pt x="7620" y="1455420"/>
                </a:lnTo>
                <a:lnTo>
                  <a:pt x="6096" y="1456944"/>
                </a:lnTo>
                <a:lnTo>
                  <a:pt x="1524" y="1456944"/>
                </a:lnTo>
                <a:lnTo>
                  <a:pt x="1524" y="1455420"/>
                </a:lnTo>
                <a:lnTo>
                  <a:pt x="0" y="1455420"/>
                </a:lnTo>
                <a:close/>
              </a:path>
              <a:path w="7620" h="2303145">
                <a:moveTo>
                  <a:pt x="0" y="1414271"/>
                </a:moveTo>
                <a:lnTo>
                  <a:pt x="0" y="1409700"/>
                </a:lnTo>
                <a:lnTo>
                  <a:pt x="1524" y="1409700"/>
                </a:lnTo>
                <a:lnTo>
                  <a:pt x="1524" y="1408176"/>
                </a:lnTo>
                <a:lnTo>
                  <a:pt x="6096" y="1408176"/>
                </a:lnTo>
                <a:lnTo>
                  <a:pt x="7620" y="1409700"/>
                </a:lnTo>
                <a:lnTo>
                  <a:pt x="7620" y="1415796"/>
                </a:lnTo>
                <a:lnTo>
                  <a:pt x="1524" y="1415796"/>
                </a:lnTo>
                <a:lnTo>
                  <a:pt x="0" y="1414271"/>
                </a:lnTo>
                <a:close/>
              </a:path>
              <a:path w="7620" h="2303145">
                <a:moveTo>
                  <a:pt x="0" y="1374647"/>
                </a:moveTo>
                <a:lnTo>
                  <a:pt x="0" y="1370076"/>
                </a:lnTo>
                <a:lnTo>
                  <a:pt x="1524" y="1368552"/>
                </a:lnTo>
                <a:lnTo>
                  <a:pt x="7620" y="1368552"/>
                </a:lnTo>
                <a:lnTo>
                  <a:pt x="7620" y="1374647"/>
                </a:lnTo>
                <a:lnTo>
                  <a:pt x="6096" y="1376171"/>
                </a:lnTo>
                <a:lnTo>
                  <a:pt x="1524" y="1376171"/>
                </a:lnTo>
                <a:lnTo>
                  <a:pt x="1524" y="1374647"/>
                </a:lnTo>
                <a:lnTo>
                  <a:pt x="0" y="1374647"/>
                </a:lnTo>
                <a:close/>
              </a:path>
              <a:path w="7620" h="2303145">
                <a:moveTo>
                  <a:pt x="6096" y="1335024"/>
                </a:moveTo>
                <a:lnTo>
                  <a:pt x="6096" y="1328928"/>
                </a:lnTo>
                <a:lnTo>
                  <a:pt x="7620" y="1328928"/>
                </a:lnTo>
                <a:lnTo>
                  <a:pt x="7620" y="1335024"/>
                </a:lnTo>
                <a:lnTo>
                  <a:pt x="6096" y="1335024"/>
                </a:lnTo>
                <a:close/>
              </a:path>
              <a:path w="7620" h="2303145">
                <a:moveTo>
                  <a:pt x="0" y="1333500"/>
                </a:moveTo>
                <a:lnTo>
                  <a:pt x="0" y="1330452"/>
                </a:lnTo>
                <a:lnTo>
                  <a:pt x="3048" y="1327404"/>
                </a:lnTo>
                <a:lnTo>
                  <a:pt x="6096" y="1327404"/>
                </a:lnTo>
                <a:lnTo>
                  <a:pt x="6096" y="1336547"/>
                </a:lnTo>
                <a:lnTo>
                  <a:pt x="3048" y="1336547"/>
                </a:lnTo>
                <a:lnTo>
                  <a:pt x="0" y="1333500"/>
                </a:lnTo>
                <a:close/>
              </a:path>
              <a:path w="7620" h="2303145">
                <a:moveTo>
                  <a:pt x="1524" y="1295400"/>
                </a:moveTo>
                <a:lnTo>
                  <a:pt x="1524" y="1287780"/>
                </a:lnTo>
                <a:lnTo>
                  <a:pt x="6096" y="1287780"/>
                </a:lnTo>
                <a:lnTo>
                  <a:pt x="7620" y="1289304"/>
                </a:lnTo>
                <a:lnTo>
                  <a:pt x="7620" y="1293876"/>
                </a:lnTo>
                <a:lnTo>
                  <a:pt x="6096" y="1295400"/>
                </a:lnTo>
                <a:lnTo>
                  <a:pt x="1524" y="1295400"/>
                </a:lnTo>
                <a:close/>
              </a:path>
              <a:path w="7620" h="2303145">
                <a:moveTo>
                  <a:pt x="0" y="1293876"/>
                </a:moveTo>
                <a:lnTo>
                  <a:pt x="0" y="1289304"/>
                </a:lnTo>
                <a:lnTo>
                  <a:pt x="1524" y="1289304"/>
                </a:lnTo>
                <a:lnTo>
                  <a:pt x="1524" y="1293876"/>
                </a:lnTo>
                <a:lnTo>
                  <a:pt x="0" y="1293876"/>
                </a:lnTo>
                <a:close/>
              </a:path>
              <a:path w="7620" h="2303145">
                <a:moveTo>
                  <a:pt x="6096" y="1254252"/>
                </a:moveTo>
                <a:lnTo>
                  <a:pt x="6096" y="1248155"/>
                </a:lnTo>
                <a:lnTo>
                  <a:pt x="7620" y="1248155"/>
                </a:lnTo>
                <a:lnTo>
                  <a:pt x="7620" y="1254252"/>
                </a:lnTo>
                <a:lnTo>
                  <a:pt x="6096" y="1254252"/>
                </a:lnTo>
                <a:close/>
              </a:path>
              <a:path w="7620" h="2303145">
                <a:moveTo>
                  <a:pt x="0" y="1252728"/>
                </a:moveTo>
                <a:lnTo>
                  <a:pt x="0" y="1249680"/>
                </a:lnTo>
                <a:lnTo>
                  <a:pt x="3048" y="1246631"/>
                </a:lnTo>
                <a:lnTo>
                  <a:pt x="6096" y="1246631"/>
                </a:lnTo>
                <a:lnTo>
                  <a:pt x="6096" y="1255776"/>
                </a:lnTo>
                <a:lnTo>
                  <a:pt x="3048" y="1255776"/>
                </a:lnTo>
                <a:lnTo>
                  <a:pt x="0" y="1252728"/>
                </a:lnTo>
                <a:close/>
              </a:path>
              <a:path w="7620" h="2303145">
                <a:moveTo>
                  <a:pt x="0" y="1213104"/>
                </a:moveTo>
                <a:lnTo>
                  <a:pt x="0" y="1208531"/>
                </a:lnTo>
                <a:lnTo>
                  <a:pt x="1524" y="1208531"/>
                </a:lnTo>
                <a:lnTo>
                  <a:pt x="1524" y="1207008"/>
                </a:lnTo>
                <a:lnTo>
                  <a:pt x="6096" y="1207008"/>
                </a:lnTo>
                <a:lnTo>
                  <a:pt x="7620" y="1208531"/>
                </a:lnTo>
                <a:lnTo>
                  <a:pt x="7620" y="1214628"/>
                </a:lnTo>
                <a:lnTo>
                  <a:pt x="1524" y="1214628"/>
                </a:lnTo>
                <a:lnTo>
                  <a:pt x="0" y="1213104"/>
                </a:lnTo>
                <a:close/>
              </a:path>
              <a:path w="7620" h="2303145">
                <a:moveTo>
                  <a:pt x="0" y="1173480"/>
                </a:moveTo>
                <a:lnTo>
                  <a:pt x="0" y="1168908"/>
                </a:lnTo>
                <a:lnTo>
                  <a:pt x="1524" y="1167384"/>
                </a:lnTo>
                <a:lnTo>
                  <a:pt x="7620" y="1167384"/>
                </a:lnTo>
                <a:lnTo>
                  <a:pt x="7620" y="1173480"/>
                </a:lnTo>
                <a:lnTo>
                  <a:pt x="6096" y="1175004"/>
                </a:lnTo>
                <a:lnTo>
                  <a:pt x="1524" y="1175004"/>
                </a:lnTo>
                <a:lnTo>
                  <a:pt x="1524" y="1173480"/>
                </a:lnTo>
                <a:lnTo>
                  <a:pt x="0" y="1173480"/>
                </a:lnTo>
                <a:close/>
              </a:path>
              <a:path w="7620" h="2303145">
                <a:moveTo>
                  <a:pt x="0" y="1132331"/>
                </a:moveTo>
                <a:lnTo>
                  <a:pt x="0" y="1129284"/>
                </a:lnTo>
                <a:lnTo>
                  <a:pt x="1524" y="1127760"/>
                </a:lnTo>
                <a:lnTo>
                  <a:pt x="1524" y="1126236"/>
                </a:lnTo>
                <a:lnTo>
                  <a:pt x="6096" y="1126236"/>
                </a:lnTo>
                <a:lnTo>
                  <a:pt x="7620" y="1127760"/>
                </a:lnTo>
                <a:lnTo>
                  <a:pt x="7620" y="1133855"/>
                </a:lnTo>
                <a:lnTo>
                  <a:pt x="6096" y="1133855"/>
                </a:lnTo>
                <a:lnTo>
                  <a:pt x="6096" y="1135380"/>
                </a:lnTo>
                <a:lnTo>
                  <a:pt x="3048" y="1135380"/>
                </a:lnTo>
                <a:lnTo>
                  <a:pt x="0" y="1132331"/>
                </a:lnTo>
                <a:close/>
              </a:path>
              <a:path w="7620" h="2303145">
                <a:moveTo>
                  <a:pt x="1524" y="1094231"/>
                </a:moveTo>
                <a:lnTo>
                  <a:pt x="1524" y="1086612"/>
                </a:lnTo>
                <a:lnTo>
                  <a:pt x="6096" y="1086612"/>
                </a:lnTo>
                <a:lnTo>
                  <a:pt x="7620" y="1088136"/>
                </a:lnTo>
                <a:lnTo>
                  <a:pt x="7620" y="1092708"/>
                </a:lnTo>
                <a:lnTo>
                  <a:pt x="6096" y="1094231"/>
                </a:lnTo>
                <a:lnTo>
                  <a:pt x="1524" y="1094231"/>
                </a:lnTo>
                <a:close/>
              </a:path>
              <a:path w="7620" h="2303145">
                <a:moveTo>
                  <a:pt x="0" y="1092708"/>
                </a:moveTo>
                <a:lnTo>
                  <a:pt x="0" y="1088136"/>
                </a:lnTo>
                <a:lnTo>
                  <a:pt x="1524" y="1088136"/>
                </a:lnTo>
                <a:lnTo>
                  <a:pt x="1524" y="1092708"/>
                </a:lnTo>
                <a:lnTo>
                  <a:pt x="0" y="1092708"/>
                </a:lnTo>
                <a:close/>
              </a:path>
              <a:path w="7620" h="2303145">
                <a:moveTo>
                  <a:pt x="6096" y="1053084"/>
                </a:moveTo>
                <a:lnTo>
                  <a:pt x="6096" y="1046988"/>
                </a:lnTo>
                <a:lnTo>
                  <a:pt x="7620" y="1046988"/>
                </a:lnTo>
                <a:lnTo>
                  <a:pt x="7620" y="1053084"/>
                </a:lnTo>
                <a:lnTo>
                  <a:pt x="6096" y="1053084"/>
                </a:lnTo>
                <a:close/>
              </a:path>
              <a:path w="7620" h="2303145">
                <a:moveTo>
                  <a:pt x="0" y="1051560"/>
                </a:moveTo>
                <a:lnTo>
                  <a:pt x="0" y="1048512"/>
                </a:lnTo>
                <a:lnTo>
                  <a:pt x="3048" y="1045463"/>
                </a:lnTo>
                <a:lnTo>
                  <a:pt x="6096" y="1045463"/>
                </a:lnTo>
                <a:lnTo>
                  <a:pt x="6096" y="1054608"/>
                </a:lnTo>
                <a:lnTo>
                  <a:pt x="3048" y="1054608"/>
                </a:lnTo>
                <a:lnTo>
                  <a:pt x="0" y="1051560"/>
                </a:lnTo>
                <a:close/>
              </a:path>
              <a:path w="7620" h="2303145">
                <a:moveTo>
                  <a:pt x="1524" y="1013460"/>
                </a:moveTo>
                <a:lnTo>
                  <a:pt x="1524" y="1005839"/>
                </a:lnTo>
                <a:lnTo>
                  <a:pt x="6096" y="1005839"/>
                </a:lnTo>
                <a:lnTo>
                  <a:pt x="7620" y="1007363"/>
                </a:lnTo>
                <a:lnTo>
                  <a:pt x="7620" y="1011936"/>
                </a:lnTo>
                <a:lnTo>
                  <a:pt x="6096" y="1013460"/>
                </a:lnTo>
                <a:lnTo>
                  <a:pt x="1524" y="1013460"/>
                </a:lnTo>
                <a:close/>
              </a:path>
              <a:path w="7620" h="2303145">
                <a:moveTo>
                  <a:pt x="0" y="1011936"/>
                </a:moveTo>
                <a:lnTo>
                  <a:pt x="0" y="1007363"/>
                </a:lnTo>
                <a:lnTo>
                  <a:pt x="1524" y="1007363"/>
                </a:lnTo>
                <a:lnTo>
                  <a:pt x="1524" y="1011936"/>
                </a:lnTo>
                <a:lnTo>
                  <a:pt x="0" y="1011936"/>
                </a:lnTo>
                <a:close/>
              </a:path>
              <a:path w="7620" h="2303145">
                <a:moveTo>
                  <a:pt x="0" y="972312"/>
                </a:moveTo>
                <a:lnTo>
                  <a:pt x="0" y="967739"/>
                </a:lnTo>
                <a:lnTo>
                  <a:pt x="1524" y="966216"/>
                </a:lnTo>
                <a:lnTo>
                  <a:pt x="7620" y="966216"/>
                </a:lnTo>
                <a:lnTo>
                  <a:pt x="7620" y="972312"/>
                </a:lnTo>
                <a:lnTo>
                  <a:pt x="6096" y="973836"/>
                </a:lnTo>
                <a:lnTo>
                  <a:pt x="1524" y="973836"/>
                </a:lnTo>
                <a:lnTo>
                  <a:pt x="1524" y="972312"/>
                </a:lnTo>
                <a:lnTo>
                  <a:pt x="0" y="972312"/>
                </a:lnTo>
                <a:close/>
              </a:path>
              <a:path w="7620" h="2303145">
                <a:moveTo>
                  <a:pt x="0" y="931163"/>
                </a:moveTo>
                <a:lnTo>
                  <a:pt x="0" y="926592"/>
                </a:lnTo>
                <a:lnTo>
                  <a:pt x="1524" y="926592"/>
                </a:lnTo>
                <a:lnTo>
                  <a:pt x="1524" y="925068"/>
                </a:lnTo>
                <a:lnTo>
                  <a:pt x="6096" y="925068"/>
                </a:lnTo>
                <a:lnTo>
                  <a:pt x="7620" y="926592"/>
                </a:lnTo>
                <a:lnTo>
                  <a:pt x="7620" y="932688"/>
                </a:lnTo>
                <a:lnTo>
                  <a:pt x="1524" y="932688"/>
                </a:lnTo>
                <a:lnTo>
                  <a:pt x="0" y="931163"/>
                </a:lnTo>
                <a:close/>
              </a:path>
              <a:path w="7620" h="2303145">
                <a:moveTo>
                  <a:pt x="1524" y="893063"/>
                </a:moveTo>
                <a:lnTo>
                  <a:pt x="1524" y="885444"/>
                </a:lnTo>
                <a:lnTo>
                  <a:pt x="6096" y="885444"/>
                </a:lnTo>
                <a:lnTo>
                  <a:pt x="7620" y="886968"/>
                </a:lnTo>
                <a:lnTo>
                  <a:pt x="7620" y="891539"/>
                </a:lnTo>
                <a:lnTo>
                  <a:pt x="6096" y="893063"/>
                </a:lnTo>
                <a:lnTo>
                  <a:pt x="1524" y="893063"/>
                </a:lnTo>
                <a:close/>
              </a:path>
              <a:path w="7620" h="2303145">
                <a:moveTo>
                  <a:pt x="0" y="891539"/>
                </a:moveTo>
                <a:lnTo>
                  <a:pt x="0" y="886968"/>
                </a:lnTo>
                <a:lnTo>
                  <a:pt x="1524" y="886968"/>
                </a:lnTo>
                <a:lnTo>
                  <a:pt x="1524" y="891539"/>
                </a:lnTo>
                <a:lnTo>
                  <a:pt x="0" y="891539"/>
                </a:lnTo>
                <a:close/>
              </a:path>
              <a:path w="7620" h="2303145">
                <a:moveTo>
                  <a:pt x="6096" y="851916"/>
                </a:moveTo>
                <a:lnTo>
                  <a:pt x="6096" y="845820"/>
                </a:lnTo>
                <a:lnTo>
                  <a:pt x="7620" y="845820"/>
                </a:lnTo>
                <a:lnTo>
                  <a:pt x="7620" y="851916"/>
                </a:lnTo>
                <a:lnTo>
                  <a:pt x="6096" y="851916"/>
                </a:lnTo>
                <a:close/>
              </a:path>
              <a:path w="7620" h="2303145">
                <a:moveTo>
                  <a:pt x="0" y="850392"/>
                </a:moveTo>
                <a:lnTo>
                  <a:pt x="0" y="847344"/>
                </a:lnTo>
                <a:lnTo>
                  <a:pt x="3048" y="844296"/>
                </a:lnTo>
                <a:lnTo>
                  <a:pt x="6096" y="844296"/>
                </a:lnTo>
                <a:lnTo>
                  <a:pt x="6096" y="853439"/>
                </a:lnTo>
                <a:lnTo>
                  <a:pt x="3048" y="853439"/>
                </a:lnTo>
                <a:lnTo>
                  <a:pt x="0" y="850392"/>
                </a:lnTo>
                <a:close/>
              </a:path>
              <a:path w="7620" h="2303145">
                <a:moveTo>
                  <a:pt x="1524" y="812292"/>
                </a:moveTo>
                <a:lnTo>
                  <a:pt x="1524" y="804671"/>
                </a:lnTo>
                <a:lnTo>
                  <a:pt x="6096" y="804671"/>
                </a:lnTo>
                <a:lnTo>
                  <a:pt x="7620" y="806196"/>
                </a:lnTo>
                <a:lnTo>
                  <a:pt x="7620" y="810768"/>
                </a:lnTo>
                <a:lnTo>
                  <a:pt x="6096" y="812292"/>
                </a:lnTo>
                <a:lnTo>
                  <a:pt x="1524" y="812292"/>
                </a:lnTo>
                <a:close/>
              </a:path>
              <a:path w="7620" h="2303145">
                <a:moveTo>
                  <a:pt x="0" y="810768"/>
                </a:moveTo>
                <a:lnTo>
                  <a:pt x="0" y="806196"/>
                </a:lnTo>
                <a:lnTo>
                  <a:pt x="1524" y="806196"/>
                </a:lnTo>
                <a:lnTo>
                  <a:pt x="1524" y="810768"/>
                </a:lnTo>
                <a:lnTo>
                  <a:pt x="0" y="810768"/>
                </a:lnTo>
                <a:close/>
              </a:path>
              <a:path w="7620" h="2303145">
                <a:moveTo>
                  <a:pt x="0" y="769620"/>
                </a:moveTo>
                <a:lnTo>
                  <a:pt x="0" y="766571"/>
                </a:lnTo>
                <a:lnTo>
                  <a:pt x="3048" y="763524"/>
                </a:lnTo>
                <a:lnTo>
                  <a:pt x="6096" y="763524"/>
                </a:lnTo>
                <a:lnTo>
                  <a:pt x="6096" y="765047"/>
                </a:lnTo>
                <a:lnTo>
                  <a:pt x="7620" y="765047"/>
                </a:lnTo>
                <a:lnTo>
                  <a:pt x="7620" y="771144"/>
                </a:lnTo>
                <a:lnTo>
                  <a:pt x="6096" y="772668"/>
                </a:lnTo>
                <a:lnTo>
                  <a:pt x="1524" y="772668"/>
                </a:lnTo>
                <a:lnTo>
                  <a:pt x="1524" y="771144"/>
                </a:lnTo>
                <a:lnTo>
                  <a:pt x="0" y="769620"/>
                </a:lnTo>
                <a:close/>
              </a:path>
              <a:path w="7620" h="2303145">
                <a:moveTo>
                  <a:pt x="0" y="729996"/>
                </a:moveTo>
                <a:lnTo>
                  <a:pt x="0" y="725424"/>
                </a:lnTo>
                <a:lnTo>
                  <a:pt x="1524" y="725424"/>
                </a:lnTo>
                <a:lnTo>
                  <a:pt x="1524" y="723900"/>
                </a:lnTo>
                <a:lnTo>
                  <a:pt x="6096" y="723900"/>
                </a:lnTo>
                <a:lnTo>
                  <a:pt x="7620" y="725424"/>
                </a:lnTo>
                <a:lnTo>
                  <a:pt x="7620" y="731520"/>
                </a:lnTo>
                <a:lnTo>
                  <a:pt x="1524" y="731520"/>
                </a:lnTo>
                <a:lnTo>
                  <a:pt x="0" y="729996"/>
                </a:lnTo>
                <a:close/>
              </a:path>
              <a:path w="7620" h="2303145">
                <a:moveTo>
                  <a:pt x="0" y="690371"/>
                </a:moveTo>
                <a:lnTo>
                  <a:pt x="0" y="685800"/>
                </a:lnTo>
                <a:lnTo>
                  <a:pt x="1524" y="684276"/>
                </a:lnTo>
                <a:lnTo>
                  <a:pt x="7620" y="684276"/>
                </a:lnTo>
                <a:lnTo>
                  <a:pt x="7620" y="690371"/>
                </a:lnTo>
                <a:lnTo>
                  <a:pt x="6096" y="691896"/>
                </a:lnTo>
                <a:lnTo>
                  <a:pt x="1524" y="691896"/>
                </a:lnTo>
                <a:lnTo>
                  <a:pt x="1524" y="690371"/>
                </a:lnTo>
                <a:lnTo>
                  <a:pt x="0" y="690371"/>
                </a:lnTo>
                <a:close/>
              </a:path>
              <a:path w="7620" h="2303145">
                <a:moveTo>
                  <a:pt x="0" y="649224"/>
                </a:moveTo>
                <a:lnTo>
                  <a:pt x="0" y="646176"/>
                </a:lnTo>
                <a:lnTo>
                  <a:pt x="1524" y="644652"/>
                </a:lnTo>
                <a:lnTo>
                  <a:pt x="1524" y="643128"/>
                </a:lnTo>
                <a:lnTo>
                  <a:pt x="6096" y="643128"/>
                </a:lnTo>
                <a:lnTo>
                  <a:pt x="7620" y="644652"/>
                </a:lnTo>
                <a:lnTo>
                  <a:pt x="7620" y="650747"/>
                </a:lnTo>
                <a:lnTo>
                  <a:pt x="6096" y="650747"/>
                </a:lnTo>
                <a:lnTo>
                  <a:pt x="6096" y="652271"/>
                </a:lnTo>
                <a:lnTo>
                  <a:pt x="3048" y="652271"/>
                </a:lnTo>
                <a:lnTo>
                  <a:pt x="0" y="649224"/>
                </a:lnTo>
                <a:close/>
              </a:path>
              <a:path w="7620" h="2303145">
                <a:moveTo>
                  <a:pt x="1524" y="611124"/>
                </a:moveTo>
                <a:lnTo>
                  <a:pt x="1524" y="603504"/>
                </a:lnTo>
                <a:lnTo>
                  <a:pt x="6096" y="603504"/>
                </a:lnTo>
                <a:lnTo>
                  <a:pt x="7620" y="605028"/>
                </a:lnTo>
                <a:lnTo>
                  <a:pt x="7620" y="609600"/>
                </a:lnTo>
                <a:lnTo>
                  <a:pt x="6096" y="611124"/>
                </a:lnTo>
                <a:lnTo>
                  <a:pt x="1524" y="611124"/>
                </a:lnTo>
                <a:close/>
              </a:path>
              <a:path w="7620" h="2303145">
                <a:moveTo>
                  <a:pt x="0" y="609600"/>
                </a:moveTo>
                <a:lnTo>
                  <a:pt x="0" y="605028"/>
                </a:lnTo>
                <a:lnTo>
                  <a:pt x="1524" y="605028"/>
                </a:lnTo>
                <a:lnTo>
                  <a:pt x="1524" y="609600"/>
                </a:lnTo>
                <a:lnTo>
                  <a:pt x="0" y="609600"/>
                </a:lnTo>
                <a:close/>
              </a:path>
              <a:path w="7620" h="2303145">
                <a:moveTo>
                  <a:pt x="6096" y="569976"/>
                </a:moveTo>
                <a:lnTo>
                  <a:pt x="6096" y="563879"/>
                </a:lnTo>
                <a:lnTo>
                  <a:pt x="7620" y="563879"/>
                </a:lnTo>
                <a:lnTo>
                  <a:pt x="7620" y="569976"/>
                </a:lnTo>
                <a:lnTo>
                  <a:pt x="6096" y="569976"/>
                </a:lnTo>
                <a:close/>
              </a:path>
              <a:path w="7620" h="2303145">
                <a:moveTo>
                  <a:pt x="0" y="568452"/>
                </a:moveTo>
                <a:lnTo>
                  <a:pt x="0" y="565404"/>
                </a:lnTo>
                <a:lnTo>
                  <a:pt x="3048" y="562355"/>
                </a:lnTo>
                <a:lnTo>
                  <a:pt x="6096" y="562355"/>
                </a:lnTo>
                <a:lnTo>
                  <a:pt x="6096" y="571500"/>
                </a:lnTo>
                <a:lnTo>
                  <a:pt x="3048" y="571500"/>
                </a:lnTo>
                <a:lnTo>
                  <a:pt x="0" y="568452"/>
                </a:lnTo>
                <a:close/>
              </a:path>
              <a:path w="7620" h="2303145">
                <a:moveTo>
                  <a:pt x="1524" y="530352"/>
                </a:moveTo>
                <a:lnTo>
                  <a:pt x="1524" y="522731"/>
                </a:lnTo>
                <a:lnTo>
                  <a:pt x="6096" y="522731"/>
                </a:lnTo>
                <a:lnTo>
                  <a:pt x="7620" y="524255"/>
                </a:lnTo>
                <a:lnTo>
                  <a:pt x="7620" y="528828"/>
                </a:lnTo>
                <a:lnTo>
                  <a:pt x="6096" y="530352"/>
                </a:lnTo>
                <a:lnTo>
                  <a:pt x="1524" y="530352"/>
                </a:lnTo>
                <a:close/>
              </a:path>
              <a:path w="7620" h="2303145">
                <a:moveTo>
                  <a:pt x="0" y="528828"/>
                </a:moveTo>
                <a:lnTo>
                  <a:pt x="0" y="524255"/>
                </a:lnTo>
                <a:lnTo>
                  <a:pt x="1524" y="524255"/>
                </a:lnTo>
                <a:lnTo>
                  <a:pt x="1524" y="528828"/>
                </a:lnTo>
                <a:lnTo>
                  <a:pt x="0" y="528828"/>
                </a:lnTo>
                <a:close/>
              </a:path>
              <a:path w="7620" h="2303145">
                <a:moveTo>
                  <a:pt x="0" y="489204"/>
                </a:moveTo>
                <a:lnTo>
                  <a:pt x="0" y="484631"/>
                </a:lnTo>
                <a:lnTo>
                  <a:pt x="1524" y="483108"/>
                </a:lnTo>
                <a:lnTo>
                  <a:pt x="7620" y="483108"/>
                </a:lnTo>
                <a:lnTo>
                  <a:pt x="7620" y="489204"/>
                </a:lnTo>
                <a:lnTo>
                  <a:pt x="6096" y="490728"/>
                </a:lnTo>
                <a:lnTo>
                  <a:pt x="1524" y="490728"/>
                </a:lnTo>
                <a:lnTo>
                  <a:pt x="1524" y="489204"/>
                </a:lnTo>
                <a:lnTo>
                  <a:pt x="0" y="489204"/>
                </a:lnTo>
                <a:close/>
              </a:path>
              <a:path w="7620" h="2303145">
                <a:moveTo>
                  <a:pt x="0" y="448055"/>
                </a:moveTo>
                <a:lnTo>
                  <a:pt x="0" y="443484"/>
                </a:lnTo>
                <a:lnTo>
                  <a:pt x="1524" y="443484"/>
                </a:lnTo>
                <a:lnTo>
                  <a:pt x="1524" y="441960"/>
                </a:lnTo>
                <a:lnTo>
                  <a:pt x="6096" y="441960"/>
                </a:lnTo>
                <a:lnTo>
                  <a:pt x="7620" y="443484"/>
                </a:lnTo>
                <a:lnTo>
                  <a:pt x="7620" y="449579"/>
                </a:lnTo>
                <a:lnTo>
                  <a:pt x="1524" y="449579"/>
                </a:lnTo>
                <a:lnTo>
                  <a:pt x="0" y="448055"/>
                </a:lnTo>
                <a:close/>
              </a:path>
              <a:path w="7620" h="2303145">
                <a:moveTo>
                  <a:pt x="1524" y="409955"/>
                </a:moveTo>
                <a:lnTo>
                  <a:pt x="1524" y="402336"/>
                </a:lnTo>
                <a:lnTo>
                  <a:pt x="6096" y="402336"/>
                </a:lnTo>
                <a:lnTo>
                  <a:pt x="7620" y="403860"/>
                </a:lnTo>
                <a:lnTo>
                  <a:pt x="7620" y="408431"/>
                </a:lnTo>
                <a:lnTo>
                  <a:pt x="6096" y="409955"/>
                </a:lnTo>
                <a:lnTo>
                  <a:pt x="1524" y="409955"/>
                </a:lnTo>
                <a:close/>
              </a:path>
              <a:path w="7620" h="2303145">
                <a:moveTo>
                  <a:pt x="0" y="408431"/>
                </a:moveTo>
                <a:lnTo>
                  <a:pt x="0" y="403860"/>
                </a:lnTo>
                <a:lnTo>
                  <a:pt x="1524" y="403860"/>
                </a:lnTo>
                <a:lnTo>
                  <a:pt x="1524" y="408431"/>
                </a:lnTo>
                <a:lnTo>
                  <a:pt x="0" y="408431"/>
                </a:lnTo>
                <a:close/>
              </a:path>
              <a:path w="7620" h="2303145">
                <a:moveTo>
                  <a:pt x="6096" y="368808"/>
                </a:moveTo>
                <a:lnTo>
                  <a:pt x="6096" y="362712"/>
                </a:lnTo>
                <a:lnTo>
                  <a:pt x="7620" y="362712"/>
                </a:lnTo>
                <a:lnTo>
                  <a:pt x="7620" y="368808"/>
                </a:lnTo>
                <a:lnTo>
                  <a:pt x="6096" y="368808"/>
                </a:lnTo>
                <a:close/>
              </a:path>
              <a:path w="7620" h="2303145">
                <a:moveTo>
                  <a:pt x="0" y="367284"/>
                </a:moveTo>
                <a:lnTo>
                  <a:pt x="0" y="364236"/>
                </a:lnTo>
                <a:lnTo>
                  <a:pt x="3048" y="361187"/>
                </a:lnTo>
                <a:lnTo>
                  <a:pt x="6096" y="361187"/>
                </a:lnTo>
                <a:lnTo>
                  <a:pt x="6096" y="370331"/>
                </a:lnTo>
                <a:lnTo>
                  <a:pt x="3048" y="370331"/>
                </a:lnTo>
                <a:lnTo>
                  <a:pt x="0" y="367284"/>
                </a:lnTo>
                <a:close/>
              </a:path>
              <a:path w="7620" h="2303145">
                <a:moveTo>
                  <a:pt x="1524" y="329184"/>
                </a:moveTo>
                <a:lnTo>
                  <a:pt x="1524" y="321563"/>
                </a:lnTo>
                <a:lnTo>
                  <a:pt x="6096" y="321563"/>
                </a:lnTo>
                <a:lnTo>
                  <a:pt x="7620" y="323087"/>
                </a:lnTo>
                <a:lnTo>
                  <a:pt x="7620" y="327660"/>
                </a:lnTo>
                <a:lnTo>
                  <a:pt x="6096" y="329184"/>
                </a:lnTo>
                <a:lnTo>
                  <a:pt x="1524" y="329184"/>
                </a:lnTo>
                <a:close/>
              </a:path>
              <a:path w="7620" h="2303145">
                <a:moveTo>
                  <a:pt x="0" y="327660"/>
                </a:moveTo>
                <a:lnTo>
                  <a:pt x="0" y="323087"/>
                </a:lnTo>
                <a:lnTo>
                  <a:pt x="1524" y="323087"/>
                </a:lnTo>
                <a:lnTo>
                  <a:pt x="1524" y="327660"/>
                </a:lnTo>
                <a:lnTo>
                  <a:pt x="0" y="327660"/>
                </a:lnTo>
                <a:close/>
              </a:path>
              <a:path w="7620" h="2303145">
                <a:moveTo>
                  <a:pt x="0" y="286512"/>
                </a:moveTo>
                <a:lnTo>
                  <a:pt x="0" y="283463"/>
                </a:lnTo>
                <a:lnTo>
                  <a:pt x="3048" y="280416"/>
                </a:lnTo>
                <a:lnTo>
                  <a:pt x="6096" y="280416"/>
                </a:lnTo>
                <a:lnTo>
                  <a:pt x="6096" y="281939"/>
                </a:lnTo>
                <a:lnTo>
                  <a:pt x="7620" y="281939"/>
                </a:lnTo>
                <a:lnTo>
                  <a:pt x="7620" y="288036"/>
                </a:lnTo>
                <a:lnTo>
                  <a:pt x="6096" y="289560"/>
                </a:lnTo>
                <a:lnTo>
                  <a:pt x="1524" y="289560"/>
                </a:lnTo>
                <a:lnTo>
                  <a:pt x="1524" y="288036"/>
                </a:lnTo>
                <a:lnTo>
                  <a:pt x="0" y="286512"/>
                </a:lnTo>
                <a:close/>
              </a:path>
              <a:path w="7620" h="2303145">
                <a:moveTo>
                  <a:pt x="0" y="246887"/>
                </a:moveTo>
                <a:lnTo>
                  <a:pt x="0" y="242316"/>
                </a:lnTo>
                <a:lnTo>
                  <a:pt x="1524" y="242316"/>
                </a:lnTo>
                <a:lnTo>
                  <a:pt x="1524" y="240792"/>
                </a:lnTo>
                <a:lnTo>
                  <a:pt x="6096" y="240792"/>
                </a:lnTo>
                <a:lnTo>
                  <a:pt x="7620" y="242316"/>
                </a:lnTo>
                <a:lnTo>
                  <a:pt x="7620" y="248412"/>
                </a:lnTo>
                <a:lnTo>
                  <a:pt x="1524" y="248412"/>
                </a:lnTo>
                <a:lnTo>
                  <a:pt x="0" y="246887"/>
                </a:lnTo>
                <a:close/>
              </a:path>
              <a:path w="7620" h="2303145">
                <a:moveTo>
                  <a:pt x="0" y="207263"/>
                </a:moveTo>
                <a:lnTo>
                  <a:pt x="0" y="202692"/>
                </a:lnTo>
                <a:lnTo>
                  <a:pt x="1524" y="201168"/>
                </a:lnTo>
                <a:lnTo>
                  <a:pt x="7620" y="201168"/>
                </a:lnTo>
                <a:lnTo>
                  <a:pt x="7620" y="207263"/>
                </a:lnTo>
                <a:lnTo>
                  <a:pt x="6096" y="208787"/>
                </a:lnTo>
                <a:lnTo>
                  <a:pt x="1524" y="208787"/>
                </a:lnTo>
                <a:lnTo>
                  <a:pt x="1524" y="207263"/>
                </a:lnTo>
                <a:lnTo>
                  <a:pt x="0" y="207263"/>
                </a:lnTo>
                <a:close/>
              </a:path>
              <a:path w="7620" h="2303145">
                <a:moveTo>
                  <a:pt x="6096" y="167640"/>
                </a:moveTo>
                <a:lnTo>
                  <a:pt x="6096" y="161544"/>
                </a:lnTo>
                <a:lnTo>
                  <a:pt x="7620" y="161544"/>
                </a:lnTo>
                <a:lnTo>
                  <a:pt x="7620" y="167640"/>
                </a:lnTo>
                <a:lnTo>
                  <a:pt x="6096" y="167640"/>
                </a:lnTo>
                <a:close/>
              </a:path>
              <a:path w="7620" h="2303145">
                <a:moveTo>
                  <a:pt x="0" y="166116"/>
                </a:moveTo>
                <a:lnTo>
                  <a:pt x="0" y="163068"/>
                </a:lnTo>
                <a:lnTo>
                  <a:pt x="3048" y="160020"/>
                </a:lnTo>
                <a:lnTo>
                  <a:pt x="6096" y="160020"/>
                </a:lnTo>
                <a:lnTo>
                  <a:pt x="6096" y="169164"/>
                </a:lnTo>
                <a:lnTo>
                  <a:pt x="3048" y="169164"/>
                </a:lnTo>
                <a:lnTo>
                  <a:pt x="0" y="166116"/>
                </a:lnTo>
                <a:close/>
              </a:path>
              <a:path w="7620" h="2303145">
                <a:moveTo>
                  <a:pt x="1524" y="128016"/>
                </a:moveTo>
                <a:lnTo>
                  <a:pt x="1524" y="120395"/>
                </a:lnTo>
                <a:lnTo>
                  <a:pt x="6096" y="120395"/>
                </a:lnTo>
                <a:lnTo>
                  <a:pt x="7620" y="121920"/>
                </a:lnTo>
                <a:lnTo>
                  <a:pt x="7620" y="126491"/>
                </a:lnTo>
                <a:lnTo>
                  <a:pt x="6096" y="128016"/>
                </a:lnTo>
                <a:lnTo>
                  <a:pt x="1524" y="128016"/>
                </a:lnTo>
                <a:close/>
              </a:path>
              <a:path w="7620" h="2303145">
                <a:moveTo>
                  <a:pt x="0" y="126491"/>
                </a:moveTo>
                <a:lnTo>
                  <a:pt x="0" y="121920"/>
                </a:lnTo>
                <a:lnTo>
                  <a:pt x="1524" y="121920"/>
                </a:lnTo>
                <a:lnTo>
                  <a:pt x="1524" y="126491"/>
                </a:lnTo>
                <a:lnTo>
                  <a:pt x="0" y="126491"/>
                </a:lnTo>
                <a:close/>
              </a:path>
              <a:path w="7620" h="2303145">
                <a:moveTo>
                  <a:pt x="6096" y="86868"/>
                </a:moveTo>
                <a:lnTo>
                  <a:pt x="6096" y="80772"/>
                </a:lnTo>
                <a:lnTo>
                  <a:pt x="7620" y="80772"/>
                </a:lnTo>
                <a:lnTo>
                  <a:pt x="7620" y="86868"/>
                </a:lnTo>
                <a:lnTo>
                  <a:pt x="6096" y="86868"/>
                </a:lnTo>
                <a:close/>
              </a:path>
              <a:path w="7620" h="2303145">
                <a:moveTo>
                  <a:pt x="0" y="85344"/>
                </a:moveTo>
                <a:lnTo>
                  <a:pt x="0" y="82295"/>
                </a:lnTo>
                <a:lnTo>
                  <a:pt x="3048" y="79248"/>
                </a:lnTo>
                <a:lnTo>
                  <a:pt x="6096" y="79248"/>
                </a:lnTo>
                <a:lnTo>
                  <a:pt x="6096" y="88391"/>
                </a:lnTo>
                <a:lnTo>
                  <a:pt x="3048" y="88391"/>
                </a:lnTo>
                <a:lnTo>
                  <a:pt x="0" y="85344"/>
                </a:lnTo>
                <a:close/>
              </a:path>
              <a:path w="7620" h="2303145">
                <a:moveTo>
                  <a:pt x="0" y="45720"/>
                </a:moveTo>
                <a:lnTo>
                  <a:pt x="0" y="41148"/>
                </a:lnTo>
                <a:lnTo>
                  <a:pt x="1524" y="41148"/>
                </a:lnTo>
                <a:lnTo>
                  <a:pt x="1524" y="39624"/>
                </a:lnTo>
                <a:lnTo>
                  <a:pt x="6096" y="39624"/>
                </a:lnTo>
                <a:lnTo>
                  <a:pt x="7620" y="41148"/>
                </a:lnTo>
                <a:lnTo>
                  <a:pt x="7620" y="47244"/>
                </a:lnTo>
                <a:lnTo>
                  <a:pt x="1524" y="47244"/>
                </a:lnTo>
                <a:lnTo>
                  <a:pt x="0" y="45720"/>
                </a:lnTo>
                <a:close/>
              </a:path>
              <a:path w="7620" h="2303145">
                <a:moveTo>
                  <a:pt x="0" y="6095"/>
                </a:moveTo>
                <a:lnTo>
                  <a:pt x="0" y="1524"/>
                </a:lnTo>
                <a:lnTo>
                  <a:pt x="1524" y="0"/>
                </a:lnTo>
                <a:lnTo>
                  <a:pt x="7620" y="0"/>
                </a:lnTo>
                <a:lnTo>
                  <a:pt x="7620" y="6095"/>
                </a:lnTo>
                <a:lnTo>
                  <a:pt x="6096" y="7620"/>
                </a:lnTo>
                <a:lnTo>
                  <a:pt x="1524" y="7620"/>
                </a:lnTo>
                <a:lnTo>
                  <a:pt x="1524" y="6095"/>
                </a:lnTo>
                <a:lnTo>
                  <a:pt x="0" y="6095"/>
                </a:lnTo>
                <a:close/>
              </a:path>
            </a:pathLst>
          </a:custGeom>
          <a:solidFill>
            <a:srgbClr val="C8C6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5769864" y="4602479"/>
            <a:ext cx="22860" cy="68580"/>
          </a:xfrm>
          <a:custGeom>
            <a:avLst/>
            <a:gdLst/>
            <a:ahLst/>
            <a:cxnLst/>
            <a:rect l="l" t="t" r="r" b="b"/>
            <a:pathLst>
              <a:path w="22860" h="68579">
                <a:moveTo>
                  <a:pt x="0" y="18288"/>
                </a:moveTo>
                <a:lnTo>
                  <a:pt x="0" y="10668"/>
                </a:lnTo>
                <a:lnTo>
                  <a:pt x="1524" y="10668"/>
                </a:lnTo>
                <a:lnTo>
                  <a:pt x="3048" y="9144"/>
                </a:lnTo>
                <a:lnTo>
                  <a:pt x="4572" y="9144"/>
                </a:lnTo>
                <a:lnTo>
                  <a:pt x="7620" y="7620"/>
                </a:lnTo>
                <a:lnTo>
                  <a:pt x="9144" y="7620"/>
                </a:lnTo>
                <a:lnTo>
                  <a:pt x="10668" y="6096"/>
                </a:lnTo>
                <a:lnTo>
                  <a:pt x="12192" y="6096"/>
                </a:lnTo>
                <a:lnTo>
                  <a:pt x="16764" y="1524"/>
                </a:lnTo>
                <a:lnTo>
                  <a:pt x="18288" y="1524"/>
                </a:lnTo>
                <a:lnTo>
                  <a:pt x="19812" y="0"/>
                </a:lnTo>
                <a:lnTo>
                  <a:pt x="22860" y="0"/>
                </a:lnTo>
                <a:lnTo>
                  <a:pt x="22860" y="68580"/>
                </a:lnTo>
                <a:lnTo>
                  <a:pt x="15240" y="68580"/>
                </a:lnTo>
                <a:lnTo>
                  <a:pt x="15240" y="10668"/>
                </a:lnTo>
                <a:lnTo>
                  <a:pt x="13716" y="12192"/>
                </a:lnTo>
                <a:lnTo>
                  <a:pt x="12192" y="12192"/>
                </a:lnTo>
                <a:lnTo>
                  <a:pt x="12192" y="13716"/>
                </a:lnTo>
                <a:lnTo>
                  <a:pt x="10668" y="13716"/>
                </a:lnTo>
                <a:lnTo>
                  <a:pt x="9144" y="15240"/>
                </a:lnTo>
                <a:lnTo>
                  <a:pt x="7620" y="15240"/>
                </a:lnTo>
                <a:lnTo>
                  <a:pt x="6096" y="16764"/>
                </a:lnTo>
                <a:lnTo>
                  <a:pt x="4572" y="16764"/>
                </a:lnTo>
                <a:lnTo>
                  <a:pt x="3048" y="18288"/>
                </a:lnTo>
                <a:lnTo>
                  <a:pt x="0" y="18288"/>
                </a:lnTo>
                <a:close/>
              </a:path>
            </a:pathLst>
          </a:custGeom>
          <a:solidFill>
            <a:srgbClr val="605D5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9" name="object 29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846064" y="4599432"/>
            <a:ext cx="94487" cy="71628"/>
          </a:xfrm>
          <a:prstGeom prst="rect">
            <a:avLst/>
          </a:prstGeom>
        </p:spPr>
      </p:pic>
      <p:sp>
        <p:nvSpPr>
          <p:cNvPr id="30" name="object 30" descr=""/>
          <p:cNvSpPr/>
          <p:nvPr/>
        </p:nvSpPr>
        <p:spPr>
          <a:xfrm>
            <a:off x="6714744" y="2252472"/>
            <a:ext cx="7620" cy="2303145"/>
          </a:xfrm>
          <a:custGeom>
            <a:avLst/>
            <a:gdLst/>
            <a:ahLst/>
            <a:cxnLst/>
            <a:rect l="l" t="t" r="r" b="b"/>
            <a:pathLst>
              <a:path w="7620" h="2303145">
                <a:moveTo>
                  <a:pt x="6096" y="2301239"/>
                </a:moveTo>
                <a:lnTo>
                  <a:pt x="6096" y="2295144"/>
                </a:lnTo>
                <a:lnTo>
                  <a:pt x="7620" y="2295144"/>
                </a:lnTo>
                <a:lnTo>
                  <a:pt x="7620" y="2301239"/>
                </a:lnTo>
                <a:lnTo>
                  <a:pt x="6096" y="2301239"/>
                </a:lnTo>
                <a:close/>
              </a:path>
              <a:path w="7620" h="2303145">
                <a:moveTo>
                  <a:pt x="0" y="2299716"/>
                </a:moveTo>
                <a:lnTo>
                  <a:pt x="0" y="2296668"/>
                </a:lnTo>
                <a:lnTo>
                  <a:pt x="3048" y="2293620"/>
                </a:lnTo>
                <a:lnTo>
                  <a:pt x="6096" y="2293620"/>
                </a:lnTo>
                <a:lnTo>
                  <a:pt x="6096" y="2302764"/>
                </a:lnTo>
                <a:lnTo>
                  <a:pt x="3048" y="2302764"/>
                </a:lnTo>
                <a:lnTo>
                  <a:pt x="0" y="2299716"/>
                </a:lnTo>
                <a:close/>
              </a:path>
              <a:path w="7620" h="2303145">
                <a:moveTo>
                  <a:pt x="1524" y="2261616"/>
                </a:moveTo>
                <a:lnTo>
                  <a:pt x="1524" y="2253996"/>
                </a:lnTo>
                <a:lnTo>
                  <a:pt x="6096" y="2253996"/>
                </a:lnTo>
                <a:lnTo>
                  <a:pt x="7620" y="2255520"/>
                </a:lnTo>
                <a:lnTo>
                  <a:pt x="7620" y="2260092"/>
                </a:lnTo>
                <a:lnTo>
                  <a:pt x="6096" y="2261616"/>
                </a:lnTo>
                <a:lnTo>
                  <a:pt x="1524" y="2261616"/>
                </a:lnTo>
                <a:close/>
              </a:path>
              <a:path w="7620" h="2303145">
                <a:moveTo>
                  <a:pt x="0" y="2260092"/>
                </a:moveTo>
                <a:lnTo>
                  <a:pt x="0" y="2255520"/>
                </a:lnTo>
                <a:lnTo>
                  <a:pt x="1524" y="2255520"/>
                </a:lnTo>
                <a:lnTo>
                  <a:pt x="1524" y="2260092"/>
                </a:lnTo>
                <a:lnTo>
                  <a:pt x="0" y="2260092"/>
                </a:lnTo>
                <a:close/>
              </a:path>
              <a:path w="7620" h="2303145">
                <a:moveTo>
                  <a:pt x="6096" y="2220468"/>
                </a:moveTo>
                <a:lnTo>
                  <a:pt x="6096" y="2214372"/>
                </a:lnTo>
                <a:lnTo>
                  <a:pt x="7620" y="2214372"/>
                </a:lnTo>
                <a:lnTo>
                  <a:pt x="7620" y="2220468"/>
                </a:lnTo>
                <a:lnTo>
                  <a:pt x="6096" y="2220468"/>
                </a:lnTo>
                <a:close/>
              </a:path>
              <a:path w="7620" h="2303145">
                <a:moveTo>
                  <a:pt x="0" y="2218944"/>
                </a:moveTo>
                <a:lnTo>
                  <a:pt x="0" y="2215896"/>
                </a:lnTo>
                <a:lnTo>
                  <a:pt x="3048" y="2212847"/>
                </a:lnTo>
                <a:lnTo>
                  <a:pt x="6096" y="2212847"/>
                </a:lnTo>
                <a:lnTo>
                  <a:pt x="6096" y="2221992"/>
                </a:lnTo>
                <a:lnTo>
                  <a:pt x="3048" y="2221992"/>
                </a:lnTo>
                <a:lnTo>
                  <a:pt x="0" y="2218944"/>
                </a:lnTo>
                <a:close/>
              </a:path>
              <a:path w="7620" h="2303145">
                <a:moveTo>
                  <a:pt x="0" y="2179320"/>
                </a:moveTo>
                <a:lnTo>
                  <a:pt x="0" y="2174747"/>
                </a:lnTo>
                <a:lnTo>
                  <a:pt x="1524" y="2174747"/>
                </a:lnTo>
                <a:lnTo>
                  <a:pt x="1524" y="2173224"/>
                </a:lnTo>
                <a:lnTo>
                  <a:pt x="6096" y="2173224"/>
                </a:lnTo>
                <a:lnTo>
                  <a:pt x="7620" y="2174747"/>
                </a:lnTo>
                <a:lnTo>
                  <a:pt x="7620" y="2180844"/>
                </a:lnTo>
                <a:lnTo>
                  <a:pt x="1524" y="2180844"/>
                </a:lnTo>
                <a:lnTo>
                  <a:pt x="0" y="2179320"/>
                </a:lnTo>
                <a:close/>
              </a:path>
              <a:path w="7620" h="2303145">
                <a:moveTo>
                  <a:pt x="0" y="2139696"/>
                </a:moveTo>
                <a:lnTo>
                  <a:pt x="0" y="2135124"/>
                </a:lnTo>
                <a:lnTo>
                  <a:pt x="1524" y="2133600"/>
                </a:lnTo>
                <a:lnTo>
                  <a:pt x="7620" y="2133600"/>
                </a:lnTo>
                <a:lnTo>
                  <a:pt x="7620" y="2139696"/>
                </a:lnTo>
                <a:lnTo>
                  <a:pt x="6096" y="2141220"/>
                </a:lnTo>
                <a:lnTo>
                  <a:pt x="1524" y="2141220"/>
                </a:lnTo>
                <a:lnTo>
                  <a:pt x="1524" y="2139696"/>
                </a:lnTo>
                <a:lnTo>
                  <a:pt x="0" y="2139696"/>
                </a:lnTo>
                <a:close/>
              </a:path>
              <a:path w="7620" h="2303145">
                <a:moveTo>
                  <a:pt x="0" y="2098547"/>
                </a:moveTo>
                <a:lnTo>
                  <a:pt x="0" y="2093976"/>
                </a:lnTo>
                <a:lnTo>
                  <a:pt x="1524" y="2093976"/>
                </a:lnTo>
                <a:lnTo>
                  <a:pt x="1524" y="2092452"/>
                </a:lnTo>
                <a:lnTo>
                  <a:pt x="6096" y="2092452"/>
                </a:lnTo>
                <a:lnTo>
                  <a:pt x="7620" y="2093976"/>
                </a:lnTo>
                <a:lnTo>
                  <a:pt x="7620" y="2100072"/>
                </a:lnTo>
                <a:lnTo>
                  <a:pt x="1524" y="2100072"/>
                </a:lnTo>
                <a:lnTo>
                  <a:pt x="0" y="2098547"/>
                </a:lnTo>
                <a:close/>
              </a:path>
              <a:path w="7620" h="2303145">
                <a:moveTo>
                  <a:pt x="1524" y="2060447"/>
                </a:moveTo>
                <a:lnTo>
                  <a:pt x="1524" y="2052828"/>
                </a:lnTo>
                <a:lnTo>
                  <a:pt x="6096" y="2052828"/>
                </a:lnTo>
                <a:lnTo>
                  <a:pt x="7620" y="2054352"/>
                </a:lnTo>
                <a:lnTo>
                  <a:pt x="7620" y="2058924"/>
                </a:lnTo>
                <a:lnTo>
                  <a:pt x="6096" y="2060447"/>
                </a:lnTo>
                <a:lnTo>
                  <a:pt x="1524" y="2060447"/>
                </a:lnTo>
                <a:close/>
              </a:path>
              <a:path w="7620" h="2303145">
                <a:moveTo>
                  <a:pt x="0" y="2058924"/>
                </a:moveTo>
                <a:lnTo>
                  <a:pt x="0" y="2054352"/>
                </a:lnTo>
                <a:lnTo>
                  <a:pt x="1524" y="2054352"/>
                </a:lnTo>
                <a:lnTo>
                  <a:pt x="1524" y="2058924"/>
                </a:lnTo>
                <a:lnTo>
                  <a:pt x="0" y="2058924"/>
                </a:lnTo>
                <a:close/>
              </a:path>
              <a:path w="7620" h="2303145">
                <a:moveTo>
                  <a:pt x="6096" y="2019300"/>
                </a:moveTo>
                <a:lnTo>
                  <a:pt x="6096" y="2013204"/>
                </a:lnTo>
                <a:lnTo>
                  <a:pt x="7620" y="2013204"/>
                </a:lnTo>
                <a:lnTo>
                  <a:pt x="7620" y="2019300"/>
                </a:lnTo>
                <a:lnTo>
                  <a:pt x="6096" y="2019300"/>
                </a:lnTo>
                <a:close/>
              </a:path>
              <a:path w="7620" h="2303145">
                <a:moveTo>
                  <a:pt x="0" y="2017776"/>
                </a:moveTo>
                <a:lnTo>
                  <a:pt x="0" y="2014728"/>
                </a:lnTo>
                <a:lnTo>
                  <a:pt x="3048" y="2011680"/>
                </a:lnTo>
                <a:lnTo>
                  <a:pt x="6096" y="2011680"/>
                </a:lnTo>
                <a:lnTo>
                  <a:pt x="6096" y="2020824"/>
                </a:lnTo>
                <a:lnTo>
                  <a:pt x="3048" y="2020824"/>
                </a:lnTo>
                <a:lnTo>
                  <a:pt x="0" y="2017776"/>
                </a:lnTo>
                <a:close/>
              </a:path>
              <a:path w="7620" h="2303145">
                <a:moveTo>
                  <a:pt x="1524" y="1979676"/>
                </a:moveTo>
                <a:lnTo>
                  <a:pt x="1524" y="1972055"/>
                </a:lnTo>
                <a:lnTo>
                  <a:pt x="6096" y="1972055"/>
                </a:lnTo>
                <a:lnTo>
                  <a:pt x="7620" y="1973580"/>
                </a:lnTo>
                <a:lnTo>
                  <a:pt x="7620" y="1978152"/>
                </a:lnTo>
                <a:lnTo>
                  <a:pt x="6096" y="1979676"/>
                </a:lnTo>
                <a:lnTo>
                  <a:pt x="1524" y="1979676"/>
                </a:lnTo>
                <a:close/>
              </a:path>
              <a:path w="7620" h="2303145">
                <a:moveTo>
                  <a:pt x="0" y="1978152"/>
                </a:moveTo>
                <a:lnTo>
                  <a:pt x="0" y="1973580"/>
                </a:lnTo>
                <a:lnTo>
                  <a:pt x="1524" y="1973580"/>
                </a:lnTo>
                <a:lnTo>
                  <a:pt x="1524" y="1978152"/>
                </a:lnTo>
                <a:lnTo>
                  <a:pt x="0" y="1978152"/>
                </a:lnTo>
                <a:close/>
              </a:path>
              <a:path w="7620" h="2303145">
                <a:moveTo>
                  <a:pt x="0" y="1938528"/>
                </a:moveTo>
                <a:lnTo>
                  <a:pt x="0" y="1933955"/>
                </a:lnTo>
                <a:lnTo>
                  <a:pt x="1524" y="1932431"/>
                </a:lnTo>
                <a:lnTo>
                  <a:pt x="7620" y="1932431"/>
                </a:lnTo>
                <a:lnTo>
                  <a:pt x="7620" y="1938528"/>
                </a:lnTo>
                <a:lnTo>
                  <a:pt x="6096" y="1940052"/>
                </a:lnTo>
                <a:lnTo>
                  <a:pt x="1524" y="1940052"/>
                </a:lnTo>
                <a:lnTo>
                  <a:pt x="1524" y="1938528"/>
                </a:lnTo>
                <a:lnTo>
                  <a:pt x="0" y="1938528"/>
                </a:lnTo>
                <a:close/>
              </a:path>
              <a:path w="7620" h="2303145">
                <a:moveTo>
                  <a:pt x="0" y="1897380"/>
                </a:moveTo>
                <a:lnTo>
                  <a:pt x="0" y="1892808"/>
                </a:lnTo>
                <a:lnTo>
                  <a:pt x="1524" y="1892808"/>
                </a:lnTo>
                <a:lnTo>
                  <a:pt x="1524" y="1891284"/>
                </a:lnTo>
                <a:lnTo>
                  <a:pt x="6096" y="1891284"/>
                </a:lnTo>
                <a:lnTo>
                  <a:pt x="7620" y="1892808"/>
                </a:lnTo>
                <a:lnTo>
                  <a:pt x="7620" y="1898904"/>
                </a:lnTo>
                <a:lnTo>
                  <a:pt x="1524" y="1898904"/>
                </a:lnTo>
                <a:lnTo>
                  <a:pt x="0" y="1897380"/>
                </a:lnTo>
                <a:close/>
              </a:path>
              <a:path w="7620" h="2303145">
                <a:moveTo>
                  <a:pt x="0" y="1857755"/>
                </a:moveTo>
                <a:lnTo>
                  <a:pt x="0" y="1853184"/>
                </a:lnTo>
                <a:lnTo>
                  <a:pt x="1524" y="1851660"/>
                </a:lnTo>
                <a:lnTo>
                  <a:pt x="7620" y="1851660"/>
                </a:lnTo>
                <a:lnTo>
                  <a:pt x="7620" y="1857755"/>
                </a:lnTo>
                <a:lnTo>
                  <a:pt x="6096" y="1859280"/>
                </a:lnTo>
                <a:lnTo>
                  <a:pt x="1524" y="1859280"/>
                </a:lnTo>
                <a:lnTo>
                  <a:pt x="1524" y="1857755"/>
                </a:lnTo>
                <a:lnTo>
                  <a:pt x="0" y="1857755"/>
                </a:lnTo>
                <a:close/>
              </a:path>
              <a:path w="7620" h="2303145">
                <a:moveTo>
                  <a:pt x="6096" y="1818131"/>
                </a:moveTo>
                <a:lnTo>
                  <a:pt x="6096" y="1812036"/>
                </a:lnTo>
                <a:lnTo>
                  <a:pt x="7620" y="1812036"/>
                </a:lnTo>
                <a:lnTo>
                  <a:pt x="7620" y="1818131"/>
                </a:lnTo>
                <a:lnTo>
                  <a:pt x="6096" y="1818131"/>
                </a:lnTo>
                <a:close/>
              </a:path>
              <a:path w="7620" h="2303145">
                <a:moveTo>
                  <a:pt x="0" y="1816608"/>
                </a:moveTo>
                <a:lnTo>
                  <a:pt x="0" y="1813560"/>
                </a:lnTo>
                <a:lnTo>
                  <a:pt x="3048" y="1810512"/>
                </a:lnTo>
                <a:lnTo>
                  <a:pt x="6096" y="1810512"/>
                </a:lnTo>
                <a:lnTo>
                  <a:pt x="6096" y="1819655"/>
                </a:lnTo>
                <a:lnTo>
                  <a:pt x="3048" y="1819655"/>
                </a:lnTo>
                <a:lnTo>
                  <a:pt x="0" y="1816608"/>
                </a:lnTo>
                <a:close/>
              </a:path>
              <a:path w="7620" h="2303145">
                <a:moveTo>
                  <a:pt x="1524" y="1778508"/>
                </a:moveTo>
                <a:lnTo>
                  <a:pt x="1524" y="1770888"/>
                </a:lnTo>
                <a:lnTo>
                  <a:pt x="6096" y="1770888"/>
                </a:lnTo>
                <a:lnTo>
                  <a:pt x="7620" y="1772412"/>
                </a:lnTo>
                <a:lnTo>
                  <a:pt x="7620" y="1776984"/>
                </a:lnTo>
                <a:lnTo>
                  <a:pt x="6096" y="1778508"/>
                </a:lnTo>
                <a:lnTo>
                  <a:pt x="1524" y="1778508"/>
                </a:lnTo>
                <a:close/>
              </a:path>
              <a:path w="7620" h="2303145">
                <a:moveTo>
                  <a:pt x="0" y="1776984"/>
                </a:moveTo>
                <a:lnTo>
                  <a:pt x="0" y="1772412"/>
                </a:lnTo>
                <a:lnTo>
                  <a:pt x="1524" y="1772412"/>
                </a:lnTo>
                <a:lnTo>
                  <a:pt x="1524" y="1776984"/>
                </a:lnTo>
                <a:lnTo>
                  <a:pt x="0" y="1776984"/>
                </a:lnTo>
                <a:close/>
              </a:path>
              <a:path w="7620" h="2303145">
                <a:moveTo>
                  <a:pt x="6096" y="1737360"/>
                </a:moveTo>
                <a:lnTo>
                  <a:pt x="6096" y="1731263"/>
                </a:lnTo>
                <a:lnTo>
                  <a:pt x="7620" y="1731263"/>
                </a:lnTo>
                <a:lnTo>
                  <a:pt x="7620" y="1737360"/>
                </a:lnTo>
                <a:lnTo>
                  <a:pt x="6096" y="1737360"/>
                </a:lnTo>
                <a:close/>
              </a:path>
              <a:path w="7620" h="2303145">
                <a:moveTo>
                  <a:pt x="0" y="1735836"/>
                </a:moveTo>
                <a:lnTo>
                  <a:pt x="0" y="1732788"/>
                </a:lnTo>
                <a:lnTo>
                  <a:pt x="3048" y="1729739"/>
                </a:lnTo>
                <a:lnTo>
                  <a:pt x="6096" y="1729739"/>
                </a:lnTo>
                <a:lnTo>
                  <a:pt x="6096" y="1738884"/>
                </a:lnTo>
                <a:lnTo>
                  <a:pt x="3048" y="1738884"/>
                </a:lnTo>
                <a:lnTo>
                  <a:pt x="0" y="1735836"/>
                </a:lnTo>
                <a:close/>
              </a:path>
              <a:path w="7620" h="2303145">
                <a:moveTo>
                  <a:pt x="0" y="1696212"/>
                </a:moveTo>
                <a:lnTo>
                  <a:pt x="0" y="1691639"/>
                </a:lnTo>
                <a:lnTo>
                  <a:pt x="1524" y="1691639"/>
                </a:lnTo>
                <a:lnTo>
                  <a:pt x="1524" y="1690116"/>
                </a:lnTo>
                <a:lnTo>
                  <a:pt x="6096" y="1690116"/>
                </a:lnTo>
                <a:lnTo>
                  <a:pt x="7620" y="1691639"/>
                </a:lnTo>
                <a:lnTo>
                  <a:pt x="7620" y="1697736"/>
                </a:lnTo>
                <a:lnTo>
                  <a:pt x="1524" y="1697736"/>
                </a:lnTo>
                <a:lnTo>
                  <a:pt x="0" y="1696212"/>
                </a:lnTo>
                <a:close/>
              </a:path>
              <a:path w="7620" h="2303145">
                <a:moveTo>
                  <a:pt x="0" y="1656588"/>
                </a:moveTo>
                <a:lnTo>
                  <a:pt x="0" y="1652016"/>
                </a:lnTo>
                <a:lnTo>
                  <a:pt x="1524" y="1650492"/>
                </a:lnTo>
                <a:lnTo>
                  <a:pt x="7620" y="1650492"/>
                </a:lnTo>
                <a:lnTo>
                  <a:pt x="7620" y="1656588"/>
                </a:lnTo>
                <a:lnTo>
                  <a:pt x="6096" y="1658112"/>
                </a:lnTo>
                <a:lnTo>
                  <a:pt x="1524" y="1658112"/>
                </a:lnTo>
                <a:lnTo>
                  <a:pt x="1524" y="1656588"/>
                </a:lnTo>
                <a:lnTo>
                  <a:pt x="0" y="1656588"/>
                </a:lnTo>
                <a:close/>
              </a:path>
              <a:path w="7620" h="2303145">
                <a:moveTo>
                  <a:pt x="0" y="1615439"/>
                </a:moveTo>
                <a:lnTo>
                  <a:pt x="0" y="1612392"/>
                </a:lnTo>
                <a:lnTo>
                  <a:pt x="1524" y="1610868"/>
                </a:lnTo>
                <a:lnTo>
                  <a:pt x="1524" y="1609344"/>
                </a:lnTo>
                <a:lnTo>
                  <a:pt x="6096" y="1609344"/>
                </a:lnTo>
                <a:lnTo>
                  <a:pt x="7620" y="1610868"/>
                </a:lnTo>
                <a:lnTo>
                  <a:pt x="7620" y="1616963"/>
                </a:lnTo>
                <a:lnTo>
                  <a:pt x="1524" y="1616963"/>
                </a:lnTo>
                <a:lnTo>
                  <a:pt x="0" y="1615439"/>
                </a:lnTo>
                <a:close/>
              </a:path>
              <a:path w="7620" h="2303145">
                <a:moveTo>
                  <a:pt x="1524" y="1577339"/>
                </a:moveTo>
                <a:lnTo>
                  <a:pt x="1524" y="1569720"/>
                </a:lnTo>
                <a:lnTo>
                  <a:pt x="6096" y="1569720"/>
                </a:lnTo>
                <a:lnTo>
                  <a:pt x="7620" y="1571244"/>
                </a:lnTo>
                <a:lnTo>
                  <a:pt x="7620" y="1575816"/>
                </a:lnTo>
                <a:lnTo>
                  <a:pt x="6096" y="1577339"/>
                </a:lnTo>
                <a:lnTo>
                  <a:pt x="1524" y="1577339"/>
                </a:lnTo>
                <a:close/>
              </a:path>
              <a:path w="7620" h="2303145">
                <a:moveTo>
                  <a:pt x="0" y="1575816"/>
                </a:moveTo>
                <a:lnTo>
                  <a:pt x="0" y="1571244"/>
                </a:lnTo>
                <a:lnTo>
                  <a:pt x="1524" y="1571244"/>
                </a:lnTo>
                <a:lnTo>
                  <a:pt x="1524" y="1575816"/>
                </a:lnTo>
                <a:lnTo>
                  <a:pt x="0" y="1575816"/>
                </a:lnTo>
                <a:close/>
              </a:path>
              <a:path w="7620" h="2303145">
                <a:moveTo>
                  <a:pt x="6096" y="1536192"/>
                </a:moveTo>
                <a:lnTo>
                  <a:pt x="6096" y="1530096"/>
                </a:lnTo>
                <a:lnTo>
                  <a:pt x="7620" y="1530096"/>
                </a:lnTo>
                <a:lnTo>
                  <a:pt x="7620" y="1536192"/>
                </a:lnTo>
                <a:lnTo>
                  <a:pt x="6096" y="1536192"/>
                </a:lnTo>
                <a:close/>
              </a:path>
              <a:path w="7620" h="2303145">
                <a:moveTo>
                  <a:pt x="0" y="1534668"/>
                </a:moveTo>
                <a:lnTo>
                  <a:pt x="0" y="1531620"/>
                </a:lnTo>
                <a:lnTo>
                  <a:pt x="3048" y="1528571"/>
                </a:lnTo>
                <a:lnTo>
                  <a:pt x="6096" y="1528571"/>
                </a:lnTo>
                <a:lnTo>
                  <a:pt x="6096" y="1537716"/>
                </a:lnTo>
                <a:lnTo>
                  <a:pt x="3048" y="1537716"/>
                </a:lnTo>
                <a:lnTo>
                  <a:pt x="0" y="1534668"/>
                </a:lnTo>
                <a:close/>
              </a:path>
              <a:path w="7620" h="2303145">
                <a:moveTo>
                  <a:pt x="1524" y="1496568"/>
                </a:moveTo>
                <a:lnTo>
                  <a:pt x="1524" y="1488947"/>
                </a:lnTo>
                <a:lnTo>
                  <a:pt x="6096" y="1488947"/>
                </a:lnTo>
                <a:lnTo>
                  <a:pt x="7620" y="1490471"/>
                </a:lnTo>
                <a:lnTo>
                  <a:pt x="7620" y="1495044"/>
                </a:lnTo>
                <a:lnTo>
                  <a:pt x="6096" y="1496568"/>
                </a:lnTo>
                <a:lnTo>
                  <a:pt x="1524" y="1496568"/>
                </a:lnTo>
                <a:close/>
              </a:path>
              <a:path w="7620" h="2303145">
                <a:moveTo>
                  <a:pt x="0" y="1495044"/>
                </a:moveTo>
                <a:lnTo>
                  <a:pt x="0" y="1490471"/>
                </a:lnTo>
                <a:lnTo>
                  <a:pt x="1524" y="1490471"/>
                </a:lnTo>
                <a:lnTo>
                  <a:pt x="1524" y="1495044"/>
                </a:lnTo>
                <a:lnTo>
                  <a:pt x="0" y="1495044"/>
                </a:lnTo>
                <a:close/>
              </a:path>
              <a:path w="7620" h="2303145">
                <a:moveTo>
                  <a:pt x="0" y="1455420"/>
                </a:moveTo>
                <a:lnTo>
                  <a:pt x="0" y="1450847"/>
                </a:lnTo>
                <a:lnTo>
                  <a:pt x="1524" y="1449324"/>
                </a:lnTo>
                <a:lnTo>
                  <a:pt x="7620" y="1449324"/>
                </a:lnTo>
                <a:lnTo>
                  <a:pt x="7620" y="1455420"/>
                </a:lnTo>
                <a:lnTo>
                  <a:pt x="6096" y="1456944"/>
                </a:lnTo>
                <a:lnTo>
                  <a:pt x="1524" y="1456944"/>
                </a:lnTo>
                <a:lnTo>
                  <a:pt x="1524" y="1455420"/>
                </a:lnTo>
                <a:lnTo>
                  <a:pt x="0" y="1455420"/>
                </a:lnTo>
                <a:close/>
              </a:path>
              <a:path w="7620" h="2303145">
                <a:moveTo>
                  <a:pt x="0" y="1414271"/>
                </a:moveTo>
                <a:lnTo>
                  <a:pt x="0" y="1409700"/>
                </a:lnTo>
                <a:lnTo>
                  <a:pt x="1524" y="1409700"/>
                </a:lnTo>
                <a:lnTo>
                  <a:pt x="1524" y="1408176"/>
                </a:lnTo>
                <a:lnTo>
                  <a:pt x="6096" y="1408176"/>
                </a:lnTo>
                <a:lnTo>
                  <a:pt x="7620" y="1409700"/>
                </a:lnTo>
                <a:lnTo>
                  <a:pt x="7620" y="1415796"/>
                </a:lnTo>
                <a:lnTo>
                  <a:pt x="1524" y="1415796"/>
                </a:lnTo>
                <a:lnTo>
                  <a:pt x="0" y="1414271"/>
                </a:lnTo>
                <a:close/>
              </a:path>
              <a:path w="7620" h="2303145">
                <a:moveTo>
                  <a:pt x="0" y="1374647"/>
                </a:moveTo>
                <a:lnTo>
                  <a:pt x="0" y="1370076"/>
                </a:lnTo>
                <a:lnTo>
                  <a:pt x="1524" y="1368552"/>
                </a:lnTo>
                <a:lnTo>
                  <a:pt x="7620" y="1368552"/>
                </a:lnTo>
                <a:lnTo>
                  <a:pt x="7620" y="1374647"/>
                </a:lnTo>
                <a:lnTo>
                  <a:pt x="6096" y="1376171"/>
                </a:lnTo>
                <a:lnTo>
                  <a:pt x="1524" y="1376171"/>
                </a:lnTo>
                <a:lnTo>
                  <a:pt x="1524" y="1374647"/>
                </a:lnTo>
                <a:lnTo>
                  <a:pt x="0" y="1374647"/>
                </a:lnTo>
                <a:close/>
              </a:path>
              <a:path w="7620" h="2303145">
                <a:moveTo>
                  <a:pt x="6096" y="1335024"/>
                </a:moveTo>
                <a:lnTo>
                  <a:pt x="6096" y="1328928"/>
                </a:lnTo>
                <a:lnTo>
                  <a:pt x="7620" y="1328928"/>
                </a:lnTo>
                <a:lnTo>
                  <a:pt x="7620" y="1335024"/>
                </a:lnTo>
                <a:lnTo>
                  <a:pt x="6096" y="1335024"/>
                </a:lnTo>
                <a:close/>
              </a:path>
              <a:path w="7620" h="2303145">
                <a:moveTo>
                  <a:pt x="0" y="1333500"/>
                </a:moveTo>
                <a:lnTo>
                  <a:pt x="0" y="1330452"/>
                </a:lnTo>
                <a:lnTo>
                  <a:pt x="3048" y="1327404"/>
                </a:lnTo>
                <a:lnTo>
                  <a:pt x="6096" y="1327404"/>
                </a:lnTo>
                <a:lnTo>
                  <a:pt x="6096" y="1336547"/>
                </a:lnTo>
                <a:lnTo>
                  <a:pt x="3048" y="1336547"/>
                </a:lnTo>
                <a:lnTo>
                  <a:pt x="0" y="1333500"/>
                </a:lnTo>
                <a:close/>
              </a:path>
              <a:path w="7620" h="2303145">
                <a:moveTo>
                  <a:pt x="1524" y="1295400"/>
                </a:moveTo>
                <a:lnTo>
                  <a:pt x="1524" y="1287780"/>
                </a:lnTo>
                <a:lnTo>
                  <a:pt x="6096" y="1287780"/>
                </a:lnTo>
                <a:lnTo>
                  <a:pt x="7620" y="1289304"/>
                </a:lnTo>
                <a:lnTo>
                  <a:pt x="7620" y="1293876"/>
                </a:lnTo>
                <a:lnTo>
                  <a:pt x="6096" y="1295400"/>
                </a:lnTo>
                <a:lnTo>
                  <a:pt x="1524" y="1295400"/>
                </a:lnTo>
                <a:close/>
              </a:path>
              <a:path w="7620" h="2303145">
                <a:moveTo>
                  <a:pt x="0" y="1293876"/>
                </a:moveTo>
                <a:lnTo>
                  <a:pt x="0" y="1289304"/>
                </a:lnTo>
                <a:lnTo>
                  <a:pt x="1524" y="1289304"/>
                </a:lnTo>
                <a:lnTo>
                  <a:pt x="1524" y="1293876"/>
                </a:lnTo>
                <a:lnTo>
                  <a:pt x="0" y="1293876"/>
                </a:lnTo>
                <a:close/>
              </a:path>
              <a:path w="7620" h="2303145">
                <a:moveTo>
                  <a:pt x="6096" y="1254252"/>
                </a:moveTo>
                <a:lnTo>
                  <a:pt x="6096" y="1248155"/>
                </a:lnTo>
                <a:lnTo>
                  <a:pt x="7620" y="1248155"/>
                </a:lnTo>
                <a:lnTo>
                  <a:pt x="7620" y="1254252"/>
                </a:lnTo>
                <a:lnTo>
                  <a:pt x="6096" y="1254252"/>
                </a:lnTo>
                <a:close/>
              </a:path>
              <a:path w="7620" h="2303145">
                <a:moveTo>
                  <a:pt x="0" y="1252728"/>
                </a:moveTo>
                <a:lnTo>
                  <a:pt x="0" y="1249680"/>
                </a:lnTo>
                <a:lnTo>
                  <a:pt x="3048" y="1246631"/>
                </a:lnTo>
                <a:lnTo>
                  <a:pt x="6096" y="1246631"/>
                </a:lnTo>
                <a:lnTo>
                  <a:pt x="6096" y="1255776"/>
                </a:lnTo>
                <a:lnTo>
                  <a:pt x="3048" y="1255776"/>
                </a:lnTo>
                <a:lnTo>
                  <a:pt x="0" y="1252728"/>
                </a:lnTo>
                <a:close/>
              </a:path>
              <a:path w="7620" h="2303145">
                <a:moveTo>
                  <a:pt x="0" y="1213104"/>
                </a:moveTo>
                <a:lnTo>
                  <a:pt x="0" y="1208531"/>
                </a:lnTo>
                <a:lnTo>
                  <a:pt x="1524" y="1208531"/>
                </a:lnTo>
                <a:lnTo>
                  <a:pt x="1524" y="1207008"/>
                </a:lnTo>
                <a:lnTo>
                  <a:pt x="6096" y="1207008"/>
                </a:lnTo>
                <a:lnTo>
                  <a:pt x="7620" y="1208531"/>
                </a:lnTo>
                <a:lnTo>
                  <a:pt x="7620" y="1214628"/>
                </a:lnTo>
                <a:lnTo>
                  <a:pt x="1524" y="1214628"/>
                </a:lnTo>
                <a:lnTo>
                  <a:pt x="0" y="1213104"/>
                </a:lnTo>
                <a:close/>
              </a:path>
              <a:path w="7620" h="2303145">
                <a:moveTo>
                  <a:pt x="0" y="1173480"/>
                </a:moveTo>
                <a:lnTo>
                  <a:pt x="0" y="1168908"/>
                </a:lnTo>
                <a:lnTo>
                  <a:pt x="1524" y="1167384"/>
                </a:lnTo>
                <a:lnTo>
                  <a:pt x="7620" y="1167384"/>
                </a:lnTo>
                <a:lnTo>
                  <a:pt x="7620" y="1173480"/>
                </a:lnTo>
                <a:lnTo>
                  <a:pt x="6096" y="1175004"/>
                </a:lnTo>
                <a:lnTo>
                  <a:pt x="1524" y="1175004"/>
                </a:lnTo>
                <a:lnTo>
                  <a:pt x="1524" y="1173480"/>
                </a:lnTo>
                <a:lnTo>
                  <a:pt x="0" y="1173480"/>
                </a:lnTo>
                <a:close/>
              </a:path>
              <a:path w="7620" h="2303145">
                <a:moveTo>
                  <a:pt x="0" y="1132331"/>
                </a:moveTo>
                <a:lnTo>
                  <a:pt x="0" y="1129284"/>
                </a:lnTo>
                <a:lnTo>
                  <a:pt x="1524" y="1127760"/>
                </a:lnTo>
                <a:lnTo>
                  <a:pt x="1524" y="1126236"/>
                </a:lnTo>
                <a:lnTo>
                  <a:pt x="6096" y="1126236"/>
                </a:lnTo>
                <a:lnTo>
                  <a:pt x="7620" y="1127760"/>
                </a:lnTo>
                <a:lnTo>
                  <a:pt x="7620" y="1133855"/>
                </a:lnTo>
                <a:lnTo>
                  <a:pt x="6096" y="1133855"/>
                </a:lnTo>
                <a:lnTo>
                  <a:pt x="6096" y="1135380"/>
                </a:lnTo>
                <a:lnTo>
                  <a:pt x="3048" y="1135380"/>
                </a:lnTo>
                <a:lnTo>
                  <a:pt x="0" y="1132331"/>
                </a:lnTo>
                <a:close/>
              </a:path>
              <a:path w="7620" h="2303145">
                <a:moveTo>
                  <a:pt x="1524" y="1094231"/>
                </a:moveTo>
                <a:lnTo>
                  <a:pt x="1524" y="1086612"/>
                </a:lnTo>
                <a:lnTo>
                  <a:pt x="6096" y="1086612"/>
                </a:lnTo>
                <a:lnTo>
                  <a:pt x="7620" y="1088136"/>
                </a:lnTo>
                <a:lnTo>
                  <a:pt x="7620" y="1092708"/>
                </a:lnTo>
                <a:lnTo>
                  <a:pt x="6096" y="1094231"/>
                </a:lnTo>
                <a:lnTo>
                  <a:pt x="1524" y="1094231"/>
                </a:lnTo>
                <a:close/>
              </a:path>
              <a:path w="7620" h="2303145">
                <a:moveTo>
                  <a:pt x="0" y="1092708"/>
                </a:moveTo>
                <a:lnTo>
                  <a:pt x="0" y="1088136"/>
                </a:lnTo>
                <a:lnTo>
                  <a:pt x="1524" y="1088136"/>
                </a:lnTo>
                <a:lnTo>
                  <a:pt x="1524" y="1092708"/>
                </a:lnTo>
                <a:lnTo>
                  <a:pt x="0" y="1092708"/>
                </a:lnTo>
                <a:close/>
              </a:path>
              <a:path w="7620" h="2303145">
                <a:moveTo>
                  <a:pt x="6096" y="1053084"/>
                </a:moveTo>
                <a:lnTo>
                  <a:pt x="6096" y="1046988"/>
                </a:lnTo>
                <a:lnTo>
                  <a:pt x="7620" y="1046988"/>
                </a:lnTo>
                <a:lnTo>
                  <a:pt x="7620" y="1053084"/>
                </a:lnTo>
                <a:lnTo>
                  <a:pt x="6096" y="1053084"/>
                </a:lnTo>
                <a:close/>
              </a:path>
              <a:path w="7620" h="2303145">
                <a:moveTo>
                  <a:pt x="0" y="1051560"/>
                </a:moveTo>
                <a:lnTo>
                  <a:pt x="0" y="1048512"/>
                </a:lnTo>
                <a:lnTo>
                  <a:pt x="3048" y="1045463"/>
                </a:lnTo>
                <a:lnTo>
                  <a:pt x="6096" y="1045463"/>
                </a:lnTo>
                <a:lnTo>
                  <a:pt x="6096" y="1054608"/>
                </a:lnTo>
                <a:lnTo>
                  <a:pt x="3048" y="1054608"/>
                </a:lnTo>
                <a:lnTo>
                  <a:pt x="0" y="1051560"/>
                </a:lnTo>
                <a:close/>
              </a:path>
              <a:path w="7620" h="2303145">
                <a:moveTo>
                  <a:pt x="1524" y="1013460"/>
                </a:moveTo>
                <a:lnTo>
                  <a:pt x="1524" y="1005839"/>
                </a:lnTo>
                <a:lnTo>
                  <a:pt x="6096" y="1005839"/>
                </a:lnTo>
                <a:lnTo>
                  <a:pt x="7620" y="1007363"/>
                </a:lnTo>
                <a:lnTo>
                  <a:pt x="7620" y="1011936"/>
                </a:lnTo>
                <a:lnTo>
                  <a:pt x="6096" y="1013460"/>
                </a:lnTo>
                <a:lnTo>
                  <a:pt x="1524" y="1013460"/>
                </a:lnTo>
                <a:close/>
              </a:path>
              <a:path w="7620" h="2303145">
                <a:moveTo>
                  <a:pt x="0" y="1011936"/>
                </a:moveTo>
                <a:lnTo>
                  <a:pt x="0" y="1007363"/>
                </a:lnTo>
                <a:lnTo>
                  <a:pt x="1524" y="1007363"/>
                </a:lnTo>
                <a:lnTo>
                  <a:pt x="1524" y="1011936"/>
                </a:lnTo>
                <a:lnTo>
                  <a:pt x="0" y="1011936"/>
                </a:lnTo>
                <a:close/>
              </a:path>
              <a:path w="7620" h="2303145">
                <a:moveTo>
                  <a:pt x="0" y="972312"/>
                </a:moveTo>
                <a:lnTo>
                  <a:pt x="0" y="967739"/>
                </a:lnTo>
                <a:lnTo>
                  <a:pt x="1524" y="966216"/>
                </a:lnTo>
                <a:lnTo>
                  <a:pt x="7620" y="966216"/>
                </a:lnTo>
                <a:lnTo>
                  <a:pt x="7620" y="972312"/>
                </a:lnTo>
                <a:lnTo>
                  <a:pt x="6096" y="973836"/>
                </a:lnTo>
                <a:lnTo>
                  <a:pt x="1524" y="973836"/>
                </a:lnTo>
                <a:lnTo>
                  <a:pt x="1524" y="972312"/>
                </a:lnTo>
                <a:lnTo>
                  <a:pt x="0" y="972312"/>
                </a:lnTo>
                <a:close/>
              </a:path>
              <a:path w="7620" h="2303145">
                <a:moveTo>
                  <a:pt x="0" y="931163"/>
                </a:moveTo>
                <a:lnTo>
                  <a:pt x="0" y="926592"/>
                </a:lnTo>
                <a:lnTo>
                  <a:pt x="1524" y="926592"/>
                </a:lnTo>
                <a:lnTo>
                  <a:pt x="1524" y="925068"/>
                </a:lnTo>
                <a:lnTo>
                  <a:pt x="6096" y="925068"/>
                </a:lnTo>
                <a:lnTo>
                  <a:pt x="7620" y="926592"/>
                </a:lnTo>
                <a:lnTo>
                  <a:pt x="7620" y="932688"/>
                </a:lnTo>
                <a:lnTo>
                  <a:pt x="1524" y="932688"/>
                </a:lnTo>
                <a:lnTo>
                  <a:pt x="0" y="931163"/>
                </a:lnTo>
                <a:close/>
              </a:path>
              <a:path w="7620" h="2303145">
                <a:moveTo>
                  <a:pt x="1524" y="893063"/>
                </a:moveTo>
                <a:lnTo>
                  <a:pt x="1524" y="885444"/>
                </a:lnTo>
                <a:lnTo>
                  <a:pt x="6096" y="885444"/>
                </a:lnTo>
                <a:lnTo>
                  <a:pt x="7620" y="886968"/>
                </a:lnTo>
                <a:lnTo>
                  <a:pt x="7620" y="891539"/>
                </a:lnTo>
                <a:lnTo>
                  <a:pt x="6096" y="893063"/>
                </a:lnTo>
                <a:lnTo>
                  <a:pt x="1524" y="893063"/>
                </a:lnTo>
                <a:close/>
              </a:path>
              <a:path w="7620" h="2303145">
                <a:moveTo>
                  <a:pt x="0" y="891539"/>
                </a:moveTo>
                <a:lnTo>
                  <a:pt x="0" y="886968"/>
                </a:lnTo>
                <a:lnTo>
                  <a:pt x="1524" y="886968"/>
                </a:lnTo>
                <a:lnTo>
                  <a:pt x="1524" y="891539"/>
                </a:lnTo>
                <a:lnTo>
                  <a:pt x="0" y="891539"/>
                </a:lnTo>
                <a:close/>
              </a:path>
              <a:path w="7620" h="2303145">
                <a:moveTo>
                  <a:pt x="6096" y="851916"/>
                </a:moveTo>
                <a:lnTo>
                  <a:pt x="6096" y="845820"/>
                </a:lnTo>
                <a:lnTo>
                  <a:pt x="7620" y="845820"/>
                </a:lnTo>
                <a:lnTo>
                  <a:pt x="7620" y="851916"/>
                </a:lnTo>
                <a:lnTo>
                  <a:pt x="6096" y="851916"/>
                </a:lnTo>
                <a:close/>
              </a:path>
              <a:path w="7620" h="2303145">
                <a:moveTo>
                  <a:pt x="0" y="850392"/>
                </a:moveTo>
                <a:lnTo>
                  <a:pt x="0" y="847344"/>
                </a:lnTo>
                <a:lnTo>
                  <a:pt x="3048" y="844296"/>
                </a:lnTo>
                <a:lnTo>
                  <a:pt x="6096" y="844296"/>
                </a:lnTo>
                <a:lnTo>
                  <a:pt x="6096" y="853439"/>
                </a:lnTo>
                <a:lnTo>
                  <a:pt x="3048" y="853439"/>
                </a:lnTo>
                <a:lnTo>
                  <a:pt x="0" y="850392"/>
                </a:lnTo>
                <a:close/>
              </a:path>
              <a:path w="7620" h="2303145">
                <a:moveTo>
                  <a:pt x="1524" y="812292"/>
                </a:moveTo>
                <a:lnTo>
                  <a:pt x="1524" y="804671"/>
                </a:lnTo>
                <a:lnTo>
                  <a:pt x="6096" y="804671"/>
                </a:lnTo>
                <a:lnTo>
                  <a:pt x="7620" y="806196"/>
                </a:lnTo>
                <a:lnTo>
                  <a:pt x="7620" y="810768"/>
                </a:lnTo>
                <a:lnTo>
                  <a:pt x="6096" y="812292"/>
                </a:lnTo>
                <a:lnTo>
                  <a:pt x="1524" y="812292"/>
                </a:lnTo>
                <a:close/>
              </a:path>
              <a:path w="7620" h="2303145">
                <a:moveTo>
                  <a:pt x="0" y="810768"/>
                </a:moveTo>
                <a:lnTo>
                  <a:pt x="0" y="806196"/>
                </a:lnTo>
                <a:lnTo>
                  <a:pt x="1524" y="806196"/>
                </a:lnTo>
                <a:lnTo>
                  <a:pt x="1524" y="810768"/>
                </a:lnTo>
                <a:lnTo>
                  <a:pt x="0" y="810768"/>
                </a:lnTo>
                <a:close/>
              </a:path>
              <a:path w="7620" h="2303145">
                <a:moveTo>
                  <a:pt x="0" y="769620"/>
                </a:moveTo>
                <a:lnTo>
                  <a:pt x="0" y="766571"/>
                </a:lnTo>
                <a:lnTo>
                  <a:pt x="3048" y="763524"/>
                </a:lnTo>
                <a:lnTo>
                  <a:pt x="6096" y="763524"/>
                </a:lnTo>
                <a:lnTo>
                  <a:pt x="6096" y="765047"/>
                </a:lnTo>
                <a:lnTo>
                  <a:pt x="7620" y="765047"/>
                </a:lnTo>
                <a:lnTo>
                  <a:pt x="7620" y="771144"/>
                </a:lnTo>
                <a:lnTo>
                  <a:pt x="6096" y="772668"/>
                </a:lnTo>
                <a:lnTo>
                  <a:pt x="1524" y="772668"/>
                </a:lnTo>
                <a:lnTo>
                  <a:pt x="1524" y="771144"/>
                </a:lnTo>
                <a:lnTo>
                  <a:pt x="0" y="769620"/>
                </a:lnTo>
                <a:close/>
              </a:path>
              <a:path w="7620" h="2303145">
                <a:moveTo>
                  <a:pt x="0" y="729996"/>
                </a:moveTo>
                <a:lnTo>
                  <a:pt x="0" y="725424"/>
                </a:lnTo>
                <a:lnTo>
                  <a:pt x="1524" y="725424"/>
                </a:lnTo>
                <a:lnTo>
                  <a:pt x="1524" y="723900"/>
                </a:lnTo>
                <a:lnTo>
                  <a:pt x="6096" y="723900"/>
                </a:lnTo>
                <a:lnTo>
                  <a:pt x="7620" y="725424"/>
                </a:lnTo>
                <a:lnTo>
                  <a:pt x="7620" y="731520"/>
                </a:lnTo>
                <a:lnTo>
                  <a:pt x="1524" y="731520"/>
                </a:lnTo>
                <a:lnTo>
                  <a:pt x="0" y="729996"/>
                </a:lnTo>
                <a:close/>
              </a:path>
              <a:path w="7620" h="2303145">
                <a:moveTo>
                  <a:pt x="0" y="690371"/>
                </a:moveTo>
                <a:lnTo>
                  <a:pt x="0" y="685800"/>
                </a:lnTo>
                <a:lnTo>
                  <a:pt x="1524" y="684276"/>
                </a:lnTo>
                <a:lnTo>
                  <a:pt x="7620" y="684276"/>
                </a:lnTo>
                <a:lnTo>
                  <a:pt x="7620" y="690371"/>
                </a:lnTo>
                <a:lnTo>
                  <a:pt x="6096" y="691896"/>
                </a:lnTo>
                <a:lnTo>
                  <a:pt x="1524" y="691896"/>
                </a:lnTo>
                <a:lnTo>
                  <a:pt x="1524" y="690371"/>
                </a:lnTo>
                <a:lnTo>
                  <a:pt x="0" y="690371"/>
                </a:lnTo>
                <a:close/>
              </a:path>
              <a:path w="7620" h="2303145">
                <a:moveTo>
                  <a:pt x="0" y="649224"/>
                </a:moveTo>
                <a:lnTo>
                  <a:pt x="0" y="646176"/>
                </a:lnTo>
                <a:lnTo>
                  <a:pt x="1524" y="644652"/>
                </a:lnTo>
                <a:lnTo>
                  <a:pt x="1524" y="643128"/>
                </a:lnTo>
                <a:lnTo>
                  <a:pt x="6096" y="643128"/>
                </a:lnTo>
                <a:lnTo>
                  <a:pt x="7620" y="644652"/>
                </a:lnTo>
                <a:lnTo>
                  <a:pt x="7620" y="650747"/>
                </a:lnTo>
                <a:lnTo>
                  <a:pt x="6096" y="650747"/>
                </a:lnTo>
                <a:lnTo>
                  <a:pt x="6096" y="652271"/>
                </a:lnTo>
                <a:lnTo>
                  <a:pt x="3048" y="652271"/>
                </a:lnTo>
                <a:lnTo>
                  <a:pt x="0" y="649224"/>
                </a:lnTo>
                <a:close/>
              </a:path>
              <a:path w="7620" h="2303145">
                <a:moveTo>
                  <a:pt x="1524" y="611124"/>
                </a:moveTo>
                <a:lnTo>
                  <a:pt x="1524" y="603504"/>
                </a:lnTo>
                <a:lnTo>
                  <a:pt x="6096" y="603504"/>
                </a:lnTo>
                <a:lnTo>
                  <a:pt x="7620" y="605028"/>
                </a:lnTo>
                <a:lnTo>
                  <a:pt x="7620" y="609600"/>
                </a:lnTo>
                <a:lnTo>
                  <a:pt x="6096" y="611124"/>
                </a:lnTo>
                <a:lnTo>
                  <a:pt x="1524" y="611124"/>
                </a:lnTo>
                <a:close/>
              </a:path>
              <a:path w="7620" h="2303145">
                <a:moveTo>
                  <a:pt x="0" y="609600"/>
                </a:moveTo>
                <a:lnTo>
                  <a:pt x="0" y="605028"/>
                </a:lnTo>
                <a:lnTo>
                  <a:pt x="1524" y="605028"/>
                </a:lnTo>
                <a:lnTo>
                  <a:pt x="1524" y="609600"/>
                </a:lnTo>
                <a:lnTo>
                  <a:pt x="0" y="609600"/>
                </a:lnTo>
                <a:close/>
              </a:path>
              <a:path w="7620" h="2303145">
                <a:moveTo>
                  <a:pt x="6096" y="569976"/>
                </a:moveTo>
                <a:lnTo>
                  <a:pt x="6096" y="563879"/>
                </a:lnTo>
                <a:lnTo>
                  <a:pt x="7620" y="563879"/>
                </a:lnTo>
                <a:lnTo>
                  <a:pt x="7620" y="569976"/>
                </a:lnTo>
                <a:lnTo>
                  <a:pt x="6096" y="569976"/>
                </a:lnTo>
                <a:close/>
              </a:path>
              <a:path w="7620" h="2303145">
                <a:moveTo>
                  <a:pt x="0" y="568452"/>
                </a:moveTo>
                <a:lnTo>
                  <a:pt x="0" y="565404"/>
                </a:lnTo>
                <a:lnTo>
                  <a:pt x="3048" y="562355"/>
                </a:lnTo>
                <a:lnTo>
                  <a:pt x="6096" y="562355"/>
                </a:lnTo>
                <a:lnTo>
                  <a:pt x="6096" y="571500"/>
                </a:lnTo>
                <a:lnTo>
                  <a:pt x="3048" y="571500"/>
                </a:lnTo>
                <a:lnTo>
                  <a:pt x="0" y="568452"/>
                </a:lnTo>
                <a:close/>
              </a:path>
              <a:path w="7620" h="2303145">
                <a:moveTo>
                  <a:pt x="1524" y="530352"/>
                </a:moveTo>
                <a:lnTo>
                  <a:pt x="1524" y="522731"/>
                </a:lnTo>
                <a:lnTo>
                  <a:pt x="6096" y="522731"/>
                </a:lnTo>
                <a:lnTo>
                  <a:pt x="7620" y="524255"/>
                </a:lnTo>
                <a:lnTo>
                  <a:pt x="7620" y="528828"/>
                </a:lnTo>
                <a:lnTo>
                  <a:pt x="6096" y="530352"/>
                </a:lnTo>
                <a:lnTo>
                  <a:pt x="1524" y="530352"/>
                </a:lnTo>
                <a:close/>
              </a:path>
              <a:path w="7620" h="2303145">
                <a:moveTo>
                  <a:pt x="0" y="528828"/>
                </a:moveTo>
                <a:lnTo>
                  <a:pt x="0" y="524255"/>
                </a:lnTo>
                <a:lnTo>
                  <a:pt x="1524" y="524255"/>
                </a:lnTo>
                <a:lnTo>
                  <a:pt x="1524" y="528828"/>
                </a:lnTo>
                <a:lnTo>
                  <a:pt x="0" y="528828"/>
                </a:lnTo>
                <a:close/>
              </a:path>
              <a:path w="7620" h="2303145">
                <a:moveTo>
                  <a:pt x="0" y="489204"/>
                </a:moveTo>
                <a:lnTo>
                  <a:pt x="0" y="484631"/>
                </a:lnTo>
                <a:lnTo>
                  <a:pt x="1524" y="483108"/>
                </a:lnTo>
                <a:lnTo>
                  <a:pt x="7620" y="483108"/>
                </a:lnTo>
                <a:lnTo>
                  <a:pt x="7620" y="489204"/>
                </a:lnTo>
                <a:lnTo>
                  <a:pt x="6096" y="490728"/>
                </a:lnTo>
                <a:lnTo>
                  <a:pt x="1524" y="490728"/>
                </a:lnTo>
                <a:lnTo>
                  <a:pt x="1524" y="489204"/>
                </a:lnTo>
                <a:lnTo>
                  <a:pt x="0" y="489204"/>
                </a:lnTo>
                <a:close/>
              </a:path>
              <a:path w="7620" h="2303145">
                <a:moveTo>
                  <a:pt x="0" y="448055"/>
                </a:moveTo>
                <a:lnTo>
                  <a:pt x="0" y="443484"/>
                </a:lnTo>
                <a:lnTo>
                  <a:pt x="1524" y="443484"/>
                </a:lnTo>
                <a:lnTo>
                  <a:pt x="1524" y="441960"/>
                </a:lnTo>
                <a:lnTo>
                  <a:pt x="6096" y="441960"/>
                </a:lnTo>
                <a:lnTo>
                  <a:pt x="7620" y="443484"/>
                </a:lnTo>
                <a:lnTo>
                  <a:pt x="7620" y="449579"/>
                </a:lnTo>
                <a:lnTo>
                  <a:pt x="1524" y="449579"/>
                </a:lnTo>
                <a:lnTo>
                  <a:pt x="0" y="448055"/>
                </a:lnTo>
                <a:close/>
              </a:path>
              <a:path w="7620" h="2303145">
                <a:moveTo>
                  <a:pt x="1524" y="409955"/>
                </a:moveTo>
                <a:lnTo>
                  <a:pt x="1524" y="402336"/>
                </a:lnTo>
                <a:lnTo>
                  <a:pt x="6096" y="402336"/>
                </a:lnTo>
                <a:lnTo>
                  <a:pt x="7620" y="403860"/>
                </a:lnTo>
                <a:lnTo>
                  <a:pt x="7620" y="408431"/>
                </a:lnTo>
                <a:lnTo>
                  <a:pt x="6096" y="409955"/>
                </a:lnTo>
                <a:lnTo>
                  <a:pt x="1524" y="409955"/>
                </a:lnTo>
                <a:close/>
              </a:path>
              <a:path w="7620" h="2303145">
                <a:moveTo>
                  <a:pt x="0" y="408431"/>
                </a:moveTo>
                <a:lnTo>
                  <a:pt x="0" y="403860"/>
                </a:lnTo>
                <a:lnTo>
                  <a:pt x="1524" y="403860"/>
                </a:lnTo>
                <a:lnTo>
                  <a:pt x="1524" y="408431"/>
                </a:lnTo>
                <a:lnTo>
                  <a:pt x="0" y="408431"/>
                </a:lnTo>
                <a:close/>
              </a:path>
              <a:path w="7620" h="2303145">
                <a:moveTo>
                  <a:pt x="6096" y="368808"/>
                </a:moveTo>
                <a:lnTo>
                  <a:pt x="6096" y="362712"/>
                </a:lnTo>
                <a:lnTo>
                  <a:pt x="7620" y="362712"/>
                </a:lnTo>
                <a:lnTo>
                  <a:pt x="7620" y="368808"/>
                </a:lnTo>
                <a:lnTo>
                  <a:pt x="6096" y="368808"/>
                </a:lnTo>
                <a:close/>
              </a:path>
              <a:path w="7620" h="2303145">
                <a:moveTo>
                  <a:pt x="0" y="367284"/>
                </a:moveTo>
                <a:lnTo>
                  <a:pt x="0" y="364236"/>
                </a:lnTo>
                <a:lnTo>
                  <a:pt x="3048" y="361187"/>
                </a:lnTo>
                <a:lnTo>
                  <a:pt x="6096" y="361187"/>
                </a:lnTo>
                <a:lnTo>
                  <a:pt x="6096" y="370331"/>
                </a:lnTo>
                <a:lnTo>
                  <a:pt x="3048" y="370331"/>
                </a:lnTo>
                <a:lnTo>
                  <a:pt x="0" y="367284"/>
                </a:lnTo>
                <a:close/>
              </a:path>
              <a:path w="7620" h="2303145">
                <a:moveTo>
                  <a:pt x="1524" y="329184"/>
                </a:moveTo>
                <a:lnTo>
                  <a:pt x="1524" y="321563"/>
                </a:lnTo>
                <a:lnTo>
                  <a:pt x="6096" y="321563"/>
                </a:lnTo>
                <a:lnTo>
                  <a:pt x="7620" y="323087"/>
                </a:lnTo>
                <a:lnTo>
                  <a:pt x="7620" y="327660"/>
                </a:lnTo>
                <a:lnTo>
                  <a:pt x="6096" y="329184"/>
                </a:lnTo>
                <a:lnTo>
                  <a:pt x="1524" y="329184"/>
                </a:lnTo>
                <a:close/>
              </a:path>
              <a:path w="7620" h="2303145">
                <a:moveTo>
                  <a:pt x="0" y="327660"/>
                </a:moveTo>
                <a:lnTo>
                  <a:pt x="0" y="323087"/>
                </a:lnTo>
                <a:lnTo>
                  <a:pt x="1524" y="323087"/>
                </a:lnTo>
                <a:lnTo>
                  <a:pt x="1524" y="327660"/>
                </a:lnTo>
                <a:lnTo>
                  <a:pt x="0" y="327660"/>
                </a:lnTo>
                <a:close/>
              </a:path>
              <a:path w="7620" h="2303145">
                <a:moveTo>
                  <a:pt x="0" y="286512"/>
                </a:moveTo>
                <a:lnTo>
                  <a:pt x="0" y="283463"/>
                </a:lnTo>
                <a:lnTo>
                  <a:pt x="3048" y="280416"/>
                </a:lnTo>
                <a:lnTo>
                  <a:pt x="6096" y="280416"/>
                </a:lnTo>
                <a:lnTo>
                  <a:pt x="6096" y="281939"/>
                </a:lnTo>
                <a:lnTo>
                  <a:pt x="7620" y="281939"/>
                </a:lnTo>
                <a:lnTo>
                  <a:pt x="7620" y="288036"/>
                </a:lnTo>
                <a:lnTo>
                  <a:pt x="6096" y="289560"/>
                </a:lnTo>
                <a:lnTo>
                  <a:pt x="1524" y="289560"/>
                </a:lnTo>
                <a:lnTo>
                  <a:pt x="1524" y="288036"/>
                </a:lnTo>
                <a:lnTo>
                  <a:pt x="0" y="286512"/>
                </a:lnTo>
                <a:close/>
              </a:path>
              <a:path w="7620" h="2303145">
                <a:moveTo>
                  <a:pt x="0" y="246887"/>
                </a:moveTo>
                <a:lnTo>
                  <a:pt x="0" y="242316"/>
                </a:lnTo>
                <a:lnTo>
                  <a:pt x="1524" y="242316"/>
                </a:lnTo>
                <a:lnTo>
                  <a:pt x="1524" y="240792"/>
                </a:lnTo>
                <a:lnTo>
                  <a:pt x="6096" y="240792"/>
                </a:lnTo>
                <a:lnTo>
                  <a:pt x="7620" y="242316"/>
                </a:lnTo>
                <a:lnTo>
                  <a:pt x="7620" y="248412"/>
                </a:lnTo>
                <a:lnTo>
                  <a:pt x="1524" y="248412"/>
                </a:lnTo>
                <a:lnTo>
                  <a:pt x="0" y="246887"/>
                </a:lnTo>
                <a:close/>
              </a:path>
              <a:path w="7620" h="2303145">
                <a:moveTo>
                  <a:pt x="0" y="207263"/>
                </a:moveTo>
                <a:lnTo>
                  <a:pt x="0" y="202692"/>
                </a:lnTo>
                <a:lnTo>
                  <a:pt x="1524" y="201168"/>
                </a:lnTo>
                <a:lnTo>
                  <a:pt x="7620" y="201168"/>
                </a:lnTo>
                <a:lnTo>
                  <a:pt x="7620" y="207263"/>
                </a:lnTo>
                <a:lnTo>
                  <a:pt x="6096" y="208787"/>
                </a:lnTo>
                <a:lnTo>
                  <a:pt x="1524" y="208787"/>
                </a:lnTo>
                <a:lnTo>
                  <a:pt x="1524" y="207263"/>
                </a:lnTo>
                <a:lnTo>
                  <a:pt x="0" y="207263"/>
                </a:lnTo>
                <a:close/>
              </a:path>
              <a:path w="7620" h="2303145">
                <a:moveTo>
                  <a:pt x="6096" y="167640"/>
                </a:moveTo>
                <a:lnTo>
                  <a:pt x="6096" y="161544"/>
                </a:lnTo>
                <a:lnTo>
                  <a:pt x="7620" y="161544"/>
                </a:lnTo>
                <a:lnTo>
                  <a:pt x="7620" y="167640"/>
                </a:lnTo>
                <a:lnTo>
                  <a:pt x="6096" y="167640"/>
                </a:lnTo>
                <a:close/>
              </a:path>
              <a:path w="7620" h="2303145">
                <a:moveTo>
                  <a:pt x="0" y="166116"/>
                </a:moveTo>
                <a:lnTo>
                  <a:pt x="0" y="163068"/>
                </a:lnTo>
                <a:lnTo>
                  <a:pt x="3048" y="160020"/>
                </a:lnTo>
                <a:lnTo>
                  <a:pt x="6096" y="160020"/>
                </a:lnTo>
                <a:lnTo>
                  <a:pt x="6096" y="169164"/>
                </a:lnTo>
                <a:lnTo>
                  <a:pt x="3048" y="169164"/>
                </a:lnTo>
                <a:lnTo>
                  <a:pt x="0" y="166116"/>
                </a:lnTo>
                <a:close/>
              </a:path>
              <a:path w="7620" h="2303145">
                <a:moveTo>
                  <a:pt x="1524" y="128016"/>
                </a:moveTo>
                <a:lnTo>
                  <a:pt x="1524" y="120395"/>
                </a:lnTo>
                <a:lnTo>
                  <a:pt x="6096" y="120395"/>
                </a:lnTo>
                <a:lnTo>
                  <a:pt x="7620" y="121920"/>
                </a:lnTo>
                <a:lnTo>
                  <a:pt x="7620" y="126491"/>
                </a:lnTo>
                <a:lnTo>
                  <a:pt x="6096" y="128016"/>
                </a:lnTo>
                <a:lnTo>
                  <a:pt x="1524" y="128016"/>
                </a:lnTo>
                <a:close/>
              </a:path>
              <a:path w="7620" h="2303145">
                <a:moveTo>
                  <a:pt x="0" y="126491"/>
                </a:moveTo>
                <a:lnTo>
                  <a:pt x="0" y="121920"/>
                </a:lnTo>
                <a:lnTo>
                  <a:pt x="1524" y="121920"/>
                </a:lnTo>
                <a:lnTo>
                  <a:pt x="1524" y="126491"/>
                </a:lnTo>
                <a:lnTo>
                  <a:pt x="0" y="126491"/>
                </a:lnTo>
                <a:close/>
              </a:path>
              <a:path w="7620" h="2303145">
                <a:moveTo>
                  <a:pt x="6096" y="86868"/>
                </a:moveTo>
                <a:lnTo>
                  <a:pt x="6096" y="80772"/>
                </a:lnTo>
                <a:lnTo>
                  <a:pt x="7620" y="80772"/>
                </a:lnTo>
                <a:lnTo>
                  <a:pt x="7620" y="86868"/>
                </a:lnTo>
                <a:lnTo>
                  <a:pt x="6096" y="86868"/>
                </a:lnTo>
                <a:close/>
              </a:path>
              <a:path w="7620" h="2303145">
                <a:moveTo>
                  <a:pt x="0" y="85344"/>
                </a:moveTo>
                <a:lnTo>
                  <a:pt x="0" y="82295"/>
                </a:lnTo>
                <a:lnTo>
                  <a:pt x="3048" y="79248"/>
                </a:lnTo>
                <a:lnTo>
                  <a:pt x="6096" y="79248"/>
                </a:lnTo>
                <a:lnTo>
                  <a:pt x="6096" y="88391"/>
                </a:lnTo>
                <a:lnTo>
                  <a:pt x="3048" y="88391"/>
                </a:lnTo>
                <a:lnTo>
                  <a:pt x="0" y="85344"/>
                </a:lnTo>
                <a:close/>
              </a:path>
              <a:path w="7620" h="2303145">
                <a:moveTo>
                  <a:pt x="0" y="45720"/>
                </a:moveTo>
                <a:lnTo>
                  <a:pt x="0" y="41148"/>
                </a:lnTo>
                <a:lnTo>
                  <a:pt x="1524" y="41148"/>
                </a:lnTo>
                <a:lnTo>
                  <a:pt x="1524" y="39624"/>
                </a:lnTo>
                <a:lnTo>
                  <a:pt x="6096" y="39624"/>
                </a:lnTo>
                <a:lnTo>
                  <a:pt x="7620" y="41148"/>
                </a:lnTo>
                <a:lnTo>
                  <a:pt x="7620" y="47244"/>
                </a:lnTo>
                <a:lnTo>
                  <a:pt x="1524" y="47244"/>
                </a:lnTo>
                <a:lnTo>
                  <a:pt x="0" y="45720"/>
                </a:lnTo>
                <a:close/>
              </a:path>
              <a:path w="7620" h="2303145">
                <a:moveTo>
                  <a:pt x="0" y="6095"/>
                </a:moveTo>
                <a:lnTo>
                  <a:pt x="0" y="1524"/>
                </a:lnTo>
                <a:lnTo>
                  <a:pt x="1524" y="0"/>
                </a:lnTo>
                <a:lnTo>
                  <a:pt x="7620" y="0"/>
                </a:lnTo>
                <a:lnTo>
                  <a:pt x="7620" y="6095"/>
                </a:lnTo>
                <a:lnTo>
                  <a:pt x="6096" y="7620"/>
                </a:lnTo>
                <a:lnTo>
                  <a:pt x="1524" y="7620"/>
                </a:lnTo>
                <a:lnTo>
                  <a:pt x="1524" y="6095"/>
                </a:lnTo>
                <a:lnTo>
                  <a:pt x="0" y="6095"/>
                </a:lnTo>
                <a:close/>
              </a:path>
            </a:pathLst>
          </a:custGeom>
          <a:solidFill>
            <a:srgbClr val="C8C6C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1" name="object 31" descr=""/>
          <p:cNvGrpSpPr/>
          <p:nvPr/>
        </p:nvGrpSpPr>
        <p:grpSpPr>
          <a:xfrm>
            <a:off x="6629400" y="4599432"/>
            <a:ext cx="177165" cy="71755"/>
            <a:chOff x="6629400" y="4599432"/>
            <a:chExt cx="177165" cy="71755"/>
          </a:xfrm>
        </p:grpSpPr>
        <p:sp>
          <p:nvSpPr>
            <p:cNvPr id="32" name="object 32" descr=""/>
            <p:cNvSpPr/>
            <p:nvPr/>
          </p:nvSpPr>
          <p:spPr>
            <a:xfrm>
              <a:off x="6629400" y="4602480"/>
              <a:ext cx="43180" cy="68580"/>
            </a:xfrm>
            <a:custGeom>
              <a:avLst/>
              <a:gdLst/>
              <a:ahLst/>
              <a:cxnLst/>
              <a:rect l="l" t="t" r="r" b="b"/>
              <a:pathLst>
                <a:path w="43179" h="68579">
                  <a:moveTo>
                    <a:pt x="7620" y="68580"/>
                  </a:moveTo>
                  <a:lnTo>
                    <a:pt x="7620" y="60960"/>
                  </a:lnTo>
                  <a:lnTo>
                    <a:pt x="42672" y="60960"/>
                  </a:lnTo>
                  <a:lnTo>
                    <a:pt x="42672" y="68580"/>
                  </a:lnTo>
                  <a:lnTo>
                    <a:pt x="7620" y="68580"/>
                  </a:lnTo>
                  <a:close/>
                </a:path>
                <a:path w="43179" h="68579">
                  <a:moveTo>
                    <a:pt x="3048" y="12192"/>
                  </a:moveTo>
                  <a:lnTo>
                    <a:pt x="3048" y="6096"/>
                  </a:lnTo>
                  <a:lnTo>
                    <a:pt x="4572" y="4572"/>
                  </a:lnTo>
                  <a:lnTo>
                    <a:pt x="7620" y="3048"/>
                  </a:lnTo>
                  <a:lnTo>
                    <a:pt x="9144" y="1524"/>
                  </a:lnTo>
                  <a:lnTo>
                    <a:pt x="12192" y="1524"/>
                  </a:lnTo>
                  <a:lnTo>
                    <a:pt x="15240" y="0"/>
                  </a:lnTo>
                  <a:lnTo>
                    <a:pt x="25908" y="0"/>
                  </a:lnTo>
                  <a:lnTo>
                    <a:pt x="27432" y="1524"/>
                  </a:lnTo>
                  <a:lnTo>
                    <a:pt x="30480" y="1524"/>
                  </a:lnTo>
                  <a:lnTo>
                    <a:pt x="36576" y="7620"/>
                  </a:lnTo>
                  <a:lnTo>
                    <a:pt x="38100" y="10668"/>
                  </a:lnTo>
                  <a:lnTo>
                    <a:pt x="39624" y="12192"/>
                  </a:lnTo>
                  <a:lnTo>
                    <a:pt x="39624" y="22860"/>
                  </a:lnTo>
                  <a:lnTo>
                    <a:pt x="38100" y="25908"/>
                  </a:lnTo>
                  <a:lnTo>
                    <a:pt x="38100" y="27432"/>
                  </a:lnTo>
                  <a:lnTo>
                    <a:pt x="36576" y="28956"/>
                  </a:lnTo>
                  <a:lnTo>
                    <a:pt x="35052" y="32004"/>
                  </a:lnTo>
                  <a:lnTo>
                    <a:pt x="35052" y="33528"/>
                  </a:lnTo>
                  <a:lnTo>
                    <a:pt x="32004" y="35052"/>
                  </a:lnTo>
                  <a:lnTo>
                    <a:pt x="32004" y="15240"/>
                  </a:lnTo>
                  <a:lnTo>
                    <a:pt x="30480" y="13716"/>
                  </a:lnTo>
                  <a:lnTo>
                    <a:pt x="30480" y="12192"/>
                  </a:lnTo>
                  <a:lnTo>
                    <a:pt x="25908" y="7620"/>
                  </a:lnTo>
                  <a:lnTo>
                    <a:pt x="24384" y="7620"/>
                  </a:lnTo>
                  <a:lnTo>
                    <a:pt x="22860" y="6096"/>
                  </a:lnTo>
                  <a:lnTo>
                    <a:pt x="15240" y="6096"/>
                  </a:lnTo>
                  <a:lnTo>
                    <a:pt x="15240" y="7620"/>
                  </a:lnTo>
                  <a:lnTo>
                    <a:pt x="12192" y="7620"/>
                  </a:lnTo>
                  <a:lnTo>
                    <a:pt x="10668" y="9144"/>
                  </a:lnTo>
                  <a:lnTo>
                    <a:pt x="9144" y="9144"/>
                  </a:lnTo>
                  <a:lnTo>
                    <a:pt x="7620" y="10668"/>
                  </a:lnTo>
                  <a:lnTo>
                    <a:pt x="6096" y="10668"/>
                  </a:lnTo>
                  <a:lnTo>
                    <a:pt x="4572" y="12192"/>
                  </a:lnTo>
                  <a:lnTo>
                    <a:pt x="3048" y="12192"/>
                  </a:lnTo>
                  <a:close/>
                </a:path>
                <a:path w="43179" h="68579">
                  <a:moveTo>
                    <a:pt x="0" y="68580"/>
                  </a:moveTo>
                  <a:lnTo>
                    <a:pt x="0" y="57912"/>
                  </a:lnTo>
                  <a:lnTo>
                    <a:pt x="1524" y="56388"/>
                  </a:lnTo>
                  <a:lnTo>
                    <a:pt x="3048" y="53340"/>
                  </a:lnTo>
                  <a:lnTo>
                    <a:pt x="6096" y="50292"/>
                  </a:lnTo>
                  <a:lnTo>
                    <a:pt x="7620" y="47244"/>
                  </a:lnTo>
                  <a:lnTo>
                    <a:pt x="9144" y="45720"/>
                  </a:lnTo>
                  <a:lnTo>
                    <a:pt x="12192" y="44196"/>
                  </a:lnTo>
                  <a:lnTo>
                    <a:pt x="15240" y="41148"/>
                  </a:lnTo>
                  <a:lnTo>
                    <a:pt x="18288" y="39624"/>
                  </a:lnTo>
                  <a:lnTo>
                    <a:pt x="30480" y="27432"/>
                  </a:lnTo>
                  <a:lnTo>
                    <a:pt x="30480" y="24384"/>
                  </a:lnTo>
                  <a:lnTo>
                    <a:pt x="32004" y="22860"/>
                  </a:lnTo>
                  <a:lnTo>
                    <a:pt x="32004" y="35052"/>
                  </a:lnTo>
                  <a:lnTo>
                    <a:pt x="28956" y="38100"/>
                  </a:lnTo>
                  <a:lnTo>
                    <a:pt x="25908" y="39624"/>
                  </a:lnTo>
                  <a:lnTo>
                    <a:pt x="24384" y="42672"/>
                  </a:lnTo>
                  <a:lnTo>
                    <a:pt x="15240" y="47244"/>
                  </a:lnTo>
                  <a:lnTo>
                    <a:pt x="9144" y="53340"/>
                  </a:lnTo>
                  <a:lnTo>
                    <a:pt x="9144" y="54864"/>
                  </a:lnTo>
                  <a:lnTo>
                    <a:pt x="7620" y="56388"/>
                  </a:lnTo>
                  <a:lnTo>
                    <a:pt x="7620" y="68580"/>
                  </a:lnTo>
                  <a:lnTo>
                    <a:pt x="0" y="68580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711696" y="4599432"/>
              <a:ext cx="94487" cy="71628"/>
            </a:xfrm>
            <a:prstGeom prst="rect">
              <a:avLst/>
            </a:prstGeom>
          </p:spPr>
        </p:pic>
      </p:grpSp>
      <p:sp>
        <p:nvSpPr>
          <p:cNvPr id="34" name="object 34" descr=""/>
          <p:cNvSpPr/>
          <p:nvPr/>
        </p:nvSpPr>
        <p:spPr>
          <a:xfrm>
            <a:off x="7580376" y="2252472"/>
            <a:ext cx="7620" cy="2303145"/>
          </a:xfrm>
          <a:custGeom>
            <a:avLst/>
            <a:gdLst/>
            <a:ahLst/>
            <a:cxnLst/>
            <a:rect l="l" t="t" r="r" b="b"/>
            <a:pathLst>
              <a:path w="7620" h="2303145">
                <a:moveTo>
                  <a:pt x="0" y="2299716"/>
                </a:moveTo>
                <a:lnTo>
                  <a:pt x="0" y="2296668"/>
                </a:lnTo>
                <a:lnTo>
                  <a:pt x="3048" y="2293620"/>
                </a:lnTo>
                <a:lnTo>
                  <a:pt x="4572" y="2293620"/>
                </a:lnTo>
                <a:lnTo>
                  <a:pt x="6096" y="2295144"/>
                </a:lnTo>
                <a:lnTo>
                  <a:pt x="7619" y="2295144"/>
                </a:lnTo>
                <a:lnTo>
                  <a:pt x="7619" y="2301239"/>
                </a:lnTo>
                <a:lnTo>
                  <a:pt x="6096" y="2301239"/>
                </a:lnTo>
                <a:lnTo>
                  <a:pt x="4572" y="2302764"/>
                </a:lnTo>
                <a:lnTo>
                  <a:pt x="3048" y="2302764"/>
                </a:lnTo>
                <a:lnTo>
                  <a:pt x="0" y="2299716"/>
                </a:lnTo>
                <a:close/>
              </a:path>
              <a:path w="7620" h="2303145">
                <a:moveTo>
                  <a:pt x="1524" y="2261616"/>
                </a:moveTo>
                <a:lnTo>
                  <a:pt x="1524" y="2253996"/>
                </a:lnTo>
                <a:lnTo>
                  <a:pt x="6096" y="2253996"/>
                </a:lnTo>
                <a:lnTo>
                  <a:pt x="7619" y="2255520"/>
                </a:lnTo>
                <a:lnTo>
                  <a:pt x="7619" y="2260092"/>
                </a:lnTo>
                <a:lnTo>
                  <a:pt x="6096" y="2261616"/>
                </a:lnTo>
                <a:lnTo>
                  <a:pt x="1524" y="2261616"/>
                </a:lnTo>
                <a:close/>
              </a:path>
              <a:path w="7620" h="2303145">
                <a:moveTo>
                  <a:pt x="0" y="2260092"/>
                </a:moveTo>
                <a:lnTo>
                  <a:pt x="0" y="2255520"/>
                </a:lnTo>
                <a:lnTo>
                  <a:pt x="1524" y="2255520"/>
                </a:lnTo>
                <a:lnTo>
                  <a:pt x="1524" y="2260092"/>
                </a:lnTo>
                <a:lnTo>
                  <a:pt x="0" y="2260092"/>
                </a:lnTo>
                <a:close/>
              </a:path>
              <a:path w="7620" h="2303145">
                <a:moveTo>
                  <a:pt x="0" y="2218944"/>
                </a:moveTo>
                <a:lnTo>
                  <a:pt x="0" y="2215896"/>
                </a:lnTo>
                <a:lnTo>
                  <a:pt x="3048" y="2212847"/>
                </a:lnTo>
                <a:lnTo>
                  <a:pt x="4572" y="2212847"/>
                </a:lnTo>
                <a:lnTo>
                  <a:pt x="6096" y="2214372"/>
                </a:lnTo>
                <a:lnTo>
                  <a:pt x="7619" y="2214372"/>
                </a:lnTo>
                <a:lnTo>
                  <a:pt x="7619" y="2220468"/>
                </a:lnTo>
                <a:lnTo>
                  <a:pt x="6096" y="2220468"/>
                </a:lnTo>
                <a:lnTo>
                  <a:pt x="4572" y="2221992"/>
                </a:lnTo>
                <a:lnTo>
                  <a:pt x="3048" y="2221992"/>
                </a:lnTo>
                <a:lnTo>
                  <a:pt x="0" y="2218944"/>
                </a:lnTo>
                <a:close/>
              </a:path>
              <a:path w="7620" h="2303145">
                <a:moveTo>
                  <a:pt x="0" y="2179320"/>
                </a:moveTo>
                <a:lnTo>
                  <a:pt x="0" y="2174747"/>
                </a:lnTo>
                <a:lnTo>
                  <a:pt x="1524" y="2174747"/>
                </a:lnTo>
                <a:lnTo>
                  <a:pt x="1524" y="2173224"/>
                </a:lnTo>
                <a:lnTo>
                  <a:pt x="6096" y="2173224"/>
                </a:lnTo>
                <a:lnTo>
                  <a:pt x="7619" y="2174747"/>
                </a:lnTo>
                <a:lnTo>
                  <a:pt x="7619" y="2180844"/>
                </a:lnTo>
                <a:lnTo>
                  <a:pt x="1524" y="2180844"/>
                </a:lnTo>
                <a:lnTo>
                  <a:pt x="0" y="2179320"/>
                </a:lnTo>
                <a:close/>
              </a:path>
              <a:path w="7620" h="2303145">
                <a:moveTo>
                  <a:pt x="0" y="2139696"/>
                </a:moveTo>
                <a:lnTo>
                  <a:pt x="0" y="2135124"/>
                </a:lnTo>
                <a:lnTo>
                  <a:pt x="1524" y="2133600"/>
                </a:lnTo>
                <a:lnTo>
                  <a:pt x="7619" y="2133600"/>
                </a:lnTo>
                <a:lnTo>
                  <a:pt x="7619" y="2139696"/>
                </a:lnTo>
                <a:lnTo>
                  <a:pt x="6096" y="2141220"/>
                </a:lnTo>
                <a:lnTo>
                  <a:pt x="1524" y="2141220"/>
                </a:lnTo>
                <a:lnTo>
                  <a:pt x="1524" y="2139696"/>
                </a:lnTo>
                <a:lnTo>
                  <a:pt x="0" y="2139696"/>
                </a:lnTo>
                <a:close/>
              </a:path>
              <a:path w="7620" h="2303145">
                <a:moveTo>
                  <a:pt x="0" y="2098547"/>
                </a:moveTo>
                <a:lnTo>
                  <a:pt x="0" y="2093976"/>
                </a:lnTo>
                <a:lnTo>
                  <a:pt x="1524" y="2093976"/>
                </a:lnTo>
                <a:lnTo>
                  <a:pt x="1524" y="2092452"/>
                </a:lnTo>
                <a:lnTo>
                  <a:pt x="6096" y="2092452"/>
                </a:lnTo>
                <a:lnTo>
                  <a:pt x="7619" y="2093976"/>
                </a:lnTo>
                <a:lnTo>
                  <a:pt x="7619" y="2100072"/>
                </a:lnTo>
                <a:lnTo>
                  <a:pt x="1524" y="2100072"/>
                </a:lnTo>
                <a:lnTo>
                  <a:pt x="0" y="2098547"/>
                </a:lnTo>
                <a:close/>
              </a:path>
              <a:path w="7620" h="2303145">
                <a:moveTo>
                  <a:pt x="1524" y="2060447"/>
                </a:moveTo>
                <a:lnTo>
                  <a:pt x="1524" y="2052828"/>
                </a:lnTo>
                <a:lnTo>
                  <a:pt x="6096" y="2052828"/>
                </a:lnTo>
                <a:lnTo>
                  <a:pt x="7619" y="2054352"/>
                </a:lnTo>
                <a:lnTo>
                  <a:pt x="7619" y="2058924"/>
                </a:lnTo>
                <a:lnTo>
                  <a:pt x="6096" y="2060447"/>
                </a:lnTo>
                <a:lnTo>
                  <a:pt x="1524" y="2060447"/>
                </a:lnTo>
                <a:close/>
              </a:path>
              <a:path w="7620" h="2303145">
                <a:moveTo>
                  <a:pt x="0" y="2058924"/>
                </a:moveTo>
                <a:lnTo>
                  <a:pt x="0" y="2054352"/>
                </a:lnTo>
                <a:lnTo>
                  <a:pt x="1524" y="2054352"/>
                </a:lnTo>
                <a:lnTo>
                  <a:pt x="1524" y="2058924"/>
                </a:lnTo>
                <a:lnTo>
                  <a:pt x="0" y="2058924"/>
                </a:lnTo>
                <a:close/>
              </a:path>
              <a:path w="7620" h="2303145">
                <a:moveTo>
                  <a:pt x="0" y="2017776"/>
                </a:moveTo>
                <a:lnTo>
                  <a:pt x="0" y="2014728"/>
                </a:lnTo>
                <a:lnTo>
                  <a:pt x="3048" y="2011680"/>
                </a:lnTo>
                <a:lnTo>
                  <a:pt x="4572" y="2011680"/>
                </a:lnTo>
                <a:lnTo>
                  <a:pt x="6096" y="2013204"/>
                </a:lnTo>
                <a:lnTo>
                  <a:pt x="7619" y="2013204"/>
                </a:lnTo>
                <a:lnTo>
                  <a:pt x="7619" y="2019300"/>
                </a:lnTo>
                <a:lnTo>
                  <a:pt x="6096" y="2019300"/>
                </a:lnTo>
                <a:lnTo>
                  <a:pt x="4572" y="2020824"/>
                </a:lnTo>
                <a:lnTo>
                  <a:pt x="3048" y="2020824"/>
                </a:lnTo>
                <a:lnTo>
                  <a:pt x="0" y="2017776"/>
                </a:lnTo>
                <a:close/>
              </a:path>
              <a:path w="7620" h="2303145">
                <a:moveTo>
                  <a:pt x="1524" y="1979676"/>
                </a:moveTo>
                <a:lnTo>
                  <a:pt x="1524" y="1972055"/>
                </a:lnTo>
                <a:lnTo>
                  <a:pt x="6096" y="1972055"/>
                </a:lnTo>
                <a:lnTo>
                  <a:pt x="7619" y="1973580"/>
                </a:lnTo>
                <a:lnTo>
                  <a:pt x="7619" y="1978152"/>
                </a:lnTo>
                <a:lnTo>
                  <a:pt x="6096" y="1979676"/>
                </a:lnTo>
                <a:lnTo>
                  <a:pt x="1524" y="1979676"/>
                </a:lnTo>
                <a:close/>
              </a:path>
              <a:path w="7620" h="2303145">
                <a:moveTo>
                  <a:pt x="0" y="1978152"/>
                </a:moveTo>
                <a:lnTo>
                  <a:pt x="0" y="1973580"/>
                </a:lnTo>
                <a:lnTo>
                  <a:pt x="1524" y="1973580"/>
                </a:lnTo>
                <a:lnTo>
                  <a:pt x="1524" y="1978152"/>
                </a:lnTo>
                <a:lnTo>
                  <a:pt x="0" y="1978152"/>
                </a:lnTo>
                <a:close/>
              </a:path>
              <a:path w="7620" h="2303145">
                <a:moveTo>
                  <a:pt x="0" y="1938528"/>
                </a:moveTo>
                <a:lnTo>
                  <a:pt x="0" y="1933955"/>
                </a:lnTo>
                <a:lnTo>
                  <a:pt x="1524" y="1932431"/>
                </a:lnTo>
                <a:lnTo>
                  <a:pt x="7619" y="1932431"/>
                </a:lnTo>
                <a:lnTo>
                  <a:pt x="7619" y="1938528"/>
                </a:lnTo>
                <a:lnTo>
                  <a:pt x="6096" y="1940052"/>
                </a:lnTo>
                <a:lnTo>
                  <a:pt x="1524" y="1940052"/>
                </a:lnTo>
                <a:lnTo>
                  <a:pt x="1524" y="1938528"/>
                </a:lnTo>
                <a:lnTo>
                  <a:pt x="0" y="1938528"/>
                </a:lnTo>
                <a:close/>
              </a:path>
              <a:path w="7620" h="2303145">
                <a:moveTo>
                  <a:pt x="0" y="1897380"/>
                </a:moveTo>
                <a:lnTo>
                  <a:pt x="0" y="1892808"/>
                </a:lnTo>
                <a:lnTo>
                  <a:pt x="1524" y="1892808"/>
                </a:lnTo>
                <a:lnTo>
                  <a:pt x="1524" y="1891284"/>
                </a:lnTo>
                <a:lnTo>
                  <a:pt x="6096" y="1891284"/>
                </a:lnTo>
                <a:lnTo>
                  <a:pt x="7619" y="1892808"/>
                </a:lnTo>
                <a:lnTo>
                  <a:pt x="7619" y="1898904"/>
                </a:lnTo>
                <a:lnTo>
                  <a:pt x="1524" y="1898904"/>
                </a:lnTo>
                <a:lnTo>
                  <a:pt x="0" y="1897380"/>
                </a:lnTo>
                <a:close/>
              </a:path>
              <a:path w="7620" h="2303145">
                <a:moveTo>
                  <a:pt x="0" y="1857755"/>
                </a:moveTo>
                <a:lnTo>
                  <a:pt x="0" y="1853184"/>
                </a:lnTo>
                <a:lnTo>
                  <a:pt x="1524" y="1851660"/>
                </a:lnTo>
                <a:lnTo>
                  <a:pt x="7619" y="1851660"/>
                </a:lnTo>
                <a:lnTo>
                  <a:pt x="7619" y="1857755"/>
                </a:lnTo>
                <a:lnTo>
                  <a:pt x="6096" y="1859280"/>
                </a:lnTo>
                <a:lnTo>
                  <a:pt x="1524" y="1859280"/>
                </a:lnTo>
                <a:lnTo>
                  <a:pt x="1524" y="1857755"/>
                </a:lnTo>
                <a:lnTo>
                  <a:pt x="0" y="1857755"/>
                </a:lnTo>
                <a:close/>
              </a:path>
              <a:path w="7620" h="2303145">
                <a:moveTo>
                  <a:pt x="0" y="1816608"/>
                </a:moveTo>
                <a:lnTo>
                  <a:pt x="0" y="1813560"/>
                </a:lnTo>
                <a:lnTo>
                  <a:pt x="3048" y="1810512"/>
                </a:lnTo>
                <a:lnTo>
                  <a:pt x="4572" y="1810512"/>
                </a:lnTo>
                <a:lnTo>
                  <a:pt x="6096" y="1812036"/>
                </a:lnTo>
                <a:lnTo>
                  <a:pt x="7619" y="1812036"/>
                </a:lnTo>
                <a:lnTo>
                  <a:pt x="7619" y="1818131"/>
                </a:lnTo>
                <a:lnTo>
                  <a:pt x="6096" y="1818131"/>
                </a:lnTo>
                <a:lnTo>
                  <a:pt x="4572" y="1819655"/>
                </a:lnTo>
                <a:lnTo>
                  <a:pt x="3048" y="1819655"/>
                </a:lnTo>
                <a:lnTo>
                  <a:pt x="0" y="1816608"/>
                </a:lnTo>
                <a:close/>
              </a:path>
              <a:path w="7620" h="2303145">
                <a:moveTo>
                  <a:pt x="1524" y="1778508"/>
                </a:moveTo>
                <a:lnTo>
                  <a:pt x="1524" y="1770888"/>
                </a:lnTo>
                <a:lnTo>
                  <a:pt x="6096" y="1770888"/>
                </a:lnTo>
                <a:lnTo>
                  <a:pt x="7619" y="1772412"/>
                </a:lnTo>
                <a:lnTo>
                  <a:pt x="7619" y="1776984"/>
                </a:lnTo>
                <a:lnTo>
                  <a:pt x="6096" y="1778508"/>
                </a:lnTo>
                <a:lnTo>
                  <a:pt x="1524" y="1778508"/>
                </a:lnTo>
                <a:close/>
              </a:path>
              <a:path w="7620" h="2303145">
                <a:moveTo>
                  <a:pt x="0" y="1776984"/>
                </a:moveTo>
                <a:lnTo>
                  <a:pt x="0" y="1772412"/>
                </a:lnTo>
                <a:lnTo>
                  <a:pt x="1524" y="1772412"/>
                </a:lnTo>
                <a:lnTo>
                  <a:pt x="1524" y="1776984"/>
                </a:lnTo>
                <a:lnTo>
                  <a:pt x="0" y="1776984"/>
                </a:lnTo>
                <a:close/>
              </a:path>
              <a:path w="7620" h="2303145">
                <a:moveTo>
                  <a:pt x="0" y="1735836"/>
                </a:moveTo>
                <a:lnTo>
                  <a:pt x="0" y="1732788"/>
                </a:lnTo>
                <a:lnTo>
                  <a:pt x="3048" y="1729739"/>
                </a:lnTo>
                <a:lnTo>
                  <a:pt x="4572" y="1729739"/>
                </a:lnTo>
                <a:lnTo>
                  <a:pt x="6096" y="1731263"/>
                </a:lnTo>
                <a:lnTo>
                  <a:pt x="7619" y="1731263"/>
                </a:lnTo>
                <a:lnTo>
                  <a:pt x="7619" y="1737360"/>
                </a:lnTo>
                <a:lnTo>
                  <a:pt x="6096" y="1737360"/>
                </a:lnTo>
                <a:lnTo>
                  <a:pt x="4572" y="1738884"/>
                </a:lnTo>
                <a:lnTo>
                  <a:pt x="3048" y="1738884"/>
                </a:lnTo>
                <a:lnTo>
                  <a:pt x="0" y="1735836"/>
                </a:lnTo>
                <a:close/>
              </a:path>
              <a:path w="7620" h="2303145">
                <a:moveTo>
                  <a:pt x="0" y="1696212"/>
                </a:moveTo>
                <a:lnTo>
                  <a:pt x="0" y="1691639"/>
                </a:lnTo>
                <a:lnTo>
                  <a:pt x="1524" y="1691639"/>
                </a:lnTo>
                <a:lnTo>
                  <a:pt x="1524" y="1690116"/>
                </a:lnTo>
                <a:lnTo>
                  <a:pt x="6096" y="1690116"/>
                </a:lnTo>
                <a:lnTo>
                  <a:pt x="7619" y="1691639"/>
                </a:lnTo>
                <a:lnTo>
                  <a:pt x="7619" y="1697736"/>
                </a:lnTo>
                <a:lnTo>
                  <a:pt x="1524" y="1697736"/>
                </a:lnTo>
                <a:lnTo>
                  <a:pt x="0" y="1696212"/>
                </a:lnTo>
                <a:close/>
              </a:path>
              <a:path w="7620" h="2303145">
                <a:moveTo>
                  <a:pt x="0" y="1656588"/>
                </a:moveTo>
                <a:lnTo>
                  <a:pt x="0" y="1652016"/>
                </a:lnTo>
                <a:lnTo>
                  <a:pt x="1524" y="1650492"/>
                </a:lnTo>
                <a:lnTo>
                  <a:pt x="7619" y="1650492"/>
                </a:lnTo>
                <a:lnTo>
                  <a:pt x="7619" y="1656588"/>
                </a:lnTo>
                <a:lnTo>
                  <a:pt x="6096" y="1658112"/>
                </a:lnTo>
                <a:lnTo>
                  <a:pt x="1524" y="1658112"/>
                </a:lnTo>
                <a:lnTo>
                  <a:pt x="1524" y="1656588"/>
                </a:lnTo>
                <a:lnTo>
                  <a:pt x="0" y="1656588"/>
                </a:lnTo>
                <a:close/>
              </a:path>
              <a:path w="7620" h="2303145">
                <a:moveTo>
                  <a:pt x="0" y="1615439"/>
                </a:moveTo>
                <a:lnTo>
                  <a:pt x="0" y="1612392"/>
                </a:lnTo>
                <a:lnTo>
                  <a:pt x="1524" y="1610868"/>
                </a:lnTo>
                <a:lnTo>
                  <a:pt x="1524" y="1609344"/>
                </a:lnTo>
                <a:lnTo>
                  <a:pt x="6096" y="1609344"/>
                </a:lnTo>
                <a:lnTo>
                  <a:pt x="7619" y="1610868"/>
                </a:lnTo>
                <a:lnTo>
                  <a:pt x="7619" y="1616963"/>
                </a:lnTo>
                <a:lnTo>
                  <a:pt x="1524" y="1616963"/>
                </a:lnTo>
                <a:lnTo>
                  <a:pt x="0" y="1615439"/>
                </a:lnTo>
                <a:close/>
              </a:path>
              <a:path w="7620" h="2303145">
                <a:moveTo>
                  <a:pt x="1524" y="1577339"/>
                </a:moveTo>
                <a:lnTo>
                  <a:pt x="1524" y="1569720"/>
                </a:lnTo>
                <a:lnTo>
                  <a:pt x="6096" y="1569720"/>
                </a:lnTo>
                <a:lnTo>
                  <a:pt x="7619" y="1571244"/>
                </a:lnTo>
                <a:lnTo>
                  <a:pt x="7619" y="1575816"/>
                </a:lnTo>
                <a:lnTo>
                  <a:pt x="6096" y="1577339"/>
                </a:lnTo>
                <a:lnTo>
                  <a:pt x="1524" y="1577339"/>
                </a:lnTo>
                <a:close/>
              </a:path>
              <a:path w="7620" h="2303145">
                <a:moveTo>
                  <a:pt x="0" y="1575816"/>
                </a:moveTo>
                <a:lnTo>
                  <a:pt x="0" y="1571244"/>
                </a:lnTo>
                <a:lnTo>
                  <a:pt x="1524" y="1571244"/>
                </a:lnTo>
                <a:lnTo>
                  <a:pt x="1524" y="1575816"/>
                </a:lnTo>
                <a:lnTo>
                  <a:pt x="0" y="1575816"/>
                </a:lnTo>
                <a:close/>
              </a:path>
              <a:path w="7620" h="2303145">
                <a:moveTo>
                  <a:pt x="0" y="1534668"/>
                </a:moveTo>
                <a:lnTo>
                  <a:pt x="0" y="1531620"/>
                </a:lnTo>
                <a:lnTo>
                  <a:pt x="3048" y="1528571"/>
                </a:lnTo>
                <a:lnTo>
                  <a:pt x="4572" y="1528571"/>
                </a:lnTo>
                <a:lnTo>
                  <a:pt x="6096" y="1530096"/>
                </a:lnTo>
                <a:lnTo>
                  <a:pt x="7619" y="1530096"/>
                </a:lnTo>
                <a:lnTo>
                  <a:pt x="7619" y="1536192"/>
                </a:lnTo>
                <a:lnTo>
                  <a:pt x="6096" y="1536192"/>
                </a:lnTo>
                <a:lnTo>
                  <a:pt x="4572" y="1537716"/>
                </a:lnTo>
                <a:lnTo>
                  <a:pt x="3048" y="1537716"/>
                </a:lnTo>
                <a:lnTo>
                  <a:pt x="0" y="1534668"/>
                </a:lnTo>
                <a:close/>
              </a:path>
              <a:path w="7620" h="2303145">
                <a:moveTo>
                  <a:pt x="1524" y="1496568"/>
                </a:moveTo>
                <a:lnTo>
                  <a:pt x="1524" y="1488947"/>
                </a:lnTo>
                <a:lnTo>
                  <a:pt x="6096" y="1488947"/>
                </a:lnTo>
                <a:lnTo>
                  <a:pt x="7619" y="1490471"/>
                </a:lnTo>
                <a:lnTo>
                  <a:pt x="7619" y="1495044"/>
                </a:lnTo>
                <a:lnTo>
                  <a:pt x="6096" y="1496568"/>
                </a:lnTo>
                <a:lnTo>
                  <a:pt x="1524" y="1496568"/>
                </a:lnTo>
                <a:close/>
              </a:path>
              <a:path w="7620" h="2303145">
                <a:moveTo>
                  <a:pt x="0" y="1495044"/>
                </a:moveTo>
                <a:lnTo>
                  <a:pt x="0" y="1490471"/>
                </a:lnTo>
                <a:lnTo>
                  <a:pt x="1524" y="1490471"/>
                </a:lnTo>
                <a:lnTo>
                  <a:pt x="1524" y="1495044"/>
                </a:lnTo>
                <a:lnTo>
                  <a:pt x="0" y="1495044"/>
                </a:lnTo>
                <a:close/>
              </a:path>
              <a:path w="7620" h="2303145">
                <a:moveTo>
                  <a:pt x="0" y="1455420"/>
                </a:moveTo>
                <a:lnTo>
                  <a:pt x="0" y="1450847"/>
                </a:lnTo>
                <a:lnTo>
                  <a:pt x="1524" y="1449324"/>
                </a:lnTo>
                <a:lnTo>
                  <a:pt x="7619" y="1449324"/>
                </a:lnTo>
                <a:lnTo>
                  <a:pt x="7619" y="1455420"/>
                </a:lnTo>
                <a:lnTo>
                  <a:pt x="6096" y="1456944"/>
                </a:lnTo>
                <a:lnTo>
                  <a:pt x="1524" y="1456944"/>
                </a:lnTo>
                <a:lnTo>
                  <a:pt x="1524" y="1455420"/>
                </a:lnTo>
                <a:lnTo>
                  <a:pt x="0" y="1455420"/>
                </a:lnTo>
                <a:close/>
              </a:path>
              <a:path w="7620" h="2303145">
                <a:moveTo>
                  <a:pt x="0" y="1414271"/>
                </a:moveTo>
                <a:lnTo>
                  <a:pt x="0" y="1409700"/>
                </a:lnTo>
                <a:lnTo>
                  <a:pt x="1524" y="1409700"/>
                </a:lnTo>
                <a:lnTo>
                  <a:pt x="1524" y="1408176"/>
                </a:lnTo>
                <a:lnTo>
                  <a:pt x="6096" y="1408176"/>
                </a:lnTo>
                <a:lnTo>
                  <a:pt x="7619" y="1409700"/>
                </a:lnTo>
                <a:lnTo>
                  <a:pt x="7619" y="1415796"/>
                </a:lnTo>
                <a:lnTo>
                  <a:pt x="1524" y="1415796"/>
                </a:lnTo>
                <a:lnTo>
                  <a:pt x="0" y="1414271"/>
                </a:lnTo>
                <a:close/>
              </a:path>
              <a:path w="7620" h="2303145">
                <a:moveTo>
                  <a:pt x="0" y="1374647"/>
                </a:moveTo>
                <a:lnTo>
                  <a:pt x="0" y="1370076"/>
                </a:lnTo>
                <a:lnTo>
                  <a:pt x="1524" y="1368552"/>
                </a:lnTo>
                <a:lnTo>
                  <a:pt x="7619" y="1368552"/>
                </a:lnTo>
                <a:lnTo>
                  <a:pt x="7619" y="1374647"/>
                </a:lnTo>
                <a:lnTo>
                  <a:pt x="6096" y="1376171"/>
                </a:lnTo>
                <a:lnTo>
                  <a:pt x="1524" y="1376171"/>
                </a:lnTo>
                <a:lnTo>
                  <a:pt x="1524" y="1374647"/>
                </a:lnTo>
                <a:lnTo>
                  <a:pt x="0" y="1374647"/>
                </a:lnTo>
                <a:close/>
              </a:path>
              <a:path w="7620" h="2303145">
                <a:moveTo>
                  <a:pt x="0" y="1333500"/>
                </a:moveTo>
                <a:lnTo>
                  <a:pt x="0" y="1330452"/>
                </a:lnTo>
                <a:lnTo>
                  <a:pt x="3048" y="1327404"/>
                </a:lnTo>
                <a:lnTo>
                  <a:pt x="4572" y="1327404"/>
                </a:lnTo>
                <a:lnTo>
                  <a:pt x="6096" y="1328928"/>
                </a:lnTo>
                <a:lnTo>
                  <a:pt x="7619" y="1328928"/>
                </a:lnTo>
                <a:lnTo>
                  <a:pt x="7619" y="1335024"/>
                </a:lnTo>
                <a:lnTo>
                  <a:pt x="6096" y="1335024"/>
                </a:lnTo>
                <a:lnTo>
                  <a:pt x="4572" y="1336547"/>
                </a:lnTo>
                <a:lnTo>
                  <a:pt x="3048" y="1336547"/>
                </a:lnTo>
                <a:lnTo>
                  <a:pt x="0" y="1333500"/>
                </a:lnTo>
                <a:close/>
              </a:path>
              <a:path w="7620" h="2303145">
                <a:moveTo>
                  <a:pt x="1524" y="1295400"/>
                </a:moveTo>
                <a:lnTo>
                  <a:pt x="1524" y="1287780"/>
                </a:lnTo>
                <a:lnTo>
                  <a:pt x="6096" y="1287780"/>
                </a:lnTo>
                <a:lnTo>
                  <a:pt x="7619" y="1289304"/>
                </a:lnTo>
                <a:lnTo>
                  <a:pt x="7619" y="1293876"/>
                </a:lnTo>
                <a:lnTo>
                  <a:pt x="6096" y="1295400"/>
                </a:lnTo>
                <a:lnTo>
                  <a:pt x="1524" y="1295400"/>
                </a:lnTo>
                <a:close/>
              </a:path>
              <a:path w="7620" h="2303145">
                <a:moveTo>
                  <a:pt x="0" y="1293876"/>
                </a:moveTo>
                <a:lnTo>
                  <a:pt x="0" y="1289304"/>
                </a:lnTo>
                <a:lnTo>
                  <a:pt x="1524" y="1289304"/>
                </a:lnTo>
                <a:lnTo>
                  <a:pt x="1524" y="1293876"/>
                </a:lnTo>
                <a:lnTo>
                  <a:pt x="0" y="1293876"/>
                </a:lnTo>
                <a:close/>
              </a:path>
              <a:path w="7620" h="2303145">
                <a:moveTo>
                  <a:pt x="0" y="1252728"/>
                </a:moveTo>
                <a:lnTo>
                  <a:pt x="0" y="1249680"/>
                </a:lnTo>
                <a:lnTo>
                  <a:pt x="3048" y="1246631"/>
                </a:lnTo>
                <a:lnTo>
                  <a:pt x="4572" y="1246631"/>
                </a:lnTo>
                <a:lnTo>
                  <a:pt x="6096" y="1248155"/>
                </a:lnTo>
                <a:lnTo>
                  <a:pt x="7619" y="1248155"/>
                </a:lnTo>
                <a:lnTo>
                  <a:pt x="7619" y="1254252"/>
                </a:lnTo>
                <a:lnTo>
                  <a:pt x="6096" y="1254252"/>
                </a:lnTo>
                <a:lnTo>
                  <a:pt x="4572" y="1255776"/>
                </a:lnTo>
                <a:lnTo>
                  <a:pt x="3048" y="1255776"/>
                </a:lnTo>
                <a:lnTo>
                  <a:pt x="0" y="1252728"/>
                </a:lnTo>
                <a:close/>
              </a:path>
              <a:path w="7620" h="2303145">
                <a:moveTo>
                  <a:pt x="0" y="1213104"/>
                </a:moveTo>
                <a:lnTo>
                  <a:pt x="0" y="1208531"/>
                </a:lnTo>
                <a:lnTo>
                  <a:pt x="1524" y="1208531"/>
                </a:lnTo>
                <a:lnTo>
                  <a:pt x="1524" y="1207008"/>
                </a:lnTo>
                <a:lnTo>
                  <a:pt x="6096" y="1207008"/>
                </a:lnTo>
                <a:lnTo>
                  <a:pt x="7619" y="1208531"/>
                </a:lnTo>
                <a:lnTo>
                  <a:pt x="7619" y="1214628"/>
                </a:lnTo>
                <a:lnTo>
                  <a:pt x="1524" y="1214628"/>
                </a:lnTo>
                <a:lnTo>
                  <a:pt x="0" y="1213104"/>
                </a:lnTo>
                <a:close/>
              </a:path>
              <a:path w="7620" h="2303145">
                <a:moveTo>
                  <a:pt x="0" y="1173480"/>
                </a:moveTo>
                <a:lnTo>
                  <a:pt x="0" y="1168908"/>
                </a:lnTo>
                <a:lnTo>
                  <a:pt x="1524" y="1167384"/>
                </a:lnTo>
                <a:lnTo>
                  <a:pt x="7619" y="1167384"/>
                </a:lnTo>
                <a:lnTo>
                  <a:pt x="7619" y="1173480"/>
                </a:lnTo>
                <a:lnTo>
                  <a:pt x="6096" y="1175004"/>
                </a:lnTo>
                <a:lnTo>
                  <a:pt x="1524" y="1175004"/>
                </a:lnTo>
                <a:lnTo>
                  <a:pt x="1524" y="1173480"/>
                </a:lnTo>
                <a:lnTo>
                  <a:pt x="0" y="1173480"/>
                </a:lnTo>
                <a:close/>
              </a:path>
              <a:path w="7620" h="2303145">
                <a:moveTo>
                  <a:pt x="0" y="1132331"/>
                </a:moveTo>
                <a:lnTo>
                  <a:pt x="0" y="1129284"/>
                </a:lnTo>
                <a:lnTo>
                  <a:pt x="1524" y="1127760"/>
                </a:lnTo>
                <a:lnTo>
                  <a:pt x="1524" y="1126236"/>
                </a:lnTo>
                <a:lnTo>
                  <a:pt x="6096" y="1126236"/>
                </a:lnTo>
                <a:lnTo>
                  <a:pt x="7619" y="1127760"/>
                </a:lnTo>
                <a:lnTo>
                  <a:pt x="7619" y="1133855"/>
                </a:lnTo>
                <a:lnTo>
                  <a:pt x="6096" y="1133855"/>
                </a:lnTo>
                <a:lnTo>
                  <a:pt x="4572" y="1135380"/>
                </a:lnTo>
                <a:lnTo>
                  <a:pt x="3048" y="1135380"/>
                </a:lnTo>
                <a:lnTo>
                  <a:pt x="0" y="1132331"/>
                </a:lnTo>
                <a:close/>
              </a:path>
              <a:path w="7620" h="2303145">
                <a:moveTo>
                  <a:pt x="1524" y="1094231"/>
                </a:moveTo>
                <a:lnTo>
                  <a:pt x="1524" y="1086612"/>
                </a:lnTo>
                <a:lnTo>
                  <a:pt x="6096" y="1086612"/>
                </a:lnTo>
                <a:lnTo>
                  <a:pt x="7619" y="1088136"/>
                </a:lnTo>
                <a:lnTo>
                  <a:pt x="7619" y="1092708"/>
                </a:lnTo>
                <a:lnTo>
                  <a:pt x="6096" y="1094231"/>
                </a:lnTo>
                <a:lnTo>
                  <a:pt x="1524" y="1094231"/>
                </a:lnTo>
                <a:close/>
              </a:path>
              <a:path w="7620" h="2303145">
                <a:moveTo>
                  <a:pt x="0" y="1092708"/>
                </a:moveTo>
                <a:lnTo>
                  <a:pt x="0" y="1088136"/>
                </a:lnTo>
                <a:lnTo>
                  <a:pt x="1524" y="1088136"/>
                </a:lnTo>
                <a:lnTo>
                  <a:pt x="1524" y="1092708"/>
                </a:lnTo>
                <a:lnTo>
                  <a:pt x="0" y="1092708"/>
                </a:lnTo>
                <a:close/>
              </a:path>
              <a:path w="7620" h="2303145">
                <a:moveTo>
                  <a:pt x="0" y="1051560"/>
                </a:moveTo>
                <a:lnTo>
                  <a:pt x="0" y="1048512"/>
                </a:lnTo>
                <a:lnTo>
                  <a:pt x="3048" y="1045463"/>
                </a:lnTo>
                <a:lnTo>
                  <a:pt x="4572" y="1045463"/>
                </a:lnTo>
                <a:lnTo>
                  <a:pt x="6096" y="1046988"/>
                </a:lnTo>
                <a:lnTo>
                  <a:pt x="7619" y="1046988"/>
                </a:lnTo>
                <a:lnTo>
                  <a:pt x="7619" y="1053084"/>
                </a:lnTo>
                <a:lnTo>
                  <a:pt x="6096" y="1053084"/>
                </a:lnTo>
                <a:lnTo>
                  <a:pt x="4572" y="1054608"/>
                </a:lnTo>
                <a:lnTo>
                  <a:pt x="3048" y="1054608"/>
                </a:lnTo>
                <a:lnTo>
                  <a:pt x="0" y="1051560"/>
                </a:lnTo>
                <a:close/>
              </a:path>
              <a:path w="7620" h="2303145">
                <a:moveTo>
                  <a:pt x="1524" y="1013460"/>
                </a:moveTo>
                <a:lnTo>
                  <a:pt x="1524" y="1005839"/>
                </a:lnTo>
                <a:lnTo>
                  <a:pt x="6096" y="1005839"/>
                </a:lnTo>
                <a:lnTo>
                  <a:pt x="7619" y="1007363"/>
                </a:lnTo>
                <a:lnTo>
                  <a:pt x="7619" y="1011936"/>
                </a:lnTo>
                <a:lnTo>
                  <a:pt x="6096" y="1013460"/>
                </a:lnTo>
                <a:lnTo>
                  <a:pt x="1524" y="1013460"/>
                </a:lnTo>
                <a:close/>
              </a:path>
              <a:path w="7620" h="2303145">
                <a:moveTo>
                  <a:pt x="0" y="1011936"/>
                </a:moveTo>
                <a:lnTo>
                  <a:pt x="0" y="1007363"/>
                </a:lnTo>
                <a:lnTo>
                  <a:pt x="1524" y="1007363"/>
                </a:lnTo>
                <a:lnTo>
                  <a:pt x="1524" y="1011936"/>
                </a:lnTo>
                <a:lnTo>
                  <a:pt x="0" y="1011936"/>
                </a:lnTo>
                <a:close/>
              </a:path>
              <a:path w="7620" h="2303145">
                <a:moveTo>
                  <a:pt x="0" y="972312"/>
                </a:moveTo>
                <a:lnTo>
                  <a:pt x="0" y="967739"/>
                </a:lnTo>
                <a:lnTo>
                  <a:pt x="1524" y="966216"/>
                </a:lnTo>
                <a:lnTo>
                  <a:pt x="7619" y="966216"/>
                </a:lnTo>
                <a:lnTo>
                  <a:pt x="7619" y="972312"/>
                </a:lnTo>
                <a:lnTo>
                  <a:pt x="6096" y="973836"/>
                </a:lnTo>
                <a:lnTo>
                  <a:pt x="1524" y="973836"/>
                </a:lnTo>
                <a:lnTo>
                  <a:pt x="1524" y="972312"/>
                </a:lnTo>
                <a:lnTo>
                  <a:pt x="0" y="972312"/>
                </a:lnTo>
                <a:close/>
              </a:path>
              <a:path w="7620" h="2303145">
                <a:moveTo>
                  <a:pt x="0" y="931163"/>
                </a:moveTo>
                <a:lnTo>
                  <a:pt x="0" y="926592"/>
                </a:lnTo>
                <a:lnTo>
                  <a:pt x="1524" y="926592"/>
                </a:lnTo>
                <a:lnTo>
                  <a:pt x="1524" y="925068"/>
                </a:lnTo>
                <a:lnTo>
                  <a:pt x="6096" y="925068"/>
                </a:lnTo>
                <a:lnTo>
                  <a:pt x="7619" y="926592"/>
                </a:lnTo>
                <a:lnTo>
                  <a:pt x="7619" y="932688"/>
                </a:lnTo>
                <a:lnTo>
                  <a:pt x="1524" y="932688"/>
                </a:lnTo>
                <a:lnTo>
                  <a:pt x="0" y="931163"/>
                </a:lnTo>
                <a:close/>
              </a:path>
              <a:path w="7620" h="2303145">
                <a:moveTo>
                  <a:pt x="1524" y="893063"/>
                </a:moveTo>
                <a:lnTo>
                  <a:pt x="1524" y="885444"/>
                </a:lnTo>
                <a:lnTo>
                  <a:pt x="6096" y="885444"/>
                </a:lnTo>
                <a:lnTo>
                  <a:pt x="7619" y="886968"/>
                </a:lnTo>
                <a:lnTo>
                  <a:pt x="7619" y="891539"/>
                </a:lnTo>
                <a:lnTo>
                  <a:pt x="6096" y="893063"/>
                </a:lnTo>
                <a:lnTo>
                  <a:pt x="1524" y="893063"/>
                </a:lnTo>
                <a:close/>
              </a:path>
              <a:path w="7620" h="2303145">
                <a:moveTo>
                  <a:pt x="0" y="891539"/>
                </a:moveTo>
                <a:lnTo>
                  <a:pt x="0" y="886968"/>
                </a:lnTo>
                <a:lnTo>
                  <a:pt x="1524" y="886968"/>
                </a:lnTo>
                <a:lnTo>
                  <a:pt x="1524" y="891539"/>
                </a:lnTo>
                <a:lnTo>
                  <a:pt x="0" y="891539"/>
                </a:lnTo>
                <a:close/>
              </a:path>
              <a:path w="7620" h="2303145">
                <a:moveTo>
                  <a:pt x="0" y="850392"/>
                </a:moveTo>
                <a:lnTo>
                  <a:pt x="0" y="847344"/>
                </a:lnTo>
                <a:lnTo>
                  <a:pt x="3048" y="844296"/>
                </a:lnTo>
                <a:lnTo>
                  <a:pt x="4572" y="844296"/>
                </a:lnTo>
                <a:lnTo>
                  <a:pt x="6096" y="845820"/>
                </a:lnTo>
                <a:lnTo>
                  <a:pt x="7619" y="845820"/>
                </a:lnTo>
                <a:lnTo>
                  <a:pt x="7619" y="851916"/>
                </a:lnTo>
                <a:lnTo>
                  <a:pt x="6096" y="851916"/>
                </a:lnTo>
                <a:lnTo>
                  <a:pt x="4572" y="853439"/>
                </a:lnTo>
                <a:lnTo>
                  <a:pt x="3048" y="853439"/>
                </a:lnTo>
                <a:lnTo>
                  <a:pt x="0" y="850392"/>
                </a:lnTo>
                <a:close/>
              </a:path>
              <a:path w="7620" h="2303145">
                <a:moveTo>
                  <a:pt x="1524" y="812292"/>
                </a:moveTo>
                <a:lnTo>
                  <a:pt x="1524" y="804671"/>
                </a:lnTo>
                <a:lnTo>
                  <a:pt x="6096" y="804671"/>
                </a:lnTo>
                <a:lnTo>
                  <a:pt x="7619" y="806196"/>
                </a:lnTo>
                <a:lnTo>
                  <a:pt x="7619" y="810768"/>
                </a:lnTo>
                <a:lnTo>
                  <a:pt x="6096" y="812292"/>
                </a:lnTo>
                <a:lnTo>
                  <a:pt x="1524" y="812292"/>
                </a:lnTo>
                <a:close/>
              </a:path>
              <a:path w="7620" h="2303145">
                <a:moveTo>
                  <a:pt x="0" y="810768"/>
                </a:moveTo>
                <a:lnTo>
                  <a:pt x="0" y="806196"/>
                </a:lnTo>
                <a:lnTo>
                  <a:pt x="1524" y="806196"/>
                </a:lnTo>
                <a:lnTo>
                  <a:pt x="1524" y="810768"/>
                </a:lnTo>
                <a:lnTo>
                  <a:pt x="0" y="810768"/>
                </a:lnTo>
                <a:close/>
              </a:path>
              <a:path w="7620" h="2303145">
                <a:moveTo>
                  <a:pt x="0" y="769620"/>
                </a:moveTo>
                <a:lnTo>
                  <a:pt x="0" y="766571"/>
                </a:lnTo>
                <a:lnTo>
                  <a:pt x="3048" y="763524"/>
                </a:lnTo>
                <a:lnTo>
                  <a:pt x="4572" y="763524"/>
                </a:lnTo>
                <a:lnTo>
                  <a:pt x="6096" y="765047"/>
                </a:lnTo>
                <a:lnTo>
                  <a:pt x="7619" y="765047"/>
                </a:lnTo>
                <a:lnTo>
                  <a:pt x="7619" y="771144"/>
                </a:lnTo>
                <a:lnTo>
                  <a:pt x="6096" y="772668"/>
                </a:lnTo>
                <a:lnTo>
                  <a:pt x="1524" y="772668"/>
                </a:lnTo>
                <a:lnTo>
                  <a:pt x="1524" y="771144"/>
                </a:lnTo>
                <a:lnTo>
                  <a:pt x="0" y="769620"/>
                </a:lnTo>
                <a:close/>
              </a:path>
              <a:path w="7620" h="2303145">
                <a:moveTo>
                  <a:pt x="0" y="729996"/>
                </a:moveTo>
                <a:lnTo>
                  <a:pt x="0" y="725424"/>
                </a:lnTo>
                <a:lnTo>
                  <a:pt x="1524" y="725424"/>
                </a:lnTo>
                <a:lnTo>
                  <a:pt x="1524" y="723900"/>
                </a:lnTo>
                <a:lnTo>
                  <a:pt x="6096" y="723900"/>
                </a:lnTo>
                <a:lnTo>
                  <a:pt x="7619" y="725424"/>
                </a:lnTo>
                <a:lnTo>
                  <a:pt x="7619" y="731520"/>
                </a:lnTo>
                <a:lnTo>
                  <a:pt x="1524" y="731520"/>
                </a:lnTo>
                <a:lnTo>
                  <a:pt x="0" y="729996"/>
                </a:lnTo>
                <a:close/>
              </a:path>
              <a:path w="7620" h="2303145">
                <a:moveTo>
                  <a:pt x="0" y="690371"/>
                </a:moveTo>
                <a:lnTo>
                  <a:pt x="0" y="685800"/>
                </a:lnTo>
                <a:lnTo>
                  <a:pt x="1524" y="684276"/>
                </a:lnTo>
                <a:lnTo>
                  <a:pt x="7619" y="684276"/>
                </a:lnTo>
                <a:lnTo>
                  <a:pt x="7619" y="690371"/>
                </a:lnTo>
                <a:lnTo>
                  <a:pt x="6096" y="691896"/>
                </a:lnTo>
                <a:lnTo>
                  <a:pt x="1524" y="691896"/>
                </a:lnTo>
                <a:lnTo>
                  <a:pt x="1524" y="690371"/>
                </a:lnTo>
                <a:lnTo>
                  <a:pt x="0" y="690371"/>
                </a:lnTo>
                <a:close/>
              </a:path>
              <a:path w="7620" h="2303145">
                <a:moveTo>
                  <a:pt x="0" y="649224"/>
                </a:moveTo>
                <a:lnTo>
                  <a:pt x="0" y="646176"/>
                </a:lnTo>
                <a:lnTo>
                  <a:pt x="1524" y="644652"/>
                </a:lnTo>
                <a:lnTo>
                  <a:pt x="1524" y="643128"/>
                </a:lnTo>
                <a:lnTo>
                  <a:pt x="6096" y="643128"/>
                </a:lnTo>
                <a:lnTo>
                  <a:pt x="7619" y="644652"/>
                </a:lnTo>
                <a:lnTo>
                  <a:pt x="7619" y="650747"/>
                </a:lnTo>
                <a:lnTo>
                  <a:pt x="6096" y="650747"/>
                </a:lnTo>
                <a:lnTo>
                  <a:pt x="4572" y="652271"/>
                </a:lnTo>
                <a:lnTo>
                  <a:pt x="3048" y="652271"/>
                </a:lnTo>
                <a:lnTo>
                  <a:pt x="0" y="649224"/>
                </a:lnTo>
                <a:close/>
              </a:path>
              <a:path w="7620" h="2303145">
                <a:moveTo>
                  <a:pt x="1524" y="611124"/>
                </a:moveTo>
                <a:lnTo>
                  <a:pt x="1524" y="603504"/>
                </a:lnTo>
                <a:lnTo>
                  <a:pt x="6096" y="603504"/>
                </a:lnTo>
                <a:lnTo>
                  <a:pt x="7619" y="605028"/>
                </a:lnTo>
                <a:lnTo>
                  <a:pt x="7619" y="609600"/>
                </a:lnTo>
                <a:lnTo>
                  <a:pt x="6096" y="611124"/>
                </a:lnTo>
                <a:lnTo>
                  <a:pt x="1524" y="611124"/>
                </a:lnTo>
                <a:close/>
              </a:path>
              <a:path w="7620" h="2303145">
                <a:moveTo>
                  <a:pt x="0" y="609600"/>
                </a:moveTo>
                <a:lnTo>
                  <a:pt x="0" y="605028"/>
                </a:lnTo>
                <a:lnTo>
                  <a:pt x="1524" y="605028"/>
                </a:lnTo>
                <a:lnTo>
                  <a:pt x="1524" y="609600"/>
                </a:lnTo>
                <a:lnTo>
                  <a:pt x="0" y="609600"/>
                </a:lnTo>
                <a:close/>
              </a:path>
              <a:path w="7620" h="2303145">
                <a:moveTo>
                  <a:pt x="0" y="568452"/>
                </a:moveTo>
                <a:lnTo>
                  <a:pt x="0" y="565404"/>
                </a:lnTo>
                <a:lnTo>
                  <a:pt x="3048" y="562355"/>
                </a:lnTo>
                <a:lnTo>
                  <a:pt x="4572" y="562355"/>
                </a:lnTo>
                <a:lnTo>
                  <a:pt x="6096" y="563879"/>
                </a:lnTo>
                <a:lnTo>
                  <a:pt x="7619" y="563879"/>
                </a:lnTo>
                <a:lnTo>
                  <a:pt x="7619" y="569976"/>
                </a:lnTo>
                <a:lnTo>
                  <a:pt x="6096" y="569976"/>
                </a:lnTo>
                <a:lnTo>
                  <a:pt x="4572" y="571500"/>
                </a:lnTo>
                <a:lnTo>
                  <a:pt x="3048" y="571500"/>
                </a:lnTo>
                <a:lnTo>
                  <a:pt x="0" y="568452"/>
                </a:lnTo>
                <a:close/>
              </a:path>
              <a:path w="7620" h="2303145">
                <a:moveTo>
                  <a:pt x="1524" y="530352"/>
                </a:moveTo>
                <a:lnTo>
                  <a:pt x="1524" y="522731"/>
                </a:lnTo>
                <a:lnTo>
                  <a:pt x="6096" y="522731"/>
                </a:lnTo>
                <a:lnTo>
                  <a:pt x="7619" y="524255"/>
                </a:lnTo>
                <a:lnTo>
                  <a:pt x="7619" y="528828"/>
                </a:lnTo>
                <a:lnTo>
                  <a:pt x="6096" y="530352"/>
                </a:lnTo>
                <a:lnTo>
                  <a:pt x="1524" y="530352"/>
                </a:lnTo>
                <a:close/>
              </a:path>
              <a:path w="7620" h="2303145">
                <a:moveTo>
                  <a:pt x="0" y="528828"/>
                </a:moveTo>
                <a:lnTo>
                  <a:pt x="0" y="524255"/>
                </a:lnTo>
                <a:lnTo>
                  <a:pt x="1524" y="524255"/>
                </a:lnTo>
                <a:lnTo>
                  <a:pt x="1524" y="528828"/>
                </a:lnTo>
                <a:lnTo>
                  <a:pt x="0" y="528828"/>
                </a:lnTo>
                <a:close/>
              </a:path>
              <a:path w="7620" h="2303145">
                <a:moveTo>
                  <a:pt x="0" y="489204"/>
                </a:moveTo>
                <a:lnTo>
                  <a:pt x="0" y="484631"/>
                </a:lnTo>
                <a:lnTo>
                  <a:pt x="1524" y="483108"/>
                </a:lnTo>
                <a:lnTo>
                  <a:pt x="7619" y="483108"/>
                </a:lnTo>
                <a:lnTo>
                  <a:pt x="7619" y="489204"/>
                </a:lnTo>
                <a:lnTo>
                  <a:pt x="6096" y="490728"/>
                </a:lnTo>
                <a:lnTo>
                  <a:pt x="1524" y="490728"/>
                </a:lnTo>
                <a:lnTo>
                  <a:pt x="1524" y="489204"/>
                </a:lnTo>
                <a:lnTo>
                  <a:pt x="0" y="489204"/>
                </a:lnTo>
                <a:close/>
              </a:path>
              <a:path w="7620" h="2303145">
                <a:moveTo>
                  <a:pt x="0" y="448055"/>
                </a:moveTo>
                <a:lnTo>
                  <a:pt x="0" y="443484"/>
                </a:lnTo>
                <a:lnTo>
                  <a:pt x="1524" y="443484"/>
                </a:lnTo>
                <a:lnTo>
                  <a:pt x="1524" y="441960"/>
                </a:lnTo>
                <a:lnTo>
                  <a:pt x="6096" y="441960"/>
                </a:lnTo>
                <a:lnTo>
                  <a:pt x="7619" y="443484"/>
                </a:lnTo>
                <a:lnTo>
                  <a:pt x="7619" y="449579"/>
                </a:lnTo>
                <a:lnTo>
                  <a:pt x="1524" y="449579"/>
                </a:lnTo>
                <a:lnTo>
                  <a:pt x="0" y="448055"/>
                </a:lnTo>
                <a:close/>
              </a:path>
              <a:path w="7620" h="2303145">
                <a:moveTo>
                  <a:pt x="1524" y="409955"/>
                </a:moveTo>
                <a:lnTo>
                  <a:pt x="1524" y="402336"/>
                </a:lnTo>
                <a:lnTo>
                  <a:pt x="6096" y="402336"/>
                </a:lnTo>
                <a:lnTo>
                  <a:pt x="7619" y="403860"/>
                </a:lnTo>
                <a:lnTo>
                  <a:pt x="7619" y="408431"/>
                </a:lnTo>
                <a:lnTo>
                  <a:pt x="6096" y="409955"/>
                </a:lnTo>
                <a:lnTo>
                  <a:pt x="1524" y="409955"/>
                </a:lnTo>
                <a:close/>
              </a:path>
              <a:path w="7620" h="2303145">
                <a:moveTo>
                  <a:pt x="0" y="408431"/>
                </a:moveTo>
                <a:lnTo>
                  <a:pt x="0" y="403860"/>
                </a:lnTo>
                <a:lnTo>
                  <a:pt x="1524" y="403860"/>
                </a:lnTo>
                <a:lnTo>
                  <a:pt x="1524" y="408431"/>
                </a:lnTo>
                <a:lnTo>
                  <a:pt x="0" y="408431"/>
                </a:lnTo>
                <a:close/>
              </a:path>
              <a:path w="7620" h="2303145">
                <a:moveTo>
                  <a:pt x="0" y="367284"/>
                </a:moveTo>
                <a:lnTo>
                  <a:pt x="0" y="364236"/>
                </a:lnTo>
                <a:lnTo>
                  <a:pt x="3048" y="361187"/>
                </a:lnTo>
                <a:lnTo>
                  <a:pt x="4572" y="361187"/>
                </a:lnTo>
                <a:lnTo>
                  <a:pt x="6096" y="362712"/>
                </a:lnTo>
                <a:lnTo>
                  <a:pt x="7619" y="362712"/>
                </a:lnTo>
                <a:lnTo>
                  <a:pt x="7619" y="368808"/>
                </a:lnTo>
                <a:lnTo>
                  <a:pt x="6096" y="368808"/>
                </a:lnTo>
                <a:lnTo>
                  <a:pt x="4572" y="370331"/>
                </a:lnTo>
                <a:lnTo>
                  <a:pt x="3048" y="370331"/>
                </a:lnTo>
                <a:lnTo>
                  <a:pt x="0" y="367284"/>
                </a:lnTo>
                <a:close/>
              </a:path>
              <a:path w="7620" h="2303145">
                <a:moveTo>
                  <a:pt x="1524" y="329184"/>
                </a:moveTo>
                <a:lnTo>
                  <a:pt x="1524" y="321563"/>
                </a:lnTo>
                <a:lnTo>
                  <a:pt x="6096" y="321563"/>
                </a:lnTo>
                <a:lnTo>
                  <a:pt x="7619" y="323087"/>
                </a:lnTo>
                <a:lnTo>
                  <a:pt x="7619" y="327660"/>
                </a:lnTo>
                <a:lnTo>
                  <a:pt x="6096" y="329184"/>
                </a:lnTo>
                <a:lnTo>
                  <a:pt x="1524" y="329184"/>
                </a:lnTo>
                <a:close/>
              </a:path>
              <a:path w="7620" h="2303145">
                <a:moveTo>
                  <a:pt x="0" y="327660"/>
                </a:moveTo>
                <a:lnTo>
                  <a:pt x="0" y="323087"/>
                </a:lnTo>
                <a:lnTo>
                  <a:pt x="1524" y="323087"/>
                </a:lnTo>
                <a:lnTo>
                  <a:pt x="1524" y="327660"/>
                </a:lnTo>
                <a:lnTo>
                  <a:pt x="0" y="327660"/>
                </a:lnTo>
                <a:close/>
              </a:path>
              <a:path w="7620" h="2303145">
                <a:moveTo>
                  <a:pt x="0" y="286512"/>
                </a:moveTo>
                <a:lnTo>
                  <a:pt x="0" y="283463"/>
                </a:lnTo>
                <a:lnTo>
                  <a:pt x="3048" y="280416"/>
                </a:lnTo>
                <a:lnTo>
                  <a:pt x="4572" y="280416"/>
                </a:lnTo>
                <a:lnTo>
                  <a:pt x="6096" y="281939"/>
                </a:lnTo>
                <a:lnTo>
                  <a:pt x="7619" y="281939"/>
                </a:lnTo>
                <a:lnTo>
                  <a:pt x="7619" y="288036"/>
                </a:lnTo>
                <a:lnTo>
                  <a:pt x="6096" y="289560"/>
                </a:lnTo>
                <a:lnTo>
                  <a:pt x="1524" y="289560"/>
                </a:lnTo>
                <a:lnTo>
                  <a:pt x="1524" y="288036"/>
                </a:lnTo>
                <a:lnTo>
                  <a:pt x="0" y="286512"/>
                </a:lnTo>
                <a:close/>
              </a:path>
              <a:path w="7620" h="2303145">
                <a:moveTo>
                  <a:pt x="0" y="246887"/>
                </a:moveTo>
                <a:lnTo>
                  <a:pt x="0" y="242316"/>
                </a:lnTo>
                <a:lnTo>
                  <a:pt x="1524" y="242316"/>
                </a:lnTo>
                <a:lnTo>
                  <a:pt x="1524" y="240792"/>
                </a:lnTo>
                <a:lnTo>
                  <a:pt x="6096" y="240792"/>
                </a:lnTo>
                <a:lnTo>
                  <a:pt x="7619" y="242316"/>
                </a:lnTo>
                <a:lnTo>
                  <a:pt x="7619" y="248412"/>
                </a:lnTo>
                <a:lnTo>
                  <a:pt x="1524" y="248412"/>
                </a:lnTo>
                <a:lnTo>
                  <a:pt x="0" y="246887"/>
                </a:lnTo>
                <a:close/>
              </a:path>
              <a:path w="7620" h="2303145">
                <a:moveTo>
                  <a:pt x="0" y="207263"/>
                </a:moveTo>
                <a:lnTo>
                  <a:pt x="0" y="202692"/>
                </a:lnTo>
                <a:lnTo>
                  <a:pt x="1524" y="201168"/>
                </a:lnTo>
                <a:lnTo>
                  <a:pt x="7619" y="201168"/>
                </a:lnTo>
                <a:lnTo>
                  <a:pt x="7619" y="207263"/>
                </a:lnTo>
                <a:lnTo>
                  <a:pt x="6096" y="208787"/>
                </a:lnTo>
                <a:lnTo>
                  <a:pt x="1524" y="208787"/>
                </a:lnTo>
                <a:lnTo>
                  <a:pt x="1524" y="207263"/>
                </a:lnTo>
                <a:lnTo>
                  <a:pt x="0" y="207263"/>
                </a:lnTo>
                <a:close/>
              </a:path>
              <a:path w="7620" h="2303145">
                <a:moveTo>
                  <a:pt x="0" y="166116"/>
                </a:moveTo>
                <a:lnTo>
                  <a:pt x="0" y="163068"/>
                </a:lnTo>
                <a:lnTo>
                  <a:pt x="3048" y="160020"/>
                </a:lnTo>
                <a:lnTo>
                  <a:pt x="4572" y="160020"/>
                </a:lnTo>
                <a:lnTo>
                  <a:pt x="6096" y="161544"/>
                </a:lnTo>
                <a:lnTo>
                  <a:pt x="7619" y="161544"/>
                </a:lnTo>
                <a:lnTo>
                  <a:pt x="7619" y="167640"/>
                </a:lnTo>
                <a:lnTo>
                  <a:pt x="6096" y="167640"/>
                </a:lnTo>
                <a:lnTo>
                  <a:pt x="4572" y="169164"/>
                </a:lnTo>
                <a:lnTo>
                  <a:pt x="3048" y="169164"/>
                </a:lnTo>
                <a:lnTo>
                  <a:pt x="0" y="166116"/>
                </a:lnTo>
                <a:close/>
              </a:path>
              <a:path w="7620" h="2303145">
                <a:moveTo>
                  <a:pt x="1524" y="128016"/>
                </a:moveTo>
                <a:lnTo>
                  <a:pt x="1524" y="120395"/>
                </a:lnTo>
                <a:lnTo>
                  <a:pt x="6096" y="120395"/>
                </a:lnTo>
                <a:lnTo>
                  <a:pt x="7619" y="121920"/>
                </a:lnTo>
                <a:lnTo>
                  <a:pt x="7619" y="126491"/>
                </a:lnTo>
                <a:lnTo>
                  <a:pt x="6096" y="128016"/>
                </a:lnTo>
                <a:lnTo>
                  <a:pt x="1524" y="128016"/>
                </a:lnTo>
                <a:close/>
              </a:path>
              <a:path w="7620" h="2303145">
                <a:moveTo>
                  <a:pt x="0" y="126491"/>
                </a:moveTo>
                <a:lnTo>
                  <a:pt x="0" y="121920"/>
                </a:lnTo>
                <a:lnTo>
                  <a:pt x="1524" y="121920"/>
                </a:lnTo>
                <a:lnTo>
                  <a:pt x="1524" y="126491"/>
                </a:lnTo>
                <a:lnTo>
                  <a:pt x="0" y="126491"/>
                </a:lnTo>
                <a:close/>
              </a:path>
              <a:path w="7620" h="2303145">
                <a:moveTo>
                  <a:pt x="0" y="85344"/>
                </a:moveTo>
                <a:lnTo>
                  <a:pt x="0" y="82295"/>
                </a:lnTo>
                <a:lnTo>
                  <a:pt x="3048" y="79248"/>
                </a:lnTo>
                <a:lnTo>
                  <a:pt x="4572" y="79248"/>
                </a:lnTo>
                <a:lnTo>
                  <a:pt x="6096" y="80772"/>
                </a:lnTo>
                <a:lnTo>
                  <a:pt x="7619" y="80772"/>
                </a:lnTo>
                <a:lnTo>
                  <a:pt x="7619" y="86868"/>
                </a:lnTo>
                <a:lnTo>
                  <a:pt x="6096" y="86868"/>
                </a:lnTo>
                <a:lnTo>
                  <a:pt x="4572" y="88391"/>
                </a:lnTo>
                <a:lnTo>
                  <a:pt x="3048" y="88391"/>
                </a:lnTo>
                <a:lnTo>
                  <a:pt x="0" y="85344"/>
                </a:lnTo>
                <a:close/>
              </a:path>
              <a:path w="7620" h="2303145">
                <a:moveTo>
                  <a:pt x="0" y="45720"/>
                </a:moveTo>
                <a:lnTo>
                  <a:pt x="0" y="41148"/>
                </a:lnTo>
                <a:lnTo>
                  <a:pt x="1524" y="41148"/>
                </a:lnTo>
                <a:lnTo>
                  <a:pt x="1524" y="39624"/>
                </a:lnTo>
                <a:lnTo>
                  <a:pt x="6096" y="39624"/>
                </a:lnTo>
                <a:lnTo>
                  <a:pt x="7619" y="41148"/>
                </a:lnTo>
                <a:lnTo>
                  <a:pt x="7619" y="47244"/>
                </a:lnTo>
                <a:lnTo>
                  <a:pt x="1524" y="47244"/>
                </a:lnTo>
                <a:lnTo>
                  <a:pt x="0" y="45720"/>
                </a:lnTo>
                <a:close/>
              </a:path>
              <a:path w="7620" h="2303145">
                <a:moveTo>
                  <a:pt x="0" y="6095"/>
                </a:moveTo>
                <a:lnTo>
                  <a:pt x="0" y="1524"/>
                </a:lnTo>
                <a:lnTo>
                  <a:pt x="1524" y="0"/>
                </a:lnTo>
                <a:lnTo>
                  <a:pt x="7619" y="0"/>
                </a:lnTo>
                <a:lnTo>
                  <a:pt x="7619" y="6095"/>
                </a:lnTo>
                <a:lnTo>
                  <a:pt x="6096" y="7620"/>
                </a:lnTo>
                <a:lnTo>
                  <a:pt x="1524" y="7620"/>
                </a:lnTo>
                <a:lnTo>
                  <a:pt x="1524" y="6095"/>
                </a:lnTo>
                <a:lnTo>
                  <a:pt x="0" y="6095"/>
                </a:lnTo>
                <a:close/>
              </a:path>
            </a:pathLst>
          </a:custGeom>
          <a:solidFill>
            <a:srgbClr val="C8C6C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5" name="object 35" descr=""/>
          <p:cNvGrpSpPr/>
          <p:nvPr/>
        </p:nvGrpSpPr>
        <p:grpSpPr>
          <a:xfrm>
            <a:off x="7496556" y="4599432"/>
            <a:ext cx="175260" cy="73660"/>
            <a:chOff x="7496556" y="4599432"/>
            <a:chExt cx="175260" cy="73660"/>
          </a:xfrm>
        </p:grpSpPr>
        <p:sp>
          <p:nvSpPr>
            <p:cNvPr id="36" name="object 36" descr=""/>
            <p:cNvSpPr/>
            <p:nvPr/>
          </p:nvSpPr>
          <p:spPr>
            <a:xfrm>
              <a:off x="7496556" y="4602480"/>
              <a:ext cx="38100" cy="70485"/>
            </a:xfrm>
            <a:custGeom>
              <a:avLst/>
              <a:gdLst/>
              <a:ahLst/>
              <a:cxnLst/>
              <a:rect l="l" t="t" r="r" b="b"/>
              <a:pathLst>
                <a:path w="38100" h="70485">
                  <a:moveTo>
                    <a:pt x="21336" y="36576"/>
                  </a:moveTo>
                  <a:lnTo>
                    <a:pt x="21336" y="33528"/>
                  </a:lnTo>
                  <a:lnTo>
                    <a:pt x="24384" y="33528"/>
                  </a:lnTo>
                  <a:lnTo>
                    <a:pt x="25908" y="35052"/>
                  </a:lnTo>
                  <a:lnTo>
                    <a:pt x="28956" y="35052"/>
                  </a:lnTo>
                  <a:lnTo>
                    <a:pt x="30480" y="36576"/>
                  </a:lnTo>
                  <a:lnTo>
                    <a:pt x="32004" y="36576"/>
                  </a:lnTo>
                  <a:lnTo>
                    <a:pt x="35052" y="39624"/>
                  </a:lnTo>
                  <a:lnTo>
                    <a:pt x="35052" y="41148"/>
                  </a:lnTo>
                  <a:lnTo>
                    <a:pt x="36576" y="44196"/>
                  </a:lnTo>
                  <a:lnTo>
                    <a:pt x="38100" y="45720"/>
                  </a:lnTo>
                  <a:lnTo>
                    <a:pt x="38100" y="53340"/>
                  </a:lnTo>
                  <a:lnTo>
                    <a:pt x="36576" y="56388"/>
                  </a:lnTo>
                  <a:lnTo>
                    <a:pt x="36576" y="57912"/>
                  </a:lnTo>
                  <a:lnTo>
                    <a:pt x="35052" y="60960"/>
                  </a:lnTo>
                  <a:lnTo>
                    <a:pt x="30480" y="65532"/>
                  </a:lnTo>
                  <a:lnTo>
                    <a:pt x="30480" y="41148"/>
                  </a:lnTo>
                  <a:lnTo>
                    <a:pt x="24384" y="36576"/>
                  </a:lnTo>
                  <a:lnTo>
                    <a:pt x="21336" y="36576"/>
                  </a:lnTo>
                  <a:close/>
                </a:path>
                <a:path w="38100" h="70485">
                  <a:moveTo>
                    <a:pt x="1524" y="10668"/>
                  </a:moveTo>
                  <a:lnTo>
                    <a:pt x="1524" y="4572"/>
                  </a:lnTo>
                  <a:lnTo>
                    <a:pt x="6096" y="1524"/>
                  </a:lnTo>
                  <a:lnTo>
                    <a:pt x="10668" y="0"/>
                  </a:lnTo>
                  <a:lnTo>
                    <a:pt x="21336" y="0"/>
                  </a:lnTo>
                  <a:lnTo>
                    <a:pt x="24384" y="1524"/>
                  </a:lnTo>
                  <a:lnTo>
                    <a:pt x="25908" y="1524"/>
                  </a:lnTo>
                  <a:lnTo>
                    <a:pt x="28956" y="3048"/>
                  </a:lnTo>
                  <a:lnTo>
                    <a:pt x="32004" y="6096"/>
                  </a:lnTo>
                  <a:lnTo>
                    <a:pt x="32004" y="7620"/>
                  </a:lnTo>
                  <a:lnTo>
                    <a:pt x="33528" y="9144"/>
                  </a:lnTo>
                  <a:lnTo>
                    <a:pt x="35052" y="12192"/>
                  </a:lnTo>
                  <a:lnTo>
                    <a:pt x="35052" y="24384"/>
                  </a:lnTo>
                  <a:lnTo>
                    <a:pt x="30480" y="30480"/>
                  </a:lnTo>
                  <a:lnTo>
                    <a:pt x="27432" y="31496"/>
                  </a:lnTo>
                  <a:lnTo>
                    <a:pt x="27432" y="10668"/>
                  </a:lnTo>
                  <a:lnTo>
                    <a:pt x="22860" y="6096"/>
                  </a:lnTo>
                  <a:lnTo>
                    <a:pt x="10668" y="6096"/>
                  </a:lnTo>
                  <a:lnTo>
                    <a:pt x="6096" y="7620"/>
                  </a:lnTo>
                  <a:lnTo>
                    <a:pt x="1524" y="10668"/>
                  </a:lnTo>
                  <a:close/>
                </a:path>
                <a:path w="38100" h="70485">
                  <a:moveTo>
                    <a:pt x="0" y="67056"/>
                  </a:moveTo>
                  <a:lnTo>
                    <a:pt x="0" y="57912"/>
                  </a:lnTo>
                  <a:lnTo>
                    <a:pt x="4572" y="62484"/>
                  </a:lnTo>
                  <a:lnTo>
                    <a:pt x="9144" y="64008"/>
                  </a:lnTo>
                  <a:lnTo>
                    <a:pt x="21336" y="64008"/>
                  </a:lnTo>
                  <a:lnTo>
                    <a:pt x="22860" y="62484"/>
                  </a:lnTo>
                  <a:lnTo>
                    <a:pt x="24384" y="62484"/>
                  </a:lnTo>
                  <a:lnTo>
                    <a:pt x="28956" y="57912"/>
                  </a:lnTo>
                  <a:lnTo>
                    <a:pt x="28956" y="56388"/>
                  </a:lnTo>
                  <a:lnTo>
                    <a:pt x="30480" y="54864"/>
                  </a:lnTo>
                  <a:lnTo>
                    <a:pt x="30480" y="65532"/>
                  </a:lnTo>
                  <a:lnTo>
                    <a:pt x="27432" y="68580"/>
                  </a:lnTo>
                  <a:lnTo>
                    <a:pt x="24384" y="68580"/>
                  </a:lnTo>
                  <a:lnTo>
                    <a:pt x="21336" y="70104"/>
                  </a:lnTo>
                  <a:lnTo>
                    <a:pt x="7620" y="70104"/>
                  </a:lnTo>
                  <a:lnTo>
                    <a:pt x="3048" y="68580"/>
                  </a:lnTo>
                  <a:lnTo>
                    <a:pt x="0" y="67056"/>
                  </a:lnTo>
                  <a:close/>
                </a:path>
                <a:path w="38100" h="70485">
                  <a:moveTo>
                    <a:pt x="6096" y="36576"/>
                  </a:moveTo>
                  <a:lnTo>
                    <a:pt x="6096" y="30480"/>
                  </a:lnTo>
                  <a:lnTo>
                    <a:pt x="21336" y="30480"/>
                  </a:lnTo>
                  <a:lnTo>
                    <a:pt x="27432" y="25908"/>
                  </a:lnTo>
                  <a:lnTo>
                    <a:pt x="27432" y="31496"/>
                  </a:lnTo>
                  <a:lnTo>
                    <a:pt x="21336" y="33528"/>
                  </a:lnTo>
                  <a:lnTo>
                    <a:pt x="21336" y="36576"/>
                  </a:lnTo>
                  <a:lnTo>
                    <a:pt x="6096" y="36576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577328" y="4599432"/>
              <a:ext cx="94487" cy="71628"/>
            </a:xfrm>
            <a:prstGeom prst="rect">
              <a:avLst/>
            </a:prstGeom>
          </p:spPr>
        </p:pic>
      </p:grpSp>
      <p:sp>
        <p:nvSpPr>
          <p:cNvPr id="38" name="object 38" descr=""/>
          <p:cNvSpPr/>
          <p:nvPr/>
        </p:nvSpPr>
        <p:spPr>
          <a:xfrm>
            <a:off x="8446008" y="2252472"/>
            <a:ext cx="7620" cy="2303145"/>
          </a:xfrm>
          <a:custGeom>
            <a:avLst/>
            <a:gdLst/>
            <a:ahLst/>
            <a:cxnLst/>
            <a:rect l="l" t="t" r="r" b="b"/>
            <a:pathLst>
              <a:path w="7620" h="2303145">
                <a:moveTo>
                  <a:pt x="0" y="2299716"/>
                </a:moveTo>
                <a:lnTo>
                  <a:pt x="0" y="2296668"/>
                </a:lnTo>
                <a:lnTo>
                  <a:pt x="3047" y="2293620"/>
                </a:lnTo>
                <a:lnTo>
                  <a:pt x="4571" y="2293620"/>
                </a:lnTo>
                <a:lnTo>
                  <a:pt x="6095" y="2295144"/>
                </a:lnTo>
                <a:lnTo>
                  <a:pt x="7620" y="2295144"/>
                </a:lnTo>
                <a:lnTo>
                  <a:pt x="7620" y="2301239"/>
                </a:lnTo>
                <a:lnTo>
                  <a:pt x="6095" y="2301239"/>
                </a:lnTo>
                <a:lnTo>
                  <a:pt x="4571" y="2302764"/>
                </a:lnTo>
                <a:lnTo>
                  <a:pt x="3047" y="2302764"/>
                </a:lnTo>
                <a:lnTo>
                  <a:pt x="0" y="2299716"/>
                </a:lnTo>
                <a:close/>
              </a:path>
              <a:path w="7620" h="2303145">
                <a:moveTo>
                  <a:pt x="1524" y="2261616"/>
                </a:moveTo>
                <a:lnTo>
                  <a:pt x="1524" y="2253996"/>
                </a:lnTo>
                <a:lnTo>
                  <a:pt x="6095" y="2253996"/>
                </a:lnTo>
                <a:lnTo>
                  <a:pt x="7620" y="2255520"/>
                </a:lnTo>
                <a:lnTo>
                  <a:pt x="7620" y="2260092"/>
                </a:lnTo>
                <a:lnTo>
                  <a:pt x="6095" y="2261616"/>
                </a:lnTo>
                <a:lnTo>
                  <a:pt x="1524" y="2261616"/>
                </a:lnTo>
                <a:close/>
              </a:path>
              <a:path w="7620" h="2303145">
                <a:moveTo>
                  <a:pt x="0" y="2260092"/>
                </a:moveTo>
                <a:lnTo>
                  <a:pt x="0" y="2255520"/>
                </a:lnTo>
                <a:lnTo>
                  <a:pt x="1524" y="2255520"/>
                </a:lnTo>
                <a:lnTo>
                  <a:pt x="1524" y="2260092"/>
                </a:lnTo>
                <a:lnTo>
                  <a:pt x="0" y="2260092"/>
                </a:lnTo>
                <a:close/>
              </a:path>
              <a:path w="7620" h="2303145">
                <a:moveTo>
                  <a:pt x="0" y="2218944"/>
                </a:moveTo>
                <a:lnTo>
                  <a:pt x="0" y="2215896"/>
                </a:lnTo>
                <a:lnTo>
                  <a:pt x="3047" y="2212847"/>
                </a:lnTo>
                <a:lnTo>
                  <a:pt x="4571" y="2212847"/>
                </a:lnTo>
                <a:lnTo>
                  <a:pt x="6095" y="2214372"/>
                </a:lnTo>
                <a:lnTo>
                  <a:pt x="7620" y="2214372"/>
                </a:lnTo>
                <a:lnTo>
                  <a:pt x="7620" y="2220468"/>
                </a:lnTo>
                <a:lnTo>
                  <a:pt x="6095" y="2220468"/>
                </a:lnTo>
                <a:lnTo>
                  <a:pt x="4571" y="2221992"/>
                </a:lnTo>
                <a:lnTo>
                  <a:pt x="3047" y="2221992"/>
                </a:lnTo>
                <a:lnTo>
                  <a:pt x="0" y="2218944"/>
                </a:lnTo>
                <a:close/>
              </a:path>
              <a:path w="7620" h="2303145">
                <a:moveTo>
                  <a:pt x="0" y="2179320"/>
                </a:moveTo>
                <a:lnTo>
                  <a:pt x="0" y="2174747"/>
                </a:lnTo>
                <a:lnTo>
                  <a:pt x="1524" y="2174747"/>
                </a:lnTo>
                <a:lnTo>
                  <a:pt x="1524" y="2173224"/>
                </a:lnTo>
                <a:lnTo>
                  <a:pt x="6095" y="2173224"/>
                </a:lnTo>
                <a:lnTo>
                  <a:pt x="7620" y="2174747"/>
                </a:lnTo>
                <a:lnTo>
                  <a:pt x="7620" y="2180844"/>
                </a:lnTo>
                <a:lnTo>
                  <a:pt x="1524" y="2180844"/>
                </a:lnTo>
                <a:lnTo>
                  <a:pt x="0" y="2179320"/>
                </a:lnTo>
                <a:close/>
              </a:path>
              <a:path w="7620" h="2303145">
                <a:moveTo>
                  <a:pt x="0" y="2139696"/>
                </a:moveTo>
                <a:lnTo>
                  <a:pt x="0" y="2135124"/>
                </a:lnTo>
                <a:lnTo>
                  <a:pt x="1524" y="2133600"/>
                </a:lnTo>
                <a:lnTo>
                  <a:pt x="7620" y="2133600"/>
                </a:lnTo>
                <a:lnTo>
                  <a:pt x="7620" y="2139696"/>
                </a:lnTo>
                <a:lnTo>
                  <a:pt x="6095" y="2141220"/>
                </a:lnTo>
                <a:lnTo>
                  <a:pt x="1524" y="2141220"/>
                </a:lnTo>
                <a:lnTo>
                  <a:pt x="1524" y="2139696"/>
                </a:lnTo>
                <a:lnTo>
                  <a:pt x="0" y="2139696"/>
                </a:lnTo>
                <a:close/>
              </a:path>
              <a:path w="7620" h="2303145">
                <a:moveTo>
                  <a:pt x="0" y="2098547"/>
                </a:moveTo>
                <a:lnTo>
                  <a:pt x="0" y="2093976"/>
                </a:lnTo>
                <a:lnTo>
                  <a:pt x="1524" y="2093976"/>
                </a:lnTo>
                <a:lnTo>
                  <a:pt x="1524" y="2092452"/>
                </a:lnTo>
                <a:lnTo>
                  <a:pt x="6095" y="2092452"/>
                </a:lnTo>
                <a:lnTo>
                  <a:pt x="7620" y="2093976"/>
                </a:lnTo>
                <a:lnTo>
                  <a:pt x="7620" y="2100072"/>
                </a:lnTo>
                <a:lnTo>
                  <a:pt x="1524" y="2100072"/>
                </a:lnTo>
                <a:lnTo>
                  <a:pt x="0" y="2098547"/>
                </a:lnTo>
                <a:close/>
              </a:path>
              <a:path w="7620" h="2303145">
                <a:moveTo>
                  <a:pt x="1524" y="2060447"/>
                </a:moveTo>
                <a:lnTo>
                  <a:pt x="1524" y="2052828"/>
                </a:lnTo>
                <a:lnTo>
                  <a:pt x="6095" y="2052828"/>
                </a:lnTo>
                <a:lnTo>
                  <a:pt x="7620" y="2054352"/>
                </a:lnTo>
                <a:lnTo>
                  <a:pt x="7620" y="2058924"/>
                </a:lnTo>
                <a:lnTo>
                  <a:pt x="6095" y="2060447"/>
                </a:lnTo>
                <a:lnTo>
                  <a:pt x="1524" y="2060447"/>
                </a:lnTo>
                <a:close/>
              </a:path>
              <a:path w="7620" h="2303145">
                <a:moveTo>
                  <a:pt x="0" y="2058924"/>
                </a:moveTo>
                <a:lnTo>
                  <a:pt x="0" y="2054352"/>
                </a:lnTo>
                <a:lnTo>
                  <a:pt x="1524" y="2054352"/>
                </a:lnTo>
                <a:lnTo>
                  <a:pt x="1524" y="2058924"/>
                </a:lnTo>
                <a:lnTo>
                  <a:pt x="0" y="2058924"/>
                </a:lnTo>
                <a:close/>
              </a:path>
              <a:path w="7620" h="2303145">
                <a:moveTo>
                  <a:pt x="0" y="2017776"/>
                </a:moveTo>
                <a:lnTo>
                  <a:pt x="0" y="2014728"/>
                </a:lnTo>
                <a:lnTo>
                  <a:pt x="3047" y="2011680"/>
                </a:lnTo>
                <a:lnTo>
                  <a:pt x="4571" y="2011680"/>
                </a:lnTo>
                <a:lnTo>
                  <a:pt x="6095" y="2013204"/>
                </a:lnTo>
                <a:lnTo>
                  <a:pt x="7620" y="2013204"/>
                </a:lnTo>
                <a:lnTo>
                  <a:pt x="7620" y="2019300"/>
                </a:lnTo>
                <a:lnTo>
                  <a:pt x="6095" y="2019300"/>
                </a:lnTo>
                <a:lnTo>
                  <a:pt x="4571" y="2020824"/>
                </a:lnTo>
                <a:lnTo>
                  <a:pt x="3047" y="2020824"/>
                </a:lnTo>
                <a:lnTo>
                  <a:pt x="0" y="2017776"/>
                </a:lnTo>
                <a:close/>
              </a:path>
              <a:path w="7620" h="2303145">
                <a:moveTo>
                  <a:pt x="1524" y="1979676"/>
                </a:moveTo>
                <a:lnTo>
                  <a:pt x="1524" y="1972055"/>
                </a:lnTo>
                <a:lnTo>
                  <a:pt x="6095" y="1972055"/>
                </a:lnTo>
                <a:lnTo>
                  <a:pt x="7620" y="1973580"/>
                </a:lnTo>
                <a:lnTo>
                  <a:pt x="7620" y="1978152"/>
                </a:lnTo>
                <a:lnTo>
                  <a:pt x="6095" y="1979676"/>
                </a:lnTo>
                <a:lnTo>
                  <a:pt x="1524" y="1979676"/>
                </a:lnTo>
                <a:close/>
              </a:path>
              <a:path w="7620" h="2303145">
                <a:moveTo>
                  <a:pt x="0" y="1978152"/>
                </a:moveTo>
                <a:lnTo>
                  <a:pt x="0" y="1973580"/>
                </a:lnTo>
                <a:lnTo>
                  <a:pt x="1524" y="1973580"/>
                </a:lnTo>
                <a:lnTo>
                  <a:pt x="1524" y="1978152"/>
                </a:lnTo>
                <a:lnTo>
                  <a:pt x="0" y="1978152"/>
                </a:lnTo>
                <a:close/>
              </a:path>
              <a:path w="7620" h="2303145">
                <a:moveTo>
                  <a:pt x="0" y="1938528"/>
                </a:moveTo>
                <a:lnTo>
                  <a:pt x="0" y="1933955"/>
                </a:lnTo>
                <a:lnTo>
                  <a:pt x="1524" y="1932431"/>
                </a:lnTo>
                <a:lnTo>
                  <a:pt x="7620" y="1932431"/>
                </a:lnTo>
                <a:lnTo>
                  <a:pt x="7620" y="1938528"/>
                </a:lnTo>
                <a:lnTo>
                  <a:pt x="6095" y="1940052"/>
                </a:lnTo>
                <a:lnTo>
                  <a:pt x="1524" y="1940052"/>
                </a:lnTo>
                <a:lnTo>
                  <a:pt x="1524" y="1938528"/>
                </a:lnTo>
                <a:lnTo>
                  <a:pt x="0" y="1938528"/>
                </a:lnTo>
                <a:close/>
              </a:path>
              <a:path w="7620" h="2303145">
                <a:moveTo>
                  <a:pt x="0" y="1897380"/>
                </a:moveTo>
                <a:lnTo>
                  <a:pt x="0" y="1892808"/>
                </a:lnTo>
                <a:lnTo>
                  <a:pt x="1524" y="1892808"/>
                </a:lnTo>
                <a:lnTo>
                  <a:pt x="1524" y="1891284"/>
                </a:lnTo>
                <a:lnTo>
                  <a:pt x="6095" y="1891284"/>
                </a:lnTo>
                <a:lnTo>
                  <a:pt x="7620" y="1892808"/>
                </a:lnTo>
                <a:lnTo>
                  <a:pt x="7620" y="1898904"/>
                </a:lnTo>
                <a:lnTo>
                  <a:pt x="1524" y="1898904"/>
                </a:lnTo>
                <a:lnTo>
                  <a:pt x="0" y="1897380"/>
                </a:lnTo>
                <a:close/>
              </a:path>
              <a:path w="7620" h="2303145">
                <a:moveTo>
                  <a:pt x="0" y="1857755"/>
                </a:moveTo>
                <a:lnTo>
                  <a:pt x="0" y="1853184"/>
                </a:lnTo>
                <a:lnTo>
                  <a:pt x="1524" y="1851660"/>
                </a:lnTo>
                <a:lnTo>
                  <a:pt x="7620" y="1851660"/>
                </a:lnTo>
                <a:lnTo>
                  <a:pt x="7620" y="1857755"/>
                </a:lnTo>
                <a:lnTo>
                  <a:pt x="6095" y="1859280"/>
                </a:lnTo>
                <a:lnTo>
                  <a:pt x="1524" y="1859280"/>
                </a:lnTo>
                <a:lnTo>
                  <a:pt x="1524" y="1857755"/>
                </a:lnTo>
                <a:lnTo>
                  <a:pt x="0" y="1857755"/>
                </a:lnTo>
                <a:close/>
              </a:path>
              <a:path w="7620" h="2303145">
                <a:moveTo>
                  <a:pt x="0" y="1816608"/>
                </a:moveTo>
                <a:lnTo>
                  <a:pt x="0" y="1813560"/>
                </a:lnTo>
                <a:lnTo>
                  <a:pt x="3047" y="1810512"/>
                </a:lnTo>
                <a:lnTo>
                  <a:pt x="4571" y="1810512"/>
                </a:lnTo>
                <a:lnTo>
                  <a:pt x="6095" y="1812036"/>
                </a:lnTo>
                <a:lnTo>
                  <a:pt x="7620" y="1812036"/>
                </a:lnTo>
                <a:lnTo>
                  <a:pt x="7620" y="1818131"/>
                </a:lnTo>
                <a:lnTo>
                  <a:pt x="6095" y="1818131"/>
                </a:lnTo>
                <a:lnTo>
                  <a:pt x="4571" y="1819655"/>
                </a:lnTo>
                <a:lnTo>
                  <a:pt x="3047" y="1819655"/>
                </a:lnTo>
                <a:lnTo>
                  <a:pt x="0" y="1816608"/>
                </a:lnTo>
                <a:close/>
              </a:path>
              <a:path w="7620" h="2303145">
                <a:moveTo>
                  <a:pt x="1524" y="1778508"/>
                </a:moveTo>
                <a:lnTo>
                  <a:pt x="1524" y="1770888"/>
                </a:lnTo>
                <a:lnTo>
                  <a:pt x="6095" y="1770888"/>
                </a:lnTo>
                <a:lnTo>
                  <a:pt x="7620" y="1772412"/>
                </a:lnTo>
                <a:lnTo>
                  <a:pt x="7620" y="1776984"/>
                </a:lnTo>
                <a:lnTo>
                  <a:pt x="6095" y="1778508"/>
                </a:lnTo>
                <a:lnTo>
                  <a:pt x="1524" y="1778508"/>
                </a:lnTo>
                <a:close/>
              </a:path>
              <a:path w="7620" h="2303145">
                <a:moveTo>
                  <a:pt x="0" y="1776984"/>
                </a:moveTo>
                <a:lnTo>
                  <a:pt x="0" y="1772412"/>
                </a:lnTo>
                <a:lnTo>
                  <a:pt x="1524" y="1772412"/>
                </a:lnTo>
                <a:lnTo>
                  <a:pt x="1524" y="1776984"/>
                </a:lnTo>
                <a:lnTo>
                  <a:pt x="0" y="1776984"/>
                </a:lnTo>
                <a:close/>
              </a:path>
              <a:path w="7620" h="2303145">
                <a:moveTo>
                  <a:pt x="0" y="1735836"/>
                </a:moveTo>
                <a:lnTo>
                  <a:pt x="0" y="1732788"/>
                </a:lnTo>
                <a:lnTo>
                  <a:pt x="3047" y="1729739"/>
                </a:lnTo>
                <a:lnTo>
                  <a:pt x="4571" y="1729739"/>
                </a:lnTo>
                <a:lnTo>
                  <a:pt x="6095" y="1731263"/>
                </a:lnTo>
                <a:lnTo>
                  <a:pt x="7620" y="1731263"/>
                </a:lnTo>
                <a:lnTo>
                  <a:pt x="7620" y="1737360"/>
                </a:lnTo>
                <a:lnTo>
                  <a:pt x="6095" y="1737360"/>
                </a:lnTo>
                <a:lnTo>
                  <a:pt x="4571" y="1738884"/>
                </a:lnTo>
                <a:lnTo>
                  <a:pt x="3047" y="1738884"/>
                </a:lnTo>
                <a:lnTo>
                  <a:pt x="0" y="1735836"/>
                </a:lnTo>
                <a:close/>
              </a:path>
              <a:path w="7620" h="2303145">
                <a:moveTo>
                  <a:pt x="0" y="1696212"/>
                </a:moveTo>
                <a:lnTo>
                  <a:pt x="0" y="1691639"/>
                </a:lnTo>
                <a:lnTo>
                  <a:pt x="1524" y="1691639"/>
                </a:lnTo>
                <a:lnTo>
                  <a:pt x="1524" y="1690116"/>
                </a:lnTo>
                <a:lnTo>
                  <a:pt x="6095" y="1690116"/>
                </a:lnTo>
                <a:lnTo>
                  <a:pt x="7620" y="1691639"/>
                </a:lnTo>
                <a:lnTo>
                  <a:pt x="7620" y="1697736"/>
                </a:lnTo>
                <a:lnTo>
                  <a:pt x="1524" y="1697736"/>
                </a:lnTo>
                <a:lnTo>
                  <a:pt x="0" y="1696212"/>
                </a:lnTo>
                <a:close/>
              </a:path>
              <a:path w="7620" h="2303145">
                <a:moveTo>
                  <a:pt x="0" y="1656588"/>
                </a:moveTo>
                <a:lnTo>
                  <a:pt x="0" y="1652016"/>
                </a:lnTo>
                <a:lnTo>
                  <a:pt x="1524" y="1650492"/>
                </a:lnTo>
                <a:lnTo>
                  <a:pt x="7620" y="1650492"/>
                </a:lnTo>
                <a:lnTo>
                  <a:pt x="7620" y="1656588"/>
                </a:lnTo>
                <a:lnTo>
                  <a:pt x="6095" y="1658112"/>
                </a:lnTo>
                <a:lnTo>
                  <a:pt x="1524" y="1658112"/>
                </a:lnTo>
                <a:lnTo>
                  <a:pt x="1524" y="1656588"/>
                </a:lnTo>
                <a:lnTo>
                  <a:pt x="0" y="1656588"/>
                </a:lnTo>
                <a:close/>
              </a:path>
              <a:path w="7620" h="2303145">
                <a:moveTo>
                  <a:pt x="0" y="1615439"/>
                </a:moveTo>
                <a:lnTo>
                  <a:pt x="0" y="1612392"/>
                </a:lnTo>
                <a:lnTo>
                  <a:pt x="1524" y="1610868"/>
                </a:lnTo>
                <a:lnTo>
                  <a:pt x="1524" y="1609344"/>
                </a:lnTo>
                <a:lnTo>
                  <a:pt x="6095" y="1609344"/>
                </a:lnTo>
                <a:lnTo>
                  <a:pt x="7620" y="1610868"/>
                </a:lnTo>
                <a:lnTo>
                  <a:pt x="7620" y="1616963"/>
                </a:lnTo>
                <a:lnTo>
                  <a:pt x="1524" y="1616963"/>
                </a:lnTo>
                <a:lnTo>
                  <a:pt x="0" y="1615439"/>
                </a:lnTo>
                <a:close/>
              </a:path>
              <a:path w="7620" h="2303145">
                <a:moveTo>
                  <a:pt x="1524" y="1577339"/>
                </a:moveTo>
                <a:lnTo>
                  <a:pt x="1524" y="1569720"/>
                </a:lnTo>
                <a:lnTo>
                  <a:pt x="6095" y="1569720"/>
                </a:lnTo>
                <a:lnTo>
                  <a:pt x="7620" y="1571244"/>
                </a:lnTo>
                <a:lnTo>
                  <a:pt x="7620" y="1575816"/>
                </a:lnTo>
                <a:lnTo>
                  <a:pt x="6095" y="1577339"/>
                </a:lnTo>
                <a:lnTo>
                  <a:pt x="1524" y="1577339"/>
                </a:lnTo>
                <a:close/>
              </a:path>
              <a:path w="7620" h="2303145">
                <a:moveTo>
                  <a:pt x="0" y="1575816"/>
                </a:moveTo>
                <a:lnTo>
                  <a:pt x="0" y="1571244"/>
                </a:lnTo>
                <a:lnTo>
                  <a:pt x="1524" y="1571244"/>
                </a:lnTo>
                <a:lnTo>
                  <a:pt x="1524" y="1575816"/>
                </a:lnTo>
                <a:lnTo>
                  <a:pt x="0" y="1575816"/>
                </a:lnTo>
                <a:close/>
              </a:path>
              <a:path w="7620" h="2303145">
                <a:moveTo>
                  <a:pt x="0" y="1534668"/>
                </a:moveTo>
                <a:lnTo>
                  <a:pt x="0" y="1531620"/>
                </a:lnTo>
                <a:lnTo>
                  <a:pt x="3047" y="1528571"/>
                </a:lnTo>
                <a:lnTo>
                  <a:pt x="4571" y="1528571"/>
                </a:lnTo>
                <a:lnTo>
                  <a:pt x="6095" y="1530096"/>
                </a:lnTo>
                <a:lnTo>
                  <a:pt x="7620" y="1530096"/>
                </a:lnTo>
                <a:lnTo>
                  <a:pt x="7620" y="1536192"/>
                </a:lnTo>
                <a:lnTo>
                  <a:pt x="6095" y="1536192"/>
                </a:lnTo>
                <a:lnTo>
                  <a:pt x="4571" y="1537716"/>
                </a:lnTo>
                <a:lnTo>
                  <a:pt x="3047" y="1537716"/>
                </a:lnTo>
                <a:lnTo>
                  <a:pt x="0" y="1534668"/>
                </a:lnTo>
                <a:close/>
              </a:path>
              <a:path w="7620" h="2303145">
                <a:moveTo>
                  <a:pt x="1524" y="1496568"/>
                </a:moveTo>
                <a:lnTo>
                  <a:pt x="1524" y="1488947"/>
                </a:lnTo>
                <a:lnTo>
                  <a:pt x="6095" y="1488947"/>
                </a:lnTo>
                <a:lnTo>
                  <a:pt x="7620" y="1490471"/>
                </a:lnTo>
                <a:lnTo>
                  <a:pt x="7620" y="1495044"/>
                </a:lnTo>
                <a:lnTo>
                  <a:pt x="6095" y="1496568"/>
                </a:lnTo>
                <a:lnTo>
                  <a:pt x="1524" y="1496568"/>
                </a:lnTo>
                <a:close/>
              </a:path>
              <a:path w="7620" h="2303145">
                <a:moveTo>
                  <a:pt x="0" y="1495044"/>
                </a:moveTo>
                <a:lnTo>
                  <a:pt x="0" y="1490471"/>
                </a:lnTo>
                <a:lnTo>
                  <a:pt x="1524" y="1490471"/>
                </a:lnTo>
                <a:lnTo>
                  <a:pt x="1524" y="1495044"/>
                </a:lnTo>
                <a:lnTo>
                  <a:pt x="0" y="1495044"/>
                </a:lnTo>
                <a:close/>
              </a:path>
              <a:path w="7620" h="2303145">
                <a:moveTo>
                  <a:pt x="0" y="1455420"/>
                </a:moveTo>
                <a:lnTo>
                  <a:pt x="0" y="1450847"/>
                </a:lnTo>
                <a:lnTo>
                  <a:pt x="1524" y="1449324"/>
                </a:lnTo>
                <a:lnTo>
                  <a:pt x="7620" y="1449324"/>
                </a:lnTo>
                <a:lnTo>
                  <a:pt x="7620" y="1455420"/>
                </a:lnTo>
                <a:lnTo>
                  <a:pt x="6095" y="1456944"/>
                </a:lnTo>
                <a:lnTo>
                  <a:pt x="1524" y="1456944"/>
                </a:lnTo>
                <a:lnTo>
                  <a:pt x="1524" y="1455420"/>
                </a:lnTo>
                <a:lnTo>
                  <a:pt x="0" y="1455420"/>
                </a:lnTo>
                <a:close/>
              </a:path>
              <a:path w="7620" h="2303145">
                <a:moveTo>
                  <a:pt x="0" y="1414271"/>
                </a:moveTo>
                <a:lnTo>
                  <a:pt x="0" y="1409700"/>
                </a:lnTo>
                <a:lnTo>
                  <a:pt x="1524" y="1409700"/>
                </a:lnTo>
                <a:lnTo>
                  <a:pt x="1524" y="1408176"/>
                </a:lnTo>
                <a:lnTo>
                  <a:pt x="6095" y="1408176"/>
                </a:lnTo>
                <a:lnTo>
                  <a:pt x="7620" y="1409700"/>
                </a:lnTo>
                <a:lnTo>
                  <a:pt x="7620" y="1415796"/>
                </a:lnTo>
                <a:lnTo>
                  <a:pt x="1524" y="1415796"/>
                </a:lnTo>
                <a:lnTo>
                  <a:pt x="0" y="1414271"/>
                </a:lnTo>
                <a:close/>
              </a:path>
              <a:path w="7620" h="2303145">
                <a:moveTo>
                  <a:pt x="0" y="1374647"/>
                </a:moveTo>
                <a:lnTo>
                  <a:pt x="0" y="1370076"/>
                </a:lnTo>
                <a:lnTo>
                  <a:pt x="1524" y="1368552"/>
                </a:lnTo>
                <a:lnTo>
                  <a:pt x="7620" y="1368552"/>
                </a:lnTo>
                <a:lnTo>
                  <a:pt x="7620" y="1374647"/>
                </a:lnTo>
                <a:lnTo>
                  <a:pt x="6095" y="1376171"/>
                </a:lnTo>
                <a:lnTo>
                  <a:pt x="1524" y="1376171"/>
                </a:lnTo>
                <a:lnTo>
                  <a:pt x="1524" y="1374647"/>
                </a:lnTo>
                <a:lnTo>
                  <a:pt x="0" y="1374647"/>
                </a:lnTo>
                <a:close/>
              </a:path>
              <a:path w="7620" h="2303145">
                <a:moveTo>
                  <a:pt x="0" y="1333500"/>
                </a:moveTo>
                <a:lnTo>
                  <a:pt x="0" y="1330452"/>
                </a:lnTo>
                <a:lnTo>
                  <a:pt x="3047" y="1327404"/>
                </a:lnTo>
                <a:lnTo>
                  <a:pt x="4571" y="1327404"/>
                </a:lnTo>
                <a:lnTo>
                  <a:pt x="6095" y="1328928"/>
                </a:lnTo>
                <a:lnTo>
                  <a:pt x="7620" y="1328928"/>
                </a:lnTo>
                <a:lnTo>
                  <a:pt x="7620" y="1335024"/>
                </a:lnTo>
                <a:lnTo>
                  <a:pt x="6095" y="1335024"/>
                </a:lnTo>
                <a:lnTo>
                  <a:pt x="4571" y="1336547"/>
                </a:lnTo>
                <a:lnTo>
                  <a:pt x="3047" y="1336547"/>
                </a:lnTo>
                <a:lnTo>
                  <a:pt x="0" y="1333500"/>
                </a:lnTo>
                <a:close/>
              </a:path>
              <a:path w="7620" h="2303145">
                <a:moveTo>
                  <a:pt x="1524" y="1295400"/>
                </a:moveTo>
                <a:lnTo>
                  <a:pt x="1524" y="1287780"/>
                </a:lnTo>
                <a:lnTo>
                  <a:pt x="6095" y="1287780"/>
                </a:lnTo>
                <a:lnTo>
                  <a:pt x="7620" y="1289304"/>
                </a:lnTo>
                <a:lnTo>
                  <a:pt x="7620" y="1293876"/>
                </a:lnTo>
                <a:lnTo>
                  <a:pt x="6095" y="1295400"/>
                </a:lnTo>
                <a:lnTo>
                  <a:pt x="1524" y="1295400"/>
                </a:lnTo>
                <a:close/>
              </a:path>
              <a:path w="7620" h="2303145">
                <a:moveTo>
                  <a:pt x="0" y="1293876"/>
                </a:moveTo>
                <a:lnTo>
                  <a:pt x="0" y="1289304"/>
                </a:lnTo>
                <a:lnTo>
                  <a:pt x="1524" y="1289304"/>
                </a:lnTo>
                <a:lnTo>
                  <a:pt x="1524" y="1293876"/>
                </a:lnTo>
                <a:lnTo>
                  <a:pt x="0" y="1293876"/>
                </a:lnTo>
                <a:close/>
              </a:path>
              <a:path w="7620" h="2303145">
                <a:moveTo>
                  <a:pt x="0" y="1252728"/>
                </a:moveTo>
                <a:lnTo>
                  <a:pt x="0" y="1249680"/>
                </a:lnTo>
                <a:lnTo>
                  <a:pt x="3047" y="1246631"/>
                </a:lnTo>
                <a:lnTo>
                  <a:pt x="4571" y="1246631"/>
                </a:lnTo>
                <a:lnTo>
                  <a:pt x="6095" y="1248155"/>
                </a:lnTo>
                <a:lnTo>
                  <a:pt x="7620" y="1248155"/>
                </a:lnTo>
                <a:lnTo>
                  <a:pt x="7620" y="1254252"/>
                </a:lnTo>
                <a:lnTo>
                  <a:pt x="6095" y="1254252"/>
                </a:lnTo>
                <a:lnTo>
                  <a:pt x="4571" y="1255776"/>
                </a:lnTo>
                <a:lnTo>
                  <a:pt x="3047" y="1255776"/>
                </a:lnTo>
                <a:lnTo>
                  <a:pt x="0" y="1252728"/>
                </a:lnTo>
                <a:close/>
              </a:path>
              <a:path w="7620" h="2303145">
                <a:moveTo>
                  <a:pt x="0" y="1213104"/>
                </a:moveTo>
                <a:lnTo>
                  <a:pt x="0" y="1208531"/>
                </a:lnTo>
                <a:lnTo>
                  <a:pt x="1524" y="1208531"/>
                </a:lnTo>
                <a:lnTo>
                  <a:pt x="1524" y="1207008"/>
                </a:lnTo>
                <a:lnTo>
                  <a:pt x="6095" y="1207008"/>
                </a:lnTo>
                <a:lnTo>
                  <a:pt x="7620" y="1208531"/>
                </a:lnTo>
                <a:lnTo>
                  <a:pt x="7620" y="1214628"/>
                </a:lnTo>
                <a:lnTo>
                  <a:pt x="1524" y="1214628"/>
                </a:lnTo>
                <a:lnTo>
                  <a:pt x="0" y="1213104"/>
                </a:lnTo>
                <a:close/>
              </a:path>
              <a:path w="7620" h="2303145">
                <a:moveTo>
                  <a:pt x="0" y="1173480"/>
                </a:moveTo>
                <a:lnTo>
                  <a:pt x="0" y="1168908"/>
                </a:lnTo>
                <a:lnTo>
                  <a:pt x="1524" y="1167384"/>
                </a:lnTo>
                <a:lnTo>
                  <a:pt x="7620" y="1167384"/>
                </a:lnTo>
                <a:lnTo>
                  <a:pt x="7620" y="1173480"/>
                </a:lnTo>
                <a:lnTo>
                  <a:pt x="6095" y="1175004"/>
                </a:lnTo>
                <a:lnTo>
                  <a:pt x="1524" y="1175004"/>
                </a:lnTo>
                <a:lnTo>
                  <a:pt x="1524" y="1173480"/>
                </a:lnTo>
                <a:lnTo>
                  <a:pt x="0" y="1173480"/>
                </a:lnTo>
                <a:close/>
              </a:path>
              <a:path w="7620" h="2303145">
                <a:moveTo>
                  <a:pt x="0" y="1132331"/>
                </a:moveTo>
                <a:lnTo>
                  <a:pt x="0" y="1129284"/>
                </a:lnTo>
                <a:lnTo>
                  <a:pt x="1524" y="1127760"/>
                </a:lnTo>
                <a:lnTo>
                  <a:pt x="1524" y="1126236"/>
                </a:lnTo>
                <a:lnTo>
                  <a:pt x="6095" y="1126236"/>
                </a:lnTo>
                <a:lnTo>
                  <a:pt x="7620" y="1127760"/>
                </a:lnTo>
                <a:lnTo>
                  <a:pt x="7620" y="1133855"/>
                </a:lnTo>
                <a:lnTo>
                  <a:pt x="6095" y="1133855"/>
                </a:lnTo>
                <a:lnTo>
                  <a:pt x="4571" y="1135380"/>
                </a:lnTo>
                <a:lnTo>
                  <a:pt x="3047" y="1135380"/>
                </a:lnTo>
                <a:lnTo>
                  <a:pt x="0" y="1132331"/>
                </a:lnTo>
                <a:close/>
              </a:path>
              <a:path w="7620" h="2303145">
                <a:moveTo>
                  <a:pt x="1524" y="1094231"/>
                </a:moveTo>
                <a:lnTo>
                  <a:pt x="1524" y="1086612"/>
                </a:lnTo>
                <a:lnTo>
                  <a:pt x="6095" y="1086612"/>
                </a:lnTo>
                <a:lnTo>
                  <a:pt x="7620" y="1088136"/>
                </a:lnTo>
                <a:lnTo>
                  <a:pt x="7620" y="1092708"/>
                </a:lnTo>
                <a:lnTo>
                  <a:pt x="6095" y="1094231"/>
                </a:lnTo>
                <a:lnTo>
                  <a:pt x="1524" y="1094231"/>
                </a:lnTo>
                <a:close/>
              </a:path>
              <a:path w="7620" h="2303145">
                <a:moveTo>
                  <a:pt x="0" y="1092708"/>
                </a:moveTo>
                <a:lnTo>
                  <a:pt x="0" y="1088136"/>
                </a:lnTo>
                <a:lnTo>
                  <a:pt x="1524" y="1088136"/>
                </a:lnTo>
                <a:lnTo>
                  <a:pt x="1524" y="1092708"/>
                </a:lnTo>
                <a:lnTo>
                  <a:pt x="0" y="1092708"/>
                </a:lnTo>
                <a:close/>
              </a:path>
              <a:path w="7620" h="2303145">
                <a:moveTo>
                  <a:pt x="0" y="1051560"/>
                </a:moveTo>
                <a:lnTo>
                  <a:pt x="0" y="1048512"/>
                </a:lnTo>
                <a:lnTo>
                  <a:pt x="3047" y="1045463"/>
                </a:lnTo>
                <a:lnTo>
                  <a:pt x="4571" y="1045463"/>
                </a:lnTo>
                <a:lnTo>
                  <a:pt x="6095" y="1046988"/>
                </a:lnTo>
                <a:lnTo>
                  <a:pt x="7620" y="1046988"/>
                </a:lnTo>
                <a:lnTo>
                  <a:pt x="7620" y="1053084"/>
                </a:lnTo>
                <a:lnTo>
                  <a:pt x="6095" y="1053084"/>
                </a:lnTo>
                <a:lnTo>
                  <a:pt x="4571" y="1054608"/>
                </a:lnTo>
                <a:lnTo>
                  <a:pt x="3047" y="1054608"/>
                </a:lnTo>
                <a:lnTo>
                  <a:pt x="0" y="1051560"/>
                </a:lnTo>
                <a:close/>
              </a:path>
              <a:path w="7620" h="2303145">
                <a:moveTo>
                  <a:pt x="1524" y="1013460"/>
                </a:moveTo>
                <a:lnTo>
                  <a:pt x="1524" y="1005839"/>
                </a:lnTo>
                <a:lnTo>
                  <a:pt x="6095" y="1005839"/>
                </a:lnTo>
                <a:lnTo>
                  <a:pt x="7620" y="1007363"/>
                </a:lnTo>
                <a:lnTo>
                  <a:pt x="7620" y="1011936"/>
                </a:lnTo>
                <a:lnTo>
                  <a:pt x="6095" y="1013460"/>
                </a:lnTo>
                <a:lnTo>
                  <a:pt x="1524" y="1013460"/>
                </a:lnTo>
                <a:close/>
              </a:path>
              <a:path w="7620" h="2303145">
                <a:moveTo>
                  <a:pt x="0" y="1011936"/>
                </a:moveTo>
                <a:lnTo>
                  <a:pt x="0" y="1007363"/>
                </a:lnTo>
                <a:lnTo>
                  <a:pt x="1524" y="1007363"/>
                </a:lnTo>
                <a:lnTo>
                  <a:pt x="1524" y="1011936"/>
                </a:lnTo>
                <a:lnTo>
                  <a:pt x="0" y="1011936"/>
                </a:lnTo>
                <a:close/>
              </a:path>
              <a:path w="7620" h="2303145">
                <a:moveTo>
                  <a:pt x="0" y="972312"/>
                </a:moveTo>
                <a:lnTo>
                  <a:pt x="0" y="967739"/>
                </a:lnTo>
                <a:lnTo>
                  <a:pt x="1524" y="966216"/>
                </a:lnTo>
                <a:lnTo>
                  <a:pt x="7620" y="966216"/>
                </a:lnTo>
                <a:lnTo>
                  <a:pt x="7620" y="972312"/>
                </a:lnTo>
                <a:lnTo>
                  <a:pt x="6095" y="973836"/>
                </a:lnTo>
                <a:lnTo>
                  <a:pt x="1524" y="973836"/>
                </a:lnTo>
                <a:lnTo>
                  <a:pt x="1524" y="972312"/>
                </a:lnTo>
                <a:lnTo>
                  <a:pt x="0" y="972312"/>
                </a:lnTo>
                <a:close/>
              </a:path>
              <a:path w="7620" h="2303145">
                <a:moveTo>
                  <a:pt x="0" y="931163"/>
                </a:moveTo>
                <a:lnTo>
                  <a:pt x="0" y="926592"/>
                </a:lnTo>
                <a:lnTo>
                  <a:pt x="1524" y="926592"/>
                </a:lnTo>
                <a:lnTo>
                  <a:pt x="1524" y="925068"/>
                </a:lnTo>
                <a:lnTo>
                  <a:pt x="6095" y="925068"/>
                </a:lnTo>
                <a:lnTo>
                  <a:pt x="7620" y="926592"/>
                </a:lnTo>
                <a:lnTo>
                  <a:pt x="7620" y="932688"/>
                </a:lnTo>
                <a:lnTo>
                  <a:pt x="1524" y="932688"/>
                </a:lnTo>
                <a:lnTo>
                  <a:pt x="0" y="931163"/>
                </a:lnTo>
                <a:close/>
              </a:path>
              <a:path w="7620" h="2303145">
                <a:moveTo>
                  <a:pt x="1524" y="893063"/>
                </a:moveTo>
                <a:lnTo>
                  <a:pt x="1524" y="885444"/>
                </a:lnTo>
                <a:lnTo>
                  <a:pt x="6095" y="885444"/>
                </a:lnTo>
                <a:lnTo>
                  <a:pt x="7620" y="886968"/>
                </a:lnTo>
                <a:lnTo>
                  <a:pt x="7620" y="891539"/>
                </a:lnTo>
                <a:lnTo>
                  <a:pt x="6095" y="893063"/>
                </a:lnTo>
                <a:lnTo>
                  <a:pt x="1524" y="893063"/>
                </a:lnTo>
                <a:close/>
              </a:path>
              <a:path w="7620" h="2303145">
                <a:moveTo>
                  <a:pt x="0" y="891539"/>
                </a:moveTo>
                <a:lnTo>
                  <a:pt x="0" y="886968"/>
                </a:lnTo>
                <a:lnTo>
                  <a:pt x="1524" y="886968"/>
                </a:lnTo>
                <a:lnTo>
                  <a:pt x="1524" y="891539"/>
                </a:lnTo>
                <a:lnTo>
                  <a:pt x="0" y="891539"/>
                </a:lnTo>
                <a:close/>
              </a:path>
              <a:path w="7620" h="2303145">
                <a:moveTo>
                  <a:pt x="0" y="850392"/>
                </a:moveTo>
                <a:lnTo>
                  <a:pt x="0" y="847344"/>
                </a:lnTo>
                <a:lnTo>
                  <a:pt x="3047" y="844296"/>
                </a:lnTo>
                <a:lnTo>
                  <a:pt x="4571" y="844296"/>
                </a:lnTo>
                <a:lnTo>
                  <a:pt x="6095" y="845820"/>
                </a:lnTo>
                <a:lnTo>
                  <a:pt x="7620" y="845820"/>
                </a:lnTo>
                <a:lnTo>
                  <a:pt x="7620" y="851916"/>
                </a:lnTo>
                <a:lnTo>
                  <a:pt x="6095" y="851916"/>
                </a:lnTo>
                <a:lnTo>
                  <a:pt x="4571" y="853439"/>
                </a:lnTo>
                <a:lnTo>
                  <a:pt x="3047" y="853439"/>
                </a:lnTo>
                <a:lnTo>
                  <a:pt x="0" y="850392"/>
                </a:lnTo>
                <a:close/>
              </a:path>
              <a:path w="7620" h="2303145">
                <a:moveTo>
                  <a:pt x="1524" y="812292"/>
                </a:moveTo>
                <a:lnTo>
                  <a:pt x="1524" y="804671"/>
                </a:lnTo>
                <a:lnTo>
                  <a:pt x="6095" y="804671"/>
                </a:lnTo>
                <a:lnTo>
                  <a:pt x="7620" y="806196"/>
                </a:lnTo>
                <a:lnTo>
                  <a:pt x="7620" y="810768"/>
                </a:lnTo>
                <a:lnTo>
                  <a:pt x="6095" y="812292"/>
                </a:lnTo>
                <a:lnTo>
                  <a:pt x="1524" y="812292"/>
                </a:lnTo>
                <a:close/>
              </a:path>
              <a:path w="7620" h="2303145">
                <a:moveTo>
                  <a:pt x="0" y="810768"/>
                </a:moveTo>
                <a:lnTo>
                  <a:pt x="0" y="806196"/>
                </a:lnTo>
                <a:lnTo>
                  <a:pt x="1524" y="806196"/>
                </a:lnTo>
                <a:lnTo>
                  <a:pt x="1524" y="810768"/>
                </a:lnTo>
                <a:lnTo>
                  <a:pt x="0" y="810768"/>
                </a:lnTo>
                <a:close/>
              </a:path>
              <a:path w="7620" h="2303145">
                <a:moveTo>
                  <a:pt x="0" y="769620"/>
                </a:moveTo>
                <a:lnTo>
                  <a:pt x="0" y="766571"/>
                </a:lnTo>
                <a:lnTo>
                  <a:pt x="3047" y="763524"/>
                </a:lnTo>
                <a:lnTo>
                  <a:pt x="4571" y="763524"/>
                </a:lnTo>
                <a:lnTo>
                  <a:pt x="6095" y="765047"/>
                </a:lnTo>
                <a:lnTo>
                  <a:pt x="7620" y="765047"/>
                </a:lnTo>
                <a:lnTo>
                  <a:pt x="7620" y="771144"/>
                </a:lnTo>
                <a:lnTo>
                  <a:pt x="6095" y="772668"/>
                </a:lnTo>
                <a:lnTo>
                  <a:pt x="1524" y="772668"/>
                </a:lnTo>
                <a:lnTo>
                  <a:pt x="1524" y="771144"/>
                </a:lnTo>
                <a:lnTo>
                  <a:pt x="0" y="769620"/>
                </a:lnTo>
                <a:close/>
              </a:path>
              <a:path w="7620" h="2303145">
                <a:moveTo>
                  <a:pt x="0" y="729996"/>
                </a:moveTo>
                <a:lnTo>
                  <a:pt x="0" y="725424"/>
                </a:lnTo>
                <a:lnTo>
                  <a:pt x="1524" y="725424"/>
                </a:lnTo>
                <a:lnTo>
                  <a:pt x="1524" y="723900"/>
                </a:lnTo>
                <a:lnTo>
                  <a:pt x="6095" y="723900"/>
                </a:lnTo>
                <a:lnTo>
                  <a:pt x="7620" y="725424"/>
                </a:lnTo>
                <a:lnTo>
                  <a:pt x="7620" y="731520"/>
                </a:lnTo>
                <a:lnTo>
                  <a:pt x="1524" y="731520"/>
                </a:lnTo>
                <a:lnTo>
                  <a:pt x="0" y="729996"/>
                </a:lnTo>
                <a:close/>
              </a:path>
              <a:path w="7620" h="2303145">
                <a:moveTo>
                  <a:pt x="0" y="690371"/>
                </a:moveTo>
                <a:lnTo>
                  <a:pt x="0" y="685800"/>
                </a:lnTo>
                <a:lnTo>
                  <a:pt x="1524" y="684276"/>
                </a:lnTo>
                <a:lnTo>
                  <a:pt x="7620" y="684276"/>
                </a:lnTo>
                <a:lnTo>
                  <a:pt x="7620" y="690371"/>
                </a:lnTo>
                <a:lnTo>
                  <a:pt x="6095" y="691896"/>
                </a:lnTo>
                <a:lnTo>
                  <a:pt x="1524" y="691896"/>
                </a:lnTo>
                <a:lnTo>
                  <a:pt x="1524" y="690371"/>
                </a:lnTo>
                <a:lnTo>
                  <a:pt x="0" y="690371"/>
                </a:lnTo>
                <a:close/>
              </a:path>
              <a:path w="7620" h="2303145">
                <a:moveTo>
                  <a:pt x="0" y="649224"/>
                </a:moveTo>
                <a:lnTo>
                  <a:pt x="0" y="646176"/>
                </a:lnTo>
                <a:lnTo>
                  <a:pt x="1524" y="644652"/>
                </a:lnTo>
                <a:lnTo>
                  <a:pt x="1524" y="643128"/>
                </a:lnTo>
                <a:lnTo>
                  <a:pt x="6095" y="643128"/>
                </a:lnTo>
                <a:lnTo>
                  <a:pt x="7620" y="644652"/>
                </a:lnTo>
                <a:lnTo>
                  <a:pt x="7620" y="650747"/>
                </a:lnTo>
                <a:lnTo>
                  <a:pt x="6095" y="650747"/>
                </a:lnTo>
                <a:lnTo>
                  <a:pt x="4571" y="652271"/>
                </a:lnTo>
                <a:lnTo>
                  <a:pt x="3047" y="652271"/>
                </a:lnTo>
                <a:lnTo>
                  <a:pt x="0" y="649224"/>
                </a:lnTo>
                <a:close/>
              </a:path>
              <a:path w="7620" h="2303145">
                <a:moveTo>
                  <a:pt x="1524" y="611124"/>
                </a:moveTo>
                <a:lnTo>
                  <a:pt x="1524" y="603504"/>
                </a:lnTo>
                <a:lnTo>
                  <a:pt x="6095" y="603504"/>
                </a:lnTo>
                <a:lnTo>
                  <a:pt x="7620" y="605028"/>
                </a:lnTo>
                <a:lnTo>
                  <a:pt x="7620" y="609600"/>
                </a:lnTo>
                <a:lnTo>
                  <a:pt x="6095" y="611124"/>
                </a:lnTo>
                <a:lnTo>
                  <a:pt x="1524" y="611124"/>
                </a:lnTo>
                <a:close/>
              </a:path>
              <a:path w="7620" h="2303145">
                <a:moveTo>
                  <a:pt x="0" y="609600"/>
                </a:moveTo>
                <a:lnTo>
                  <a:pt x="0" y="605028"/>
                </a:lnTo>
                <a:lnTo>
                  <a:pt x="1524" y="605028"/>
                </a:lnTo>
                <a:lnTo>
                  <a:pt x="1524" y="609600"/>
                </a:lnTo>
                <a:lnTo>
                  <a:pt x="0" y="609600"/>
                </a:lnTo>
                <a:close/>
              </a:path>
              <a:path w="7620" h="2303145">
                <a:moveTo>
                  <a:pt x="0" y="568452"/>
                </a:moveTo>
                <a:lnTo>
                  <a:pt x="0" y="565404"/>
                </a:lnTo>
                <a:lnTo>
                  <a:pt x="3047" y="562355"/>
                </a:lnTo>
                <a:lnTo>
                  <a:pt x="4571" y="562355"/>
                </a:lnTo>
                <a:lnTo>
                  <a:pt x="6095" y="563879"/>
                </a:lnTo>
                <a:lnTo>
                  <a:pt x="7620" y="563879"/>
                </a:lnTo>
                <a:lnTo>
                  <a:pt x="7620" y="569976"/>
                </a:lnTo>
                <a:lnTo>
                  <a:pt x="6095" y="569976"/>
                </a:lnTo>
                <a:lnTo>
                  <a:pt x="4571" y="571500"/>
                </a:lnTo>
                <a:lnTo>
                  <a:pt x="3047" y="571500"/>
                </a:lnTo>
                <a:lnTo>
                  <a:pt x="0" y="568452"/>
                </a:lnTo>
                <a:close/>
              </a:path>
              <a:path w="7620" h="2303145">
                <a:moveTo>
                  <a:pt x="1524" y="530352"/>
                </a:moveTo>
                <a:lnTo>
                  <a:pt x="1524" y="522731"/>
                </a:lnTo>
                <a:lnTo>
                  <a:pt x="6095" y="522731"/>
                </a:lnTo>
                <a:lnTo>
                  <a:pt x="7620" y="524255"/>
                </a:lnTo>
                <a:lnTo>
                  <a:pt x="7620" y="528828"/>
                </a:lnTo>
                <a:lnTo>
                  <a:pt x="6095" y="530352"/>
                </a:lnTo>
                <a:lnTo>
                  <a:pt x="1524" y="530352"/>
                </a:lnTo>
                <a:close/>
              </a:path>
              <a:path w="7620" h="2303145">
                <a:moveTo>
                  <a:pt x="0" y="528828"/>
                </a:moveTo>
                <a:lnTo>
                  <a:pt x="0" y="524255"/>
                </a:lnTo>
                <a:lnTo>
                  <a:pt x="1524" y="524255"/>
                </a:lnTo>
                <a:lnTo>
                  <a:pt x="1524" y="528828"/>
                </a:lnTo>
                <a:lnTo>
                  <a:pt x="0" y="528828"/>
                </a:lnTo>
                <a:close/>
              </a:path>
              <a:path w="7620" h="2303145">
                <a:moveTo>
                  <a:pt x="0" y="489204"/>
                </a:moveTo>
                <a:lnTo>
                  <a:pt x="0" y="484631"/>
                </a:lnTo>
                <a:lnTo>
                  <a:pt x="1524" y="483108"/>
                </a:lnTo>
                <a:lnTo>
                  <a:pt x="7620" y="483108"/>
                </a:lnTo>
                <a:lnTo>
                  <a:pt x="7620" y="489204"/>
                </a:lnTo>
                <a:lnTo>
                  <a:pt x="6095" y="490728"/>
                </a:lnTo>
                <a:lnTo>
                  <a:pt x="1524" y="490728"/>
                </a:lnTo>
                <a:lnTo>
                  <a:pt x="1524" y="489204"/>
                </a:lnTo>
                <a:lnTo>
                  <a:pt x="0" y="489204"/>
                </a:lnTo>
                <a:close/>
              </a:path>
              <a:path w="7620" h="2303145">
                <a:moveTo>
                  <a:pt x="0" y="448055"/>
                </a:moveTo>
                <a:lnTo>
                  <a:pt x="0" y="443484"/>
                </a:lnTo>
                <a:lnTo>
                  <a:pt x="1524" y="443484"/>
                </a:lnTo>
                <a:lnTo>
                  <a:pt x="1524" y="441960"/>
                </a:lnTo>
                <a:lnTo>
                  <a:pt x="6095" y="441960"/>
                </a:lnTo>
                <a:lnTo>
                  <a:pt x="7620" y="443484"/>
                </a:lnTo>
                <a:lnTo>
                  <a:pt x="7620" y="449579"/>
                </a:lnTo>
                <a:lnTo>
                  <a:pt x="1524" y="449579"/>
                </a:lnTo>
                <a:lnTo>
                  <a:pt x="0" y="448055"/>
                </a:lnTo>
                <a:close/>
              </a:path>
              <a:path w="7620" h="2303145">
                <a:moveTo>
                  <a:pt x="1524" y="409955"/>
                </a:moveTo>
                <a:lnTo>
                  <a:pt x="1524" y="402336"/>
                </a:lnTo>
                <a:lnTo>
                  <a:pt x="6095" y="402336"/>
                </a:lnTo>
                <a:lnTo>
                  <a:pt x="7620" y="403860"/>
                </a:lnTo>
                <a:lnTo>
                  <a:pt x="7620" y="408431"/>
                </a:lnTo>
                <a:lnTo>
                  <a:pt x="6095" y="409955"/>
                </a:lnTo>
                <a:lnTo>
                  <a:pt x="1524" y="409955"/>
                </a:lnTo>
                <a:close/>
              </a:path>
              <a:path w="7620" h="2303145">
                <a:moveTo>
                  <a:pt x="0" y="408431"/>
                </a:moveTo>
                <a:lnTo>
                  <a:pt x="0" y="403860"/>
                </a:lnTo>
                <a:lnTo>
                  <a:pt x="1524" y="403860"/>
                </a:lnTo>
                <a:lnTo>
                  <a:pt x="1524" y="408431"/>
                </a:lnTo>
                <a:lnTo>
                  <a:pt x="0" y="408431"/>
                </a:lnTo>
                <a:close/>
              </a:path>
              <a:path w="7620" h="2303145">
                <a:moveTo>
                  <a:pt x="0" y="367284"/>
                </a:moveTo>
                <a:lnTo>
                  <a:pt x="0" y="364236"/>
                </a:lnTo>
                <a:lnTo>
                  <a:pt x="3047" y="361187"/>
                </a:lnTo>
                <a:lnTo>
                  <a:pt x="4571" y="361187"/>
                </a:lnTo>
                <a:lnTo>
                  <a:pt x="6095" y="362712"/>
                </a:lnTo>
                <a:lnTo>
                  <a:pt x="7620" y="362712"/>
                </a:lnTo>
                <a:lnTo>
                  <a:pt x="7620" y="368808"/>
                </a:lnTo>
                <a:lnTo>
                  <a:pt x="6095" y="368808"/>
                </a:lnTo>
                <a:lnTo>
                  <a:pt x="4571" y="370331"/>
                </a:lnTo>
                <a:lnTo>
                  <a:pt x="3047" y="370331"/>
                </a:lnTo>
                <a:lnTo>
                  <a:pt x="0" y="367284"/>
                </a:lnTo>
                <a:close/>
              </a:path>
              <a:path w="7620" h="2303145">
                <a:moveTo>
                  <a:pt x="1524" y="329184"/>
                </a:moveTo>
                <a:lnTo>
                  <a:pt x="1524" y="321563"/>
                </a:lnTo>
                <a:lnTo>
                  <a:pt x="6095" y="321563"/>
                </a:lnTo>
                <a:lnTo>
                  <a:pt x="7620" y="323087"/>
                </a:lnTo>
                <a:lnTo>
                  <a:pt x="7620" y="327660"/>
                </a:lnTo>
                <a:lnTo>
                  <a:pt x="6095" y="329184"/>
                </a:lnTo>
                <a:lnTo>
                  <a:pt x="1524" y="329184"/>
                </a:lnTo>
                <a:close/>
              </a:path>
              <a:path w="7620" h="2303145">
                <a:moveTo>
                  <a:pt x="0" y="327660"/>
                </a:moveTo>
                <a:lnTo>
                  <a:pt x="0" y="323087"/>
                </a:lnTo>
                <a:lnTo>
                  <a:pt x="1524" y="323087"/>
                </a:lnTo>
                <a:lnTo>
                  <a:pt x="1524" y="327660"/>
                </a:lnTo>
                <a:lnTo>
                  <a:pt x="0" y="327660"/>
                </a:lnTo>
                <a:close/>
              </a:path>
              <a:path w="7620" h="2303145">
                <a:moveTo>
                  <a:pt x="0" y="286512"/>
                </a:moveTo>
                <a:lnTo>
                  <a:pt x="0" y="283463"/>
                </a:lnTo>
                <a:lnTo>
                  <a:pt x="3047" y="280416"/>
                </a:lnTo>
                <a:lnTo>
                  <a:pt x="4571" y="280416"/>
                </a:lnTo>
                <a:lnTo>
                  <a:pt x="6095" y="281939"/>
                </a:lnTo>
                <a:lnTo>
                  <a:pt x="7620" y="281939"/>
                </a:lnTo>
                <a:lnTo>
                  <a:pt x="7620" y="288036"/>
                </a:lnTo>
                <a:lnTo>
                  <a:pt x="6095" y="289560"/>
                </a:lnTo>
                <a:lnTo>
                  <a:pt x="1524" y="289560"/>
                </a:lnTo>
                <a:lnTo>
                  <a:pt x="1524" y="288036"/>
                </a:lnTo>
                <a:lnTo>
                  <a:pt x="0" y="286512"/>
                </a:lnTo>
                <a:close/>
              </a:path>
              <a:path w="7620" h="2303145">
                <a:moveTo>
                  <a:pt x="0" y="246887"/>
                </a:moveTo>
                <a:lnTo>
                  <a:pt x="0" y="242316"/>
                </a:lnTo>
                <a:lnTo>
                  <a:pt x="1524" y="242316"/>
                </a:lnTo>
                <a:lnTo>
                  <a:pt x="1524" y="240792"/>
                </a:lnTo>
                <a:lnTo>
                  <a:pt x="6095" y="240792"/>
                </a:lnTo>
                <a:lnTo>
                  <a:pt x="7620" y="242316"/>
                </a:lnTo>
                <a:lnTo>
                  <a:pt x="7620" y="248412"/>
                </a:lnTo>
                <a:lnTo>
                  <a:pt x="1524" y="248412"/>
                </a:lnTo>
                <a:lnTo>
                  <a:pt x="0" y="246887"/>
                </a:lnTo>
                <a:close/>
              </a:path>
              <a:path w="7620" h="2303145">
                <a:moveTo>
                  <a:pt x="0" y="207263"/>
                </a:moveTo>
                <a:lnTo>
                  <a:pt x="0" y="202692"/>
                </a:lnTo>
                <a:lnTo>
                  <a:pt x="1524" y="201168"/>
                </a:lnTo>
                <a:lnTo>
                  <a:pt x="7620" y="201168"/>
                </a:lnTo>
                <a:lnTo>
                  <a:pt x="7620" y="207263"/>
                </a:lnTo>
                <a:lnTo>
                  <a:pt x="6095" y="208787"/>
                </a:lnTo>
                <a:lnTo>
                  <a:pt x="1524" y="208787"/>
                </a:lnTo>
                <a:lnTo>
                  <a:pt x="1524" y="207263"/>
                </a:lnTo>
                <a:lnTo>
                  <a:pt x="0" y="207263"/>
                </a:lnTo>
                <a:close/>
              </a:path>
              <a:path w="7620" h="2303145">
                <a:moveTo>
                  <a:pt x="0" y="166116"/>
                </a:moveTo>
                <a:lnTo>
                  <a:pt x="0" y="163068"/>
                </a:lnTo>
                <a:lnTo>
                  <a:pt x="3047" y="160020"/>
                </a:lnTo>
                <a:lnTo>
                  <a:pt x="4571" y="160020"/>
                </a:lnTo>
                <a:lnTo>
                  <a:pt x="6095" y="161544"/>
                </a:lnTo>
                <a:lnTo>
                  <a:pt x="7620" y="161544"/>
                </a:lnTo>
                <a:lnTo>
                  <a:pt x="7620" y="167640"/>
                </a:lnTo>
                <a:lnTo>
                  <a:pt x="6095" y="167640"/>
                </a:lnTo>
                <a:lnTo>
                  <a:pt x="4571" y="169164"/>
                </a:lnTo>
                <a:lnTo>
                  <a:pt x="3047" y="169164"/>
                </a:lnTo>
                <a:lnTo>
                  <a:pt x="0" y="166116"/>
                </a:lnTo>
                <a:close/>
              </a:path>
              <a:path w="7620" h="2303145">
                <a:moveTo>
                  <a:pt x="1524" y="128016"/>
                </a:moveTo>
                <a:lnTo>
                  <a:pt x="1524" y="120395"/>
                </a:lnTo>
                <a:lnTo>
                  <a:pt x="6095" y="120395"/>
                </a:lnTo>
                <a:lnTo>
                  <a:pt x="7620" y="121920"/>
                </a:lnTo>
                <a:lnTo>
                  <a:pt x="7620" y="126491"/>
                </a:lnTo>
                <a:lnTo>
                  <a:pt x="6095" y="128016"/>
                </a:lnTo>
                <a:lnTo>
                  <a:pt x="1524" y="128016"/>
                </a:lnTo>
                <a:close/>
              </a:path>
              <a:path w="7620" h="2303145">
                <a:moveTo>
                  <a:pt x="0" y="126491"/>
                </a:moveTo>
                <a:lnTo>
                  <a:pt x="0" y="121920"/>
                </a:lnTo>
                <a:lnTo>
                  <a:pt x="1524" y="121920"/>
                </a:lnTo>
                <a:lnTo>
                  <a:pt x="1524" y="126491"/>
                </a:lnTo>
                <a:lnTo>
                  <a:pt x="0" y="126491"/>
                </a:lnTo>
                <a:close/>
              </a:path>
              <a:path w="7620" h="2303145">
                <a:moveTo>
                  <a:pt x="0" y="85344"/>
                </a:moveTo>
                <a:lnTo>
                  <a:pt x="0" y="82295"/>
                </a:lnTo>
                <a:lnTo>
                  <a:pt x="3047" y="79248"/>
                </a:lnTo>
                <a:lnTo>
                  <a:pt x="4571" y="79248"/>
                </a:lnTo>
                <a:lnTo>
                  <a:pt x="6095" y="80772"/>
                </a:lnTo>
                <a:lnTo>
                  <a:pt x="7620" y="80772"/>
                </a:lnTo>
                <a:lnTo>
                  <a:pt x="7620" y="86868"/>
                </a:lnTo>
                <a:lnTo>
                  <a:pt x="6095" y="86868"/>
                </a:lnTo>
                <a:lnTo>
                  <a:pt x="4571" y="88391"/>
                </a:lnTo>
                <a:lnTo>
                  <a:pt x="3047" y="88391"/>
                </a:lnTo>
                <a:lnTo>
                  <a:pt x="0" y="85344"/>
                </a:lnTo>
                <a:close/>
              </a:path>
              <a:path w="7620" h="2303145">
                <a:moveTo>
                  <a:pt x="0" y="45720"/>
                </a:moveTo>
                <a:lnTo>
                  <a:pt x="0" y="41148"/>
                </a:lnTo>
                <a:lnTo>
                  <a:pt x="1524" y="41148"/>
                </a:lnTo>
                <a:lnTo>
                  <a:pt x="1524" y="39624"/>
                </a:lnTo>
                <a:lnTo>
                  <a:pt x="6095" y="39624"/>
                </a:lnTo>
                <a:lnTo>
                  <a:pt x="7620" y="41148"/>
                </a:lnTo>
                <a:lnTo>
                  <a:pt x="7620" y="47244"/>
                </a:lnTo>
                <a:lnTo>
                  <a:pt x="1524" y="47244"/>
                </a:lnTo>
                <a:lnTo>
                  <a:pt x="0" y="45720"/>
                </a:lnTo>
                <a:close/>
              </a:path>
              <a:path w="7620" h="2303145">
                <a:moveTo>
                  <a:pt x="0" y="6095"/>
                </a:moveTo>
                <a:lnTo>
                  <a:pt x="0" y="1524"/>
                </a:lnTo>
                <a:lnTo>
                  <a:pt x="1524" y="0"/>
                </a:lnTo>
                <a:lnTo>
                  <a:pt x="7620" y="0"/>
                </a:lnTo>
                <a:lnTo>
                  <a:pt x="7620" y="6095"/>
                </a:lnTo>
                <a:lnTo>
                  <a:pt x="6095" y="7620"/>
                </a:lnTo>
                <a:lnTo>
                  <a:pt x="1524" y="7620"/>
                </a:lnTo>
                <a:lnTo>
                  <a:pt x="1524" y="6095"/>
                </a:lnTo>
                <a:lnTo>
                  <a:pt x="0" y="6095"/>
                </a:lnTo>
                <a:close/>
              </a:path>
            </a:pathLst>
          </a:custGeom>
          <a:solidFill>
            <a:srgbClr val="C8C6C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9" name="object 39" descr=""/>
          <p:cNvGrpSpPr/>
          <p:nvPr/>
        </p:nvGrpSpPr>
        <p:grpSpPr>
          <a:xfrm>
            <a:off x="8356092" y="4599432"/>
            <a:ext cx="181610" cy="71755"/>
            <a:chOff x="8356092" y="4599432"/>
            <a:chExt cx="181610" cy="71755"/>
          </a:xfrm>
        </p:grpSpPr>
        <p:sp>
          <p:nvSpPr>
            <p:cNvPr id="40" name="object 40" descr=""/>
            <p:cNvSpPr/>
            <p:nvPr/>
          </p:nvSpPr>
          <p:spPr>
            <a:xfrm>
              <a:off x="8356092" y="4604003"/>
              <a:ext cx="48895" cy="67310"/>
            </a:xfrm>
            <a:custGeom>
              <a:avLst/>
              <a:gdLst/>
              <a:ahLst/>
              <a:cxnLst/>
              <a:rect l="l" t="t" r="r" b="b"/>
              <a:pathLst>
                <a:path w="48895" h="67310">
                  <a:moveTo>
                    <a:pt x="39624" y="50292"/>
                  </a:moveTo>
                  <a:lnTo>
                    <a:pt x="39624" y="44196"/>
                  </a:lnTo>
                  <a:lnTo>
                    <a:pt x="48768" y="44196"/>
                  </a:lnTo>
                  <a:lnTo>
                    <a:pt x="48768" y="50292"/>
                  </a:lnTo>
                  <a:lnTo>
                    <a:pt x="39624" y="50292"/>
                  </a:lnTo>
                  <a:close/>
                </a:path>
                <a:path w="48895" h="67310">
                  <a:moveTo>
                    <a:pt x="0" y="50292"/>
                  </a:moveTo>
                  <a:lnTo>
                    <a:pt x="0" y="44196"/>
                  </a:lnTo>
                  <a:lnTo>
                    <a:pt x="6096" y="38100"/>
                  </a:lnTo>
                  <a:lnTo>
                    <a:pt x="9144" y="33528"/>
                  </a:lnTo>
                  <a:lnTo>
                    <a:pt x="15240" y="27432"/>
                  </a:lnTo>
                  <a:lnTo>
                    <a:pt x="16764" y="22860"/>
                  </a:lnTo>
                  <a:lnTo>
                    <a:pt x="19812" y="18288"/>
                  </a:lnTo>
                  <a:lnTo>
                    <a:pt x="22860" y="15240"/>
                  </a:lnTo>
                  <a:lnTo>
                    <a:pt x="24384" y="10668"/>
                  </a:lnTo>
                  <a:lnTo>
                    <a:pt x="27432" y="7620"/>
                  </a:lnTo>
                  <a:lnTo>
                    <a:pt x="28956" y="3048"/>
                  </a:lnTo>
                  <a:lnTo>
                    <a:pt x="30480" y="0"/>
                  </a:lnTo>
                  <a:lnTo>
                    <a:pt x="39624" y="0"/>
                  </a:lnTo>
                  <a:lnTo>
                    <a:pt x="39624" y="67056"/>
                  </a:lnTo>
                  <a:lnTo>
                    <a:pt x="32004" y="67056"/>
                  </a:lnTo>
                  <a:lnTo>
                    <a:pt x="32004" y="12192"/>
                  </a:lnTo>
                  <a:lnTo>
                    <a:pt x="28956" y="15240"/>
                  </a:lnTo>
                  <a:lnTo>
                    <a:pt x="27432" y="19812"/>
                  </a:lnTo>
                  <a:lnTo>
                    <a:pt x="24384" y="22860"/>
                  </a:lnTo>
                  <a:lnTo>
                    <a:pt x="21336" y="28956"/>
                  </a:lnTo>
                  <a:lnTo>
                    <a:pt x="16764" y="33528"/>
                  </a:lnTo>
                  <a:lnTo>
                    <a:pt x="15240" y="36576"/>
                  </a:lnTo>
                  <a:lnTo>
                    <a:pt x="13716" y="38100"/>
                  </a:lnTo>
                  <a:lnTo>
                    <a:pt x="12192" y="41148"/>
                  </a:lnTo>
                  <a:lnTo>
                    <a:pt x="9144" y="44196"/>
                  </a:lnTo>
                  <a:lnTo>
                    <a:pt x="9144" y="50292"/>
                  </a:lnTo>
                  <a:lnTo>
                    <a:pt x="0" y="50292"/>
                  </a:lnTo>
                  <a:close/>
                </a:path>
                <a:path w="48895" h="67310">
                  <a:moveTo>
                    <a:pt x="9144" y="50292"/>
                  </a:moveTo>
                  <a:lnTo>
                    <a:pt x="9144" y="44196"/>
                  </a:lnTo>
                  <a:lnTo>
                    <a:pt x="32004" y="44196"/>
                  </a:lnTo>
                  <a:lnTo>
                    <a:pt x="32004" y="50292"/>
                  </a:lnTo>
                  <a:lnTo>
                    <a:pt x="9144" y="50292"/>
                  </a:lnTo>
                  <a:close/>
                </a:path>
              </a:pathLst>
            </a:custGeom>
            <a:solidFill>
              <a:srgbClr val="605D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442960" y="4599432"/>
              <a:ext cx="94488" cy="71628"/>
            </a:xfrm>
            <a:prstGeom prst="rect">
              <a:avLst/>
            </a:prstGeom>
          </p:spPr>
        </p:pic>
      </p:grpSp>
      <p:grpSp>
        <p:nvGrpSpPr>
          <p:cNvPr id="42" name="object 42" descr=""/>
          <p:cNvGrpSpPr/>
          <p:nvPr/>
        </p:nvGrpSpPr>
        <p:grpSpPr>
          <a:xfrm>
            <a:off x="6435852" y="4741164"/>
            <a:ext cx="554990" cy="83820"/>
            <a:chOff x="6435852" y="4741164"/>
            <a:chExt cx="554990" cy="83820"/>
          </a:xfrm>
        </p:grpSpPr>
        <p:pic>
          <p:nvPicPr>
            <p:cNvPr id="43" name="object 43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435852" y="4741164"/>
              <a:ext cx="243839" cy="83820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722364" y="4741164"/>
              <a:ext cx="268223" cy="83819"/>
            </a:xfrm>
            <a:prstGeom prst="rect">
              <a:avLst/>
            </a:prstGeom>
          </p:spPr>
        </p:pic>
      </p:grpSp>
      <p:pic>
        <p:nvPicPr>
          <p:cNvPr id="45" name="object 45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628644" y="3195827"/>
            <a:ext cx="106679" cy="399287"/>
          </a:xfrm>
          <a:prstGeom prst="rect">
            <a:avLst/>
          </a:prstGeom>
        </p:spPr>
      </p:pic>
      <p:pic>
        <p:nvPicPr>
          <p:cNvPr id="46" name="object 46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640580" y="2535935"/>
            <a:ext cx="266700" cy="68580"/>
          </a:xfrm>
          <a:prstGeom prst="rect">
            <a:avLst/>
          </a:prstGeom>
        </p:spPr>
      </p:pic>
      <p:pic>
        <p:nvPicPr>
          <p:cNvPr id="47" name="object 47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4532376" y="2947415"/>
            <a:ext cx="377951" cy="91439"/>
          </a:xfrm>
          <a:prstGeom prst="rect">
            <a:avLst/>
          </a:prstGeom>
        </p:spPr>
      </p:pic>
      <p:pic>
        <p:nvPicPr>
          <p:cNvPr id="48" name="object 48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4596384" y="3355847"/>
            <a:ext cx="307847" cy="73152"/>
          </a:xfrm>
          <a:prstGeom prst="rect">
            <a:avLst/>
          </a:prstGeom>
        </p:spPr>
      </p:pic>
      <p:pic>
        <p:nvPicPr>
          <p:cNvPr id="49" name="object 49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866388" y="3765803"/>
            <a:ext cx="1037843" cy="74676"/>
          </a:xfrm>
          <a:prstGeom prst="rect">
            <a:avLst/>
          </a:prstGeom>
        </p:spPr>
      </p:pic>
      <p:pic>
        <p:nvPicPr>
          <p:cNvPr id="50" name="object 50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4614672" y="4180332"/>
            <a:ext cx="292608" cy="73152"/>
          </a:xfrm>
          <a:prstGeom prst="rect">
            <a:avLst/>
          </a:prstGeom>
        </p:spPr>
      </p:pic>
      <p:sp>
        <p:nvSpPr>
          <p:cNvPr id="51" name="object 51" descr=""/>
          <p:cNvSpPr/>
          <p:nvPr/>
        </p:nvSpPr>
        <p:spPr>
          <a:xfrm>
            <a:off x="4983480" y="2406395"/>
            <a:ext cx="3274060" cy="320040"/>
          </a:xfrm>
          <a:custGeom>
            <a:avLst/>
            <a:gdLst/>
            <a:ahLst/>
            <a:cxnLst/>
            <a:rect l="l" t="t" r="r" b="b"/>
            <a:pathLst>
              <a:path w="3274059" h="320039">
                <a:moveTo>
                  <a:pt x="0" y="320039"/>
                </a:moveTo>
                <a:lnTo>
                  <a:pt x="0" y="0"/>
                </a:lnTo>
                <a:lnTo>
                  <a:pt x="3273551" y="0"/>
                </a:lnTo>
                <a:lnTo>
                  <a:pt x="3273551" y="320039"/>
                </a:lnTo>
                <a:lnTo>
                  <a:pt x="0" y="320039"/>
                </a:lnTo>
                <a:close/>
              </a:path>
            </a:pathLst>
          </a:custGeom>
          <a:solidFill>
            <a:srgbClr val="0846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/>
          <p:nvPr/>
        </p:nvSpPr>
        <p:spPr>
          <a:xfrm>
            <a:off x="4983480" y="2819400"/>
            <a:ext cx="3187065" cy="318770"/>
          </a:xfrm>
          <a:custGeom>
            <a:avLst/>
            <a:gdLst/>
            <a:ahLst/>
            <a:cxnLst/>
            <a:rect l="l" t="t" r="r" b="b"/>
            <a:pathLst>
              <a:path w="3187065" h="318769">
                <a:moveTo>
                  <a:pt x="0" y="318516"/>
                </a:moveTo>
                <a:lnTo>
                  <a:pt x="0" y="0"/>
                </a:lnTo>
                <a:lnTo>
                  <a:pt x="3186683" y="0"/>
                </a:lnTo>
                <a:lnTo>
                  <a:pt x="3186683" y="318516"/>
                </a:lnTo>
                <a:lnTo>
                  <a:pt x="0" y="318516"/>
                </a:lnTo>
                <a:close/>
              </a:path>
            </a:pathLst>
          </a:custGeom>
          <a:solidFill>
            <a:srgbClr val="1A568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"/>
          <p:cNvSpPr/>
          <p:nvPr/>
        </p:nvSpPr>
        <p:spPr>
          <a:xfrm>
            <a:off x="4983480" y="3230880"/>
            <a:ext cx="3055620" cy="320040"/>
          </a:xfrm>
          <a:custGeom>
            <a:avLst/>
            <a:gdLst/>
            <a:ahLst/>
            <a:cxnLst/>
            <a:rect l="l" t="t" r="r" b="b"/>
            <a:pathLst>
              <a:path w="3055620" h="320039">
                <a:moveTo>
                  <a:pt x="0" y="320039"/>
                </a:moveTo>
                <a:lnTo>
                  <a:pt x="0" y="0"/>
                </a:lnTo>
                <a:lnTo>
                  <a:pt x="3055619" y="0"/>
                </a:lnTo>
                <a:lnTo>
                  <a:pt x="3055619" y="320039"/>
                </a:lnTo>
                <a:lnTo>
                  <a:pt x="0" y="320039"/>
                </a:lnTo>
                <a:close/>
              </a:path>
            </a:pathLst>
          </a:custGeom>
          <a:solidFill>
            <a:srgbClr val="346E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 descr=""/>
          <p:cNvSpPr/>
          <p:nvPr/>
        </p:nvSpPr>
        <p:spPr>
          <a:xfrm>
            <a:off x="4983480" y="3642359"/>
            <a:ext cx="2593975" cy="320040"/>
          </a:xfrm>
          <a:custGeom>
            <a:avLst/>
            <a:gdLst/>
            <a:ahLst/>
            <a:cxnLst/>
            <a:rect l="l" t="t" r="r" b="b"/>
            <a:pathLst>
              <a:path w="2593975" h="320039">
                <a:moveTo>
                  <a:pt x="0" y="320040"/>
                </a:moveTo>
                <a:lnTo>
                  <a:pt x="0" y="0"/>
                </a:lnTo>
                <a:lnTo>
                  <a:pt x="2593847" y="0"/>
                </a:lnTo>
                <a:lnTo>
                  <a:pt x="2593847" y="320040"/>
                </a:lnTo>
                <a:lnTo>
                  <a:pt x="0" y="320040"/>
                </a:lnTo>
                <a:close/>
              </a:path>
            </a:pathLst>
          </a:custGeom>
          <a:solidFill>
            <a:srgbClr val="90C3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 descr=""/>
          <p:cNvSpPr/>
          <p:nvPr/>
        </p:nvSpPr>
        <p:spPr>
          <a:xfrm>
            <a:off x="4983480" y="4055364"/>
            <a:ext cx="2517775" cy="320040"/>
          </a:xfrm>
          <a:custGeom>
            <a:avLst/>
            <a:gdLst/>
            <a:ahLst/>
            <a:cxnLst/>
            <a:rect l="l" t="t" r="r" b="b"/>
            <a:pathLst>
              <a:path w="2517775" h="320039">
                <a:moveTo>
                  <a:pt x="0" y="320039"/>
                </a:moveTo>
                <a:lnTo>
                  <a:pt x="0" y="0"/>
                </a:lnTo>
                <a:lnTo>
                  <a:pt x="2517647" y="0"/>
                </a:lnTo>
                <a:lnTo>
                  <a:pt x="2517647" y="320039"/>
                </a:lnTo>
                <a:lnTo>
                  <a:pt x="0" y="320039"/>
                </a:lnTo>
                <a:close/>
              </a:path>
            </a:pathLst>
          </a:custGeom>
          <a:solidFill>
            <a:srgbClr val="A0D1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6" name="object 56" descr=""/>
          <p:cNvGrpSpPr/>
          <p:nvPr/>
        </p:nvGrpSpPr>
        <p:grpSpPr>
          <a:xfrm>
            <a:off x="3608832" y="2007107"/>
            <a:ext cx="559435" cy="81280"/>
            <a:chOff x="3608832" y="2007107"/>
            <a:chExt cx="559435" cy="81280"/>
          </a:xfrm>
        </p:grpSpPr>
        <p:pic>
          <p:nvPicPr>
            <p:cNvPr id="57" name="object 57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608832" y="2007107"/>
              <a:ext cx="240791" cy="80771"/>
            </a:xfrm>
            <a:prstGeom prst="rect">
              <a:avLst/>
            </a:prstGeom>
          </p:spPr>
        </p:pic>
        <p:pic>
          <p:nvPicPr>
            <p:cNvPr id="58" name="object 58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893820" y="2007107"/>
              <a:ext cx="274319" cy="80771"/>
            </a:xfrm>
            <a:prstGeom prst="rect">
              <a:avLst/>
            </a:prstGeom>
          </p:spPr>
        </p:pic>
      </p:grpSp>
      <p:pic>
        <p:nvPicPr>
          <p:cNvPr id="59" name="object 59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4608576" y="1967483"/>
            <a:ext cx="646175" cy="163067"/>
          </a:xfrm>
          <a:prstGeom prst="rect">
            <a:avLst/>
          </a:prstGeom>
        </p:spPr>
      </p:pic>
      <p:pic>
        <p:nvPicPr>
          <p:cNvPr id="60" name="object 60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4241292" y="2010155"/>
            <a:ext cx="170688" cy="89916"/>
          </a:xfrm>
          <a:prstGeom prst="rect">
            <a:avLst/>
          </a:prstGeom>
        </p:spPr>
      </p:pic>
      <p:pic>
        <p:nvPicPr>
          <p:cNvPr id="61" name="object 61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4471416" y="2008632"/>
            <a:ext cx="105156" cy="77724"/>
          </a:xfrm>
          <a:prstGeom prst="rect">
            <a:avLst/>
          </a:prstGeom>
        </p:spPr>
      </p:pic>
      <p:grpSp>
        <p:nvGrpSpPr>
          <p:cNvPr id="62" name="object 62" descr=""/>
          <p:cNvGrpSpPr/>
          <p:nvPr/>
        </p:nvGrpSpPr>
        <p:grpSpPr>
          <a:xfrm>
            <a:off x="5288280" y="2008632"/>
            <a:ext cx="334010" cy="91440"/>
            <a:chOff x="5288280" y="2008632"/>
            <a:chExt cx="334010" cy="91440"/>
          </a:xfrm>
        </p:grpSpPr>
        <p:pic>
          <p:nvPicPr>
            <p:cNvPr id="63" name="object 63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288280" y="2010156"/>
              <a:ext cx="185927" cy="89916"/>
            </a:xfrm>
            <a:prstGeom prst="rect">
              <a:avLst/>
            </a:prstGeom>
          </p:spPr>
        </p:pic>
        <p:pic>
          <p:nvPicPr>
            <p:cNvPr id="64" name="object 64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516880" y="2008632"/>
              <a:ext cx="105156" cy="777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2025-12-23T07:39:05Z</dcterms:created>
  <dcterms:modified xsi:type="dcterms:W3CDTF">2025-12-23T07:39:05Z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2025-12-23T00:00:00Z</vt:filetime>
  </property>
  <property fmtid="{D5CDD505-2E9C-101B-9397-08002B2CF9AE}" pid="3" name="LastSaved">
    <vt:filetime>2025-12-23T00:00:00Z</vt:filetime>
  </property>
  <property fmtid="{D5CDD505-2E9C-101B-9397-08002B2CF9AE}" pid="4" name="Producer">
    <vt:lpwstr>iLovePDF</vt:lpwstr>
  </property>
</Properties>
</file>